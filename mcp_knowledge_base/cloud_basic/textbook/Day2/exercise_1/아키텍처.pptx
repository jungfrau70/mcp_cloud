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916283-2A27-326D-EE83-154688A39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BF66C2-BC80-A222-9734-1C7F90A51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30EF7-DDC2-4180-8096-278ABEA2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5C66-600B-4606-89EF-70EDCC31A020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73DF45-82CB-1035-53E0-391411609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1DE68B-C8A9-47D9-5B2B-68095368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FA2B-077B-4684-B470-E95B74469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11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5C755-7D2A-9931-2FE5-05E3E698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62D89D-65A1-5CBA-DF55-886358E74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D024FE-E698-7EA8-0944-338C3DDF1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5C66-600B-4606-89EF-70EDCC31A020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13EAC0-B781-F824-11BF-F97156B69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1A51E2-CF89-B4E5-9AC2-E343A9B7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FA2B-077B-4684-B470-E95B74469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87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A7D82-E210-2C50-0071-4BC116D90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461765-0B3A-8837-0769-7FAD2FB94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64A408-B8B8-7450-580C-443B55A8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5C66-600B-4606-89EF-70EDCC31A020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AEB7B9-7196-AEB7-F590-C663ABF32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2C961-3B7B-6EF0-3E85-0BFC507A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FA2B-077B-4684-B470-E95B74469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32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1ACAA-615B-6525-3FFC-ADB6B690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7B3B0D-D624-7126-D84C-D04118251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924B1-114D-5AC7-78AA-2EC1DD92F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E5BACE-D293-0A18-0259-61362B50E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5C66-600B-4606-89EF-70EDCC31A020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585BBA-9618-6440-7236-797A29758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5CF45A-3FDE-5482-3B1F-04FC9175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FA2B-077B-4684-B470-E95B74469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7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FAD2CB-CA15-3ED7-7412-762E97A29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716409-F265-5807-76AE-842AA33AD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2B8070-AA3C-BD83-56A7-DBDD543C0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1B8564-5E95-60F9-5322-E32973D16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07C4A1-776F-AAEE-AEF0-273D6E90C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442133-64FA-F71F-B845-16A65363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5C66-600B-4606-89EF-70EDCC31A020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854A8F-2C4E-63A9-C4D3-972624C7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37D05E4-D5EF-F655-C09F-4BA3CE96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FA2B-077B-4684-B470-E95B74469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17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25D1F-8979-AC3D-1D7C-419D447C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381BF2-FA11-C043-540A-0B1C9E916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5C66-600B-4606-89EF-70EDCC31A020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E26A0A-EC91-394E-EE43-690BBEF1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8364D5-06F3-F414-CD40-6B033F69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FA2B-077B-4684-B470-E95B74469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097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B27430-E4C9-A6FD-3125-7E9E9385E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5C66-600B-4606-89EF-70EDCC31A020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BAE857-7903-D146-30F7-D488F3C8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1D0383-7FDB-DE3D-40D6-18AC2B86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FA2B-077B-4684-B470-E95B74469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255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E07FC-2092-2B5B-1F54-EC659A027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689291-A072-C36F-DC34-650C515AC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24FCAC-9DA3-EFCE-5A8D-00A1E377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49A179-1C79-D04A-2A9F-104B9B85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5C66-600B-4606-89EF-70EDCC31A020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F9F534-24BD-FA8E-F453-159A8691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4462AC-8336-C0FC-AB3C-961044DDB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FA2B-077B-4684-B470-E95B74469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22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1FA308-A07B-D18E-D7E5-ADD74B09F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13B4D1-11D7-5D29-CC49-CA4CBFAC52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AF8F37-1D32-D902-B8D0-70B3DEB7E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7EB99D-747D-3479-AB1E-6A35E0FA9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5C66-600B-4606-89EF-70EDCC31A020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42DBB9-4B7A-E00C-C95C-9552C022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59EF35-24B7-4E06-0C80-7ED230F66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FA2B-077B-4684-B470-E95B74469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46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75083-138F-640D-9A44-CFAF68713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F44628-919E-43B0-AD7C-EC7885189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35468D-C298-31F5-2996-0BD71619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5C66-600B-4606-89EF-70EDCC31A020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3E43EB-2076-14D6-A9FA-2F3E36658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9B1A3B-5310-65E9-41E2-8F24A28F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FA2B-077B-4684-B470-E95B74469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36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4E58A0-4801-1E58-4D55-C5A77EC7B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3EB6A8-0ECC-A268-F900-B84D951C8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7CFFEC-F519-EF7D-F8A3-D4A27F4DE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5C66-600B-4606-89EF-70EDCC31A020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894C8C-5398-85FE-AD59-4939970DD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8CB073-FECC-412E-57B4-FC7DE254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FA2B-077B-4684-B470-E95B74469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324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4FCCCA-A42C-8CB2-A36D-36A55B53B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7C1986-3B9C-31B2-C600-C4FDD88D0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BBC03C-2491-013E-1D71-3D43C0A47D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65C66-600B-4606-89EF-70EDCC31A020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AB6828-2E64-10D4-ACC5-1085E3DD9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ECD71-EE81-98F4-17C8-E8146257C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2FA2B-077B-4684-B470-E95B74469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2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9185FC8-6449-FF12-4787-5FCCC99DA7C4}"/>
              </a:ext>
            </a:extLst>
          </p:cNvPr>
          <p:cNvSpPr/>
          <p:nvPr/>
        </p:nvSpPr>
        <p:spPr>
          <a:xfrm>
            <a:off x="4142416" y="1626282"/>
            <a:ext cx="3608505" cy="8959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LoadBalancer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0DFF9E-8BAA-BB19-DA21-10162CFF9FDD}"/>
              </a:ext>
            </a:extLst>
          </p:cNvPr>
          <p:cNvSpPr/>
          <p:nvPr/>
        </p:nvSpPr>
        <p:spPr>
          <a:xfrm>
            <a:off x="1521955" y="2983375"/>
            <a:ext cx="3154373" cy="142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263261-0717-02DA-FE49-49B824B3BBED}"/>
              </a:ext>
            </a:extLst>
          </p:cNvPr>
          <p:cNvSpPr/>
          <p:nvPr/>
        </p:nvSpPr>
        <p:spPr>
          <a:xfrm>
            <a:off x="7354067" y="3015758"/>
            <a:ext cx="3154373" cy="142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BBBFA-21A7-E931-C308-6629B1F4DD21}"/>
              </a:ext>
            </a:extLst>
          </p:cNvPr>
          <p:cNvSpPr txBox="1"/>
          <p:nvPr/>
        </p:nvSpPr>
        <p:spPr>
          <a:xfrm>
            <a:off x="1423764" y="2630115"/>
            <a:ext cx="2123372" cy="21653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ko-KR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ko-KR" altLang="en-US" dirty="0"/>
              <a:t>서울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9E179F-9C83-8A3F-9E4D-9088CE61CC05}"/>
              </a:ext>
            </a:extLst>
          </p:cNvPr>
          <p:cNvSpPr txBox="1"/>
          <p:nvPr/>
        </p:nvSpPr>
        <p:spPr>
          <a:xfrm>
            <a:off x="7325426" y="2643949"/>
            <a:ext cx="2123372" cy="21653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뉴욕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C78C85-988E-04BD-E1CB-C8B6F671819D}"/>
              </a:ext>
            </a:extLst>
          </p:cNvPr>
          <p:cNvSpPr/>
          <p:nvPr/>
        </p:nvSpPr>
        <p:spPr>
          <a:xfrm>
            <a:off x="2197015" y="3512283"/>
            <a:ext cx="1767431" cy="629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아파치웹서버</a:t>
            </a:r>
            <a:br>
              <a:rPr lang="en-US" altLang="ko-KR" dirty="0"/>
            </a:br>
            <a:r>
              <a:rPr lang="en-US" altLang="ko-KR" dirty="0"/>
              <a:t>(VM)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DA96DC-8A55-2CC1-791C-460C2D17FAE8}"/>
              </a:ext>
            </a:extLst>
          </p:cNvPr>
          <p:cNvSpPr/>
          <p:nvPr/>
        </p:nvSpPr>
        <p:spPr>
          <a:xfrm>
            <a:off x="8112999" y="3512283"/>
            <a:ext cx="1767431" cy="629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IIS</a:t>
            </a:r>
            <a:r>
              <a:rPr lang="ko-KR" altLang="en-US" dirty="0"/>
              <a:t>웹서버</a:t>
            </a:r>
            <a:br>
              <a:rPr lang="en-US" altLang="ko-KR" dirty="0"/>
            </a:br>
            <a:r>
              <a:rPr lang="en-US" altLang="ko-KR" dirty="0"/>
              <a:t>(VM)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B2B448E-F092-F3CC-37B1-18C64E4FEC50}"/>
              </a:ext>
            </a:extLst>
          </p:cNvPr>
          <p:cNvCxnSpPr>
            <a:cxnSpLocks/>
          </p:cNvCxnSpPr>
          <p:nvPr/>
        </p:nvCxnSpPr>
        <p:spPr>
          <a:xfrm flipH="1">
            <a:off x="4735652" y="2549710"/>
            <a:ext cx="791662" cy="223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25AE982-0719-B4AB-A483-521DFC7CEDBC}"/>
              </a:ext>
            </a:extLst>
          </p:cNvPr>
          <p:cNvCxnSpPr>
            <a:cxnSpLocks/>
          </p:cNvCxnSpPr>
          <p:nvPr/>
        </p:nvCxnSpPr>
        <p:spPr>
          <a:xfrm>
            <a:off x="6284199" y="2562407"/>
            <a:ext cx="859167" cy="197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D8E3B8-810B-D6D0-BCE5-FAA53D9E243C}"/>
              </a:ext>
            </a:extLst>
          </p:cNvPr>
          <p:cNvSpPr/>
          <p:nvPr/>
        </p:nvSpPr>
        <p:spPr>
          <a:xfrm>
            <a:off x="1423764" y="2677544"/>
            <a:ext cx="3414170" cy="18637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20AE793-6017-CBFB-98B2-2CAEE7A12454}"/>
              </a:ext>
            </a:extLst>
          </p:cNvPr>
          <p:cNvSpPr/>
          <p:nvPr/>
        </p:nvSpPr>
        <p:spPr>
          <a:xfrm>
            <a:off x="7143366" y="2677544"/>
            <a:ext cx="3414170" cy="18637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58A9F74-3F5B-45FF-4866-47543EEDC47E}"/>
              </a:ext>
            </a:extLst>
          </p:cNvPr>
          <p:cNvCxnSpPr/>
          <p:nvPr/>
        </p:nvCxnSpPr>
        <p:spPr>
          <a:xfrm>
            <a:off x="5866889" y="576870"/>
            <a:ext cx="0" cy="988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E86919-D85E-2AD6-AF5F-1EC5A0965209}"/>
              </a:ext>
            </a:extLst>
          </p:cNvPr>
          <p:cNvSpPr txBox="1"/>
          <p:nvPr/>
        </p:nvSpPr>
        <p:spPr>
          <a:xfrm>
            <a:off x="5887172" y="619828"/>
            <a:ext cx="948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Port 80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03713E-96C9-9543-2035-B05F48AA797D}"/>
              </a:ext>
            </a:extLst>
          </p:cNvPr>
          <p:cNvSpPr txBox="1"/>
          <p:nvPr/>
        </p:nvSpPr>
        <p:spPr>
          <a:xfrm>
            <a:off x="5407036" y="25049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사용자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06C4FDC-8348-5F02-F7B4-07025EB15120}"/>
              </a:ext>
            </a:extLst>
          </p:cNvPr>
          <p:cNvSpPr/>
          <p:nvPr/>
        </p:nvSpPr>
        <p:spPr>
          <a:xfrm>
            <a:off x="4309985" y="5186288"/>
            <a:ext cx="3154373" cy="142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2675A4-2A84-4BAA-14D1-2B468A3E2EEF}"/>
              </a:ext>
            </a:extLst>
          </p:cNvPr>
          <p:cNvSpPr txBox="1"/>
          <p:nvPr/>
        </p:nvSpPr>
        <p:spPr>
          <a:xfrm>
            <a:off x="4211794" y="4833028"/>
            <a:ext cx="2123372" cy="21653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ko-KR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ko-KR" altLang="en-US" dirty="0"/>
              <a:t>서울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71848CF-1B48-B99B-467C-962D637D378F}"/>
              </a:ext>
            </a:extLst>
          </p:cNvPr>
          <p:cNvSpPr/>
          <p:nvPr/>
        </p:nvSpPr>
        <p:spPr>
          <a:xfrm>
            <a:off x="4985045" y="5715196"/>
            <a:ext cx="1767431" cy="629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JUMPBOX VM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442982A-4455-DBDE-38FB-0E79D3BC6A85}"/>
              </a:ext>
            </a:extLst>
          </p:cNvPr>
          <p:cNvSpPr/>
          <p:nvPr/>
        </p:nvSpPr>
        <p:spPr>
          <a:xfrm>
            <a:off x="4211794" y="4880457"/>
            <a:ext cx="3414170" cy="18637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D20CEF5-14A7-664E-1701-FEB6A3FAED43}"/>
              </a:ext>
            </a:extLst>
          </p:cNvPr>
          <p:cNvCxnSpPr/>
          <p:nvPr/>
        </p:nvCxnSpPr>
        <p:spPr>
          <a:xfrm flipH="1" flipV="1">
            <a:off x="4436988" y="4436974"/>
            <a:ext cx="662786" cy="497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0979832-F9BD-4606-A731-B54CE0591F04}"/>
              </a:ext>
            </a:extLst>
          </p:cNvPr>
          <p:cNvCxnSpPr/>
          <p:nvPr/>
        </p:nvCxnSpPr>
        <p:spPr>
          <a:xfrm flipV="1">
            <a:off x="7266105" y="4436974"/>
            <a:ext cx="441857" cy="55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7252FC6-5105-8EAA-EBCD-6E5606A9A274}"/>
              </a:ext>
            </a:extLst>
          </p:cNvPr>
          <p:cNvSpPr txBox="1"/>
          <p:nvPr/>
        </p:nvSpPr>
        <p:spPr>
          <a:xfrm flipH="1">
            <a:off x="6981051" y="4510197"/>
            <a:ext cx="68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rdp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65B422-B7D5-4F70-873F-8D333624A500}"/>
              </a:ext>
            </a:extLst>
          </p:cNvPr>
          <p:cNvSpPr txBox="1"/>
          <p:nvPr/>
        </p:nvSpPr>
        <p:spPr>
          <a:xfrm>
            <a:off x="8196003" y="5845356"/>
            <a:ext cx="946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bastion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E2D5B2-C6D5-5BB2-F14A-CF66A6A35F86}"/>
              </a:ext>
            </a:extLst>
          </p:cNvPr>
          <p:cNvSpPr txBox="1"/>
          <p:nvPr/>
        </p:nvSpPr>
        <p:spPr>
          <a:xfrm>
            <a:off x="9010216" y="61601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운영자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89ED11B-CF52-55DF-3E6B-DBAB2B2B2EA8}"/>
              </a:ext>
            </a:extLst>
          </p:cNvPr>
          <p:cNvCxnSpPr/>
          <p:nvPr/>
        </p:nvCxnSpPr>
        <p:spPr>
          <a:xfrm flipH="1" flipV="1">
            <a:off x="7707962" y="6160183"/>
            <a:ext cx="1223291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B850DAB-267D-4D57-5B50-1E02905B089D}"/>
              </a:ext>
            </a:extLst>
          </p:cNvPr>
          <p:cNvSpPr txBox="1"/>
          <p:nvPr/>
        </p:nvSpPr>
        <p:spPr>
          <a:xfrm>
            <a:off x="742639" y="462778"/>
            <a:ext cx="779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Azure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D005CC-A941-8D7F-0A83-1A8386AACDC0}"/>
              </a:ext>
            </a:extLst>
          </p:cNvPr>
          <p:cNvSpPr txBox="1"/>
          <p:nvPr/>
        </p:nvSpPr>
        <p:spPr>
          <a:xfrm flipH="1">
            <a:off x="4136279" y="4510197"/>
            <a:ext cx="68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0113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</Words>
  <Application>Microsoft Office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jupyteronline@gmail.com</dc:creator>
  <cp:lastModifiedBy>jupyteronline@gmail.com</cp:lastModifiedBy>
  <cp:revision>1</cp:revision>
  <dcterms:created xsi:type="dcterms:W3CDTF">2025-09-03T05:18:16Z</dcterms:created>
  <dcterms:modified xsi:type="dcterms:W3CDTF">2025-09-03T05:28:40Z</dcterms:modified>
</cp:coreProperties>
</file>