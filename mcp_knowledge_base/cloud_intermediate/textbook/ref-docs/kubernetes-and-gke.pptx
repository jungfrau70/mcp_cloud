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  <p:embeddedFont>
      <p:font typeface="Caveat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italic.fntdata"/><Relationship Id="rId10" Type="http://schemas.openxmlformats.org/officeDocument/2006/relationships/slide" Target="slides/slide4.xml"/><Relationship Id="rId32" Type="http://schemas.openxmlformats.org/officeDocument/2006/relationships/font" Target="fonts/Roboto-bold.fntdata"/><Relationship Id="rId13" Type="http://schemas.openxmlformats.org/officeDocument/2006/relationships/slide" Target="slides/slide7.xml"/><Relationship Id="rId35" Type="http://schemas.openxmlformats.org/officeDocument/2006/relationships/font" Target="fonts/Caveat-regular.fntdata"/><Relationship Id="rId12" Type="http://schemas.openxmlformats.org/officeDocument/2006/relationships/slide" Target="slides/slide6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Caveat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8ef4cf01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58ef4cf0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a6f3fa3d4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a6f3fa3d4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58ef4cf01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58ef4cf0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5a6f3fa3d4_1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5a6f3fa3d4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a8d210bd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5a8d210bd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58ef4cf01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58ef4cf01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5a6f3fa3d4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5a6f3fa3d4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5a6f3fa3d4_1_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5a6f3fa3d4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5c8bb84a99_0_1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5c8bb84a9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5a8d210bd5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5a8d210bd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5c8bb84a99_0_1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5c8bb84a9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a8d210bd5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5a8d210bd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5a8d210bd5_0_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5a8d210bd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5a8d210bd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5a8d210bd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5a8d210bd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5a8d210bd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5a8d210bd5_0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5a8d210bd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5a8d210bd5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5a8d210bd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5a6f3fa3d4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5a6f3fa3d4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5a8d210bd5_0_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5a8d210bd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5c8bb84a99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5c8bb84a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c8bb84a99_0_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c8bb84a9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5c8bb84a99_0_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5c8bb84a9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5c8bb84a99_0_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5c8bb84a9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58ef4cf011_0_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58ef4cf01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accent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terial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qwiklabs.com/quests/29" TargetMode="External"/><Relationship Id="rId4" Type="http://schemas.openxmlformats.org/officeDocument/2006/relationships/hyperlink" Target="https://www.qwiklabs.com/quests/45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youtube.com/watch?v=vmOMataJZWw" TargetMode="External"/><Relationship Id="rId4" Type="http://schemas.openxmlformats.org/officeDocument/2006/relationships/hyperlink" Target="https://raw.githubusercontent.com/gregsramblings/google-cloud-4-words/master/Poster-medres.png" TargetMode="External"/><Relationship Id="rId5" Type="http://schemas.openxmlformats.org/officeDocument/2006/relationships/hyperlink" Target="https://cloud.google.com/blog/topics/inside-google-cloud/100-plus-announcements-from-google-cloud-next19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youtube.com/playlist?list=PLIivdWyY5sqIXvUGVrFuZibCUdKVzEoUw" TargetMode="External"/><Relationship Id="rId4" Type="http://schemas.openxmlformats.org/officeDocument/2006/relationships/hyperlink" Target="https://github.com/ddneves/awesome-gcp-certifications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www.linkedin.com/in/akash-agrawal-58a97813" TargetMode="External"/><Relationship Id="rId4" Type="http://schemas.openxmlformats.org/officeDocument/2006/relationships/hyperlink" Target="https://twitter.com/akkiagrawal2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&amp; Google Kubernetes Engine (GKE)</a:t>
            </a:r>
            <a:endParaRPr/>
          </a:p>
        </p:txBody>
      </p:sp>
      <p:sp>
        <p:nvSpPr>
          <p:cNvPr id="113" name="Google Shape;113;p25"/>
          <p:cNvSpPr txBox="1"/>
          <p:nvPr>
            <p:ph idx="1" type="subTitle"/>
          </p:nvPr>
        </p:nvSpPr>
        <p:spPr>
          <a:xfrm>
            <a:off x="4344725" y="3132900"/>
            <a:ext cx="40404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by Akash Agrawal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"/>
              <a:t>Understanding Kubernetes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Traditional &amp; Containerized App Deployment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Understanding Containers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Understanding Kubernetes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Kubernetes Fundamentals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Kubernetes Resources/Objects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Kubernetes Flow Diagram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Kubernetes Cluster Architecture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"/>
              <a:t>Understanding Google Kubernetes Engine (GKE)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○"/>
            </a:pPr>
            <a:r>
              <a:rPr lang="en"/>
              <a:t>Understanding GKE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○"/>
            </a:pPr>
            <a:r>
              <a:rPr lang="en"/>
              <a:t>GKE Features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  <p:sp>
        <p:nvSpPr>
          <p:cNvPr id="141" name="Google Shape;141;p3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Google Developer Expert (on </a:t>
            </a:r>
            <a:r>
              <a:rPr b="1" lang="en"/>
              <a:t>Google Cloud Platform</a:t>
            </a:r>
            <a:r>
              <a:rPr lang="en"/>
              <a:t> </a:t>
            </a:r>
            <a:r>
              <a:rPr lang="en"/>
              <a:t>Category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11 years of experience in IT Industry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Worked with various clients like Sabre/Citi Bank/Goldman Sachs/L&amp;T Infotech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Currently I work as Independent Consultant (as Technical Adviser/Architect/Trainer) &amp; Tech Evangelist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/>
          <p:nvPr>
            <p:ph type="title"/>
          </p:nvPr>
        </p:nvSpPr>
        <p:spPr>
          <a:xfrm>
            <a:off x="460950" y="2208875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Kubernetes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&amp; Containerized App Deployment</a:t>
            </a:r>
            <a:endParaRPr/>
          </a:p>
        </p:txBody>
      </p:sp>
      <p:sp>
        <p:nvSpPr>
          <p:cNvPr id="152" name="Google Shape;152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Traditional App Deployment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Problems with Traditional App Deployment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Containers &amp; what problems does it solve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Kubernetes (Container Orchestrator) &amp; what problems does it solve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Containers</a:t>
            </a:r>
            <a:endParaRPr/>
          </a:p>
        </p:txBody>
      </p:sp>
      <p:sp>
        <p:nvSpPr>
          <p:cNvPr id="158" name="Google Shape;158;p3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Package your application/component &amp; it’s dependencies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Container Runtimes : Docker / Rkt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Focused around : Build / Ship / Run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Build: build container on local laptop manually or automate it through CI/CD Pipeline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Ship: ship through Container Registry e.g. Docker Hub/GCR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Run: Run anywhere e.g. Cloud/On-Prem etc.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Kubernetes</a:t>
            </a:r>
            <a:endParaRPr/>
          </a:p>
        </p:txBody>
      </p:sp>
      <p:sp>
        <p:nvSpPr>
          <p:cNvPr id="164" name="Google Shape;164;p3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Kubernetes is an Open Source system for Container Orchestration (Deployment/Management/Scaling)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Focused around: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Scheduling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Scaling (Manual / Auto)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Self Healing or Auto Repairing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...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</a:t>
            </a:r>
            <a:r>
              <a:rPr lang="en"/>
              <a:t>ubernetes Fundamentals</a:t>
            </a:r>
            <a:endParaRPr/>
          </a:p>
        </p:txBody>
      </p:sp>
      <p:sp>
        <p:nvSpPr>
          <p:cNvPr id="170" name="Google Shape;170;p3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"/>
              <a:t>Kubernetes Cluster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Kubernetes </a:t>
            </a:r>
            <a:r>
              <a:rPr lang="en"/>
              <a:t>Artifacts/Resources/Objects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Containerized</a:t>
            </a:r>
            <a:r>
              <a:rPr lang="en"/>
              <a:t> Applications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Resources/Objects</a:t>
            </a:r>
            <a:endParaRPr/>
          </a:p>
        </p:txBody>
      </p:sp>
      <p:sp>
        <p:nvSpPr>
          <p:cNvPr id="176" name="Google Shape;176;p3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"/>
              <a:t>Pod (Single/Multi Container Pod)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Service (ClusterIP/NodePort/LoadBalancer)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Controller Objects: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ReplicaSet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Deployment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StatefulSet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Job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...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</a:t>
            </a:r>
            <a:r>
              <a:rPr lang="en"/>
              <a:t>Resources/</a:t>
            </a:r>
            <a:r>
              <a:rPr lang="en"/>
              <a:t>Objects</a:t>
            </a:r>
            <a:endParaRPr/>
          </a:p>
        </p:txBody>
      </p:sp>
      <p:sp>
        <p:nvSpPr>
          <p:cNvPr id="182" name="Google Shape;182;p3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"/>
              <a:t>Namespace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ConfigMap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Secret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Label &amp; Selectors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noFill/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400" y="152400"/>
            <a:ext cx="734919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noFill/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525" y="152400"/>
            <a:ext cx="6686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Cluster Architecture</a:t>
            </a:r>
            <a:endParaRPr/>
          </a:p>
        </p:txBody>
      </p:sp>
      <p:sp>
        <p:nvSpPr>
          <p:cNvPr id="198" name="Google Shape;198;p4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"/>
              <a:t>Control Plane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Focused around managing Cluster &amp; its State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Components: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Kube-apiserver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Etcd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Kube-controller-manager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Kube-scheduler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Cluster Architecture</a:t>
            </a:r>
            <a:endParaRPr/>
          </a:p>
        </p:txBody>
      </p:sp>
      <p:sp>
        <p:nvSpPr>
          <p:cNvPr id="204" name="Google Shape;204;p4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Plane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Focused around managing individual Nodes &amp; deployed Workloads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Components: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Kubelet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Kube-proxy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Container Runtime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2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Google Kubernetes Engine (GKE)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GKE</a:t>
            </a:r>
            <a:endParaRPr/>
          </a:p>
        </p:txBody>
      </p:sp>
      <p:sp>
        <p:nvSpPr>
          <p:cNvPr id="215" name="Google Shape;215;p4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"/>
              <a:t>Managed Solution for Kubernetes on Google Cloud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Provides Reliable, Efficient &amp; Secured way to run Kubernetes Clusters (on GCP)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Focused around: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 Scaling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Self Healing or Auto Repairing of Nodes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 Pools : CPU/GPU Pools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...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GKE Features</a:t>
            </a:r>
            <a:endParaRPr/>
          </a:p>
        </p:txBody>
      </p:sp>
      <p:sp>
        <p:nvSpPr>
          <p:cNvPr id="221" name="Google Shape;221;p4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Fully Managed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Auto Scaling / Auto Upgrade / Auto Repair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Integration : IAM / StackDriver / VPC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Security, Compliance, Runs on Optimized OS (COS)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Accelerators Support : GPUs/TPUs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Various Cluster Topologies : Zonal Clusters / Regional Clusters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Workload Portability : On-Premises / Cloud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...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 for:</a:t>
            </a:r>
            <a:endParaRPr/>
          </a:p>
        </p:txBody>
      </p:sp>
      <p:sp>
        <p:nvSpPr>
          <p:cNvPr id="227" name="Google Shape;227;p4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Qwik Labs: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Kubernetes in Google Cloud: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https://www.qwiklabs.com/quests/29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Kubernetes Solutions: </a:t>
            </a: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https://www.qwiklabs.com/quests/45</a:t>
            </a:r>
            <a:r>
              <a:rPr lang="en"/>
              <a:t> 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Cloud Platform - Resources</a:t>
            </a:r>
            <a:endParaRPr/>
          </a:p>
        </p:txBody>
      </p:sp>
      <p:sp>
        <p:nvSpPr>
          <p:cNvPr id="233" name="Google Shape;233;p4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Google Cloud Platform 101 (Cloud Next ‘19):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https://www.youtube.com/watch?v=vmOMataJZWw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Google Cloud Developer Cheat Sheet: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https://raw.githubusercontent.com/gregsramblings/google-cloud-4-words/master/Poster-medres.png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100+ announcements from Google Cloud Next ‘19</a:t>
            </a:r>
            <a:r>
              <a:rPr lang="en"/>
              <a:t>: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https://cloud.google.com/blog/topics/inside-google-cloud/100-plus-announcements-from-google-cloud-next19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Cloud Platform - Resources</a:t>
            </a:r>
            <a:endParaRPr/>
          </a:p>
        </p:txBody>
      </p:sp>
      <p:sp>
        <p:nvSpPr>
          <p:cNvPr id="239" name="Google Shape;239;p4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Google Cloud Next ‘19 Sessions</a:t>
            </a:r>
            <a:r>
              <a:rPr lang="en"/>
              <a:t>: </a:t>
            </a: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https://www.youtube.com/playlist?list=PLIivdWyY5sqIXvUGVrFuZibCUdKVzEoUw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GCP Certification Resources</a:t>
            </a:r>
            <a:r>
              <a:rPr lang="en"/>
              <a:t>:      </a:t>
            </a: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https://github.com/ddneves/awesome-gcp-certifications</a:t>
            </a:r>
            <a:r>
              <a:rPr lang="en"/>
              <a:t>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8"/>
          <p:cNvSpPr txBox="1"/>
          <p:nvPr>
            <p:ph idx="1" type="body"/>
          </p:nvPr>
        </p:nvSpPr>
        <p:spPr>
          <a:xfrm>
            <a:off x="226075" y="1465800"/>
            <a:ext cx="30561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Akash Agrawal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LinkedIn :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akash-agrawal-58a97813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Twitter : </a:t>
            </a:r>
            <a:r>
              <a:rPr lang="en" sz="1400" u="sng">
                <a:solidFill>
                  <a:schemeClr val="accent5"/>
                </a:solidFill>
                <a:hlinkClick r:id="rId4"/>
              </a:rPr>
              <a:t>@akkiagrawal29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</p:txBody>
      </p:sp>
      <p:sp>
        <p:nvSpPr>
          <p:cNvPr id="245" name="Google Shape;245;p48"/>
          <p:cNvSpPr txBox="1"/>
          <p:nvPr/>
        </p:nvSpPr>
        <p:spPr>
          <a:xfrm>
            <a:off x="3101525" y="1425300"/>
            <a:ext cx="5510400" cy="26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rPr>
              <a:t>Thanks</a:t>
            </a:r>
            <a:endParaRPr sz="9600">
              <a:solidFill>
                <a:schemeClr val="dk2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