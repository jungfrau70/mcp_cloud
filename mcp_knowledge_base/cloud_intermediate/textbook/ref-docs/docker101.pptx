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9" r:id="rId1"/>
    <p:sldMasterId id="2147483730" r:id="rId2"/>
    <p:sldMasterId id="2147483731" r:id="rId3"/>
    <p:sldMasterId id="2147483732"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9144000" cy="5143500" type="screen16x9"/>
  <p:notesSz cx="6858000" cy="9144000"/>
  <p:embeddedFontLst>
    <p:embeddedFont>
      <p:font typeface="Comfortaa"/>
      <p:regular r:id="rId37"/>
      <p:bold r:id="rId38"/>
    </p:embeddedFont>
    <p:embeddedFont>
      <p:font typeface="Comfortaa Light"/>
      <p:regular r:id="rId39"/>
      <p:bold r:id="rId40"/>
    </p:embeddedFont>
    <p:embeddedFont>
      <p:font typeface="Source Sans Pro" panose="020F050202020403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126FEB-CCE2-421E-9581-00FE6B4DD3B9}">
  <a:tblStyle styleId="{7A126FEB-CCE2-421E-9581-00FE6B4DD3B9}" styleName="Table_0"/>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Shape 398"/>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99" name="Shape 39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Shape 4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05" name="Shape 405"/>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SzPct val="25000"/>
              <a:buFont typeface="Arial"/>
              <a:buNone/>
            </a:pPr>
            <a:r>
              <a:rPr lang="en" sz="1100" b="0" i="0" u="none" strike="noStrike" cap="none">
                <a:solidFill>
                  <a:schemeClr val="dk1"/>
                </a:solidFill>
                <a:latin typeface="Arial"/>
                <a:ea typeface="Arial"/>
                <a:cs typeface="Arial"/>
                <a:sym typeface="Arial"/>
              </a:rPr>
              <a:t>Trends arounds hybrid cloud, app modernization and devops are at the top of everyone’s priority, even government agencies because they help to reduce costs and accelerate software projects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32" name="Shape 432"/>
          <p:cNvSpPr>
            <a:spLocks noGrp="1" noRot="1" noChangeAspect="1"/>
          </p:cNvSpPr>
          <p:nvPr>
            <p:ph type="sldImg" idx="2"/>
          </p:nvPr>
        </p:nvSpPr>
        <p:spPr>
          <a:xfrm>
            <a:off x="685800" y="1143000"/>
            <a:ext cx="5486399" cy="3086098"/>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Shape 44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Font typeface="Calibri"/>
              <a:buNone/>
            </a:pPr>
            <a:endParaRPr sz="1200" b="0" i="0" u="none" strike="noStrike" cap="none">
              <a:solidFill>
                <a:schemeClr val="dk1"/>
              </a:solidFill>
              <a:latin typeface="Calibri"/>
              <a:ea typeface="Calibri"/>
              <a:cs typeface="Calibri"/>
              <a:sym typeface="Calibri"/>
            </a:endParaRPr>
          </a:p>
        </p:txBody>
      </p:sp>
      <p:sp>
        <p:nvSpPr>
          <p:cNvPr id="444" name="Shape 4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Shape 512"/>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13" name="Shape 51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Shape 534"/>
          <p:cNvSpPr>
            <a:spLocks noGrp="1" noRot="1" noChangeAspect="1"/>
          </p:cNvSpPr>
          <p:nvPr>
            <p:ph type="sldImg" idx="2"/>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535" name="Shape 535"/>
          <p:cNvSpPr txBox="1">
            <a:spLocks noGrp="1"/>
          </p:cNvSpPr>
          <p:nvPr>
            <p:ph type="body" idx="1"/>
          </p:nvPr>
        </p:nvSpPr>
        <p:spPr>
          <a:xfrm>
            <a:off x="685800" y="4400550"/>
            <a:ext cx="5486399" cy="360045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r>
              <a:rPr lang="en" sz="1200" b="1" i="0" u="none" strike="noStrike" cap="none">
                <a:solidFill>
                  <a:schemeClr val="dk1"/>
                </a:solidFill>
                <a:latin typeface="Arial"/>
                <a:ea typeface="Arial"/>
                <a:cs typeface="Arial"/>
                <a:sym typeface="Arial"/>
              </a:rPr>
              <a:t>Benefits</a:t>
            </a:r>
          </a:p>
          <a:p>
            <a:pPr marL="285750" marR="0" lvl="0" indent="-285750" algn="l" rtl="0">
              <a:spcBef>
                <a:spcPts val="0"/>
              </a:spcBef>
              <a:spcAft>
                <a:spcPts val="0"/>
              </a:spcAft>
              <a:buClr>
                <a:schemeClr val="dk1"/>
              </a:buClr>
              <a:buSzPct val="100000"/>
              <a:buFont typeface="Arial"/>
              <a:buChar char="•"/>
            </a:pPr>
            <a:r>
              <a:rPr lang="en" sz="1200" b="0" i="0" u="none" strike="noStrike" cap="none">
                <a:solidFill>
                  <a:schemeClr val="dk1"/>
                </a:solidFill>
                <a:latin typeface="Arial"/>
                <a:ea typeface="Arial"/>
                <a:cs typeface="Arial"/>
                <a:sym typeface="Arial"/>
              </a:rPr>
              <a:t>Frictionless portability from dev to test</a:t>
            </a:r>
          </a:p>
          <a:p>
            <a:pPr marL="285750" marR="0" lvl="0" indent="-285750" algn="l" rtl="0">
              <a:spcBef>
                <a:spcPts val="0"/>
              </a:spcBef>
              <a:spcAft>
                <a:spcPts val="0"/>
              </a:spcAft>
              <a:buClr>
                <a:schemeClr val="dk1"/>
              </a:buClr>
              <a:buSzPct val="100000"/>
              <a:buFont typeface="Arial"/>
              <a:buChar char="•"/>
            </a:pPr>
            <a:r>
              <a:rPr lang="en" sz="1200" b="0" i="0" u="none" strike="noStrike" cap="none">
                <a:solidFill>
                  <a:schemeClr val="dk1"/>
                </a:solidFill>
                <a:latin typeface="Arial"/>
                <a:ea typeface="Arial"/>
                <a:cs typeface="Arial"/>
                <a:sym typeface="Arial"/>
              </a:rPr>
              <a:t>Faster cycle times</a:t>
            </a:r>
          </a:p>
          <a:p>
            <a:pPr marL="285750" marR="0" lvl="0" indent="-285750" algn="l" rtl="0">
              <a:spcBef>
                <a:spcPts val="0"/>
              </a:spcBef>
              <a:spcAft>
                <a:spcPts val="0"/>
              </a:spcAft>
              <a:buClr>
                <a:schemeClr val="dk1"/>
              </a:buClr>
              <a:buSzPct val="100000"/>
              <a:buFont typeface="Arial"/>
              <a:buChar char="•"/>
            </a:pPr>
            <a:r>
              <a:rPr lang="en" sz="1200" b="0" i="0" u="none" strike="noStrike" cap="none">
                <a:solidFill>
                  <a:schemeClr val="dk1"/>
                </a:solidFill>
                <a:latin typeface="Arial"/>
                <a:ea typeface="Arial"/>
                <a:cs typeface="Arial"/>
                <a:sym typeface="Arial"/>
              </a:rPr>
              <a:t>Higher quality releases</a:t>
            </a:r>
          </a:p>
          <a:p>
            <a:pPr marL="0" marR="0" lvl="0" indent="0" algn="l" rtl="0">
              <a:spcBef>
                <a:spcPts val="0"/>
              </a:spcBef>
              <a:buClr>
                <a:schemeClr val="dk1"/>
              </a:buClr>
              <a:buFont typeface="Calibri"/>
              <a:buNone/>
            </a:pPr>
            <a:endParaRPr sz="1200" b="0" i="0" u="none" strike="noStrike" cap="none">
              <a:solidFill>
                <a:schemeClr val="dk1"/>
              </a:solidFill>
              <a:latin typeface="Calibri"/>
              <a:ea typeface="Calibri"/>
              <a:cs typeface="Calibri"/>
              <a:sym typeface="Calibri"/>
            </a:endParaRPr>
          </a:p>
        </p:txBody>
      </p:sp>
      <p:sp>
        <p:nvSpPr>
          <p:cNvPr id="536" name="Shape 536"/>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6</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Shape 5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77" name="Shape 577"/>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Font typeface="Arial"/>
              <a:buNone/>
            </a:pPr>
            <a:endParaRPr sz="1100" b="0" i="0" u="none" strike="noStrike" cap="none">
              <a:solidFill>
                <a:schemeClr val="dk1"/>
              </a:solidFill>
              <a:latin typeface="Arial"/>
              <a:ea typeface="Arial"/>
              <a:cs typeface="Arial"/>
              <a:sym typeface="Arial"/>
            </a:endParaRPr>
          </a:p>
        </p:txBody>
      </p:sp>
      <p:sp>
        <p:nvSpPr>
          <p:cNvPr id="578" name="Shape 578"/>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7</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Shape 60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SzPct val="25000"/>
              <a:buFont typeface="Arial"/>
              <a:buNone/>
            </a:pPr>
            <a:r>
              <a:rPr lang="en" sz="1100" b="0" i="0" u="none" strike="noStrike" cap="none">
                <a:solidFill>
                  <a:schemeClr val="dk1"/>
                </a:solidFill>
                <a:latin typeface="Arial"/>
                <a:ea typeface="Arial"/>
                <a:cs typeface="Arial"/>
                <a:sym typeface="Arial"/>
              </a:rPr>
              <a:t>Even with the strong benefits in each of these areas, IT organizations – especially in large, enterprise businesses , have the challenge of dealing with a lot of diversity in their datacenter. They have physical and virtual servers, they’re looking both on- and off-prem, they have a mix of Linux and Windows workloads, and a mix of traditional and microservices workloads.</a:t>
            </a:r>
          </a:p>
        </p:txBody>
      </p:sp>
      <p:sp>
        <p:nvSpPr>
          <p:cNvPr id="604" name="Shape 6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Shape 6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69" name="Shape 669"/>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SzPct val="25000"/>
              <a:buFont typeface="Arial"/>
              <a:buNone/>
            </a:pPr>
            <a:r>
              <a:rPr lang="en" sz="1100" b="0" i="0" u="none" strike="noStrike" cap="none">
                <a:solidFill>
                  <a:schemeClr val="dk1"/>
                </a:solidFill>
                <a:latin typeface="Arial"/>
                <a:ea typeface="Arial"/>
                <a:cs typeface="Arial"/>
                <a:sym typeface="Arial"/>
              </a:rPr>
              <a:t>And there is still the natural tug-of-war between what developers want – which is the freedom to create and deploy new apps quickly and what IT ops is responsible for – which is to standardize and secure running applications.</a:t>
            </a:r>
          </a:p>
        </p:txBody>
      </p:sp>
      <p:sp>
        <p:nvSpPr>
          <p:cNvPr id="670" name="Shape 670"/>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9</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Shape 695"/>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marL="0" marR="0" lvl="0" indent="0" algn="l" rtl="0">
              <a:spcBef>
                <a:spcPts val="0"/>
              </a:spcBef>
              <a:buClr>
                <a:schemeClr val="dk1"/>
              </a:buClr>
              <a:buSzPct val="25000"/>
              <a:buFont typeface="Arial"/>
              <a:buNone/>
            </a:pPr>
            <a:r>
              <a:rPr lang="en" sz="1100" b="0" i="0" u="none" strike="noStrike" cap="none">
                <a:solidFill>
                  <a:schemeClr val="dk1"/>
                </a:solidFill>
                <a:latin typeface="Arial"/>
                <a:ea typeface="Arial"/>
                <a:cs typeface="Arial"/>
                <a:sym typeface="Arial"/>
              </a:rPr>
              <a:t>Our customers have heard from analysts that they should be building two practices in their organizations – one that is designed to manage traditional apps on old infrastructure and one for modern microservices-based applications running on cloud or new infrastructure. Two modes of operation for two different types of applications for two different types of infrastrucutre. </a:t>
            </a:r>
          </a:p>
        </p:txBody>
      </p:sp>
      <p:sp>
        <p:nvSpPr>
          <p:cNvPr id="696" name="Shape 696"/>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Shape 701"/>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marL="0" marR="0" lvl="0" indent="0" algn="l" rtl="0">
              <a:spcBef>
                <a:spcPts val="0"/>
              </a:spcBef>
              <a:spcAft>
                <a:spcPts val="0"/>
              </a:spcAft>
              <a:buClr>
                <a:schemeClr val="dk1"/>
              </a:buClr>
              <a:buSzPct val="25000"/>
              <a:buFont typeface="Arial"/>
              <a:buNone/>
            </a:pPr>
            <a:r>
              <a:rPr lang="en" sz="1100" b="0" i="0" u="none" strike="noStrike" cap="none">
                <a:solidFill>
                  <a:schemeClr val="dk1"/>
                </a:solidFill>
                <a:latin typeface="Arial"/>
                <a:ea typeface="Arial"/>
                <a:cs typeface="Arial"/>
                <a:sym typeface="Arial"/>
              </a:rPr>
              <a:t>Docker believes in helping customers run any type of application – whether its microservices or traditional apps, on any infrastruc</a:t>
            </a:r>
            <a:r>
              <a:rPr lang="en" sz="1200" b="0" i="0" u="none" strike="noStrike" cap="none">
                <a:solidFill>
                  <a:schemeClr val="dk1"/>
                </a:solidFill>
                <a:latin typeface="Calibri"/>
                <a:ea typeface="Calibri"/>
                <a:cs typeface="Calibri"/>
                <a:sym typeface="Calibri"/>
              </a:rPr>
              <a:t>ture - </a:t>
            </a:r>
            <a:r>
              <a:rPr lang="en" sz="1100" b="0" i="0" u="none" strike="noStrike" cap="none">
                <a:solidFill>
                  <a:schemeClr val="dk1"/>
                </a:solidFill>
                <a:latin typeface="Arial"/>
                <a:ea typeface="Arial"/>
                <a:cs typeface="Arial"/>
                <a:sym typeface="Arial"/>
              </a:rPr>
              <a:t>both existing and ne</a:t>
            </a:r>
            <a:r>
              <a:rPr lang="en" sz="1200" b="0" i="0" u="none" strike="noStrike" cap="none">
                <a:solidFill>
                  <a:schemeClr val="dk1"/>
                </a:solidFill>
                <a:latin typeface="Calibri"/>
                <a:ea typeface="Calibri"/>
                <a:cs typeface="Calibri"/>
                <a:sym typeface="Calibri"/>
              </a:rPr>
              <a:t>w, on- or off-prem</a:t>
            </a:r>
            <a:r>
              <a:rPr lang="en" sz="1100" b="0" i="0" u="none" strike="noStrike" cap="none">
                <a:solidFill>
                  <a:schemeClr val="dk1"/>
                </a:solidFill>
                <a:latin typeface="Arial"/>
                <a:ea typeface="Arial"/>
                <a:cs typeface="Arial"/>
                <a:sym typeface="Arial"/>
              </a:rPr>
              <a:t>. And the key is to make them all fast – make them all agile, scalable, portable, and easy to patch and update and re-deploy.</a:t>
            </a:r>
          </a:p>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
        <p:nvSpPr>
          <p:cNvPr id="702" name="Shape 70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Shape 760"/>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1" name="Shape 76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Shape 766"/>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7" name="Shape 76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Shape 784"/>
          <p:cNvSpPr>
            <a:spLocks noGrp="1" noRot="1" noChangeAspect="1"/>
          </p:cNvSpPr>
          <p:nvPr>
            <p:ph type="sldImg" idx="2"/>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785" name="Shape 785"/>
          <p:cNvSpPr txBox="1">
            <a:spLocks noGrp="1"/>
          </p:cNvSpPr>
          <p:nvPr>
            <p:ph type="body" idx="1"/>
          </p:nvPr>
        </p:nvSpPr>
        <p:spPr>
          <a:xfrm>
            <a:off x="685800" y="4400550"/>
            <a:ext cx="5486399" cy="3600599"/>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Font typeface="Calibri"/>
              <a:buNone/>
            </a:pPr>
            <a:endParaRPr sz="1200" b="0" i="0" u="none" strike="noStrike" cap="none">
              <a:solidFill>
                <a:schemeClr val="dk1"/>
              </a:solidFill>
              <a:latin typeface="Calibri"/>
              <a:ea typeface="Calibri"/>
              <a:cs typeface="Calibri"/>
              <a:sym typeface="Calibri"/>
            </a:endParaRPr>
          </a:p>
        </p:txBody>
      </p:sp>
      <p:sp>
        <p:nvSpPr>
          <p:cNvPr id="786" name="Shape 786"/>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14</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Shape 791"/>
          <p:cNvSpPr>
            <a:spLocks noGrp="1" noRot="1" noChangeAspect="1"/>
          </p:cNvSpPr>
          <p:nvPr>
            <p:ph type="sldImg" idx="2"/>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92" name="Shape 792"/>
          <p:cNvSpPr txBox="1">
            <a:spLocks noGrp="1"/>
          </p:cNvSpPr>
          <p:nvPr>
            <p:ph type="body" idx="1"/>
          </p:nvPr>
        </p:nvSpPr>
        <p:spPr>
          <a:xfrm>
            <a:off x="685800" y="4400550"/>
            <a:ext cx="5486399" cy="3600599"/>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The Docker solution started as an open source solution which is now called the Moby Project. The Moby Project has thousands of contributors and is an active community that includes employees from Docker, ecosystem partners, as well as strong contributions from unaffiliated individuals. </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Arial"/>
              <a:buNone/>
            </a:pPr>
            <a:r>
              <a:rPr lang="en" sz="1200" b="0" i="0" u="none" strike="noStrike" cap="none">
                <a:solidFill>
                  <a:schemeClr val="dk1"/>
                </a:solidFill>
                <a:latin typeface="Calibri"/>
                <a:ea typeface="Calibri"/>
                <a:cs typeface="Calibri"/>
                <a:sym typeface="Calibri"/>
              </a:rPr>
              <a:t>From the Moby project, Docker - the company - delivers two products. Docker Enterprise Edition is a set of commercially-supported, subscription-based products intended for production deployments and Enterprise customers. And Docker Community Edition which is a free, community-supported product. We will cover more about the differences between Community Edition and Enterprise Ediiton in the next module. </a:t>
            </a:r>
          </a:p>
        </p:txBody>
      </p:sp>
      <p:sp>
        <p:nvSpPr>
          <p:cNvPr id="793" name="Shape 793"/>
          <p:cNvSpPr txBox="1">
            <a:spLocks noGrp="1"/>
          </p:cNvSpPr>
          <p:nvPr>
            <p:ph type="sldNum" idx="12"/>
          </p:nvPr>
        </p:nvSpPr>
        <p:spPr>
          <a:xfrm>
            <a:off x="3884612" y="8685213"/>
            <a:ext cx="2971799" cy="458699"/>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15</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Shape 810"/>
          <p:cNvSpPr>
            <a:spLocks noGrp="1" noRot="1" noChangeAspect="1"/>
          </p:cNvSpPr>
          <p:nvPr>
            <p:ph type="sldImg" idx="2"/>
          </p:nvPr>
        </p:nvSpPr>
        <p:spPr>
          <a:xfrm>
            <a:off x="457200" y="720725"/>
            <a:ext cx="6400799"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11" name="Shape 811"/>
          <p:cNvSpPr txBox="1">
            <a:spLocks noGrp="1"/>
          </p:cNvSpPr>
          <p:nvPr>
            <p:ph type="body" idx="1"/>
          </p:nvPr>
        </p:nvSpPr>
        <p:spPr>
          <a:xfrm>
            <a:off x="731520" y="4560569"/>
            <a:ext cx="5852159" cy="4320539"/>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So, lets take a trip down memory lane back in the dark ages of development and deployment of applications.</a:t>
            </a: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In those times, we used big server racks with many servers and each server would run one application. You can see from the diagram, you have the physical server, you install your desired operating system on it and then you install your application. </a:t>
            </a:r>
          </a:p>
        </p:txBody>
      </p:sp>
      <p:sp>
        <p:nvSpPr>
          <p:cNvPr id="812" name="Shape 812"/>
          <p:cNvSpPr txBox="1">
            <a:spLocks noGrp="1"/>
          </p:cNvSpPr>
          <p:nvPr>
            <p:ph type="sldNum" idx="12"/>
          </p:nvPr>
        </p:nvSpPr>
        <p:spPr>
          <a:xfrm>
            <a:off x="4143587" y="9119474"/>
            <a:ext cx="3169920" cy="480058"/>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16</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Shape 819"/>
          <p:cNvSpPr>
            <a:spLocks noGrp="1" noRot="1" noChangeAspect="1"/>
          </p:cNvSpPr>
          <p:nvPr>
            <p:ph type="sldImg" idx="2"/>
          </p:nvPr>
        </p:nvSpPr>
        <p:spPr>
          <a:xfrm>
            <a:off x="457200" y="720725"/>
            <a:ext cx="6400799"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20" name="Shape 820"/>
          <p:cNvSpPr txBox="1">
            <a:spLocks noGrp="1"/>
          </p:cNvSpPr>
          <p:nvPr>
            <p:ph type="body" idx="1"/>
          </p:nvPr>
        </p:nvSpPr>
        <p:spPr>
          <a:xfrm>
            <a:off x="731520" y="4560569"/>
            <a:ext cx="5852159" cy="4320539"/>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What was wrong with this approach? Well a lot. For starters, you have to buy a physical server for each new application, and those servers were not cheap. Deployment times were often slow. Let’s say you’ve developed a new application and are ready to deploy to a staging environment. You contact your system admin to give you access to a server and low and behold, he tells you that there are no servers left. So then you have to start the process of buying a new server. After a few weeks, the server finally arrives and it takes an eternity to setup. Then you can finally install you application. See how long that took? That same problem also makes it difficult to scale your application. </a:t>
            </a: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Then there’s the wasted resources. Your application might only use up a fraction of the CPU, RAM and storage on the server. The rest is simply wasted. </a:t>
            </a: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You might also be locked into a particular vendor. If you bought an IBM server, you may not able to migrate your application to a HP server later on, at least not without having to make a few changes.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V0.6 revision</a:t>
            </a: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Changed slide title</a:t>
            </a:r>
          </a:p>
        </p:txBody>
      </p:sp>
      <p:sp>
        <p:nvSpPr>
          <p:cNvPr id="821" name="Shape 821"/>
          <p:cNvSpPr txBox="1">
            <a:spLocks noGrp="1"/>
          </p:cNvSpPr>
          <p:nvPr>
            <p:ph type="sldNum" idx="12"/>
          </p:nvPr>
        </p:nvSpPr>
        <p:spPr>
          <a:xfrm>
            <a:off x="4143587" y="9119474"/>
            <a:ext cx="3169920" cy="480058"/>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17</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Shape 828"/>
          <p:cNvSpPr>
            <a:spLocks noGrp="1" noRot="1" noChangeAspect="1"/>
          </p:cNvSpPr>
          <p:nvPr>
            <p:ph type="sldImg" idx="2"/>
          </p:nvPr>
        </p:nvSpPr>
        <p:spPr>
          <a:xfrm>
            <a:off x="457200" y="720725"/>
            <a:ext cx="6400799"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29" name="Shape 829"/>
          <p:cNvSpPr txBox="1">
            <a:spLocks noGrp="1"/>
          </p:cNvSpPr>
          <p:nvPr>
            <p:ph type="body" idx="1"/>
          </p:nvPr>
        </p:nvSpPr>
        <p:spPr>
          <a:xfrm>
            <a:off x="731520" y="4560569"/>
            <a:ext cx="5852159" cy="4320539"/>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To solve those problems, we came up with the idea of the virtual machine, or to put it more technically, hypervisor based virtualization.</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Here, we still have our physical server with its operating system. But using a hypervisor, we can install multiple VM’s on that one server. As you can see from the diagram, each VM has it’s own operating system and then we install our application on the VM. So we could have multiple VM’s each one with a different operating system and each one with a different application, on the same physical machine.</a:t>
            </a:r>
          </a:p>
        </p:txBody>
      </p:sp>
      <p:sp>
        <p:nvSpPr>
          <p:cNvPr id="830" name="Shape 830"/>
          <p:cNvSpPr txBox="1">
            <a:spLocks noGrp="1"/>
          </p:cNvSpPr>
          <p:nvPr>
            <p:ph type="sldNum" idx="12"/>
          </p:nvPr>
        </p:nvSpPr>
        <p:spPr>
          <a:xfrm>
            <a:off x="4143587" y="9119474"/>
            <a:ext cx="3169920" cy="480058"/>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18</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Shape 837"/>
          <p:cNvSpPr>
            <a:spLocks noGrp="1" noRot="1" noChangeAspect="1"/>
          </p:cNvSpPr>
          <p:nvPr>
            <p:ph type="sldImg" idx="2"/>
          </p:nvPr>
        </p:nvSpPr>
        <p:spPr>
          <a:xfrm>
            <a:off x="457200" y="720725"/>
            <a:ext cx="6400799"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38" name="Shape 838"/>
          <p:cNvSpPr txBox="1">
            <a:spLocks noGrp="1"/>
          </p:cNvSpPr>
          <p:nvPr>
            <p:ph type="body" idx="1"/>
          </p:nvPr>
        </p:nvSpPr>
        <p:spPr>
          <a:xfrm>
            <a:off x="731520" y="4560569"/>
            <a:ext cx="5852159" cy="4320539"/>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So this gives us the benefit of better resource pooling. We’ve divided that one machine into multiple VM’s and each one using it’s own amount of CPU, RAM and storage. It also makes it easier to scale our application. If we need more instances of our application, say for load balancing purposes, just spin up some more VM’s. We don’t have to go an order more servers and install them onto the rack.</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At first, people installed VM’s onto their existing physical servers. But in more recent times, the trend has been to use VM’s in the cloud, with providers such as Amazon. In the cloud we get even more benefits such as rapid elasticity, where we can quickly provision additional capabilities based on demand. We also only pay for what we actually use, unlike before where you pay the same price for a physical server regardless of how much of it’s resources you actually end up using.</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Font typeface="Calibri"/>
              <a:buNone/>
            </a:pPr>
            <a:endParaRPr sz="1200" b="0" i="0" u="none" strike="noStrike" cap="none">
              <a:solidFill>
                <a:schemeClr val="dk1"/>
              </a:solidFill>
              <a:latin typeface="Calibri"/>
              <a:ea typeface="Calibri"/>
              <a:cs typeface="Calibri"/>
              <a:sym typeface="Calibri"/>
            </a:endParaRPr>
          </a:p>
        </p:txBody>
      </p:sp>
      <p:sp>
        <p:nvSpPr>
          <p:cNvPr id="839" name="Shape 839"/>
          <p:cNvSpPr txBox="1">
            <a:spLocks noGrp="1"/>
          </p:cNvSpPr>
          <p:nvPr>
            <p:ph type="sldNum" idx="12"/>
          </p:nvPr>
        </p:nvSpPr>
        <p:spPr>
          <a:xfrm>
            <a:off x="4143587" y="9119474"/>
            <a:ext cx="3169920" cy="480058"/>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19</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Shape 847"/>
          <p:cNvSpPr>
            <a:spLocks noGrp="1" noRot="1" noChangeAspect="1"/>
          </p:cNvSpPr>
          <p:nvPr>
            <p:ph type="sldImg" idx="2"/>
          </p:nvPr>
        </p:nvSpPr>
        <p:spPr>
          <a:xfrm>
            <a:off x="457200" y="720725"/>
            <a:ext cx="6400799"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48" name="Shape 848"/>
          <p:cNvSpPr txBox="1">
            <a:spLocks noGrp="1"/>
          </p:cNvSpPr>
          <p:nvPr>
            <p:ph type="body" idx="1"/>
          </p:nvPr>
        </p:nvSpPr>
        <p:spPr>
          <a:xfrm>
            <a:off x="731520" y="4560569"/>
            <a:ext cx="5852159" cy="4320539"/>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49" name="Shape 849"/>
          <p:cNvSpPr txBox="1">
            <a:spLocks noGrp="1"/>
          </p:cNvSpPr>
          <p:nvPr>
            <p:ph type="sldNum" idx="12"/>
          </p:nvPr>
        </p:nvSpPr>
        <p:spPr>
          <a:xfrm>
            <a:off x="4143587" y="9119474"/>
            <a:ext cx="3169920" cy="480058"/>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20</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Shape 857"/>
          <p:cNvSpPr>
            <a:spLocks noGrp="1" noRot="1" noChangeAspect="1"/>
          </p:cNvSpPr>
          <p:nvPr>
            <p:ph type="sldImg" idx="2"/>
          </p:nvPr>
        </p:nvSpPr>
        <p:spPr>
          <a:xfrm>
            <a:off x="457200" y="720725"/>
            <a:ext cx="6400800" cy="36006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58" name="Shape 858"/>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59" name="Shape 859"/>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21</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Shape 866"/>
          <p:cNvSpPr>
            <a:spLocks noGrp="1" noRot="1" noChangeAspect="1"/>
          </p:cNvSpPr>
          <p:nvPr>
            <p:ph type="sldImg" idx="2"/>
          </p:nvPr>
        </p:nvSpPr>
        <p:spPr>
          <a:xfrm>
            <a:off x="457200" y="720725"/>
            <a:ext cx="6400800" cy="36006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67" name="Shape 867"/>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68" name="Shape 868"/>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22</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Shape 876"/>
          <p:cNvSpPr>
            <a:spLocks noGrp="1" noRot="1" noChangeAspect="1"/>
          </p:cNvSpPr>
          <p:nvPr>
            <p:ph type="sldImg" idx="2"/>
          </p:nvPr>
        </p:nvSpPr>
        <p:spPr>
          <a:xfrm>
            <a:off x="457200" y="720725"/>
            <a:ext cx="6400800" cy="36006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77" name="Shape 877"/>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78" name="Shape 878"/>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23</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Shape 886"/>
          <p:cNvSpPr>
            <a:spLocks noGrp="1" noRot="1" noChangeAspect="1"/>
          </p:cNvSpPr>
          <p:nvPr>
            <p:ph type="sldImg" idx="2"/>
          </p:nvPr>
        </p:nvSpPr>
        <p:spPr>
          <a:xfrm>
            <a:off x="457200" y="720725"/>
            <a:ext cx="6400800" cy="36006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87" name="Shape 887"/>
          <p:cNvSpPr txBox="1">
            <a:spLocks noGrp="1"/>
          </p:cNvSpPr>
          <p:nvPr>
            <p:ph type="body" idx="1"/>
          </p:nvPr>
        </p:nvSpPr>
        <p:spPr>
          <a:xfrm>
            <a:off x="731520" y="4560569"/>
            <a:ext cx="5852100" cy="4320600"/>
          </a:xfrm>
          <a:prstGeom prst="rect">
            <a:avLst/>
          </a:prstGeom>
          <a:noFill/>
          <a:ln>
            <a:noFill/>
          </a:ln>
        </p:spPr>
        <p:txBody>
          <a:bodyPr lIns="96650" tIns="48325" rIns="96650" bIns="483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Hypervisor based VM’s were a massive improvement over the one application on one server approach. But they were not without limitations.</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Calibri"/>
              <a:buNone/>
            </a:pPr>
            <a:r>
              <a:rPr lang="en" sz="1200" b="0" i="0" u="none" strike="noStrike" cap="none">
                <a:solidFill>
                  <a:schemeClr val="dk1"/>
                </a:solidFill>
                <a:latin typeface="Calibri"/>
                <a:ea typeface="Calibri"/>
                <a:cs typeface="Calibri"/>
                <a:sym typeface="Calibri"/>
              </a:rPr>
              <a:t>First, each VM still required its own CPU, RAM, storage etc… and each VM needs to have an operating system installed. An entire operating system, which consumes a lot of resources but doesn’t provide us with much in return. We just have it there so we can run our application. And so the more VM’s you run, the more resources you need</a:t>
            </a:r>
          </a:p>
        </p:txBody>
      </p:sp>
      <p:sp>
        <p:nvSpPr>
          <p:cNvPr id="888" name="Shape 888"/>
          <p:cNvSpPr txBox="1">
            <a:spLocks noGrp="1"/>
          </p:cNvSpPr>
          <p:nvPr>
            <p:ph type="sldNum" idx="12"/>
          </p:nvPr>
        </p:nvSpPr>
        <p:spPr>
          <a:xfrm>
            <a:off x="4143587" y="9119474"/>
            <a:ext cx="3169799" cy="480000"/>
          </a:xfrm>
          <a:prstGeom prst="rect">
            <a:avLst/>
          </a:prstGeom>
          <a:noFill/>
          <a:ln>
            <a:noFill/>
          </a:ln>
        </p:spPr>
        <p:txBody>
          <a:bodyPr lIns="96650" tIns="48325" rIns="96650" bIns="48325" anchor="b" anchorCtr="0">
            <a:noAutofit/>
          </a:bodyPr>
          <a:lstStyle/>
          <a:p>
            <a:pPr marL="0" marR="0" lvl="0" indent="0" algn="r" rtl="0">
              <a:lnSpc>
                <a:spcPct val="100000"/>
              </a:lnSpc>
              <a:spcBef>
                <a:spcPts val="0"/>
              </a:spcBef>
              <a:spcAft>
                <a:spcPts val="0"/>
              </a:spcAft>
              <a:buClr>
                <a:schemeClr val="dk1"/>
              </a:buClr>
              <a:buSzPct val="25000"/>
              <a:buFont typeface="Calibri"/>
              <a:buNone/>
            </a:pPr>
            <a:fld id="{00000000-1234-1234-1234-123412341234}" type="slidenum">
              <a:rPr lang="en" sz="1300" b="0" i="0" u="none" strike="noStrike" cap="none">
                <a:solidFill>
                  <a:schemeClr val="dk1"/>
                </a:solidFill>
                <a:latin typeface="Calibri"/>
                <a:ea typeface="Calibri"/>
                <a:cs typeface="Calibri"/>
                <a:sym typeface="Calibri"/>
              </a:rPr>
              <a:t>24</a:t>
            </a:fld>
            <a:endParaRPr lang="en" sz="13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Shape 899"/>
          <p:cNvSpPr>
            <a:spLocks noGrp="1" noRot="1" noChangeAspect="1"/>
          </p:cNvSpPr>
          <p:nvPr>
            <p:ph type="sldImg" idx="2"/>
          </p:nvPr>
        </p:nvSpPr>
        <p:spPr>
          <a:xfrm>
            <a:off x="3813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0" name="Shape 90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Shape 9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06" name="Shape 90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Let’s start with an image. The image is the basis of a Docker container - it is the content library from which you build a container. So when you execute the command “docker run”, you use the image to create a container. </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The container, itself, is a standard unit for each application service. The application service can be any size and each container is isolated from other containers.</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Where the containers run is the Docker engine. The Engine is the software that installed in the host operating system which can be on-prem, on bare metal, in a virtual machine, in the cloud - wherever. The customer can interact with Engine in order to pull an image, build an image, run or stop a container, manage the resources. This is also where you can also define networks and volumes and how the container interacts with other containers. So the Engine can be standalone on a single host, or multiple engines can be clustered together.</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Now we mentioned pulling an image to create a container. That is because all images are stored in what we call a registry. This is a library that stores and manages all of the images. So essentially a central repository. Admins can manage access permissions and what images can be shared within a team. From here, users can push or pull images to create content and check it in, share with team members, and deploy it into a container running on an Engine.</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The Control Plane is a management tool that lets users look across their deployment of applications, containers, and clusters and orchestrate them. </a:t>
            </a:r>
          </a:p>
        </p:txBody>
      </p:sp>
      <p:sp>
        <p:nvSpPr>
          <p:cNvPr id="907" name="Shape 907"/>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26</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Shape 917"/>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But it’s not just the application runtime. It’s important to consider the network, security, and volumes, and distributed state. And these need to be handled in an integrated way which is secure by default. And this needs to work in all different kinds of environments. Docker Engine provides all of these basic set of capabilities and the Docker editions have been validated to work for Mac, for Windows, for Linux, with AWS, and Azure and other infrastructures.</a:t>
            </a:r>
          </a:p>
        </p:txBody>
      </p:sp>
      <p:sp>
        <p:nvSpPr>
          <p:cNvPr id="918" name="Shape 918"/>
          <p:cNvSpPr>
            <a:spLocks noGrp="1" noRot="1" noChangeAspect="1"/>
          </p:cNvSpPr>
          <p:nvPr>
            <p:ph type="sldImg" idx="2"/>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Shape 9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33" name="Shape 93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Clr>
                <a:schemeClr val="dk1"/>
              </a:buClr>
              <a:buSzPct val="25000"/>
              <a:buFont typeface="Arial"/>
              <a:buNone/>
            </a:pPr>
            <a:r>
              <a:rPr lang="en" sz="1200" b="0" i="0" u="none" strike="noStrike" cap="none">
                <a:solidFill>
                  <a:schemeClr val="dk1"/>
                </a:solidFill>
                <a:latin typeface="Calibri"/>
                <a:ea typeface="Calibri"/>
                <a:cs typeface="Calibri"/>
                <a:sym typeface="Calibri"/>
              </a:rPr>
              <a:t>As we mentioned, the world is diverse. It starts with a secure base that embraces and understands the diversity of your workloads and infrastructures. It needs to work for different developers, work with both Linux and Windows, and it needs to be deployed on-premises or off, on physical or virtual hardware. </a:t>
            </a:r>
          </a:p>
        </p:txBody>
      </p:sp>
      <p:sp>
        <p:nvSpPr>
          <p:cNvPr id="934" name="Shape 934"/>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000000"/>
              </a:buClr>
              <a:buSzPct val="25000"/>
              <a:buFont typeface="Calibri"/>
              <a:buNone/>
            </a:pPr>
            <a:fld id="{00000000-1234-1234-1234-123412341234}" type="slidenum">
              <a:rPr lang="en" sz="1200" b="0" i="0" u="none" strike="noStrike" cap="none">
                <a:solidFill>
                  <a:srgbClr val="000000"/>
                </a:solidFill>
                <a:latin typeface="Calibri"/>
                <a:ea typeface="Calibri"/>
                <a:cs typeface="Calibri"/>
                <a:sym typeface="Calibri"/>
              </a:rPr>
              <a:t>28</a:t>
            </a:fld>
            <a:endParaRPr lang="en"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Shape 10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45" name="Shape 1045"/>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Next, there needs to be some connective tissue between developers working on code and the IT operations team who are expected to run and manage the apps, making it look and operate more like a supply chain. That means having tools and processes in place like a secure image registry and a control plane that lets organizations monitor and manage and deploy containers in a heterogeneous environment. We call this CaaS - or Containers as a Service.</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SzPct val="25000"/>
              <a:buFont typeface="Arial"/>
              <a:buNone/>
            </a:pPr>
            <a:r>
              <a:rPr lang="en" sz="1200" b="0" i="0" u="none" strike="noStrike" cap="none">
                <a:solidFill>
                  <a:schemeClr val="dk1"/>
                </a:solidFill>
                <a:latin typeface="Calibri"/>
                <a:ea typeface="Calibri"/>
                <a:cs typeface="Calibri"/>
                <a:sym typeface="Calibri"/>
              </a:rPr>
              <a:t>But organizations also need to ensure that this supply chain is secure from end-to-end.</a:t>
            </a:r>
          </a:p>
        </p:txBody>
      </p:sp>
      <p:sp>
        <p:nvSpPr>
          <p:cNvPr id="1046" name="Shape 1046"/>
          <p:cNvSpPr txBox="1">
            <a:spLocks noGrp="1"/>
          </p:cNvSpPr>
          <p:nvPr>
            <p:ph type="sldNum" idx="12"/>
          </p:nvPr>
        </p:nvSpPr>
        <p:spPr>
          <a:xfrm>
            <a:off x="3884612" y="8685213"/>
            <a:ext cx="2971799" cy="457200"/>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000000"/>
              </a:buClr>
              <a:buSzPct val="25000"/>
              <a:buFont typeface="Calibri"/>
              <a:buNone/>
            </a:pPr>
            <a:fld id="{00000000-1234-1234-1234-123412341234}" type="slidenum">
              <a:rPr lang="en" sz="1200" b="0" i="0" u="none" strike="noStrike" cap="none">
                <a:solidFill>
                  <a:srgbClr val="000000"/>
                </a:solidFill>
                <a:latin typeface="Calibri"/>
                <a:ea typeface="Calibri"/>
                <a:cs typeface="Calibri"/>
                <a:sym typeface="Calibri"/>
              </a:rPr>
              <a:t>29</a:t>
            </a:fld>
            <a:endParaRPr lang="en"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Shape 1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37" name="Shape 1237"/>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So let’s take another look at the Containers as a Service diagram. Starting on the left... you have developers often working from their own laptops. The are pulling and pushing images from the registry. So they can pull an existing image from the registry, maybe add some more layers on there, add their code, and then push that image back into the registry.</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The images are stored in their various repositories in the registry.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Docker Engines are running on various physical or virtual servers in the cloud or on prem. And then when you run the images on the engine, they become containers.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An application can be a single container or multiple containers - and the control plane will sit across that to allow the IT operations team to see and manage all of the clusters and containers running on them. </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rgbClr val="000000"/>
              </a:buClr>
              <a:buFont typeface="Arial"/>
              <a:buNone/>
            </a:pPr>
            <a:endParaRPr sz="12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rgbClr val="000000"/>
              </a:buClr>
              <a:buSzPct val="100000"/>
              <a:buFont typeface="Arial"/>
              <a:buChar char="•"/>
            </a:pPr>
            <a:r>
              <a:rPr lang="en" sz="1100" b="0" i="0" u="none" strike="noStrike" cap="none">
                <a:solidFill>
                  <a:schemeClr val="dk1"/>
                </a:solidFill>
                <a:latin typeface="Arial"/>
                <a:ea typeface="Arial"/>
                <a:cs typeface="Arial"/>
                <a:sym typeface="Arial"/>
              </a:rPr>
              <a:t>Local development environments </a:t>
            </a:r>
          </a:p>
          <a:p>
            <a:pPr marL="285750" marR="0" lvl="0" indent="-285750" algn="l" rtl="0">
              <a:spcBef>
                <a:spcPts val="0"/>
              </a:spcBef>
              <a:spcAft>
                <a:spcPts val="0"/>
              </a:spcAft>
              <a:buClr>
                <a:srgbClr val="000000"/>
              </a:buClr>
              <a:buSzPct val="100000"/>
              <a:buFont typeface="Arial"/>
              <a:buChar char="•"/>
            </a:pPr>
            <a:r>
              <a:rPr lang="en" sz="1100" b="0" i="0" u="none" strike="noStrike" cap="none">
                <a:solidFill>
                  <a:schemeClr val="dk1"/>
                </a:solidFill>
                <a:latin typeface="Arial"/>
                <a:ea typeface="Arial"/>
                <a:cs typeface="Arial"/>
                <a:sym typeface="Arial"/>
              </a:rPr>
              <a:t>Self service app images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Build, Test, Deploy applications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chemeClr val="dk1"/>
                </a:solidFill>
                <a:latin typeface="Arial"/>
                <a:ea typeface="Arial"/>
                <a:cs typeface="Arial"/>
                <a:sym typeface="Arial"/>
              </a:rPr>
              <a:t>Define app behavior and infra needs</a:t>
            </a:r>
          </a:p>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Registry services for image storage,  management and distribution</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IT Ops maintains library of secure base content</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Manage role based access to repos/images</a:t>
            </a:r>
          </a:p>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Management consoles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Provision, manage  infrastructure resources</a:t>
            </a:r>
          </a:p>
          <a:p>
            <a:pPr marL="285750" marR="0" lvl="0" indent="-285750" algn="l" rtl="0">
              <a:lnSpc>
                <a:spcPct val="100000"/>
              </a:lnSpc>
              <a:spcBef>
                <a:spcPts val="0"/>
              </a:spcBef>
              <a:spcAft>
                <a:spcPts val="0"/>
              </a:spcAft>
              <a:buClr>
                <a:srgbClr val="000000"/>
              </a:buClr>
              <a:buSzPct val="100000"/>
              <a:buFont typeface="Arial"/>
              <a:buChar char="•"/>
            </a:pPr>
            <a:r>
              <a:rPr lang="en" sz="1100" b="0" i="0" u="none" strike="noStrike" cap="none">
                <a:solidFill>
                  <a:srgbClr val="000000"/>
                </a:solidFill>
                <a:latin typeface="Arial"/>
                <a:ea typeface="Arial"/>
                <a:cs typeface="Arial"/>
                <a:sym typeface="Arial"/>
              </a:rPr>
              <a:t>Monitor, manage, scale infrastructure and applications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p:cNvGrpSpPr/>
        <p:nvPr/>
      </p:nvGrpSpPr>
      <p:grpSpPr>
        <a:xfrm>
          <a:off x="0" y="0"/>
          <a:ext cx="0" cy="0"/>
          <a:chOff x="0" y="0"/>
          <a:chExt cx="0" cy="0"/>
        </a:xfrm>
      </p:grpSpPr>
      <p:sp>
        <p:nvSpPr>
          <p:cNvPr id="1381" name="Shape 1381"/>
          <p:cNvSpPr txBox="1">
            <a:spLocks noGrp="1"/>
          </p:cNvSpPr>
          <p:nvPr>
            <p:ph type="body" idx="1"/>
          </p:nvPr>
        </p:nvSpPr>
        <p:spPr>
          <a:xfrm>
            <a:off x="685800" y="4400550"/>
            <a:ext cx="5486399" cy="3600450"/>
          </a:xfrm>
          <a:prstGeom prst="rect">
            <a:avLst/>
          </a:prstGeom>
          <a:noFill/>
          <a:ln>
            <a:noFill/>
          </a:ln>
        </p:spPr>
        <p:txBody>
          <a:bodyPr lIns="91425" tIns="91425" rIns="91425" bIns="91425" anchor="ctr"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So, to build the secure supply chain, customers also need an integrated lifecycle management solution with things like policy management, image scanning and private registries. </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And it needs to be secure by default.</a:t>
            </a: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Docker has 3 philosophies around security:</a:t>
            </a:r>
          </a:p>
          <a:p>
            <a:pPr marL="457200" marR="0" lvl="0" indent="-228600" algn="l" rtl="0">
              <a:spcBef>
                <a:spcPts val="0"/>
              </a:spcBef>
              <a:spcAft>
                <a:spcPts val="0"/>
              </a:spcAft>
              <a:buClr>
                <a:schemeClr val="dk1"/>
              </a:buClr>
              <a:buSzPct val="100000"/>
              <a:buFont typeface="Calibri"/>
              <a:buAutoNum type="arabicParenR"/>
            </a:pPr>
            <a:r>
              <a:rPr lang="en" sz="1200" b="0" i="0" u="none" strike="noStrike" cap="none">
                <a:solidFill>
                  <a:schemeClr val="dk1"/>
                </a:solidFill>
                <a:latin typeface="Calibri"/>
                <a:ea typeface="Calibri"/>
                <a:cs typeface="Calibri"/>
                <a:sym typeface="Calibri"/>
              </a:rPr>
              <a:t>it must be usable</a:t>
            </a:r>
          </a:p>
          <a:p>
            <a:pPr marL="457200" marR="0" lvl="0" indent="-228600" algn="l" rtl="0">
              <a:spcBef>
                <a:spcPts val="0"/>
              </a:spcBef>
              <a:spcAft>
                <a:spcPts val="0"/>
              </a:spcAft>
              <a:buClr>
                <a:schemeClr val="dk1"/>
              </a:buClr>
              <a:buSzPct val="100000"/>
              <a:buFont typeface="Calibri"/>
              <a:buAutoNum type="arabicParenR"/>
            </a:pPr>
            <a:r>
              <a:rPr lang="en" sz="1200" b="0" i="0" u="none" strike="noStrike" cap="none">
                <a:solidFill>
                  <a:schemeClr val="dk1"/>
                </a:solidFill>
                <a:latin typeface="Calibri"/>
                <a:ea typeface="Calibri"/>
                <a:cs typeface="Calibri"/>
                <a:sym typeface="Calibri"/>
              </a:rPr>
              <a:t>It must be easy to spot vulnerabilities both before and after it is deployed</a:t>
            </a:r>
          </a:p>
          <a:p>
            <a:pPr marL="457200" marR="0" lvl="0" indent="-228600" algn="l" rtl="0">
              <a:spcBef>
                <a:spcPts val="0"/>
              </a:spcBef>
              <a:spcAft>
                <a:spcPts val="0"/>
              </a:spcAft>
              <a:buClr>
                <a:schemeClr val="dk1"/>
              </a:buClr>
              <a:buSzPct val="100000"/>
              <a:buFont typeface="Calibri"/>
              <a:buAutoNum type="arabicParenR"/>
            </a:pPr>
            <a:r>
              <a:rPr lang="en" sz="1200" b="0" i="0" u="none" strike="noStrike" cap="none">
                <a:solidFill>
                  <a:schemeClr val="dk1"/>
                </a:solidFill>
                <a:latin typeface="Calibri"/>
                <a:ea typeface="Calibri"/>
                <a:cs typeface="Calibri"/>
                <a:sym typeface="Calibri"/>
              </a:rPr>
              <a:t>And it needs to respect the diversity of the different infrastructures in a customer’s environment.</a:t>
            </a: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Font typeface="Arial"/>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Clr>
                <a:schemeClr val="dk1"/>
              </a:buClr>
              <a:buFont typeface="Arial"/>
              <a:buNone/>
            </a:pPr>
            <a:endParaRPr sz="1100" b="0" i="0" u="none" strike="noStrike" cap="none">
              <a:solidFill>
                <a:schemeClr val="dk1"/>
              </a:solidFill>
              <a:latin typeface="Arial"/>
              <a:ea typeface="Arial"/>
              <a:cs typeface="Arial"/>
              <a:sym typeface="Arial"/>
            </a:endParaRPr>
          </a:p>
        </p:txBody>
      </p:sp>
      <p:sp>
        <p:nvSpPr>
          <p:cNvPr id="1382" name="Shape 1382"/>
          <p:cNvSpPr>
            <a:spLocks noGrp="1" noRot="1" noChangeAspect="1"/>
          </p:cNvSpPr>
          <p:nvPr>
            <p:ph type="sldImg" idx="2"/>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2" name="Shape 1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5" name="Shape 1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4" name="Shape 2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3" name="Shape 43"/>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47" name="Shape 4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Title Slide">
    <p:spTree>
      <p:nvGrpSpPr>
        <p:cNvPr id="1" name="Shape 51"/>
        <p:cNvGrpSpPr/>
        <p:nvPr/>
      </p:nvGrpSpPr>
      <p:grpSpPr>
        <a:xfrm>
          <a:off x="0" y="0"/>
          <a:ext cx="0" cy="0"/>
          <a:chOff x="0" y="0"/>
          <a:chExt cx="0" cy="0"/>
        </a:xfrm>
      </p:grpSpPr>
      <p:sp>
        <p:nvSpPr>
          <p:cNvPr id="52" name="Shape 52"/>
          <p:cNvSpPr/>
          <p:nvPr/>
        </p:nvSpPr>
        <p:spPr>
          <a:xfrm>
            <a:off x="0" y="0"/>
            <a:ext cx="9144000" cy="5143499"/>
          </a:xfrm>
          <a:prstGeom prst="rect">
            <a:avLst/>
          </a:prstGeom>
          <a:gradFill>
            <a:gsLst>
              <a:gs pos="0">
                <a:schemeClr val="accent1"/>
              </a:gs>
              <a:gs pos="100000">
                <a:srgbClr val="124B6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1" i="0" u="none" strike="noStrike" cap="none">
              <a:solidFill>
                <a:schemeClr val="lt1"/>
              </a:solidFill>
              <a:latin typeface="Arial"/>
              <a:ea typeface="Arial"/>
              <a:cs typeface="Arial"/>
              <a:sym typeface="Arial"/>
            </a:endParaRPr>
          </a:p>
        </p:txBody>
      </p:sp>
      <p:pic>
        <p:nvPicPr>
          <p:cNvPr id="53" name="Shape 53"/>
          <p:cNvPicPr preferRelativeResize="0"/>
          <p:nvPr/>
        </p:nvPicPr>
        <p:blipFill rotWithShape="1">
          <a:blip r:embed="rId2">
            <a:alphaModFix/>
          </a:blip>
          <a:srcRect l="1528" t="1342" b="2666"/>
          <a:stretch/>
        </p:blipFill>
        <p:spPr>
          <a:xfrm>
            <a:off x="0" y="0"/>
            <a:ext cx="4175999" cy="5143499"/>
          </a:xfrm>
          <a:prstGeom prst="rect">
            <a:avLst/>
          </a:prstGeom>
          <a:noFill/>
          <a:ln>
            <a:noFill/>
          </a:ln>
        </p:spPr>
      </p:pic>
      <p:sp>
        <p:nvSpPr>
          <p:cNvPr id="54" name="Shape 54"/>
          <p:cNvSpPr txBox="1">
            <a:spLocks noGrp="1"/>
          </p:cNvSpPr>
          <p:nvPr>
            <p:ph type="body" idx="1"/>
          </p:nvPr>
        </p:nvSpPr>
        <p:spPr>
          <a:xfrm>
            <a:off x="685800" y="1323361"/>
            <a:ext cx="7427912" cy="117474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4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55" name="Shape 55"/>
          <p:cNvSpPr txBox="1">
            <a:spLocks noGrp="1"/>
          </p:cNvSpPr>
          <p:nvPr>
            <p:ph type="body" idx="2"/>
          </p:nvPr>
        </p:nvSpPr>
        <p:spPr>
          <a:xfrm>
            <a:off x="685800" y="2741692"/>
            <a:ext cx="7427912" cy="489776"/>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56" name="Shape 56"/>
          <p:cNvPicPr preferRelativeResize="0"/>
          <p:nvPr/>
        </p:nvPicPr>
        <p:blipFill rotWithShape="1">
          <a:blip r:embed="rId3">
            <a:alphaModFix/>
          </a:blip>
          <a:srcRect/>
          <a:stretch/>
        </p:blipFill>
        <p:spPr>
          <a:xfrm>
            <a:off x="7640664" y="3860712"/>
            <a:ext cx="1274736" cy="1069391"/>
          </a:xfrm>
          <a:prstGeom prst="rect">
            <a:avLst/>
          </a:prstGeom>
          <a:noFill/>
          <a:ln>
            <a:noFill/>
          </a:ln>
        </p:spPr>
      </p:pic>
      <p:sp>
        <p:nvSpPr>
          <p:cNvPr id="57" name="Shape 57"/>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only">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242887" y="207982"/>
            <a:ext cx="8643899" cy="613200"/>
          </a:xfrm>
          <a:prstGeom prst="rect">
            <a:avLst/>
          </a:prstGeom>
          <a:noFill/>
          <a:ln>
            <a:noFill/>
          </a:ln>
        </p:spPr>
        <p:txBody>
          <a:bodyPr lIns="91425" tIns="91425" rIns="91425" bIns="91425" anchor="ctr" anchorCtr="0"/>
          <a:lstStyle>
            <a:lvl1pPr marL="0" marR="0" lvl="0" indent="0" algn="l" rtl="0">
              <a:lnSpc>
                <a:spcPct val="90000"/>
              </a:lnSpc>
              <a:spcBef>
                <a:spcPts val="0"/>
              </a:spcBef>
              <a:spcAft>
                <a:spcPts val="0"/>
              </a:spcAft>
              <a:buClr>
                <a:schemeClr val="dk2"/>
              </a:buClr>
              <a:buFont typeface="Arial"/>
              <a:buNone/>
              <a:defRPr sz="3200" b="0" i="0" u="none" strike="noStrike" cap="none">
                <a:solidFill>
                  <a:schemeClr val="dk2"/>
                </a:solidFill>
                <a:latin typeface="Arial"/>
                <a:ea typeface="Arial"/>
                <a:cs typeface="Arial"/>
                <a:sym typeface="Arial"/>
              </a:defRPr>
            </a:lvl1pPr>
            <a:lvl2pPr lvl="1" indent="0" rtl="0">
              <a:spcBef>
                <a:spcPts val="0"/>
              </a:spcBef>
              <a:buFont typeface="Arial"/>
              <a:buNone/>
              <a:defRPr sz="1800"/>
            </a:lvl2pPr>
            <a:lvl3pPr lvl="2" indent="0" rtl="0">
              <a:spcBef>
                <a:spcPts val="0"/>
              </a:spcBef>
              <a:buFont typeface="Arial"/>
              <a:buNone/>
              <a:defRPr sz="1800"/>
            </a:lvl3pPr>
            <a:lvl4pPr lvl="3" indent="0" rtl="0">
              <a:spcBef>
                <a:spcPts val="0"/>
              </a:spcBef>
              <a:buFont typeface="Arial"/>
              <a:buNone/>
              <a:defRPr sz="1800"/>
            </a:lvl4pPr>
            <a:lvl5pPr lvl="4" indent="0" rtl="0">
              <a:spcBef>
                <a:spcPts val="0"/>
              </a:spcBef>
              <a:buFont typeface="Arial"/>
              <a:buNone/>
              <a:defRPr sz="1800"/>
            </a:lvl5pPr>
            <a:lvl6pPr lvl="5" indent="0" rtl="0">
              <a:spcBef>
                <a:spcPts val="0"/>
              </a:spcBef>
              <a:buFont typeface="Arial"/>
              <a:buNone/>
              <a:defRPr sz="1800"/>
            </a:lvl6pPr>
            <a:lvl7pPr lvl="6" indent="0" rtl="0">
              <a:spcBef>
                <a:spcPts val="0"/>
              </a:spcBef>
              <a:buFont typeface="Arial"/>
              <a:buNone/>
              <a:defRPr sz="1800"/>
            </a:lvl7pPr>
            <a:lvl8pPr lvl="7" indent="0" rtl="0">
              <a:spcBef>
                <a:spcPts val="0"/>
              </a:spcBef>
              <a:buFont typeface="Arial"/>
              <a:buNone/>
              <a:defRPr sz="1800"/>
            </a:lvl8pPr>
            <a:lvl9pPr lvl="8" indent="0" rtl="0">
              <a:spcBef>
                <a:spcPts val="0"/>
              </a:spcBef>
              <a:buFont typeface="Arial"/>
              <a:buNone/>
              <a:defRPr sz="1800"/>
            </a:lvl9pPr>
          </a:lstStyle>
          <a:p>
            <a:endParaRPr/>
          </a:p>
        </p:txBody>
      </p:sp>
      <p:sp>
        <p:nvSpPr>
          <p:cNvPr id="60" name="Shape 60"/>
          <p:cNvSpPr txBox="1">
            <a:spLocks noGrp="1"/>
          </p:cNvSpPr>
          <p:nvPr>
            <p:ph type="sldNum" idx="12"/>
          </p:nvPr>
        </p:nvSpPr>
        <p:spPr>
          <a:xfrm>
            <a:off x="242887" y="4769267"/>
            <a:ext cx="2133598" cy="274199"/>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797979"/>
              </a:buClr>
              <a:buSzPct val="25000"/>
              <a:buFont typeface="Arial"/>
              <a:buNone/>
            </a:pPr>
            <a:fld id="{00000000-1234-1234-1234-123412341234}" type="slidenum">
              <a:rPr lang="en" sz="900" b="0" i="0" u="none" strike="noStrike" cap="none">
                <a:solidFill>
                  <a:srgbClr val="797979"/>
                </a:solidFill>
                <a:latin typeface="Arial"/>
                <a:ea typeface="Arial"/>
                <a:cs typeface="Arial"/>
                <a:sym typeface="Arial"/>
              </a:rPr>
              <a:t>‹#›</a:t>
            </a:fld>
            <a:endParaRPr lang="en" sz="900" b="0" i="0" u="none" strike="noStrike" cap="none">
              <a:solidFill>
                <a:srgbClr val="797979"/>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 Title and Content - White">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63" name="Shape 63"/>
          <p:cNvSpPr txBox="1">
            <a:spLocks noGrp="1"/>
          </p:cNvSpPr>
          <p:nvPr>
            <p:ph type="body" idx="1"/>
          </p:nvPr>
        </p:nvSpPr>
        <p:spPr>
          <a:xfrm>
            <a:off x="228600" y="1369219"/>
            <a:ext cx="8686800" cy="3263504"/>
          </a:xfrm>
          <a:prstGeom prst="rect">
            <a:avLst/>
          </a:prstGeom>
          <a:noFill/>
          <a:ln>
            <a:noFill/>
          </a:ln>
        </p:spPr>
        <p:txBody>
          <a:bodyPr lIns="91425" tIns="91425" rIns="91425" bIns="91425" anchor="t" anchorCtr="0"/>
          <a:lstStyle>
            <a:lvl1pPr marL="171450" marR="0" lvl="0" indent="82550" algn="l" rtl="0">
              <a:lnSpc>
                <a:spcPct val="100000"/>
              </a:lnSpc>
              <a:spcBef>
                <a:spcPts val="750"/>
              </a:spcBef>
              <a:spcAft>
                <a:spcPts val="0"/>
              </a:spcAft>
              <a:buClr>
                <a:schemeClr val="accent1"/>
              </a:buClr>
              <a:buSzPct val="100000"/>
              <a:buFont typeface="Arial"/>
              <a:buChar char="•"/>
              <a:defRPr sz="2000" b="0" i="0" u="none" strike="noStrike" cap="none">
                <a:solidFill>
                  <a:schemeClr val="dk2"/>
                </a:solidFill>
                <a:latin typeface="Arial"/>
                <a:ea typeface="Arial"/>
                <a:cs typeface="Arial"/>
                <a:sym typeface="Arial"/>
              </a:defRPr>
            </a:lvl1pPr>
            <a:lvl2pPr marL="514350" marR="0" lvl="1" indent="57150" algn="l" rtl="0">
              <a:lnSpc>
                <a:spcPct val="100000"/>
              </a:lnSpc>
              <a:spcBef>
                <a:spcPts val="375"/>
              </a:spcBef>
              <a:spcAft>
                <a:spcPts val="0"/>
              </a:spcAft>
              <a:buClr>
                <a:schemeClr val="accent1"/>
              </a:buClr>
              <a:buSzPct val="100000"/>
              <a:buFont typeface="Arial"/>
              <a:buChar char="−"/>
              <a:defRPr sz="1800" b="0" i="0" u="none" strike="noStrike" cap="none">
                <a:solidFill>
                  <a:schemeClr val="dk2"/>
                </a:solidFill>
                <a:latin typeface="Arial"/>
                <a:ea typeface="Arial"/>
                <a:cs typeface="Arial"/>
                <a:sym typeface="Arial"/>
              </a:defRPr>
            </a:lvl2pPr>
            <a:lvl3pPr marL="857250" marR="0" lvl="2" indent="12700" algn="l" rtl="0">
              <a:lnSpc>
                <a:spcPct val="100000"/>
              </a:lnSpc>
              <a:spcBef>
                <a:spcPts val="375"/>
              </a:spcBef>
              <a:spcAft>
                <a:spcPts val="0"/>
              </a:spcAft>
              <a:buClr>
                <a:schemeClr val="accent1"/>
              </a:buClr>
              <a:buSzPct val="100000"/>
              <a:buFont typeface="Arial"/>
              <a:buChar char="•"/>
              <a:defRPr sz="1500" b="0" i="0" u="none" strike="noStrike" cap="none">
                <a:solidFill>
                  <a:schemeClr val="dk2"/>
                </a:solidFill>
                <a:latin typeface="Arial"/>
                <a:ea typeface="Arial"/>
                <a:cs typeface="Arial"/>
                <a:sym typeface="Arial"/>
              </a:defRPr>
            </a:lvl3pPr>
            <a:lvl4pPr marL="1200150" marR="0" lvl="3" indent="-12587" algn="l" rtl="0">
              <a:lnSpc>
                <a:spcPct val="100000"/>
              </a:lnSpc>
              <a:spcBef>
                <a:spcPts val="375"/>
              </a:spcBef>
              <a:spcAft>
                <a:spcPts val="0"/>
              </a:spcAft>
              <a:buClr>
                <a:schemeClr val="accent1"/>
              </a:buClr>
              <a:buSzPct val="92984"/>
              <a:buFont typeface="Arial"/>
              <a:buChar char="−"/>
              <a:defRPr sz="1350" b="0" i="0" u="none" strike="noStrike" cap="none">
                <a:solidFill>
                  <a:schemeClr val="dk2"/>
                </a:solidFill>
                <a:latin typeface="Arial"/>
                <a:ea typeface="Arial"/>
                <a:cs typeface="Arial"/>
                <a:sym typeface="Arial"/>
              </a:defRPr>
            </a:lvl4pPr>
            <a:lvl5pPr marL="1543050" marR="0" lvl="4" indent="-12587" algn="l" rtl="0">
              <a:lnSpc>
                <a:spcPct val="100000"/>
              </a:lnSpc>
              <a:spcBef>
                <a:spcPts val="375"/>
              </a:spcBef>
              <a:spcAft>
                <a:spcPts val="0"/>
              </a:spcAft>
              <a:buClr>
                <a:schemeClr val="accent1"/>
              </a:buClr>
              <a:buSzPct val="92984"/>
              <a:buFont typeface="Noto Sans Symbols"/>
              <a:buChar char="➢"/>
              <a:defRPr sz="1350" b="0" i="0" u="none" strike="noStrike" cap="none">
                <a:solidFill>
                  <a:schemeClr val="dk2"/>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dk2"/>
              </a:buClr>
              <a:buFont typeface="Arial"/>
              <a:buNone/>
              <a:defRPr sz="2100" b="0" i="0" u="none" strike="noStrike" cap="none">
                <a:solidFill>
                  <a:schemeClr val="dk2"/>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65" name="Shape 65"/>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66" name="Shape 66"/>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2"/>
              </a:buClr>
              <a:buSzPct val="25000"/>
              <a:buFont typeface="Arial"/>
              <a:buNone/>
            </a:pPr>
            <a:r>
              <a:rPr lang="en" sz="1000" b="0" i="0" u="none" strike="noStrike" cap="none">
                <a:solidFill>
                  <a:schemeClr val="dk2"/>
                </a:solidFill>
                <a:latin typeface="Arial"/>
                <a:ea typeface="Arial"/>
                <a:cs typeface="Arial"/>
                <a:sym typeface="Arial"/>
              </a:rPr>
              <a:t>Docker 2017 -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67"/>
        <p:cNvGrpSpPr/>
        <p:nvPr/>
      </p:nvGrpSpPr>
      <p:grpSpPr>
        <a:xfrm>
          <a:off x="0" y="0"/>
          <a:ext cx="0" cy="0"/>
          <a:chOff x="0" y="0"/>
          <a:chExt cx="0" cy="0"/>
        </a:xfrm>
      </p:grpSpPr>
      <p:sp>
        <p:nvSpPr>
          <p:cNvPr id="68" name="Shape 68"/>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chemeClr val="dk2"/>
              </a:buClr>
              <a:buFont typeface="Arial"/>
              <a:buNone/>
              <a:defRPr sz="3200" b="0" i="0" u="none" strike="noStrike" cap="none">
                <a:solidFill>
                  <a:schemeClr val="dk2"/>
                </a:solidFill>
                <a:latin typeface="Arial"/>
                <a:ea typeface="Arial"/>
                <a:cs typeface="Arial"/>
                <a:sym typeface="Arial"/>
              </a:defRPr>
            </a:lvl1pPr>
            <a:lvl2pPr marL="0" marR="0" lvl="1" indent="0" algn="l" rtl="0">
              <a:spcBef>
                <a:spcPts val="0"/>
              </a:spcBef>
              <a:buFont typeface="Arial"/>
              <a:buNone/>
              <a:defRPr sz="1800"/>
            </a:lvl2pPr>
            <a:lvl3pPr marL="0" marR="0" lvl="2" indent="0" algn="l" rtl="0">
              <a:spcBef>
                <a:spcPts val="0"/>
              </a:spcBef>
              <a:buFont typeface="Arial"/>
              <a:buNone/>
              <a:defRPr sz="1800"/>
            </a:lvl3pPr>
            <a:lvl4pPr marL="0" marR="0" lvl="3" indent="0" algn="l" rtl="0">
              <a:spcBef>
                <a:spcPts val="0"/>
              </a:spcBef>
              <a:buFont typeface="Arial"/>
              <a:buNone/>
              <a:defRPr sz="1800"/>
            </a:lvl4pPr>
            <a:lvl5pPr marL="0" marR="0" lvl="4" indent="0" algn="l" rtl="0">
              <a:spcBef>
                <a:spcPts val="0"/>
              </a:spcBef>
              <a:buFont typeface="Arial"/>
              <a:buNone/>
              <a:defRPr sz="1800"/>
            </a:lvl5pPr>
            <a:lvl6pPr marL="0" marR="0" lvl="5" indent="0" algn="l" rtl="0">
              <a:spcBef>
                <a:spcPts val="0"/>
              </a:spcBef>
              <a:buFont typeface="Arial"/>
              <a:buNone/>
              <a:defRPr sz="1800"/>
            </a:lvl6pPr>
            <a:lvl7pPr marL="0" marR="0" lvl="6" indent="0" algn="l" rtl="0">
              <a:spcBef>
                <a:spcPts val="0"/>
              </a:spcBef>
              <a:buFont typeface="Arial"/>
              <a:buNone/>
              <a:defRPr sz="1800"/>
            </a:lvl7pPr>
            <a:lvl8pPr marL="0" marR="0" lvl="7" indent="0" algn="l" rtl="0">
              <a:spcBef>
                <a:spcPts val="0"/>
              </a:spcBef>
              <a:buFont typeface="Arial"/>
              <a:buNone/>
              <a:defRPr sz="1800"/>
            </a:lvl8pPr>
            <a:lvl9pPr marL="0" marR="0" lvl="8" indent="0" algn="l" rtl="0">
              <a:spcBef>
                <a:spcPts val="0"/>
              </a:spcBef>
              <a:buFont typeface="Arial"/>
              <a:buNone/>
              <a:defRPr sz="1800"/>
            </a:lvl9pPr>
          </a:lstStyle>
          <a:p>
            <a:endParaRPr/>
          </a:p>
        </p:txBody>
      </p:sp>
      <p:sp>
        <p:nvSpPr>
          <p:cNvPr id="69" name="Shape 69"/>
          <p:cNvSpPr txBox="1">
            <a:spLocks noGrp="1"/>
          </p:cNvSpPr>
          <p:nvPr>
            <p:ph type="body" idx="1"/>
          </p:nvPr>
        </p:nvSpPr>
        <p:spPr>
          <a:xfrm>
            <a:off x="242887" y="971550"/>
            <a:ext cx="8643937" cy="3625077"/>
          </a:xfrm>
          <a:prstGeom prst="rect">
            <a:avLst/>
          </a:prstGeom>
          <a:noFill/>
          <a:ln>
            <a:noFill/>
          </a:ln>
        </p:spPr>
        <p:txBody>
          <a:bodyPr lIns="91425" tIns="91425" rIns="91425" bIns="91425" anchor="t" anchorCtr="0"/>
          <a:lstStyle>
            <a:lvl1pPr marL="381000" marR="0" lvl="0" indent="88900" algn="l" rtl="0">
              <a:lnSpc>
                <a:spcPct val="100000"/>
              </a:lnSpc>
              <a:spcBef>
                <a:spcPts val="400"/>
              </a:spcBef>
              <a:spcAft>
                <a:spcPts val="0"/>
              </a:spcAft>
              <a:buClr>
                <a:schemeClr val="accent5"/>
              </a:buClr>
              <a:buSzPct val="100000"/>
              <a:buFont typeface="Arial"/>
              <a:buChar char="•"/>
              <a:defRPr sz="2000" b="0" i="0" u="none" strike="noStrike" cap="none">
                <a:solidFill>
                  <a:schemeClr val="dk2"/>
                </a:solidFill>
                <a:latin typeface="Arial"/>
                <a:ea typeface="Arial"/>
                <a:cs typeface="Arial"/>
                <a:sym typeface="Arial"/>
              </a:defRPr>
            </a:lvl1pPr>
            <a:lvl2pPr marL="800100" marR="0" lvl="1" indent="50800" algn="l" rtl="0">
              <a:lnSpc>
                <a:spcPct val="100000"/>
              </a:lnSpc>
              <a:spcBef>
                <a:spcPts val="360"/>
              </a:spcBef>
              <a:spcAft>
                <a:spcPts val="0"/>
              </a:spcAft>
              <a:buClr>
                <a:schemeClr val="accent5"/>
              </a:buClr>
              <a:buSzPct val="100000"/>
              <a:buFont typeface="Arial"/>
              <a:buChar char="–"/>
              <a:defRPr sz="1800" b="0" i="0" u="none" strike="noStrike" cap="none">
                <a:solidFill>
                  <a:schemeClr val="dk2"/>
                </a:solidFill>
                <a:latin typeface="Arial"/>
                <a:ea typeface="Arial"/>
                <a:cs typeface="Arial"/>
                <a:sym typeface="Arial"/>
              </a:defRPr>
            </a:lvl2pPr>
            <a:lvl3pPr marL="1219200" marR="0" lvl="2" indent="25400" algn="l" rtl="0">
              <a:lnSpc>
                <a:spcPct val="100000"/>
              </a:lnSpc>
              <a:spcBef>
                <a:spcPts val="320"/>
              </a:spcBef>
              <a:spcAft>
                <a:spcPts val="0"/>
              </a:spcAft>
              <a:buClr>
                <a:schemeClr val="accent5"/>
              </a:buClr>
              <a:buSzPct val="100000"/>
              <a:buFont typeface="Arial"/>
              <a:buChar char="•"/>
              <a:defRPr sz="1600" b="0" i="0" u="none" strike="noStrike" cap="none">
                <a:solidFill>
                  <a:schemeClr val="dk2"/>
                </a:solidFill>
                <a:latin typeface="Arial"/>
                <a:ea typeface="Arial"/>
                <a:cs typeface="Arial"/>
                <a:sym typeface="Arial"/>
              </a:defRPr>
            </a:lvl3pPr>
            <a:lvl4pPr marL="1638300" marR="0" lvl="3" indent="50800" algn="l" rtl="0">
              <a:lnSpc>
                <a:spcPct val="100000"/>
              </a:lnSpc>
              <a:spcBef>
                <a:spcPts val="280"/>
              </a:spcBef>
              <a:spcAft>
                <a:spcPts val="0"/>
              </a:spcAft>
              <a:buClr>
                <a:schemeClr val="accent5"/>
              </a:buClr>
              <a:buSzPct val="100000"/>
              <a:buFont typeface="Arial"/>
              <a:buChar char="–"/>
              <a:defRPr sz="1400" b="0" i="0" u="none" strike="noStrike" cap="none">
                <a:solidFill>
                  <a:schemeClr val="dk2"/>
                </a:solidFill>
                <a:latin typeface="Arial"/>
                <a:ea typeface="Arial"/>
                <a:cs typeface="Arial"/>
                <a:sym typeface="Arial"/>
              </a:defRPr>
            </a:lvl4pPr>
            <a:lvl5pPr marL="2095500" marR="0" lvl="4" indent="50800" algn="l" rtl="0">
              <a:lnSpc>
                <a:spcPct val="100000"/>
              </a:lnSpc>
              <a:spcBef>
                <a:spcPts val="280"/>
              </a:spcBef>
              <a:spcAft>
                <a:spcPts val="0"/>
              </a:spcAft>
              <a:buClr>
                <a:schemeClr val="accent5"/>
              </a:buClr>
              <a:buSzPct val="100000"/>
              <a:buFont typeface="Arial"/>
              <a:buChar char="»"/>
              <a:defRPr sz="1400" b="0" i="0" u="none" strike="noStrike" cap="none">
                <a:solidFill>
                  <a:schemeClr val="dk2"/>
                </a:solidFill>
                <a:latin typeface="Arial"/>
                <a:ea typeface="Arial"/>
                <a:cs typeface="Arial"/>
                <a:sym typeface="Arial"/>
              </a:defRPr>
            </a:lvl5pPr>
            <a:lvl6pPr marL="26670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31242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5814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40386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0" name="Shape 70"/>
          <p:cNvSpPr txBox="1">
            <a:spLocks noGrp="1"/>
          </p:cNvSpPr>
          <p:nvPr>
            <p:ph type="sldNum" idx="12"/>
          </p:nvPr>
        </p:nvSpPr>
        <p:spPr>
          <a:xfrm>
            <a:off x="242887" y="4769267"/>
            <a:ext cx="2133598" cy="274318"/>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797979"/>
              </a:buClr>
              <a:buSzPct val="25000"/>
              <a:buFont typeface="Arial"/>
              <a:buNone/>
            </a:pPr>
            <a:fld id="{00000000-1234-1234-1234-123412341234}" type="slidenum">
              <a:rPr lang="en" sz="900" b="0" i="0" u="none" strike="noStrike" cap="none">
                <a:solidFill>
                  <a:srgbClr val="797979"/>
                </a:solidFill>
                <a:latin typeface="Arial"/>
                <a:ea typeface="Arial"/>
                <a:cs typeface="Arial"/>
                <a:sym typeface="Arial"/>
              </a:rPr>
              <a:t>‹#›</a:t>
            </a:fld>
            <a:endParaRPr lang="en" sz="900" b="0" i="0" u="none" strike="noStrike" cap="none">
              <a:solidFill>
                <a:srgbClr val="797979"/>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5_Title Slide">
    <p:spTree>
      <p:nvGrpSpPr>
        <p:cNvPr id="1" name="Shape 71"/>
        <p:cNvGrpSpPr/>
        <p:nvPr/>
      </p:nvGrpSpPr>
      <p:grpSpPr>
        <a:xfrm>
          <a:off x="0" y="0"/>
          <a:ext cx="0" cy="0"/>
          <a:chOff x="0" y="0"/>
          <a:chExt cx="0" cy="0"/>
        </a:xfrm>
      </p:grpSpPr>
      <p:sp>
        <p:nvSpPr>
          <p:cNvPr id="72" name="Shape 72"/>
          <p:cNvSpPr/>
          <p:nvPr/>
        </p:nvSpPr>
        <p:spPr>
          <a:xfrm>
            <a:off x="0" y="0"/>
            <a:ext cx="9144000" cy="4108702"/>
          </a:xfrm>
          <a:prstGeom prst="rect">
            <a:avLst/>
          </a:prstGeom>
          <a:gradFill>
            <a:gsLst>
              <a:gs pos="0">
                <a:schemeClr val="accent1"/>
              </a:gs>
              <a:gs pos="100000">
                <a:srgbClr val="124B6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1" i="0" u="none" strike="noStrike" cap="none">
              <a:solidFill>
                <a:schemeClr val="lt1"/>
              </a:solidFill>
              <a:latin typeface="Arial"/>
              <a:ea typeface="Arial"/>
              <a:cs typeface="Arial"/>
              <a:sym typeface="Arial"/>
            </a:endParaRPr>
          </a:p>
        </p:txBody>
      </p:sp>
      <p:pic>
        <p:nvPicPr>
          <p:cNvPr id="73" name="Shape 73"/>
          <p:cNvPicPr preferRelativeResize="0"/>
          <p:nvPr/>
        </p:nvPicPr>
        <p:blipFill rotWithShape="1">
          <a:blip r:embed="rId2">
            <a:alphaModFix/>
          </a:blip>
          <a:srcRect l="1528" t="1342" b="2666"/>
          <a:stretch/>
        </p:blipFill>
        <p:spPr>
          <a:xfrm>
            <a:off x="0" y="0"/>
            <a:ext cx="4175999" cy="5143499"/>
          </a:xfrm>
          <a:prstGeom prst="rect">
            <a:avLst/>
          </a:prstGeom>
          <a:noFill/>
          <a:ln>
            <a:noFill/>
          </a:ln>
        </p:spPr>
      </p:pic>
      <p:sp>
        <p:nvSpPr>
          <p:cNvPr id="74" name="Shape 74"/>
          <p:cNvSpPr txBox="1">
            <a:spLocks noGrp="1"/>
          </p:cNvSpPr>
          <p:nvPr>
            <p:ph type="body" idx="1"/>
          </p:nvPr>
        </p:nvSpPr>
        <p:spPr>
          <a:xfrm>
            <a:off x="685800" y="1323361"/>
            <a:ext cx="7427912" cy="117474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4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75" name="Shape 75"/>
          <p:cNvSpPr txBox="1">
            <a:spLocks noGrp="1"/>
          </p:cNvSpPr>
          <p:nvPr>
            <p:ph type="body" idx="2"/>
          </p:nvPr>
        </p:nvSpPr>
        <p:spPr>
          <a:xfrm>
            <a:off x="685800" y="2741692"/>
            <a:ext cx="7427912" cy="489776"/>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76" name="Shape 76"/>
          <p:cNvPicPr preferRelativeResize="0"/>
          <p:nvPr/>
        </p:nvPicPr>
        <p:blipFill rotWithShape="1">
          <a:blip r:embed="rId3">
            <a:alphaModFix/>
          </a:blip>
          <a:srcRect/>
          <a:stretch/>
        </p:blipFill>
        <p:spPr>
          <a:xfrm>
            <a:off x="8193024" y="4326076"/>
            <a:ext cx="722376" cy="604028"/>
          </a:xfrm>
          <a:prstGeom prst="rect">
            <a:avLst/>
          </a:prstGeom>
          <a:noFill/>
          <a:ln>
            <a:noFill/>
          </a:ln>
        </p:spPr>
      </p:pic>
      <p:sp>
        <p:nvSpPr>
          <p:cNvPr id="77" name="Shape 77"/>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2"/>
              </a:buClr>
              <a:buSzPct val="25000"/>
              <a:buFont typeface="Arial"/>
              <a:buNone/>
            </a:pPr>
            <a:r>
              <a:rPr lang="en" sz="1000" b="0" i="0" u="none" strike="noStrike" cap="none">
                <a:solidFill>
                  <a:schemeClr val="dk2"/>
                </a:solidFill>
                <a:latin typeface="Arial"/>
                <a:ea typeface="Arial"/>
                <a:cs typeface="Arial"/>
                <a:sym typeface="Arial"/>
              </a:rPr>
              <a:t>Docker 2017 -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Title and Content - White">
    <p:spTree>
      <p:nvGrpSpPr>
        <p:cNvPr id="1" name="Shape 78"/>
        <p:cNvGrpSpPr/>
        <p:nvPr/>
      </p:nvGrpSpPr>
      <p:grpSpPr>
        <a:xfrm>
          <a:off x="0" y="0"/>
          <a:ext cx="0" cy="0"/>
          <a:chOff x="0" y="0"/>
          <a:chExt cx="0" cy="0"/>
        </a:xfrm>
      </p:grpSpPr>
      <p:pic>
        <p:nvPicPr>
          <p:cNvPr id="79" name="Shape 79"/>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80" name="Shape 80"/>
          <p:cNvSpPr txBox="1">
            <a:spLocks noGrp="1"/>
          </p:cNvSpPr>
          <p:nvPr>
            <p:ph type="body" idx="1"/>
          </p:nvPr>
        </p:nvSpPr>
        <p:spPr>
          <a:xfrm>
            <a:off x="228600" y="845075"/>
            <a:ext cx="8686800" cy="3787647"/>
          </a:xfrm>
          <a:prstGeom prst="rect">
            <a:avLst/>
          </a:prstGeom>
          <a:noFill/>
          <a:ln>
            <a:noFill/>
          </a:ln>
        </p:spPr>
        <p:txBody>
          <a:bodyPr lIns="91425" tIns="91425" rIns="91425" bIns="91425" anchor="t" anchorCtr="0"/>
          <a:lstStyle>
            <a:lvl1pPr marL="171450" marR="0" lvl="0" indent="82550" algn="l" rtl="0">
              <a:lnSpc>
                <a:spcPct val="90000"/>
              </a:lnSpc>
              <a:spcBef>
                <a:spcPts val="750"/>
              </a:spcBef>
              <a:spcAft>
                <a:spcPts val="0"/>
              </a:spcAft>
              <a:buClr>
                <a:schemeClr val="accent1"/>
              </a:buClr>
              <a:buSzPct val="100000"/>
              <a:buFont typeface="Arial"/>
              <a:buChar char="•"/>
              <a:defRPr sz="2000" b="0" i="0" u="none" strike="noStrike" cap="none">
                <a:solidFill>
                  <a:schemeClr val="dk2"/>
                </a:solidFill>
                <a:latin typeface="Arial"/>
                <a:ea typeface="Arial"/>
                <a:cs typeface="Arial"/>
                <a:sym typeface="Arial"/>
              </a:defRPr>
            </a:lvl1pPr>
            <a:lvl2pPr marL="514350" marR="0" lvl="1" indent="57150" algn="l" rtl="0">
              <a:lnSpc>
                <a:spcPct val="90000"/>
              </a:lnSpc>
              <a:spcBef>
                <a:spcPts val="375"/>
              </a:spcBef>
              <a:spcAft>
                <a:spcPts val="0"/>
              </a:spcAft>
              <a:buClr>
                <a:schemeClr val="accent1"/>
              </a:buClr>
              <a:buSzPct val="100000"/>
              <a:buFont typeface="Arial"/>
              <a:buChar char="−"/>
              <a:defRPr sz="1800" b="0" i="0" u="none" strike="noStrike" cap="none">
                <a:solidFill>
                  <a:schemeClr val="dk2"/>
                </a:solidFill>
                <a:latin typeface="Arial"/>
                <a:ea typeface="Arial"/>
                <a:cs typeface="Arial"/>
                <a:sym typeface="Arial"/>
              </a:defRPr>
            </a:lvl2pPr>
            <a:lvl3pPr marL="857250" marR="0" lvl="2" indent="12700" algn="l" rtl="0">
              <a:lnSpc>
                <a:spcPct val="90000"/>
              </a:lnSpc>
              <a:spcBef>
                <a:spcPts val="375"/>
              </a:spcBef>
              <a:spcAft>
                <a:spcPts val="0"/>
              </a:spcAft>
              <a:buClr>
                <a:schemeClr val="accent1"/>
              </a:buClr>
              <a:buSzPct val="100000"/>
              <a:buFont typeface="Arial"/>
              <a:buChar char="•"/>
              <a:defRPr sz="1500" b="0" i="0" u="none" strike="noStrike" cap="none">
                <a:solidFill>
                  <a:schemeClr val="dk2"/>
                </a:solidFill>
                <a:latin typeface="Arial"/>
                <a:ea typeface="Arial"/>
                <a:cs typeface="Arial"/>
                <a:sym typeface="Arial"/>
              </a:defRPr>
            </a:lvl3pPr>
            <a:lvl4pPr marL="1200150" marR="0" lvl="3" indent="-12587" algn="l" rtl="0">
              <a:lnSpc>
                <a:spcPct val="90000"/>
              </a:lnSpc>
              <a:spcBef>
                <a:spcPts val="375"/>
              </a:spcBef>
              <a:spcAft>
                <a:spcPts val="0"/>
              </a:spcAft>
              <a:buClr>
                <a:schemeClr val="accent1"/>
              </a:buClr>
              <a:buSzPct val="92984"/>
              <a:buFont typeface="Arial"/>
              <a:buChar char="−"/>
              <a:defRPr sz="1350" b="0" i="0" u="none" strike="noStrike" cap="none">
                <a:solidFill>
                  <a:schemeClr val="dk2"/>
                </a:solidFill>
                <a:latin typeface="Arial"/>
                <a:ea typeface="Arial"/>
                <a:cs typeface="Arial"/>
                <a:sym typeface="Arial"/>
              </a:defRPr>
            </a:lvl4pPr>
            <a:lvl5pPr marL="1543050" marR="0" lvl="4" indent="-12587" algn="l" rtl="0">
              <a:lnSpc>
                <a:spcPct val="90000"/>
              </a:lnSpc>
              <a:spcBef>
                <a:spcPts val="375"/>
              </a:spcBef>
              <a:spcAft>
                <a:spcPts val="0"/>
              </a:spcAft>
              <a:buClr>
                <a:schemeClr val="accent1"/>
              </a:buClr>
              <a:buSzPct val="92984"/>
              <a:buFont typeface="Noto Sans Symbols"/>
              <a:buChar char="➢"/>
              <a:defRPr sz="1350" b="0" i="0" u="none" strike="noStrike" cap="none">
                <a:solidFill>
                  <a:schemeClr val="dk2"/>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82" name="Shape 82"/>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2"/>
              </a:buClr>
              <a:buSzPct val="25000"/>
              <a:buFont typeface="Arial"/>
              <a:buNone/>
            </a:pPr>
            <a:r>
              <a:rPr lang="en" sz="1000" b="0" i="0" u="none" strike="noStrike" cap="none">
                <a:solidFill>
                  <a:schemeClr val="dk2"/>
                </a:solidFill>
                <a:latin typeface="Arial"/>
                <a:ea typeface="Arial"/>
                <a:cs typeface="Arial"/>
                <a:sym typeface="Arial"/>
              </a:rPr>
              <a:t>Docker 2017 - Confidential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228600" y="207982"/>
            <a:ext cx="8643937" cy="61317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chemeClr val="dk2"/>
              </a:buClr>
              <a:buFont typeface="Arial"/>
              <a:buNone/>
              <a:defRPr sz="3200" b="0" i="0" u="none" strike="noStrike" cap="none">
                <a:solidFill>
                  <a:schemeClr val="dk2"/>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85" name="Shape 85"/>
          <p:cNvSpPr txBox="1">
            <a:spLocks noGrp="1"/>
          </p:cNvSpPr>
          <p:nvPr>
            <p:ph type="body" idx="1"/>
          </p:nvPr>
        </p:nvSpPr>
        <p:spPr>
          <a:xfrm>
            <a:off x="228600" y="1352550"/>
            <a:ext cx="8643937" cy="3244077"/>
          </a:xfrm>
          <a:prstGeom prst="rect">
            <a:avLst/>
          </a:prstGeom>
          <a:noFill/>
          <a:ln>
            <a:noFill/>
          </a:ln>
        </p:spPr>
        <p:txBody>
          <a:bodyPr lIns="91425" tIns="91425" rIns="91425" bIns="91425" anchor="t" anchorCtr="0"/>
          <a:lstStyle>
            <a:lvl1pPr marL="342900" marR="0" lvl="0" indent="-88900" algn="l" rtl="0">
              <a:lnSpc>
                <a:spcPct val="100000"/>
              </a:lnSpc>
              <a:spcBef>
                <a:spcPts val="400"/>
              </a:spcBef>
              <a:spcAft>
                <a:spcPts val="0"/>
              </a:spcAft>
              <a:buClr>
                <a:schemeClr val="dk2"/>
              </a:buClr>
              <a:buSzPct val="100000"/>
              <a:buFont typeface="Arial"/>
              <a:buChar char="•"/>
              <a:defRPr sz="2000" b="0" i="0" u="none" strike="noStrike" cap="none">
                <a:solidFill>
                  <a:schemeClr val="dk2"/>
                </a:solidFill>
                <a:latin typeface="Arial"/>
                <a:ea typeface="Arial"/>
                <a:cs typeface="Arial"/>
                <a:sym typeface="Arial"/>
              </a:defRPr>
            </a:lvl1pPr>
            <a:lvl2pPr marL="742950" marR="0" lvl="1" indent="-57150" algn="l" rtl="0">
              <a:lnSpc>
                <a:spcPct val="100000"/>
              </a:lnSpc>
              <a:spcBef>
                <a:spcPts val="360"/>
              </a:spcBef>
              <a:spcAft>
                <a:spcPts val="0"/>
              </a:spcAft>
              <a:buClr>
                <a:schemeClr val="dk2"/>
              </a:buClr>
              <a:buSzPct val="100000"/>
              <a:buFont typeface="Arial"/>
              <a:buChar char="–"/>
              <a:defRPr sz="1800" b="0" i="0" u="none" strike="noStrike" cap="none">
                <a:solidFill>
                  <a:schemeClr val="dk2"/>
                </a:solidFill>
                <a:latin typeface="Arial"/>
                <a:ea typeface="Arial"/>
                <a:cs typeface="Arial"/>
                <a:sym typeface="Arial"/>
              </a:defRPr>
            </a:lvl2pPr>
            <a:lvl3pPr marL="1143000" marR="0" lvl="2" indent="-25400" algn="l" rtl="0">
              <a:lnSpc>
                <a:spcPct val="100000"/>
              </a:lnSpc>
              <a:spcBef>
                <a:spcPts val="320"/>
              </a:spcBef>
              <a:spcAft>
                <a:spcPts val="0"/>
              </a:spcAft>
              <a:buClr>
                <a:schemeClr val="dk2"/>
              </a:buClr>
              <a:buSzPct val="100000"/>
              <a:buFont typeface="Arial"/>
              <a:buChar char="•"/>
              <a:defRPr sz="1600" b="0" i="0" u="none" strike="noStrike" cap="none">
                <a:solidFill>
                  <a:schemeClr val="dk2"/>
                </a:solidFill>
                <a:latin typeface="Arial"/>
                <a:ea typeface="Arial"/>
                <a:cs typeface="Arial"/>
                <a:sym typeface="Arial"/>
              </a:defRPr>
            </a:lvl3pPr>
            <a:lvl4pPr marL="1600200" marR="0" lvl="3" indent="-50800" algn="l" rtl="0">
              <a:lnSpc>
                <a:spcPct val="100000"/>
              </a:lnSpc>
              <a:spcBef>
                <a:spcPts val="280"/>
              </a:spcBef>
              <a:spcAft>
                <a:spcPts val="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2057400" marR="0" lvl="4" indent="-50800" algn="l" rtl="0">
              <a:lnSpc>
                <a:spcPct val="100000"/>
              </a:lnSpc>
              <a:spcBef>
                <a:spcPts val="280"/>
              </a:spcBef>
              <a:spcAft>
                <a:spcPts val="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6" name="Shape 86"/>
          <p:cNvSpPr txBox="1">
            <a:spLocks noGrp="1"/>
          </p:cNvSpPr>
          <p:nvPr>
            <p:ph type="body" idx="2"/>
          </p:nvPr>
        </p:nvSpPr>
        <p:spPr>
          <a:xfrm>
            <a:off x="228600" y="819150"/>
            <a:ext cx="8686800" cy="457200"/>
          </a:xfrm>
          <a:prstGeom prst="rect">
            <a:avLst/>
          </a:prstGeom>
          <a:noFill/>
          <a:ln>
            <a:noFill/>
          </a:ln>
        </p:spPr>
        <p:txBody>
          <a:bodyPr lIns="91425" tIns="91425" rIns="91425" bIns="91425" anchor="t" anchorCtr="0"/>
          <a:lstStyle>
            <a:lvl1pPr marL="0" marR="0" lvl="0" indent="0" algn="l" rtl="0">
              <a:lnSpc>
                <a:spcPct val="100000"/>
              </a:lnSpc>
              <a:spcBef>
                <a:spcPts val="400"/>
              </a:spcBef>
              <a:spcAft>
                <a:spcPts val="0"/>
              </a:spcAft>
              <a:buClr>
                <a:schemeClr val="accent5"/>
              </a:buClr>
              <a:buFont typeface="Arial"/>
              <a:buNone/>
              <a:defRPr sz="2000" b="0" i="0" u="none" strike="noStrike" cap="none">
                <a:solidFill>
                  <a:schemeClr val="accent5"/>
                </a:solidFill>
                <a:latin typeface="Arial"/>
                <a:ea typeface="Arial"/>
                <a:cs typeface="Arial"/>
                <a:sym typeface="Arial"/>
              </a:defRPr>
            </a:lvl1pPr>
            <a:lvl2pPr marL="457200" marR="0" lvl="1" indent="0" algn="l" rtl="0">
              <a:lnSpc>
                <a:spcPct val="100000"/>
              </a:lnSpc>
              <a:spcBef>
                <a:spcPts val="360"/>
              </a:spcBef>
              <a:spcAft>
                <a:spcPts val="0"/>
              </a:spcAft>
              <a:buClr>
                <a:schemeClr val="accent5"/>
              </a:buClr>
              <a:buFont typeface="Arial"/>
              <a:buNone/>
              <a:defRPr sz="1800" b="0" i="0" u="none" strike="noStrike" cap="none">
                <a:solidFill>
                  <a:schemeClr val="dk2"/>
                </a:solidFill>
                <a:latin typeface="Arial"/>
                <a:ea typeface="Arial"/>
                <a:cs typeface="Arial"/>
                <a:sym typeface="Arial"/>
              </a:defRPr>
            </a:lvl2pPr>
            <a:lvl3pPr marL="914400" marR="0" lvl="2" indent="0" algn="l" rtl="0">
              <a:lnSpc>
                <a:spcPct val="100000"/>
              </a:lnSpc>
              <a:spcBef>
                <a:spcPts val="320"/>
              </a:spcBef>
              <a:spcAft>
                <a:spcPts val="0"/>
              </a:spcAft>
              <a:buClr>
                <a:schemeClr val="accent5"/>
              </a:buClr>
              <a:buFont typeface="Arial"/>
              <a:buNone/>
              <a:defRPr sz="1600" b="0" i="0" u="none" strike="noStrike" cap="none">
                <a:solidFill>
                  <a:schemeClr val="dk2"/>
                </a:solidFill>
                <a:latin typeface="Arial"/>
                <a:ea typeface="Arial"/>
                <a:cs typeface="Arial"/>
                <a:sym typeface="Arial"/>
              </a:defRPr>
            </a:lvl3pPr>
            <a:lvl4pPr marL="1371600" marR="0" lvl="3" indent="0" algn="l" rtl="0">
              <a:lnSpc>
                <a:spcPct val="100000"/>
              </a:lnSpc>
              <a:spcBef>
                <a:spcPts val="280"/>
              </a:spcBef>
              <a:spcAft>
                <a:spcPts val="0"/>
              </a:spcAft>
              <a:buClr>
                <a:schemeClr val="accent5"/>
              </a:buClr>
              <a:buFont typeface="Arial"/>
              <a:buNone/>
              <a:defRPr sz="1400" b="0" i="0" u="none" strike="noStrike" cap="none">
                <a:solidFill>
                  <a:schemeClr val="dk2"/>
                </a:solidFill>
                <a:latin typeface="Arial"/>
                <a:ea typeface="Arial"/>
                <a:cs typeface="Arial"/>
                <a:sym typeface="Arial"/>
              </a:defRPr>
            </a:lvl4pPr>
            <a:lvl5pPr marL="1828800" marR="0" lvl="4" indent="0" algn="l" rtl="0">
              <a:lnSpc>
                <a:spcPct val="100000"/>
              </a:lnSpc>
              <a:spcBef>
                <a:spcPts val="280"/>
              </a:spcBef>
              <a:spcAft>
                <a:spcPts val="0"/>
              </a:spcAft>
              <a:buClr>
                <a:schemeClr val="accent5"/>
              </a:buClr>
              <a:buFont typeface="Arial"/>
              <a:buNone/>
              <a:defRPr sz="1400" b="0" i="0" u="none" strike="noStrike" cap="none">
                <a:solidFill>
                  <a:schemeClr val="dk2"/>
                </a:solidFill>
                <a:latin typeface="Arial"/>
                <a:ea typeface="Arial"/>
                <a:cs typeface="Arial"/>
                <a:sym typeface="Arial"/>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Shape 87"/>
          <p:cNvSpPr txBox="1">
            <a:spLocks noGrp="1"/>
          </p:cNvSpPr>
          <p:nvPr>
            <p:ph type="sldNum" idx="12"/>
          </p:nvPr>
        </p:nvSpPr>
        <p:spPr>
          <a:xfrm>
            <a:off x="242887" y="4769267"/>
            <a:ext cx="2133598" cy="274318"/>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797979"/>
              </a:buClr>
              <a:buSzPct val="25000"/>
              <a:buFont typeface="Arial"/>
              <a:buNone/>
            </a:pPr>
            <a:fld id="{00000000-1234-1234-1234-123412341234}" type="slidenum">
              <a:rPr lang="en" sz="900" b="0" i="0" u="none" strike="noStrike" cap="none">
                <a:solidFill>
                  <a:srgbClr val="797979"/>
                </a:solidFill>
                <a:latin typeface="Arial"/>
                <a:ea typeface="Arial"/>
                <a:cs typeface="Arial"/>
                <a:sym typeface="Arial"/>
              </a:rPr>
              <a:t>‹#›</a:t>
            </a:fld>
            <a:endParaRPr lang="en" sz="900" b="0" i="0" u="none" strike="noStrike" cap="none">
              <a:solidFill>
                <a:srgbClr val="797979"/>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4_Title - White">
    <p:spTree>
      <p:nvGrpSpPr>
        <p:cNvPr id="1" name="Shape 88"/>
        <p:cNvGrpSpPr/>
        <p:nvPr/>
      </p:nvGrpSpPr>
      <p:grpSpPr>
        <a:xfrm>
          <a:off x="0" y="0"/>
          <a:ext cx="0" cy="0"/>
          <a:chOff x="0" y="0"/>
          <a:chExt cx="0" cy="0"/>
        </a:xfrm>
      </p:grpSpPr>
      <p:pic>
        <p:nvPicPr>
          <p:cNvPr id="89" name="Shape 89"/>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90" name="Shape 90"/>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91" name="Shape 91"/>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2"/>
              </a:buClr>
              <a:buSzPct val="25000"/>
              <a:buFont typeface="Arial"/>
              <a:buNone/>
            </a:pPr>
            <a:r>
              <a:rPr lang="en" sz="1000" b="0" i="0" u="none" strike="noStrike" cap="none">
                <a:solidFill>
                  <a:schemeClr val="dk2"/>
                </a:solidFill>
                <a:latin typeface="Arial"/>
                <a:ea typeface="Arial"/>
                <a:cs typeface="Arial"/>
                <a:sym typeface="Arial"/>
              </a:rPr>
              <a:t>Docker 2017 - Confidential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Title &amp; Content - No Subtitle">
    <p:spTree>
      <p:nvGrpSpPr>
        <p:cNvPr id="1" name="Shape 92"/>
        <p:cNvGrpSpPr/>
        <p:nvPr/>
      </p:nvGrpSpPr>
      <p:grpSpPr>
        <a:xfrm>
          <a:off x="0" y="0"/>
          <a:ext cx="0" cy="0"/>
          <a:chOff x="0" y="0"/>
          <a:chExt cx="0" cy="0"/>
        </a:xfrm>
      </p:grpSpPr>
      <p:sp>
        <p:nvSpPr>
          <p:cNvPr id="93" name="Shape 93"/>
          <p:cNvSpPr txBox="1">
            <a:spLocks noGrp="1"/>
          </p:cNvSpPr>
          <p:nvPr>
            <p:ph type="body" idx="1"/>
          </p:nvPr>
        </p:nvSpPr>
        <p:spPr>
          <a:xfrm>
            <a:off x="281708"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losing - Dark">
    <p:spTree>
      <p:nvGrpSpPr>
        <p:cNvPr id="1" name="Shape 94"/>
        <p:cNvGrpSpPr/>
        <p:nvPr/>
      </p:nvGrpSpPr>
      <p:grpSpPr>
        <a:xfrm>
          <a:off x="0" y="0"/>
          <a:ext cx="0" cy="0"/>
          <a:chOff x="0" y="0"/>
          <a:chExt cx="0" cy="0"/>
        </a:xfrm>
      </p:grpSpPr>
      <p:sp>
        <p:nvSpPr>
          <p:cNvPr id="95" name="Shape 95"/>
          <p:cNvSpPr/>
          <p:nvPr/>
        </p:nvSpPr>
        <p:spPr>
          <a:xfrm>
            <a:off x="0" y="0"/>
            <a:ext cx="9144000" cy="5143499"/>
          </a:xfrm>
          <a:prstGeom prst="rect">
            <a:avLst/>
          </a:prstGeom>
          <a:gradFill>
            <a:gsLst>
              <a:gs pos="0">
                <a:schemeClr val="accent1"/>
              </a:gs>
              <a:gs pos="100000">
                <a:srgbClr val="124B6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1" i="0" u="none" strike="noStrike" cap="none">
              <a:solidFill>
                <a:schemeClr val="lt1"/>
              </a:solidFill>
              <a:latin typeface="Arial"/>
              <a:ea typeface="Arial"/>
              <a:cs typeface="Arial"/>
              <a:sym typeface="Arial"/>
            </a:endParaRPr>
          </a:p>
        </p:txBody>
      </p:sp>
      <p:pic>
        <p:nvPicPr>
          <p:cNvPr id="96" name="Shape 96"/>
          <p:cNvPicPr preferRelativeResize="0"/>
          <p:nvPr/>
        </p:nvPicPr>
        <p:blipFill rotWithShape="1">
          <a:blip r:embed="rId2">
            <a:alphaModFix/>
          </a:blip>
          <a:srcRect l="1528" t="1342" b="2666"/>
          <a:stretch/>
        </p:blipFill>
        <p:spPr>
          <a:xfrm>
            <a:off x="0" y="0"/>
            <a:ext cx="4175999" cy="5143499"/>
          </a:xfrm>
          <a:prstGeom prst="rect">
            <a:avLst/>
          </a:prstGeom>
          <a:noFill/>
          <a:ln>
            <a:noFill/>
          </a:ln>
        </p:spPr>
      </p:pic>
      <p:pic>
        <p:nvPicPr>
          <p:cNvPr id="97" name="Shape 97"/>
          <p:cNvPicPr preferRelativeResize="0"/>
          <p:nvPr/>
        </p:nvPicPr>
        <p:blipFill rotWithShape="1">
          <a:blip r:embed="rId3">
            <a:alphaModFix/>
          </a:blip>
          <a:srcRect/>
          <a:stretch/>
        </p:blipFill>
        <p:spPr>
          <a:xfrm>
            <a:off x="3100615" y="1155091"/>
            <a:ext cx="2942770" cy="2468730"/>
          </a:xfrm>
          <a:prstGeom prst="rect">
            <a:avLst/>
          </a:prstGeom>
          <a:noFill/>
          <a:ln>
            <a:noFill/>
          </a:ln>
        </p:spPr>
      </p:pic>
      <p:sp>
        <p:nvSpPr>
          <p:cNvPr id="98" name="Shape 98"/>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4_Title Slide">
    <p:spTree>
      <p:nvGrpSpPr>
        <p:cNvPr id="1" name="Shape 99"/>
        <p:cNvGrpSpPr/>
        <p:nvPr/>
      </p:nvGrpSpPr>
      <p:grpSpPr>
        <a:xfrm>
          <a:off x="0" y="0"/>
          <a:ext cx="0" cy="0"/>
          <a:chOff x="0" y="0"/>
          <a:chExt cx="0" cy="0"/>
        </a:xfrm>
      </p:grpSpPr>
      <p:pic>
        <p:nvPicPr>
          <p:cNvPr id="100" name="Shape 100"/>
          <p:cNvPicPr preferRelativeResize="0"/>
          <p:nvPr/>
        </p:nvPicPr>
        <p:blipFill rotWithShape="1">
          <a:blip r:embed="rId2">
            <a:alphaModFix/>
          </a:blip>
          <a:srcRect/>
          <a:stretch/>
        </p:blipFill>
        <p:spPr>
          <a:xfrm>
            <a:off x="1352" y="0"/>
            <a:ext cx="9141290" cy="4108702"/>
          </a:xfrm>
          <a:prstGeom prst="rect">
            <a:avLst/>
          </a:prstGeom>
          <a:noFill/>
          <a:ln>
            <a:noFill/>
          </a:ln>
        </p:spPr>
      </p:pic>
      <p:pic>
        <p:nvPicPr>
          <p:cNvPr id="101" name="Shape 101"/>
          <p:cNvPicPr preferRelativeResize="0"/>
          <p:nvPr/>
        </p:nvPicPr>
        <p:blipFill rotWithShape="1">
          <a:blip r:embed="rId3">
            <a:alphaModFix/>
          </a:blip>
          <a:srcRect l="1528" t="1342" b="2666"/>
          <a:stretch/>
        </p:blipFill>
        <p:spPr>
          <a:xfrm>
            <a:off x="0" y="0"/>
            <a:ext cx="4175999" cy="5143499"/>
          </a:xfrm>
          <a:prstGeom prst="rect">
            <a:avLst/>
          </a:prstGeom>
          <a:noFill/>
          <a:ln>
            <a:noFill/>
          </a:ln>
        </p:spPr>
      </p:pic>
      <p:sp>
        <p:nvSpPr>
          <p:cNvPr id="102" name="Shape 102"/>
          <p:cNvSpPr txBox="1">
            <a:spLocks noGrp="1"/>
          </p:cNvSpPr>
          <p:nvPr>
            <p:ph type="body" idx="1"/>
          </p:nvPr>
        </p:nvSpPr>
        <p:spPr>
          <a:xfrm>
            <a:off x="685800" y="1323361"/>
            <a:ext cx="7427912" cy="117474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4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03" name="Shape 103"/>
          <p:cNvSpPr txBox="1">
            <a:spLocks noGrp="1"/>
          </p:cNvSpPr>
          <p:nvPr>
            <p:ph type="body" idx="2"/>
          </p:nvPr>
        </p:nvSpPr>
        <p:spPr>
          <a:xfrm>
            <a:off x="685800" y="2741692"/>
            <a:ext cx="7427912" cy="489776"/>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104" name="Shape 104"/>
          <p:cNvPicPr preferRelativeResize="0"/>
          <p:nvPr/>
        </p:nvPicPr>
        <p:blipFill rotWithShape="1">
          <a:blip r:embed="rId4">
            <a:alphaModFix/>
          </a:blip>
          <a:srcRect/>
          <a:stretch/>
        </p:blipFill>
        <p:spPr>
          <a:xfrm>
            <a:off x="8193024" y="4326076"/>
            <a:ext cx="722376" cy="604028"/>
          </a:xfrm>
          <a:prstGeom prst="rect">
            <a:avLst/>
          </a:prstGeom>
          <a:noFill/>
          <a:ln>
            <a:noFill/>
          </a:ln>
        </p:spPr>
      </p:pic>
      <p:sp>
        <p:nvSpPr>
          <p:cNvPr id="105" name="Shape 105"/>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2"/>
              </a:buClr>
              <a:buSzPct val="25000"/>
              <a:buFont typeface="Arial"/>
              <a:buNone/>
            </a:pPr>
            <a:r>
              <a:rPr lang="en" sz="1000" b="0" i="0" u="none" strike="noStrike" cap="none">
                <a:solidFill>
                  <a:schemeClr val="dk2"/>
                </a:solidFill>
                <a:latin typeface="Arial"/>
                <a:ea typeface="Arial"/>
                <a:cs typeface="Arial"/>
                <a:sym typeface="Arial"/>
              </a:rPr>
              <a:t>Docker 2017 - Confidential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Title and Content - Blue">
    <p:spTree>
      <p:nvGrpSpPr>
        <p:cNvPr id="1" name="Shape 106"/>
        <p:cNvGrpSpPr/>
        <p:nvPr/>
      </p:nvGrpSpPr>
      <p:grpSpPr>
        <a:xfrm>
          <a:off x="0" y="0"/>
          <a:ext cx="0" cy="0"/>
          <a:chOff x="0" y="0"/>
          <a:chExt cx="0" cy="0"/>
        </a:xfrm>
      </p:grpSpPr>
      <p:sp>
        <p:nvSpPr>
          <p:cNvPr id="107" name="Shape 107"/>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endParaRPr sz="1800" b="0" i="0" u="none" strike="noStrike" cap="none">
              <a:solidFill>
                <a:srgbClr val="FFFFFF"/>
              </a:solidFill>
              <a:latin typeface="Arial"/>
              <a:ea typeface="Arial"/>
              <a:cs typeface="Arial"/>
              <a:sym typeface="Arial"/>
            </a:endParaRPr>
          </a:p>
        </p:txBody>
      </p:sp>
      <p:pic>
        <p:nvPicPr>
          <p:cNvPr id="108" name="Shape 108"/>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109" name="Shape 109"/>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110" name="Shape 110"/>
          <p:cNvSpPr txBox="1">
            <a:spLocks noGrp="1"/>
          </p:cNvSpPr>
          <p:nvPr>
            <p:ph type="body" idx="1"/>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1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11" name="Shape 111"/>
          <p:cNvSpPr txBox="1">
            <a:spLocks noGrp="1"/>
          </p:cNvSpPr>
          <p:nvPr>
            <p:ph type="body" idx="2"/>
          </p:nvPr>
        </p:nvSpPr>
        <p:spPr>
          <a:xfrm>
            <a:off x="228600" y="1369216"/>
            <a:ext cx="8686800" cy="3298131"/>
          </a:xfrm>
          <a:prstGeom prst="rect">
            <a:avLst/>
          </a:prstGeom>
          <a:noFill/>
          <a:ln>
            <a:noFill/>
          </a:ln>
        </p:spPr>
        <p:txBody>
          <a:bodyPr lIns="91425" tIns="91425" rIns="91425" bIns="91425" anchor="t" anchorCtr="0"/>
          <a:lstStyle>
            <a:lvl1pPr marL="171450" marR="0" lvl="0" indent="82550" algn="l" rtl="0">
              <a:lnSpc>
                <a:spcPct val="90000"/>
              </a:lnSpc>
              <a:spcBef>
                <a:spcPts val="750"/>
              </a:spcBef>
              <a:spcAft>
                <a:spcPts val="0"/>
              </a:spcAft>
              <a:buClr>
                <a:schemeClr val="accent1"/>
              </a:buClr>
              <a:buSzPct val="100000"/>
              <a:buFont typeface="Arial"/>
              <a:buChar char="•"/>
              <a:defRPr sz="2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accent1"/>
              </a:buClr>
              <a:buSzPct val="100000"/>
              <a:buFont typeface="Arial"/>
              <a:buChar char="−"/>
              <a:defRPr sz="1800" b="0" i="0" u="none" strike="noStrike" cap="none">
                <a:solidFill>
                  <a:schemeClr val="lt1"/>
                </a:solidFill>
                <a:latin typeface="Arial"/>
                <a:ea typeface="Arial"/>
                <a:cs typeface="Arial"/>
                <a:sym typeface="Arial"/>
              </a:defRPr>
            </a:lvl2pPr>
            <a:lvl3pPr marL="857250" marR="0" lvl="2" indent="12700" algn="l" rtl="0">
              <a:lnSpc>
                <a:spcPct val="90000"/>
              </a:lnSpc>
              <a:spcBef>
                <a:spcPts val="375"/>
              </a:spcBef>
              <a:spcAft>
                <a:spcPts val="0"/>
              </a:spcAft>
              <a:buClr>
                <a:schemeClr val="accent1"/>
              </a:buClr>
              <a:buSzPct val="100000"/>
              <a:buFont typeface="Arial"/>
              <a:buChar char="•"/>
              <a:defRPr sz="1500" b="0" i="0" u="none" strike="noStrike" cap="none">
                <a:solidFill>
                  <a:schemeClr val="lt1"/>
                </a:solidFill>
                <a:latin typeface="Arial"/>
                <a:ea typeface="Arial"/>
                <a:cs typeface="Arial"/>
                <a:sym typeface="Arial"/>
              </a:defRPr>
            </a:lvl3pPr>
            <a:lvl4pPr marL="1200150" marR="0" lvl="3" indent="-12587" algn="l" rtl="0">
              <a:lnSpc>
                <a:spcPct val="90000"/>
              </a:lnSpc>
              <a:spcBef>
                <a:spcPts val="375"/>
              </a:spcBef>
              <a:spcAft>
                <a:spcPts val="0"/>
              </a:spcAft>
              <a:buClr>
                <a:schemeClr val="accent1"/>
              </a:buClr>
              <a:buSzPct val="92984"/>
              <a:buFont typeface="Arial"/>
              <a:buChar char="−"/>
              <a:defRPr sz="1350" b="0" i="0" u="none" strike="noStrike" cap="none">
                <a:solidFill>
                  <a:schemeClr val="lt1"/>
                </a:solidFill>
                <a:latin typeface="Arial"/>
                <a:ea typeface="Arial"/>
                <a:cs typeface="Arial"/>
                <a:sym typeface="Arial"/>
              </a:defRPr>
            </a:lvl4pPr>
            <a:lvl5pPr marL="1543050" marR="0" lvl="4" indent="-12587" algn="l" rtl="0">
              <a:lnSpc>
                <a:spcPct val="90000"/>
              </a:lnSpc>
              <a:spcBef>
                <a:spcPts val="375"/>
              </a:spcBef>
              <a:spcAft>
                <a:spcPts val="0"/>
              </a:spcAft>
              <a:buClr>
                <a:schemeClr val="accent1"/>
              </a:buClr>
              <a:buSzPct val="92984"/>
              <a:buFont typeface="Noto Sans Symbols"/>
              <a:buChar char="➢"/>
              <a:defRPr sz="1350" b="0" i="0" u="none" strike="noStrike" cap="none">
                <a:solidFill>
                  <a:schemeClr val="lt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12" name="Shape 112"/>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Title and Content - Blue">
    <p:spTree>
      <p:nvGrpSpPr>
        <p:cNvPr id="1" name="Shape 113"/>
        <p:cNvGrpSpPr/>
        <p:nvPr/>
      </p:nvGrpSpPr>
      <p:grpSpPr>
        <a:xfrm>
          <a:off x="0" y="0"/>
          <a:ext cx="0" cy="0"/>
          <a:chOff x="0" y="0"/>
          <a:chExt cx="0" cy="0"/>
        </a:xfrm>
      </p:grpSpPr>
      <p:sp>
        <p:nvSpPr>
          <p:cNvPr id="114" name="Shape 114"/>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endParaRPr sz="1800" b="0" i="0" u="none" strike="noStrike" cap="none">
              <a:solidFill>
                <a:srgbClr val="FFFFFF"/>
              </a:solidFill>
              <a:latin typeface="Arial"/>
              <a:ea typeface="Arial"/>
              <a:cs typeface="Arial"/>
              <a:sym typeface="Arial"/>
            </a:endParaRPr>
          </a:p>
        </p:txBody>
      </p:sp>
      <p:sp>
        <p:nvSpPr>
          <p:cNvPr id="115" name="Shape 115"/>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pic>
        <p:nvPicPr>
          <p:cNvPr id="116" name="Shape 116"/>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117" name="Shape 117"/>
          <p:cNvSpPr txBox="1">
            <a:spLocks noGrp="1"/>
          </p:cNvSpPr>
          <p:nvPr>
            <p:ph type="body" idx="1"/>
          </p:nvPr>
        </p:nvSpPr>
        <p:spPr>
          <a:xfrm>
            <a:off x="228600" y="837282"/>
            <a:ext cx="8686800" cy="3830067"/>
          </a:xfrm>
          <a:prstGeom prst="rect">
            <a:avLst/>
          </a:prstGeom>
          <a:noFill/>
          <a:ln>
            <a:noFill/>
          </a:ln>
        </p:spPr>
        <p:txBody>
          <a:bodyPr lIns="91425" tIns="91425" rIns="91425" bIns="91425" anchor="t" anchorCtr="0"/>
          <a:lstStyle>
            <a:lvl1pPr marL="171450" marR="0" lvl="0" indent="82550" algn="l" rtl="0">
              <a:lnSpc>
                <a:spcPct val="90000"/>
              </a:lnSpc>
              <a:spcBef>
                <a:spcPts val="750"/>
              </a:spcBef>
              <a:spcAft>
                <a:spcPts val="0"/>
              </a:spcAft>
              <a:buClr>
                <a:schemeClr val="accent1"/>
              </a:buClr>
              <a:buSzPct val="100000"/>
              <a:buFont typeface="Arial"/>
              <a:buChar char="•"/>
              <a:defRPr sz="2000" b="0" i="0" u="none" strike="noStrike" cap="none">
                <a:solidFill>
                  <a:schemeClr val="lt1"/>
                </a:solidFill>
                <a:latin typeface="Arial"/>
                <a:ea typeface="Arial"/>
                <a:cs typeface="Arial"/>
                <a:sym typeface="Arial"/>
              </a:defRPr>
            </a:lvl1pPr>
            <a:lvl2pPr marL="514350" marR="0" lvl="1" indent="57150" algn="l" rtl="0">
              <a:lnSpc>
                <a:spcPct val="90000"/>
              </a:lnSpc>
              <a:spcBef>
                <a:spcPts val="375"/>
              </a:spcBef>
              <a:spcAft>
                <a:spcPts val="0"/>
              </a:spcAft>
              <a:buClr>
                <a:schemeClr val="accent1"/>
              </a:buClr>
              <a:buSzPct val="100000"/>
              <a:buFont typeface="Arial"/>
              <a:buChar char="−"/>
              <a:defRPr sz="1800" b="0" i="0" u="none" strike="noStrike" cap="none">
                <a:solidFill>
                  <a:schemeClr val="lt1"/>
                </a:solidFill>
                <a:latin typeface="Arial"/>
                <a:ea typeface="Arial"/>
                <a:cs typeface="Arial"/>
                <a:sym typeface="Arial"/>
              </a:defRPr>
            </a:lvl2pPr>
            <a:lvl3pPr marL="857250" marR="0" lvl="2" indent="12700" algn="l" rtl="0">
              <a:lnSpc>
                <a:spcPct val="90000"/>
              </a:lnSpc>
              <a:spcBef>
                <a:spcPts val="375"/>
              </a:spcBef>
              <a:spcAft>
                <a:spcPts val="0"/>
              </a:spcAft>
              <a:buClr>
                <a:schemeClr val="accent1"/>
              </a:buClr>
              <a:buSzPct val="100000"/>
              <a:buFont typeface="Arial"/>
              <a:buChar char="•"/>
              <a:defRPr sz="1500" b="0" i="0" u="none" strike="noStrike" cap="none">
                <a:solidFill>
                  <a:schemeClr val="lt1"/>
                </a:solidFill>
                <a:latin typeface="Arial"/>
                <a:ea typeface="Arial"/>
                <a:cs typeface="Arial"/>
                <a:sym typeface="Arial"/>
              </a:defRPr>
            </a:lvl3pPr>
            <a:lvl4pPr marL="1200150" marR="0" lvl="3" indent="-12587" algn="l" rtl="0">
              <a:lnSpc>
                <a:spcPct val="90000"/>
              </a:lnSpc>
              <a:spcBef>
                <a:spcPts val="375"/>
              </a:spcBef>
              <a:spcAft>
                <a:spcPts val="0"/>
              </a:spcAft>
              <a:buClr>
                <a:schemeClr val="accent1"/>
              </a:buClr>
              <a:buSzPct val="92984"/>
              <a:buFont typeface="Arial"/>
              <a:buChar char="−"/>
              <a:defRPr sz="1350" b="0" i="0" u="none" strike="noStrike" cap="none">
                <a:solidFill>
                  <a:schemeClr val="lt1"/>
                </a:solidFill>
                <a:latin typeface="Arial"/>
                <a:ea typeface="Arial"/>
                <a:cs typeface="Arial"/>
                <a:sym typeface="Arial"/>
              </a:defRPr>
            </a:lvl4pPr>
            <a:lvl5pPr marL="1543050" marR="0" lvl="4" indent="-12587" algn="l" rtl="0">
              <a:lnSpc>
                <a:spcPct val="90000"/>
              </a:lnSpc>
              <a:spcBef>
                <a:spcPts val="375"/>
              </a:spcBef>
              <a:spcAft>
                <a:spcPts val="0"/>
              </a:spcAft>
              <a:buClr>
                <a:schemeClr val="accent1"/>
              </a:buClr>
              <a:buSzPct val="92984"/>
              <a:buFont typeface="Noto Sans Symbols"/>
              <a:buChar char="➢"/>
              <a:defRPr sz="1350" b="0" i="0" u="none" strike="noStrike" cap="none">
                <a:solidFill>
                  <a:schemeClr val="lt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18" name="Shape 118"/>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Title and Content - White">
    <p:spTree>
      <p:nvGrpSpPr>
        <p:cNvPr id="1" name="Shape 119"/>
        <p:cNvGrpSpPr/>
        <p:nvPr/>
      </p:nvGrpSpPr>
      <p:grpSpPr>
        <a:xfrm>
          <a:off x="0" y="0"/>
          <a:ext cx="0" cy="0"/>
          <a:chOff x="0" y="0"/>
          <a:chExt cx="0" cy="0"/>
        </a:xfrm>
      </p:grpSpPr>
      <p:pic>
        <p:nvPicPr>
          <p:cNvPr id="120" name="Shape 120"/>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121" name="Shape 121"/>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122" name="Shape 122"/>
          <p:cNvSpPr txBox="1">
            <a:spLocks noGrp="1"/>
          </p:cNvSpPr>
          <p:nvPr>
            <p:ph type="body" idx="1"/>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dk2"/>
              </a:buClr>
              <a:buFont typeface="Arial"/>
              <a:buNone/>
              <a:defRPr sz="2100" b="0" i="0" u="none" strike="noStrike" cap="none">
                <a:solidFill>
                  <a:schemeClr val="dk2"/>
                </a:solidFill>
                <a:latin typeface="Arial"/>
                <a:ea typeface="Arial"/>
                <a:cs typeface="Arial"/>
                <a:sym typeface="Arial"/>
              </a:defRPr>
            </a:lvl1pPr>
            <a:lvl2pPr marL="514350" marR="0" lvl="1" indent="5715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57250" marR="0" lvl="2" indent="127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4pPr>
            <a:lvl5pPr marL="1543050" marR="0" lvl="4"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23" name="Shape 123"/>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2"/>
              </a:buClr>
              <a:buSzPct val="25000"/>
              <a:buFont typeface="Arial"/>
              <a:buNone/>
            </a:pPr>
            <a:r>
              <a:rPr lang="en" sz="1000" b="0" i="0" u="none" strike="noStrike" cap="none">
                <a:solidFill>
                  <a:schemeClr val="dk2"/>
                </a:solidFill>
                <a:latin typeface="Arial"/>
                <a:ea typeface="Arial"/>
                <a:cs typeface="Arial"/>
                <a:sym typeface="Arial"/>
              </a:rPr>
              <a:t>Docker 2017 - Confidential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5_Blank - Blue ">
    <p:spTree>
      <p:nvGrpSpPr>
        <p:cNvPr id="1" name="Shape 124"/>
        <p:cNvGrpSpPr/>
        <p:nvPr/>
      </p:nvGrpSpPr>
      <p:grpSpPr>
        <a:xfrm>
          <a:off x="0" y="0"/>
          <a:ext cx="0" cy="0"/>
          <a:chOff x="0" y="0"/>
          <a:chExt cx="0" cy="0"/>
        </a:xfrm>
      </p:grpSpPr>
      <p:sp>
        <p:nvSpPr>
          <p:cNvPr id="125" name="Shape 125"/>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Font typeface="Arial"/>
              <a:buNone/>
            </a:pPr>
            <a:endParaRPr sz="1800" b="0" i="0" u="none" strike="noStrike" cap="none">
              <a:solidFill>
                <a:srgbClr val="FFFFFF"/>
              </a:solidFill>
              <a:latin typeface="Arial"/>
              <a:ea typeface="Arial"/>
              <a:cs typeface="Arial"/>
              <a:sym typeface="Arial"/>
            </a:endParaRPr>
          </a:p>
        </p:txBody>
      </p:sp>
      <p:sp>
        <p:nvSpPr>
          <p:cNvPr id="126" name="Shape 126"/>
          <p:cNvSpPr txBox="1">
            <a:spLocks noGrp="1"/>
          </p:cNvSpPr>
          <p:nvPr>
            <p:ph type="title"/>
          </p:nvPr>
        </p:nvSpPr>
        <p:spPr>
          <a:xfrm>
            <a:off x="228600" y="273842"/>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pic>
        <p:nvPicPr>
          <p:cNvPr id="127" name="Shape 127"/>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128" name="Shape 128"/>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ection Title - Dark Blue">
    <p:spTree>
      <p:nvGrpSpPr>
        <p:cNvPr id="1" name="Shape 129"/>
        <p:cNvGrpSpPr/>
        <p:nvPr/>
      </p:nvGrpSpPr>
      <p:grpSpPr>
        <a:xfrm>
          <a:off x="0" y="0"/>
          <a:ext cx="0" cy="0"/>
          <a:chOff x="0" y="0"/>
          <a:chExt cx="0" cy="0"/>
        </a:xfrm>
      </p:grpSpPr>
      <p:pic>
        <p:nvPicPr>
          <p:cNvPr id="130" name="Shape 130"/>
          <p:cNvPicPr preferRelativeResize="0"/>
          <p:nvPr/>
        </p:nvPicPr>
        <p:blipFill rotWithShape="1">
          <a:blip r:embed="rId2">
            <a:alphaModFix/>
          </a:blip>
          <a:srcRect/>
          <a:stretch/>
        </p:blipFill>
        <p:spPr>
          <a:xfrm>
            <a:off x="1352" y="0"/>
            <a:ext cx="9141290" cy="5143499"/>
          </a:xfrm>
          <a:prstGeom prst="rect">
            <a:avLst/>
          </a:prstGeom>
          <a:noFill/>
          <a:ln>
            <a:noFill/>
          </a:ln>
        </p:spPr>
      </p:pic>
      <p:sp>
        <p:nvSpPr>
          <p:cNvPr id="131" name="Shape 131"/>
          <p:cNvSpPr txBox="1">
            <a:spLocks noGrp="1"/>
          </p:cNvSpPr>
          <p:nvPr>
            <p:ph type="body" idx="1"/>
          </p:nvPr>
        </p:nvSpPr>
        <p:spPr>
          <a:xfrm>
            <a:off x="228597" y="2551113"/>
            <a:ext cx="8658225" cy="1087437"/>
          </a:xfrm>
          <a:prstGeom prst="rect">
            <a:avLst/>
          </a:prstGeom>
          <a:noFill/>
          <a:ln>
            <a:noFill/>
          </a:ln>
        </p:spPr>
        <p:txBody>
          <a:bodyPr lIns="91425" tIns="91425" rIns="91425" bIns="91425" anchor="b" anchorCtr="0"/>
          <a:lstStyle>
            <a:lvl1pPr marL="0" marR="0" lvl="0" indent="0" algn="l" rtl="0">
              <a:lnSpc>
                <a:spcPct val="90000"/>
              </a:lnSpc>
              <a:spcBef>
                <a:spcPts val="750"/>
              </a:spcBef>
              <a:spcAft>
                <a:spcPts val="0"/>
              </a:spcAft>
              <a:buClr>
                <a:schemeClr val="lt1"/>
              </a:buClr>
              <a:buFont typeface="Arial"/>
              <a:buNone/>
              <a:defRPr sz="3600" b="0" i="0" u="none" strike="noStrike" cap="none">
                <a:solidFill>
                  <a:schemeClr val="lt1"/>
                </a:solidFill>
                <a:latin typeface="Arial"/>
                <a:ea typeface="Arial"/>
                <a:cs typeface="Arial"/>
                <a:sym typeface="Arial"/>
              </a:defRPr>
            </a:lvl1pPr>
            <a:lvl2pPr marL="342900" marR="0" lvl="1" indent="0" algn="l" rtl="0">
              <a:lnSpc>
                <a:spcPct val="90000"/>
              </a:lnSpc>
              <a:spcBef>
                <a:spcPts val="375"/>
              </a:spcBef>
              <a:spcAft>
                <a:spcPts val="0"/>
              </a:spcAft>
              <a:buClr>
                <a:schemeClr val="lt1"/>
              </a:buClr>
              <a:buFont typeface="Arial"/>
              <a:buNone/>
              <a:defRPr sz="1800" b="0" i="0" u="none" strike="noStrike" cap="none">
                <a:solidFill>
                  <a:schemeClr val="lt1"/>
                </a:solidFill>
                <a:latin typeface="Arial"/>
                <a:ea typeface="Arial"/>
                <a:cs typeface="Arial"/>
                <a:sym typeface="Arial"/>
              </a:defRPr>
            </a:lvl2pPr>
            <a:lvl3pPr marL="685800" marR="0" lvl="2" indent="0" algn="l" rtl="0">
              <a:lnSpc>
                <a:spcPct val="90000"/>
              </a:lnSpc>
              <a:spcBef>
                <a:spcPts val="375"/>
              </a:spcBef>
              <a:spcAft>
                <a:spcPts val="0"/>
              </a:spcAft>
              <a:buClr>
                <a:schemeClr val="lt1"/>
              </a:buClr>
              <a:buFont typeface="Arial"/>
              <a:buNone/>
              <a:defRPr sz="1500" b="0" i="0" u="none" strike="noStrike" cap="none">
                <a:solidFill>
                  <a:schemeClr val="lt1"/>
                </a:solidFill>
                <a:latin typeface="Arial"/>
                <a:ea typeface="Arial"/>
                <a:cs typeface="Arial"/>
                <a:sym typeface="Arial"/>
              </a:defRPr>
            </a:lvl3pPr>
            <a:lvl4pPr marL="1028700" marR="0" lvl="3" indent="0" algn="l" rtl="0">
              <a:lnSpc>
                <a:spcPct val="90000"/>
              </a:lnSpc>
              <a:spcBef>
                <a:spcPts val="375"/>
              </a:spcBef>
              <a:spcAft>
                <a:spcPts val="0"/>
              </a:spcAft>
              <a:buClr>
                <a:schemeClr val="lt1"/>
              </a:buClr>
              <a:buFont typeface="Arial"/>
              <a:buNone/>
              <a:defRPr sz="1350" b="0" i="0" u="none" strike="noStrike" cap="none">
                <a:solidFill>
                  <a:schemeClr val="lt1"/>
                </a:solidFill>
                <a:latin typeface="Arial"/>
                <a:ea typeface="Arial"/>
                <a:cs typeface="Arial"/>
                <a:sym typeface="Arial"/>
              </a:defRPr>
            </a:lvl4pPr>
            <a:lvl5pPr marL="1371600" marR="0" lvl="4" indent="0" algn="l" rtl="0">
              <a:lnSpc>
                <a:spcPct val="90000"/>
              </a:lnSpc>
              <a:spcBef>
                <a:spcPts val="375"/>
              </a:spcBef>
              <a:spcAft>
                <a:spcPts val="0"/>
              </a:spcAft>
              <a:buClr>
                <a:schemeClr val="lt1"/>
              </a:buClr>
              <a:buFont typeface="Arial"/>
              <a:buNone/>
              <a:defRPr sz="1350" b="0" i="0" u="none" strike="noStrike" cap="none">
                <a:solidFill>
                  <a:schemeClr val="lt1"/>
                </a:solidFill>
                <a:latin typeface="Arial"/>
                <a:ea typeface="Arial"/>
                <a:cs typeface="Arial"/>
                <a:sym typeface="Arial"/>
              </a:defRPr>
            </a:lvl5pPr>
            <a:lvl6pPr marL="1885950" marR="0" lvl="5"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6pPr>
            <a:lvl7pPr marL="2228850" marR="0" lvl="6"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7pPr>
            <a:lvl8pPr marL="2571750" marR="0" lvl="7"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8pPr>
            <a:lvl9pPr marL="2914650" marR="0" lvl="8" indent="-12587" algn="l" rtl="0">
              <a:lnSpc>
                <a:spcPct val="90000"/>
              </a:lnSpc>
              <a:spcBef>
                <a:spcPts val="375"/>
              </a:spcBef>
              <a:spcAft>
                <a:spcPts val="0"/>
              </a:spcAft>
              <a:buClr>
                <a:schemeClr val="dk1"/>
              </a:buClr>
              <a:buSzPct val="92984"/>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132" name="Shape 132"/>
          <p:cNvPicPr preferRelativeResize="0"/>
          <p:nvPr/>
        </p:nvPicPr>
        <p:blipFill rotWithShape="1">
          <a:blip r:embed="rId3">
            <a:alphaModFix/>
          </a:blip>
          <a:srcRect/>
          <a:stretch/>
        </p:blipFill>
        <p:spPr>
          <a:xfrm>
            <a:off x="8084614" y="4819471"/>
            <a:ext cx="779985" cy="171907"/>
          </a:xfrm>
          <a:prstGeom prst="rect">
            <a:avLst/>
          </a:prstGeom>
          <a:noFill/>
          <a:ln>
            <a:noFill/>
          </a:ln>
        </p:spPr>
      </p:pic>
      <p:grpSp>
        <p:nvGrpSpPr>
          <p:cNvPr id="133" name="Shape 133"/>
          <p:cNvGrpSpPr/>
          <p:nvPr/>
        </p:nvGrpSpPr>
        <p:grpSpPr>
          <a:xfrm>
            <a:off x="5443" y="0"/>
            <a:ext cx="9133114" cy="5143499"/>
            <a:chOff x="0" y="-20352"/>
            <a:chExt cx="9133114" cy="5143499"/>
          </a:xfrm>
        </p:grpSpPr>
        <p:cxnSp>
          <p:nvCxnSpPr>
            <p:cNvPr id="134" name="Shape 134"/>
            <p:cNvCxnSpPr/>
            <p:nvPr/>
          </p:nvCxnSpPr>
          <p:spPr>
            <a:xfrm>
              <a:off x="8448135"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35" name="Shape 135"/>
            <p:cNvCxnSpPr/>
            <p:nvPr/>
          </p:nvCxnSpPr>
          <p:spPr>
            <a:xfrm>
              <a:off x="867646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36" name="Shape 136"/>
            <p:cNvCxnSpPr/>
            <p:nvPr/>
          </p:nvCxnSpPr>
          <p:spPr>
            <a:xfrm>
              <a:off x="8904792"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37" name="Shape 137"/>
            <p:cNvCxnSpPr/>
            <p:nvPr/>
          </p:nvCxnSpPr>
          <p:spPr>
            <a:xfrm>
              <a:off x="7991478"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38" name="Shape 138"/>
            <p:cNvCxnSpPr/>
            <p:nvPr/>
          </p:nvCxnSpPr>
          <p:spPr>
            <a:xfrm>
              <a:off x="8219807"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39" name="Shape 139"/>
            <p:cNvCxnSpPr/>
            <p:nvPr/>
          </p:nvCxnSpPr>
          <p:spPr>
            <a:xfrm>
              <a:off x="7763152"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0" name="Shape 140"/>
            <p:cNvCxnSpPr/>
            <p:nvPr/>
          </p:nvCxnSpPr>
          <p:spPr>
            <a:xfrm>
              <a:off x="7078167"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1" name="Shape 141"/>
            <p:cNvCxnSpPr/>
            <p:nvPr/>
          </p:nvCxnSpPr>
          <p:spPr>
            <a:xfrm>
              <a:off x="7306496"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2" name="Shape 142"/>
            <p:cNvCxnSpPr/>
            <p:nvPr/>
          </p:nvCxnSpPr>
          <p:spPr>
            <a:xfrm>
              <a:off x="753482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3" name="Shape 143"/>
            <p:cNvCxnSpPr/>
            <p:nvPr/>
          </p:nvCxnSpPr>
          <p:spPr>
            <a:xfrm>
              <a:off x="662151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4" name="Shape 144"/>
            <p:cNvCxnSpPr/>
            <p:nvPr/>
          </p:nvCxnSpPr>
          <p:spPr>
            <a:xfrm>
              <a:off x="6849839"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5" name="Shape 145"/>
            <p:cNvCxnSpPr/>
            <p:nvPr/>
          </p:nvCxnSpPr>
          <p:spPr>
            <a:xfrm>
              <a:off x="6393182"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6" name="Shape 146"/>
            <p:cNvCxnSpPr/>
            <p:nvPr/>
          </p:nvCxnSpPr>
          <p:spPr>
            <a:xfrm>
              <a:off x="570820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7" name="Shape 147"/>
            <p:cNvCxnSpPr/>
            <p:nvPr/>
          </p:nvCxnSpPr>
          <p:spPr>
            <a:xfrm>
              <a:off x="5936528"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8" name="Shape 148"/>
            <p:cNvCxnSpPr/>
            <p:nvPr/>
          </p:nvCxnSpPr>
          <p:spPr>
            <a:xfrm>
              <a:off x="6164855"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49" name="Shape 149"/>
            <p:cNvCxnSpPr/>
            <p:nvPr/>
          </p:nvCxnSpPr>
          <p:spPr>
            <a:xfrm>
              <a:off x="525154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0" name="Shape 150"/>
            <p:cNvCxnSpPr/>
            <p:nvPr/>
          </p:nvCxnSpPr>
          <p:spPr>
            <a:xfrm>
              <a:off x="5479871"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1" name="Shape 151"/>
            <p:cNvCxnSpPr/>
            <p:nvPr/>
          </p:nvCxnSpPr>
          <p:spPr>
            <a:xfrm>
              <a:off x="5023216"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2" name="Shape 152"/>
            <p:cNvCxnSpPr/>
            <p:nvPr/>
          </p:nvCxnSpPr>
          <p:spPr>
            <a:xfrm>
              <a:off x="4794887"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3" name="Shape 153"/>
            <p:cNvCxnSpPr/>
            <p:nvPr/>
          </p:nvCxnSpPr>
          <p:spPr>
            <a:xfrm>
              <a:off x="456656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4" name="Shape 154"/>
            <p:cNvCxnSpPr/>
            <p:nvPr/>
          </p:nvCxnSpPr>
          <p:spPr>
            <a:xfrm>
              <a:off x="3881576"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5" name="Shape 155"/>
            <p:cNvCxnSpPr/>
            <p:nvPr/>
          </p:nvCxnSpPr>
          <p:spPr>
            <a:xfrm>
              <a:off x="4109903"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6" name="Shape 156"/>
            <p:cNvCxnSpPr/>
            <p:nvPr/>
          </p:nvCxnSpPr>
          <p:spPr>
            <a:xfrm>
              <a:off x="4338232"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7" name="Shape 157"/>
            <p:cNvCxnSpPr/>
            <p:nvPr/>
          </p:nvCxnSpPr>
          <p:spPr>
            <a:xfrm>
              <a:off x="3424919"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8" name="Shape 158"/>
            <p:cNvCxnSpPr/>
            <p:nvPr/>
          </p:nvCxnSpPr>
          <p:spPr>
            <a:xfrm>
              <a:off x="3653248"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59" name="Shape 159"/>
            <p:cNvCxnSpPr/>
            <p:nvPr/>
          </p:nvCxnSpPr>
          <p:spPr>
            <a:xfrm>
              <a:off x="3196591"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0" name="Shape 160"/>
            <p:cNvCxnSpPr/>
            <p:nvPr/>
          </p:nvCxnSpPr>
          <p:spPr>
            <a:xfrm>
              <a:off x="2511608"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1" name="Shape 161"/>
            <p:cNvCxnSpPr/>
            <p:nvPr/>
          </p:nvCxnSpPr>
          <p:spPr>
            <a:xfrm>
              <a:off x="273993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2" name="Shape 162"/>
            <p:cNvCxnSpPr/>
            <p:nvPr/>
          </p:nvCxnSpPr>
          <p:spPr>
            <a:xfrm>
              <a:off x="296826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3" name="Shape 163"/>
            <p:cNvCxnSpPr/>
            <p:nvPr/>
          </p:nvCxnSpPr>
          <p:spPr>
            <a:xfrm>
              <a:off x="205495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4" name="Shape 164"/>
            <p:cNvCxnSpPr/>
            <p:nvPr/>
          </p:nvCxnSpPr>
          <p:spPr>
            <a:xfrm>
              <a:off x="228328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5" name="Shape 165"/>
            <p:cNvCxnSpPr/>
            <p:nvPr/>
          </p:nvCxnSpPr>
          <p:spPr>
            <a:xfrm>
              <a:off x="182662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6" name="Shape 166"/>
            <p:cNvCxnSpPr/>
            <p:nvPr/>
          </p:nvCxnSpPr>
          <p:spPr>
            <a:xfrm>
              <a:off x="1598295"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7" name="Shape 167"/>
            <p:cNvCxnSpPr/>
            <p:nvPr/>
          </p:nvCxnSpPr>
          <p:spPr>
            <a:xfrm>
              <a:off x="1369966"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8" name="Shape 168"/>
            <p:cNvCxnSpPr/>
            <p:nvPr/>
          </p:nvCxnSpPr>
          <p:spPr>
            <a:xfrm>
              <a:off x="684983"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69" name="Shape 169"/>
            <p:cNvCxnSpPr/>
            <p:nvPr/>
          </p:nvCxnSpPr>
          <p:spPr>
            <a:xfrm>
              <a:off x="913312"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0" name="Shape 170"/>
            <p:cNvCxnSpPr/>
            <p:nvPr/>
          </p:nvCxnSpPr>
          <p:spPr>
            <a:xfrm>
              <a:off x="114164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1" name="Shape 171"/>
            <p:cNvCxnSpPr/>
            <p:nvPr/>
          </p:nvCxnSpPr>
          <p:spPr>
            <a:xfrm>
              <a:off x="228328"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2" name="Shape 172"/>
            <p:cNvCxnSpPr/>
            <p:nvPr/>
          </p:nvCxnSpPr>
          <p:spPr>
            <a:xfrm>
              <a:off x="456656"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3" name="Shape 173"/>
            <p:cNvCxnSpPr/>
            <p:nvPr/>
          </p:nvCxnSpPr>
          <p:spPr>
            <a:xfrm>
              <a:off x="0"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4" name="Shape 174"/>
            <p:cNvCxnSpPr/>
            <p:nvPr/>
          </p:nvCxnSpPr>
          <p:spPr>
            <a:xfrm>
              <a:off x="9133114" y="-20352"/>
              <a:ext cx="0" cy="5143499"/>
            </a:xfrm>
            <a:prstGeom prst="straightConnector1">
              <a:avLst/>
            </a:prstGeom>
            <a:noFill/>
            <a:ln w="9525" cap="flat" cmpd="sng">
              <a:solidFill>
                <a:schemeClr val="lt1">
                  <a:alpha val="9411"/>
                </a:schemeClr>
              </a:solidFill>
              <a:prstDash val="solid"/>
              <a:miter/>
              <a:headEnd type="none" w="med" len="med"/>
              <a:tailEnd type="none" w="med" len="med"/>
            </a:ln>
          </p:spPr>
        </p:cxnSp>
      </p:grpSp>
      <p:grpSp>
        <p:nvGrpSpPr>
          <p:cNvPr id="175" name="Shape 175"/>
          <p:cNvGrpSpPr/>
          <p:nvPr/>
        </p:nvGrpSpPr>
        <p:grpSpPr>
          <a:xfrm>
            <a:off x="4571998" y="-4511859"/>
            <a:ext cx="0" cy="14167215"/>
            <a:chOff x="4571998" y="-4572000"/>
            <a:chExt cx="0" cy="14167215"/>
          </a:xfrm>
        </p:grpSpPr>
        <p:cxnSp>
          <p:nvCxnSpPr>
            <p:cNvPr id="176" name="Shape 176"/>
            <p:cNvCxnSpPr/>
            <p:nvPr/>
          </p:nvCxnSpPr>
          <p:spPr>
            <a:xfrm>
              <a:off x="4571998" y="451214"/>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7" name="Shape 177"/>
            <p:cNvCxnSpPr/>
            <p:nvPr/>
          </p:nvCxnSpPr>
          <p:spPr>
            <a:xfrm>
              <a:off x="4571998" y="222887"/>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8" name="Shape 178"/>
            <p:cNvCxnSpPr/>
            <p:nvPr/>
          </p:nvCxnSpPr>
          <p:spPr>
            <a:xfrm>
              <a:off x="4571998" y="-5438"/>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79" name="Shape 179"/>
            <p:cNvCxnSpPr/>
            <p:nvPr/>
          </p:nvCxnSpPr>
          <p:spPr>
            <a:xfrm>
              <a:off x="4571998" y="-690422"/>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0" name="Shape 180"/>
            <p:cNvCxnSpPr/>
            <p:nvPr/>
          </p:nvCxnSpPr>
          <p:spPr>
            <a:xfrm>
              <a:off x="4571998" y="-462095"/>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1" name="Shape 181"/>
            <p:cNvCxnSpPr/>
            <p:nvPr/>
          </p:nvCxnSpPr>
          <p:spPr>
            <a:xfrm>
              <a:off x="4571998" y="-233767"/>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2" name="Shape 182"/>
            <p:cNvCxnSpPr/>
            <p:nvPr/>
          </p:nvCxnSpPr>
          <p:spPr>
            <a:xfrm>
              <a:off x="4571998" y="-1147079"/>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3" name="Shape 183"/>
            <p:cNvCxnSpPr/>
            <p:nvPr/>
          </p:nvCxnSpPr>
          <p:spPr>
            <a:xfrm>
              <a:off x="4571998" y="-918751"/>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4" name="Shape 184"/>
            <p:cNvCxnSpPr/>
            <p:nvPr/>
          </p:nvCxnSpPr>
          <p:spPr>
            <a:xfrm>
              <a:off x="4571998" y="-1375408"/>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5" name="Shape 185"/>
            <p:cNvCxnSpPr/>
            <p:nvPr/>
          </p:nvCxnSpPr>
          <p:spPr>
            <a:xfrm>
              <a:off x="4571998" y="-2060391"/>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6" name="Shape 186"/>
            <p:cNvCxnSpPr/>
            <p:nvPr/>
          </p:nvCxnSpPr>
          <p:spPr>
            <a:xfrm>
              <a:off x="4571998" y="-1832064"/>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7" name="Shape 187"/>
            <p:cNvCxnSpPr/>
            <p:nvPr/>
          </p:nvCxnSpPr>
          <p:spPr>
            <a:xfrm>
              <a:off x="4571998" y="-1603736"/>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8" name="Shape 188"/>
            <p:cNvCxnSpPr/>
            <p:nvPr/>
          </p:nvCxnSpPr>
          <p:spPr>
            <a:xfrm>
              <a:off x="4571998" y="-2517048"/>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89" name="Shape 189"/>
            <p:cNvCxnSpPr/>
            <p:nvPr/>
          </p:nvCxnSpPr>
          <p:spPr>
            <a:xfrm>
              <a:off x="4571998" y="-2288719"/>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0" name="Shape 190"/>
            <p:cNvCxnSpPr/>
            <p:nvPr/>
          </p:nvCxnSpPr>
          <p:spPr>
            <a:xfrm>
              <a:off x="4571998" y="-2745375"/>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1" name="Shape 191"/>
            <p:cNvCxnSpPr/>
            <p:nvPr/>
          </p:nvCxnSpPr>
          <p:spPr>
            <a:xfrm>
              <a:off x="4571998" y="-2973703"/>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2" name="Shape 192"/>
            <p:cNvCxnSpPr/>
            <p:nvPr/>
          </p:nvCxnSpPr>
          <p:spPr>
            <a:xfrm>
              <a:off x="4571998" y="-3202032"/>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3" name="Shape 193"/>
            <p:cNvCxnSpPr/>
            <p:nvPr/>
          </p:nvCxnSpPr>
          <p:spPr>
            <a:xfrm>
              <a:off x="4571998" y="-3887016"/>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4" name="Shape 194"/>
            <p:cNvCxnSpPr/>
            <p:nvPr/>
          </p:nvCxnSpPr>
          <p:spPr>
            <a:xfrm>
              <a:off x="4571998" y="-3658687"/>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5" name="Shape 195"/>
            <p:cNvCxnSpPr/>
            <p:nvPr/>
          </p:nvCxnSpPr>
          <p:spPr>
            <a:xfrm>
              <a:off x="4571998" y="-3430360"/>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6" name="Shape 196"/>
            <p:cNvCxnSpPr/>
            <p:nvPr/>
          </p:nvCxnSpPr>
          <p:spPr>
            <a:xfrm>
              <a:off x="4571998" y="-4343671"/>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7" name="Shape 197"/>
            <p:cNvCxnSpPr/>
            <p:nvPr/>
          </p:nvCxnSpPr>
          <p:spPr>
            <a:xfrm>
              <a:off x="4571998" y="-4115344"/>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cxnSp>
          <p:nvCxnSpPr>
            <p:cNvPr id="198" name="Shape 198"/>
            <p:cNvCxnSpPr/>
            <p:nvPr/>
          </p:nvCxnSpPr>
          <p:spPr>
            <a:xfrm>
              <a:off x="4571998" y="-4572000"/>
              <a:ext cx="0" cy="9144000"/>
            </a:xfrm>
            <a:prstGeom prst="straightConnector1">
              <a:avLst/>
            </a:prstGeom>
            <a:noFill/>
            <a:ln w="9525" cap="flat" cmpd="sng">
              <a:solidFill>
                <a:schemeClr val="lt1">
                  <a:alpha val="9411"/>
                </a:schemeClr>
              </a:solidFill>
              <a:prstDash val="solid"/>
              <a:miter/>
              <a:headEnd type="none" w="med" len="med"/>
              <a:tailEnd type="none" w="med" len="med"/>
            </a:ln>
          </p:spPr>
        </p:cxnSp>
      </p:grpSp>
      <p:sp>
        <p:nvSpPr>
          <p:cNvPr id="199" name="Shape 199"/>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Closing - Light">
    <p:spTree>
      <p:nvGrpSpPr>
        <p:cNvPr id="1" name="Shape 200"/>
        <p:cNvGrpSpPr/>
        <p:nvPr/>
      </p:nvGrpSpPr>
      <p:grpSpPr>
        <a:xfrm>
          <a:off x="0" y="0"/>
          <a:ext cx="0" cy="0"/>
          <a:chOff x="0" y="0"/>
          <a:chExt cx="0" cy="0"/>
        </a:xfrm>
      </p:grpSpPr>
      <p:pic>
        <p:nvPicPr>
          <p:cNvPr id="201" name="Shape 201"/>
          <p:cNvPicPr preferRelativeResize="0"/>
          <p:nvPr/>
        </p:nvPicPr>
        <p:blipFill rotWithShape="1">
          <a:blip r:embed="rId2">
            <a:alphaModFix/>
          </a:blip>
          <a:srcRect/>
          <a:stretch/>
        </p:blipFill>
        <p:spPr>
          <a:xfrm>
            <a:off x="1352" y="0"/>
            <a:ext cx="9141290" cy="5143499"/>
          </a:xfrm>
          <a:prstGeom prst="rect">
            <a:avLst/>
          </a:prstGeom>
          <a:noFill/>
          <a:ln>
            <a:noFill/>
          </a:ln>
        </p:spPr>
      </p:pic>
      <p:pic>
        <p:nvPicPr>
          <p:cNvPr id="202" name="Shape 202"/>
          <p:cNvPicPr preferRelativeResize="0"/>
          <p:nvPr/>
        </p:nvPicPr>
        <p:blipFill rotWithShape="1">
          <a:blip r:embed="rId3">
            <a:alphaModFix/>
          </a:blip>
          <a:srcRect l="1528" t="1342" b="2666"/>
          <a:stretch/>
        </p:blipFill>
        <p:spPr>
          <a:xfrm>
            <a:off x="0" y="0"/>
            <a:ext cx="4175999" cy="5143499"/>
          </a:xfrm>
          <a:prstGeom prst="rect">
            <a:avLst/>
          </a:prstGeom>
          <a:noFill/>
          <a:ln>
            <a:noFill/>
          </a:ln>
        </p:spPr>
      </p:pic>
      <p:pic>
        <p:nvPicPr>
          <p:cNvPr id="203" name="Shape 203"/>
          <p:cNvPicPr preferRelativeResize="0"/>
          <p:nvPr/>
        </p:nvPicPr>
        <p:blipFill rotWithShape="1">
          <a:blip r:embed="rId4">
            <a:alphaModFix/>
          </a:blip>
          <a:srcRect/>
          <a:stretch/>
        </p:blipFill>
        <p:spPr>
          <a:xfrm>
            <a:off x="3100615" y="1155091"/>
            <a:ext cx="2942770" cy="2468730"/>
          </a:xfrm>
          <a:prstGeom prst="rect">
            <a:avLst/>
          </a:prstGeom>
          <a:noFill/>
          <a:ln>
            <a:noFill/>
          </a:ln>
        </p:spPr>
      </p:pic>
      <p:sp>
        <p:nvSpPr>
          <p:cNvPr id="204" name="Shape 204"/>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lt1"/>
              </a:buClr>
              <a:buSzPct val="25000"/>
              <a:buFont typeface="Arial"/>
              <a:buNone/>
            </a:pPr>
            <a:r>
              <a:rPr lang="en" sz="1000" b="0" i="0" u="none" strike="noStrike" cap="none">
                <a:solidFill>
                  <a:schemeClr val="lt1"/>
                </a:solidFill>
                <a:latin typeface="Arial"/>
                <a:ea typeface="Arial"/>
                <a:cs typeface="Arial"/>
                <a:sym typeface="Arial"/>
              </a:rPr>
              <a:t>Docker 2017 - Confidential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6_Title &amp; Content - No Subtitle">
    <p:spTree>
      <p:nvGrpSpPr>
        <p:cNvPr id="1" name="Shape 206"/>
        <p:cNvGrpSpPr/>
        <p:nvPr/>
      </p:nvGrpSpPr>
      <p:grpSpPr>
        <a:xfrm>
          <a:off x="0" y="0"/>
          <a:ext cx="0" cy="0"/>
          <a:chOff x="0" y="0"/>
          <a:chExt cx="0" cy="0"/>
        </a:xfrm>
      </p:grpSpPr>
      <p:sp>
        <p:nvSpPr>
          <p:cNvPr id="207" name="Shape 207"/>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8" name="Shape 208"/>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4_Title &amp; Content - No Subtitle">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1" name="Shape 211"/>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Quote Slide">
    <p:bg>
      <p:bgPr>
        <a:solidFill>
          <a:schemeClr val="lt1"/>
        </a:solidFill>
        <a:effectLst/>
      </p:bgPr>
    </p:bg>
    <p:spTree>
      <p:nvGrpSpPr>
        <p:cNvPr id="1" name="Shape 212"/>
        <p:cNvGrpSpPr/>
        <p:nvPr/>
      </p:nvGrpSpPr>
      <p:grpSpPr>
        <a:xfrm>
          <a:off x="0" y="0"/>
          <a:ext cx="0" cy="0"/>
          <a:chOff x="0" y="0"/>
          <a:chExt cx="0" cy="0"/>
        </a:xfrm>
      </p:grpSpPr>
      <p:pic>
        <p:nvPicPr>
          <p:cNvPr id="213" name="Shape 213" descr="quote-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_Title &amp; Content - No Subtitle">
    <p:spTree>
      <p:nvGrpSpPr>
        <p:cNvPr id="1" name="Shape 214"/>
        <p:cNvGrpSpPr/>
        <p:nvPr/>
      </p:nvGrpSpPr>
      <p:grpSpPr>
        <a:xfrm>
          <a:off x="0" y="0"/>
          <a:ext cx="0" cy="0"/>
          <a:chOff x="0" y="0"/>
          <a:chExt cx="0" cy="0"/>
        </a:xfrm>
      </p:grpSpPr>
      <p:sp>
        <p:nvSpPr>
          <p:cNvPr id="215" name="Shape 215"/>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6" name="Shape 216"/>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1_Title &amp; Content - No Subtitle">
    <p:spTree>
      <p:nvGrpSpPr>
        <p:cNvPr id="1" name="Shape 220"/>
        <p:cNvGrpSpPr/>
        <p:nvPr/>
      </p:nvGrpSpPr>
      <p:grpSpPr>
        <a:xfrm>
          <a:off x="0" y="0"/>
          <a:ext cx="0" cy="0"/>
          <a:chOff x="0" y="0"/>
          <a:chExt cx="0" cy="0"/>
        </a:xfrm>
      </p:grpSpPr>
      <p:sp>
        <p:nvSpPr>
          <p:cNvPr id="221" name="Shape 221"/>
          <p:cNvSpPr txBox="1">
            <a:spLocks noGrp="1"/>
          </p:cNvSpPr>
          <p:nvPr>
            <p:ph type="body" idx="1"/>
          </p:nvPr>
        </p:nvSpPr>
        <p:spPr>
          <a:xfrm>
            <a:off x="281708"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Speaker Name">
    <p:bg>
      <p:bgPr>
        <a:solidFill>
          <a:schemeClr val="lt1"/>
        </a:solidFill>
        <a:effectLst/>
      </p:bgPr>
    </p:bg>
    <p:spTree>
      <p:nvGrpSpPr>
        <p:cNvPr id="1" name="Shape 222"/>
        <p:cNvGrpSpPr/>
        <p:nvPr/>
      </p:nvGrpSpPr>
      <p:grpSpPr>
        <a:xfrm>
          <a:off x="0" y="0"/>
          <a:ext cx="0" cy="0"/>
          <a:chOff x="0" y="0"/>
          <a:chExt cx="0" cy="0"/>
        </a:xfrm>
      </p:grpSpPr>
      <p:pic>
        <p:nvPicPr>
          <p:cNvPr id="223" name="Shape 223" descr="session-01.png"/>
          <p:cNvPicPr preferRelativeResize="0"/>
          <p:nvPr/>
        </p:nvPicPr>
        <p:blipFill rotWithShape="1">
          <a:blip r:embed="rId2">
            <a:alphaModFix/>
          </a:blip>
          <a:srcRect/>
          <a:stretch/>
        </p:blipFill>
        <p:spPr>
          <a:xfrm>
            <a:off x="0" y="0"/>
            <a:ext cx="9144000" cy="5143499"/>
          </a:xfrm>
          <a:prstGeom prst="rect">
            <a:avLst/>
          </a:prstGeom>
          <a:noFill/>
          <a:ln>
            <a:noFill/>
          </a:ln>
        </p:spPr>
      </p:pic>
      <p:sp>
        <p:nvSpPr>
          <p:cNvPr id="224" name="Shape 224"/>
          <p:cNvSpPr>
            <a:spLocks noGrp="1"/>
          </p:cNvSpPr>
          <p:nvPr>
            <p:ph type="pic" idx="2"/>
          </p:nvPr>
        </p:nvSpPr>
        <p:spPr>
          <a:xfrm>
            <a:off x="588212" y="1697790"/>
            <a:ext cx="2713787" cy="2459788"/>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7_Custom Layout">
    <p:spTree>
      <p:nvGrpSpPr>
        <p:cNvPr id="1" name="Shape 225"/>
        <p:cNvGrpSpPr/>
        <p:nvPr/>
      </p:nvGrpSpPr>
      <p:grpSpPr>
        <a:xfrm>
          <a:off x="0" y="0"/>
          <a:ext cx="0" cy="0"/>
          <a:chOff x="0" y="0"/>
          <a:chExt cx="0" cy="0"/>
        </a:xfrm>
      </p:grpSpPr>
      <p:pic>
        <p:nvPicPr>
          <p:cNvPr id="226" name="Shape 226"/>
          <p:cNvPicPr preferRelativeResize="0"/>
          <p:nvPr/>
        </p:nvPicPr>
        <p:blipFill rotWithShape="1">
          <a:blip r:embed="rId2">
            <a:alphaModFix/>
          </a:blip>
          <a:srcRect/>
          <a:stretch/>
        </p:blipFill>
        <p:spPr>
          <a:xfrm>
            <a:off x="0" y="0"/>
            <a:ext cx="9144000" cy="5143499"/>
          </a:xfrm>
          <a:prstGeom prst="rect">
            <a:avLst/>
          </a:prstGeom>
          <a:noFill/>
          <a:ln>
            <a:noFill/>
          </a:ln>
        </p:spPr>
      </p:pic>
      <p:sp>
        <p:nvSpPr>
          <p:cNvPr id="227" name="Shape 227"/>
          <p:cNvSpPr>
            <a:spLocks noGrp="1"/>
          </p:cNvSpPr>
          <p:nvPr>
            <p:ph type="pic" idx="2"/>
          </p:nvPr>
        </p:nvSpPr>
        <p:spPr>
          <a:xfrm>
            <a:off x="721895" y="574843"/>
            <a:ext cx="1818104" cy="1577472"/>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18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28" name="Shape 228"/>
          <p:cNvSpPr>
            <a:spLocks noGrp="1"/>
          </p:cNvSpPr>
          <p:nvPr>
            <p:ph type="pic" idx="3"/>
          </p:nvPr>
        </p:nvSpPr>
        <p:spPr>
          <a:xfrm>
            <a:off x="4237789" y="574843"/>
            <a:ext cx="1818104" cy="1577472"/>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18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8_Custom Layout">
    <p:bg>
      <p:bgPr>
        <a:solidFill>
          <a:schemeClr val="lt1"/>
        </a:solidFill>
        <a:effectLst/>
      </p:bgPr>
    </p:bg>
    <p:spTree>
      <p:nvGrpSpPr>
        <p:cNvPr id="1" name="Shape 229"/>
        <p:cNvGrpSpPr/>
        <p:nvPr/>
      </p:nvGrpSpPr>
      <p:grpSpPr>
        <a:xfrm>
          <a:off x="0" y="0"/>
          <a:ext cx="0" cy="0"/>
          <a:chOff x="0" y="0"/>
          <a:chExt cx="0" cy="0"/>
        </a:xfrm>
      </p:grpSpPr>
      <p:pic>
        <p:nvPicPr>
          <p:cNvPr id="230" name="Shape 230" descr="session3-01.png"/>
          <p:cNvPicPr preferRelativeResize="0"/>
          <p:nvPr/>
        </p:nvPicPr>
        <p:blipFill rotWithShape="1">
          <a:blip r:embed="rId2">
            <a:alphaModFix/>
          </a:blip>
          <a:srcRect/>
          <a:stretch/>
        </p:blipFill>
        <p:spPr>
          <a:xfrm>
            <a:off x="0" y="0"/>
            <a:ext cx="9144000" cy="5143499"/>
          </a:xfrm>
          <a:prstGeom prst="rect">
            <a:avLst/>
          </a:prstGeom>
          <a:noFill/>
          <a:ln>
            <a:noFill/>
          </a:ln>
        </p:spPr>
      </p:pic>
      <p:sp>
        <p:nvSpPr>
          <p:cNvPr id="231" name="Shape 231"/>
          <p:cNvSpPr>
            <a:spLocks noGrp="1"/>
          </p:cNvSpPr>
          <p:nvPr>
            <p:ph type="pic" idx="2"/>
          </p:nvPr>
        </p:nvSpPr>
        <p:spPr>
          <a:xfrm>
            <a:off x="588212" y="1697790"/>
            <a:ext cx="2713787" cy="2459788"/>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3_Agenda">
    <p:bg>
      <p:bgPr>
        <a:solidFill>
          <a:schemeClr val="lt1"/>
        </a:solidFill>
        <a:effectLst/>
      </p:bgPr>
    </p:bg>
    <p:spTree>
      <p:nvGrpSpPr>
        <p:cNvPr id="1" name="Shape 232"/>
        <p:cNvGrpSpPr/>
        <p:nvPr/>
      </p:nvGrpSpPr>
      <p:grpSpPr>
        <a:xfrm>
          <a:off x="0" y="0"/>
          <a:ext cx="0" cy="0"/>
          <a:chOff x="0" y="0"/>
          <a:chExt cx="0" cy="0"/>
        </a:xfrm>
      </p:grpSpPr>
      <p:pic>
        <p:nvPicPr>
          <p:cNvPr id="233" name="Shape 233" descr="agenda-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9_Custom Layout">
    <p:spTree>
      <p:nvGrpSpPr>
        <p:cNvPr id="1" name="Shape 234"/>
        <p:cNvGrpSpPr/>
        <p:nvPr/>
      </p:nvGrpSpPr>
      <p:grpSpPr>
        <a:xfrm>
          <a:off x="0" y="0"/>
          <a:ext cx="0" cy="0"/>
          <a:chOff x="0" y="0"/>
          <a:chExt cx="0" cy="0"/>
        </a:xfrm>
      </p:grpSpPr>
      <p:pic>
        <p:nvPicPr>
          <p:cNvPr id="235" name="Shape 235" descr="agenda2-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0_Custom Layout">
    <p:spTree>
      <p:nvGrpSpPr>
        <p:cNvPr id="1" name="Shape 236"/>
        <p:cNvGrpSpPr/>
        <p:nvPr/>
      </p:nvGrpSpPr>
      <p:grpSpPr>
        <a:xfrm>
          <a:off x="0" y="0"/>
          <a:ext cx="0" cy="0"/>
          <a:chOff x="0" y="0"/>
          <a:chExt cx="0" cy="0"/>
        </a:xfrm>
      </p:grpSpPr>
      <p:pic>
        <p:nvPicPr>
          <p:cNvPr id="237" name="Shape 237" descr="title slide-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1_Custom Layout">
    <p:spTree>
      <p:nvGrpSpPr>
        <p:cNvPr id="1" name="Shape 238"/>
        <p:cNvGrpSpPr/>
        <p:nvPr/>
      </p:nvGrpSpPr>
      <p:grpSpPr>
        <a:xfrm>
          <a:off x="0" y="0"/>
          <a:ext cx="0" cy="0"/>
          <a:chOff x="0" y="0"/>
          <a:chExt cx="0" cy="0"/>
        </a:xfrm>
      </p:grpSpPr>
      <p:pic>
        <p:nvPicPr>
          <p:cNvPr id="239" name="Shape 239" descr="title slide2-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Shape 240"/>
        <p:cNvGrpSpPr/>
        <p:nvPr/>
      </p:nvGrpSpPr>
      <p:grpSpPr>
        <a:xfrm>
          <a:off x="0" y="0"/>
          <a:ext cx="0" cy="0"/>
          <a:chOff x="0" y="0"/>
          <a:chExt cx="0" cy="0"/>
        </a:xfrm>
      </p:grpSpPr>
      <p:pic>
        <p:nvPicPr>
          <p:cNvPr id="241" name="Shape 241" descr="body-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2"/>
        <p:cNvGrpSpPr/>
        <p:nvPr/>
      </p:nvGrpSpPr>
      <p:grpSpPr>
        <a:xfrm>
          <a:off x="0" y="0"/>
          <a:ext cx="0" cy="0"/>
          <a:chOff x="0" y="0"/>
          <a:chExt cx="0" cy="0"/>
        </a:xfrm>
      </p:grpSpPr>
      <p:pic>
        <p:nvPicPr>
          <p:cNvPr id="243" name="Shape 243"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Title &amp; Content">
    <p:spTree>
      <p:nvGrpSpPr>
        <p:cNvPr id="1" name="Shape 244"/>
        <p:cNvGrpSpPr/>
        <p:nvPr/>
      </p:nvGrpSpPr>
      <p:grpSpPr>
        <a:xfrm>
          <a:off x="0" y="0"/>
          <a:ext cx="0" cy="0"/>
          <a:chOff x="0" y="0"/>
          <a:chExt cx="0" cy="0"/>
        </a:xfrm>
      </p:grpSpPr>
      <p:pic>
        <p:nvPicPr>
          <p:cNvPr id="245" name="Shape 245"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
        <p:nvSpPr>
          <p:cNvPr id="246" name="Shape 246"/>
          <p:cNvSpPr txBox="1">
            <a:spLocks noGrp="1"/>
          </p:cNvSpPr>
          <p:nvPr>
            <p:ph type="body" idx="1"/>
          </p:nvPr>
        </p:nvSpPr>
        <p:spPr>
          <a:xfrm>
            <a:off x="281708"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7" name="Shape 247"/>
          <p:cNvSpPr txBox="1">
            <a:spLocks noGrp="1"/>
          </p:cNvSpPr>
          <p:nvPr>
            <p:ph type="body" idx="2"/>
          </p:nvPr>
        </p:nvSpPr>
        <p:spPr>
          <a:xfrm>
            <a:off x="281708" y="822641"/>
            <a:ext cx="6852868" cy="369332"/>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rgbClr val="394D54"/>
              </a:buClr>
              <a:buFont typeface="Arial"/>
              <a:buNone/>
              <a:defRPr sz="1800" b="1" i="0" u="none" strike="noStrike" cap="none">
                <a:solidFill>
                  <a:srgbClr val="394D54"/>
                </a:solidFill>
                <a:latin typeface="Comfortaa"/>
                <a:ea typeface="Comfortaa"/>
                <a:cs typeface="Comfortaa"/>
                <a:sym typeface="Comfortaa"/>
              </a:defRPr>
            </a:lvl1pPr>
            <a:lvl2pPr marL="685800" marR="0" lvl="1"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2pPr>
            <a:lvl3pPr marL="1143000" marR="0" lvl="2"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3pPr>
            <a:lvl4pPr marL="1600200" marR="0" lvl="3"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4pPr>
            <a:lvl5pPr marL="2057400" marR="0" lvl="4"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8" name="Shape 248"/>
          <p:cNvSpPr txBox="1">
            <a:spLocks noGrp="1"/>
          </p:cNvSpPr>
          <p:nvPr>
            <p:ph type="body" idx="3"/>
          </p:nvPr>
        </p:nvSpPr>
        <p:spPr>
          <a:xfrm>
            <a:off x="281708" y="1695450"/>
            <a:ext cx="6753576" cy="1631214"/>
          </a:xfrm>
          <a:prstGeom prst="rect">
            <a:avLst/>
          </a:prstGeom>
          <a:noFill/>
          <a:ln>
            <a:noFill/>
          </a:ln>
        </p:spPr>
        <p:txBody>
          <a:bodyPr lIns="91425" tIns="91425" rIns="91425" bIns="91425" anchor="t" anchorCtr="0"/>
          <a:lstStyle>
            <a:lvl1pPr marL="284163" marR="0" lvl="0" indent="-55563"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50" marR="0" lvl="1" indent="-317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63" marR="0" lvl="2" indent="-301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88" marR="0" lvl="3" indent="-9048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50" marR="0" lvl="4" indent="-825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2_Title &amp; Content - No Subtitle">
    <p:spTree>
      <p:nvGrpSpPr>
        <p:cNvPr id="1" name="Shape 249"/>
        <p:cNvGrpSpPr/>
        <p:nvPr/>
      </p:nvGrpSpPr>
      <p:grpSpPr>
        <a:xfrm>
          <a:off x="0" y="0"/>
          <a:ext cx="0" cy="0"/>
          <a:chOff x="0" y="0"/>
          <a:chExt cx="0" cy="0"/>
        </a:xfrm>
      </p:grpSpPr>
      <p:pic>
        <p:nvPicPr>
          <p:cNvPr id="250" name="Shape 250"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
        <p:nvSpPr>
          <p:cNvPr id="251" name="Shape 251"/>
          <p:cNvSpPr txBox="1">
            <a:spLocks noGrp="1"/>
          </p:cNvSpPr>
          <p:nvPr>
            <p:ph type="body" idx="1"/>
          </p:nvPr>
        </p:nvSpPr>
        <p:spPr>
          <a:xfrm>
            <a:off x="281708"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2" name="Shape 252"/>
          <p:cNvSpPr txBox="1">
            <a:spLocks noGrp="1"/>
          </p:cNvSpPr>
          <p:nvPr>
            <p:ph type="body" idx="2"/>
          </p:nvPr>
        </p:nvSpPr>
        <p:spPr>
          <a:xfrm>
            <a:off x="281708" y="1390650"/>
            <a:ext cx="6753576" cy="1631214"/>
          </a:xfrm>
          <a:prstGeom prst="rect">
            <a:avLst/>
          </a:prstGeom>
          <a:noFill/>
          <a:ln>
            <a:noFill/>
          </a:ln>
        </p:spPr>
        <p:txBody>
          <a:bodyPr lIns="91425" tIns="91425" rIns="91425" bIns="91425" anchor="t" anchorCtr="0"/>
          <a:lstStyle>
            <a:lvl1pPr marL="284163" marR="0" lvl="0" indent="-55563"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50" marR="0" lvl="1" indent="-317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63" marR="0" lvl="2" indent="-301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88" marR="0" lvl="3" indent="-9048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50" marR="0" lvl="4" indent="-825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1_2- Line Title &amp; Content">
    <p:spTree>
      <p:nvGrpSpPr>
        <p:cNvPr id="1" name="Shape 253"/>
        <p:cNvGrpSpPr/>
        <p:nvPr/>
      </p:nvGrpSpPr>
      <p:grpSpPr>
        <a:xfrm>
          <a:off x="0" y="0"/>
          <a:ext cx="0" cy="0"/>
          <a:chOff x="0" y="0"/>
          <a:chExt cx="0" cy="0"/>
        </a:xfrm>
      </p:grpSpPr>
      <p:pic>
        <p:nvPicPr>
          <p:cNvPr id="254" name="Shape 254"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
        <p:nvSpPr>
          <p:cNvPr id="255" name="Shape 255"/>
          <p:cNvSpPr txBox="1">
            <a:spLocks noGrp="1"/>
          </p:cNvSpPr>
          <p:nvPr>
            <p:ph type="body" idx="1"/>
          </p:nvPr>
        </p:nvSpPr>
        <p:spPr>
          <a:xfrm>
            <a:off x="281708" y="149005"/>
            <a:ext cx="6852868" cy="1261884"/>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6" name="Shape 256"/>
          <p:cNvSpPr txBox="1">
            <a:spLocks noGrp="1"/>
          </p:cNvSpPr>
          <p:nvPr>
            <p:ph type="body" idx="2"/>
          </p:nvPr>
        </p:nvSpPr>
        <p:spPr>
          <a:xfrm>
            <a:off x="281708" y="1368504"/>
            <a:ext cx="6852868" cy="369332"/>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rgbClr val="394D54"/>
              </a:buClr>
              <a:buFont typeface="Arial"/>
              <a:buNone/>
              <a:defRPr sz="1800" b="1" i="0" u="none" strike="noStrike" cap="none">
                <a:solidFill>
                  <a:srgbClr val="394D54"/>
                </a:solidFill>
                <a:latin typeface="Comfortaa"/>
                <a:ea typeface="Comfortaa"/>
                <a:cs typeface="Comfortaa"/>
                <a:sym typeface="Comfortaa"/>
              </a:defRPr>
            </a:lvl1pPr>
            <a:lvl2pPr marL="685800" marR="0" lvl="1"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2pPr>
            <a:lvl3pPr marL="1143000" marR="0" lvl="2"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3pPr>
            <a:lvl4pPr marL="1600200" marR="0" lvl="3"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4pPr>
            <a:lvl5pPr marL="2057400" marR="0" lvl="4" indent="0" algn="l" rtl="0">
              <a:lnSpc>
                <a:spcPct val="90000"/>
              </a:lnSpc>
              <a:spcBef>
                <a:spcPts val="500"/>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7" name="Shape 257"/>
          <p:cNvSpPr txBox="1">
            <a:spLocks noGrp="1"/>
          </p:cNvSpPr>
          <p:nvPr>
            <p:ph type="body" idx="3"/>
          </p:nvPr>
        </p:nvSpPr>
        <p:spPr>
          <a:xfrm>
            <a:off x="281708" y="2331298"/>
            <a:ext cx="6753576" cy="1631214"/>
          </a:xfrm>
          <a:prstGeom prst="rect">
            <a:avLst/>
          </a:prstGeom>
          <a:noFill/>
          <a:ln>
            <a:noFill/>
          </a:ln>
        </p:spPr>
        <p:txBody>
          <a:bodyPr lIns="91425" tIns="91425" rIns="91425" bIns="91425" anchor="t" anchorCtr="0"/>
          <a:lstStyle>
            <a:lvl1pPr marL="284163" marR="0" lvl="0" indent="-55563"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50" marR="0" lvl="1" indent="-317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63" marR="0" lvl="2" indent="-301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88" marR="0" lvl="3" indent="-9048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50" marR="0" lvl="4" indent="-825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_2- Line Title &amp; Content - No Subtitle">
    <p:spTree>
      <p:nvGrpSpPr>
        <p:cNvPr id="1" name="Shape 258"/>
        <p:cNvGrpSpPr/>
        <p:nvPr/>
      </p:nvGrpSpPr>
      <p:grpSpPr>
        <a:xfrm>
          <a:off x="0" y="0"/>
          <a:ext cx="0" cy="0"/>
          <a:chOff x="0" y="0"/>
          <a:chExt cx="0" cy="0"/>
        </a:xfrm>
      </p:grpSpPr>
      <p:pic>
        <p:nvPicPr>
          <p:cNvPr id="259" name="Shape 259"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
        <p:nvSpPr>
          <p:cNvPr id="260" name="Shape 260"/>
          <p:cNvSpPr txBox="1">
            <a:spLocks noGrp="1"/>
          </p:cNvSpPr>
          <p:nvPr>
            <p:ph type="body" idx="1"/>
          </p:nvPr>
        </p:nvSpPr>
        <p:spPr>
          <a:xfrm>
            <a:off x="281708" y="149005"/>
            <a:ext cx="6852868" cy="1261884"/>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1" name="Shape 261"/>
          <p:cNvSpPr txBox="1">
            <a:spLocks noGrp="1"/>
          </p:cNvSpPr>
          <p:nvPr>
            <p:ph type="body" idx="2"/>
          </p:nvPr>
        </p:nvSpPr>
        <p:spPr>
          <a:xfrm>
            <a:off x="281708" y="1943948"/>
            <a:ext cx="6753576" cy="1631214"/>
          </a:xfrm>
          <a:prstGeom prst="rect">
            <a:avLst/>
          </a:prstGeom>
          <a:noFill/>
          <a:ln>
            <a:noFill/>
          </a:ln>
        </p:spPr>
        <p:txBody>
          <a:bodyPr lIns="91425" tIns="91425" rIns="91425" bIns="91425" anchor="t" anchorCtr="0"/>
          <a:lstStyle>
            <a:lvl1pPr marL="284163" marR="0" lvl="0" indent="-55563"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50" marR="0" lvl="1" indent="-317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63" marR="0" lvl="2" indent="-301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88" marR="0" lvl="3" indent="-9048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50" marR="0" lvl="4" indent="-82550"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Dark Photo with Caption">
    <p:bg>
      <p:bgPr>
        <a:solidFill>
          <a:schemeClr val="lt1"/>
        </a:solidFill>
        <a:effectLst/>
      </p:bgPr>
    </p:bg>
    <p:spTree>
      <p:nvGrpSpPr>
        <p:cNvPr id="1" name="Shape 262"/>
        <p:cNvGrpSpPr/>
        <p:nvPr/>
      </p:nvGrpSpPr>
      <p:grpSpPr>
        <a:xfrm>
          <a:off x="0" y="0"/>
          <a:ext cx="0" cy="0"/>
          <a:chOff x="0" y="0"/>
          <a:chExt cx="0" cy="0"/>
        </a:xfrm>
      </p:grpSpPr>
      <p:sp>
        <p:nvSpPr>
          <p:cNvPr id="263" name="Shape 263"/>
          <p:cNvSpPr>
            <a:spLocks noGrp="1"/>
          </p:cNvSpPr>
          <p:nvPr>
            <p:ph type="pic" idx="2"/>
          </p:nvPr>
        </p:nvSpPr>
        <p:spPr>
          <a:xfrm>
            <a:off x="0" y="0"/>
            <a:ext cx="9144000" cy="5143499"/>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Light Photo with Caption">
    <p:bg>
      <p:bgPr>
        <a:solidFill>
          <a:schemeClr val="lt1"/>
        </a:solidFill>
        <a:effectLst/>
      </p:bgPr>
    </p:bg>
    <p:spTree>
      <p:nvGrpSpPr>
        <p:cNvPr id="1" name="Shape 264"/>
        <p:cNvGrpSpPr/>
        <p:nvPr/>
      </p:nvGrpSpPr>
      <p:grpSpPr>
        <a:xfrm>
          <a:off x="0" y="0"/>
          <a:ext cx="0" cy="0"/>
          <a:chOff x="0" y="0"/>
          <a:chExt cx="0" cy="0"/>
        </a:xfrm>
      </p:grpSpPr>
      <p:sp>
        <p:nvSpPr>
          <p:cNvPr id="265" name="Shape 265"/>
          <p:cNvSpPr>
            <a:spLocks noGrp="1"/>
          </p:cNvSpPr>
          <p:nvPr>
            <p:ph type="pic" idx="2"/>
          </p:nvPr>
        </p:nvSpPr>
        <p:spPr>
          <a:xfrm>
            <a:off x="0" y="0"/>
            <a:ext cx="9144000" cy="5143499"/>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Demo Slide">
    <p:bg>
      <p:bgPr>
        <a:solidFill>
          <a:schemeClr val="lt1"/>
        </a:solidFill>
        <a:effectLst/>
      </p:bgPr>
    </p:bg>
    <p:spTree>
      <p:nvGrpSpPr>
        <p:cNvPr id="1" name="Shape 266"/>
        <p:cNvGrpSpPr/>
        <p:nvPr/>
      </p:nvGrpSpPr>
      <p:grpSpPr>
        <a:xfrm>
          <a:off x="0" y="0"/>
          <a:ext cx="0" cy="0"/>
          <a:chOff x="0" y="0"/>
          <a:chExt cx="0" cy="0"/>
        </a:xfrm>
      </p:grpSpPr>
      <p:sp>
        <p:nvSpPr>
          <p:cNvPr id="267" name="Shape 267"/>
          <p:cNvSpPr/>
          <p:nvPr/>
        </p:nvSpPr>
        <p:spPr>
          <a:xfrm>
            <a:off x="0" y="1029366"/>
            <a:ext cx="9135879" cy="4114132"/>
          </a:xfrm>
          <a:prstGeom prst="rect">
            <a:avLst/>
          </a:prstGeom>
          <a:solidFill>
            <a:srgbClr val="2C3C41"/>
          </a:solidFill>
          <a:ln w="9525" cap="flat" cmpd="sng">
            <a:solidFill>
              <a:schemeClr val="accen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pic>
        <p:nvPicPr>
          <p:cNvPr id="268" name="Shape 268" descr="bottom.png"/>
          <p:cNvPicPr preferRelativeResize="0"/>
          <p:nvPr/>
        </p:nvPicPr>
        <p:blipFill rotWithShape="1">
          <a:blip r:embed="rId2">
            <a:alphaModFix/>
          </a:blip>
          <a:srcRect l="19543"/>
          <a:stretch/>
        </p:blipFill>
        <p:spPr>
          <a:xfrm>
            <a:off x="0" y="3997157"/>
            <a:ext cx="9010318" cy="1146340"/>
          </a:xfrm>
          <a:prstGeom prst="rect">
            <a:avLst/>
          </a:prstGeom>
          <a:noFill/>
          <a:ln>
            <a:noFill/>
          </a:ln>
        </p:spPr>
      </p:pic>
      <p:sp>
        <p:nvSpPr>
          <p:cNvPr id="269" name="Shape 269"/>
          <p:cNvSpPr txBox="1">
            <a:spLocks noGrp="1"/>
          </p:cNvSpPr>
          <p:nvPr>
            <p:ph type="title"/>
          </p:nvPr>
        </p:nvSpPr>
        <p:spPr>
          <a:xfrm>
            <a:off x="360945" y="205979"/>
            <a:ext cx="8325852" cy="857250"/>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rgbClr val="F7AB1B"/>
              </a:buClr>
              <a:buFont typeface="Calibri"/>
              <a:buNone/>
              <a:defRPr sz="3600" b="0" i="0" u="none" strike="noStrike" cap="none">
                <a:solidFill>
                  <a:srgbClr val="F7AB1B"/>
                </a:solidFill>
                <a:latin typeface="Calibri"/>
                <a:ea typeface="Calibri"/>
                <a:cs typeface="Calibri"/>
                <a:sym typeface="Calibri"/>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hank You Slide">
    <p:bg>
      <p:bgPr>
        <a:solidFill>
          <a:schemeClr val="lt1"/>
        </a:solidFill>
        <a:effectLst/>
      </p:bgPr>
    </p:bg>
    <p:spTree>
      <p:nvGrpSpPr>
        <p:cNvPr id="1" name="Shape 270"/>
        <p:cNvGrpSpPr/>
        <p:nvPr/>
      </p:nvGrpSpPr>
      <p:grpSpPr>
        <a:xfrm>
          <a:off x="0" y="0"/>
          <a:ext cx="0" cy="0"/>
          <a:chOff x="0" y="0"/>
          <a:chExt cx="0" cy="0"/>
        </a:xfrm>
      </p:grpSpPr>
      <p:pic>
        <p:nvPicPr>
          <p:cNvPr id="271" name="Shape 271" descr="thank you2-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2_Custom Layout">
    <p:spTree>
      <p:nvGrpSpPr>
        <p:cNvPr id="1" name="Shape 272"/>
        <p:cNvGrpSpPr/>
        <p:nvPr/>
      </p:nvGrpSpPr>
      <p:grpSpPr>
        <a:xfrm>
          <a:off x="0" y="0"/>
          <a:ext cx="0" cy="0"/>
          <a:chOff x="0" y="0"/>
          <a:chExt cx="0" cy="0"/>
        </a:xfrm>
      </p:grpSpPr>
      <p:pic>
        <p:nvPicPr>
          <p:cNvPr id="273" name="Shape 273" descr="thank you-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13_Custom Layout">
    <p:spTree>
      <p:nvGrpSpPr>
        <p:cNvPr id="1" name="Shape 274"/>
        <p:cNvGrpSpPr/>
        <p:nvPr/>
      </p:nvGrpSpPr>
      <p:grpSpPr>
        <a:xfrm>
          <a:off x="0" y="0"/>
          <a:ext cx="0" cy="0"/>
          <a:chOff x="0" y="0"/>
          <a:chExt cx="0" cy="0"/>
        </a:xfrm>
      </p:grpSpPr>
      <p:pic>
        <p:nvPicPr>
          <p:cNvPr id="275" name="Shape 275" descr="Section header-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3_Custom Layout">
    <p:spTree>
      <p:nvGrpSpPr>
        <p:cNvPr id="1" name="Shape 276"/>
        <p:cNvGrpSpPr/>
        <p:nvPr/>
      </p:nvGrpSpPr>
      <p:grpSpPr>
        <a:xfrm>
          <a:off x="0" y="0"/>
          <a:ext cx="0" cy="0"/>
          <a:chOff x="0" y="0"/>
          <a:chExt cx="0" cy="0"/>
        </a:xfrm>
      </p:grpSpPr>
      <p:pic>
        <p:nvPicPr>
          <p:cNvPr id="277" name="Shape 277" descr="agenda2-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78"/>
        <p:cNvGrpSpPr/>
        <p:nvPr/>
      </p:nvGrpSpPr>
      <p:grpSpPr>
        <a:xfrm>
          <a:off x="0" y="0"/>
          <a:ext cx="0" cy="0"/>
          <a:chOff x="0" y="0"/>
          <a:chExt cx="0" cy="0"/>
        </a:xfrm>
      </p:grpSpPr>
      <p:pic>
        <p:nvPicPr>
          <p:cNvPr id="279" name="Shape 279" descr="body-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2_Custom Layout">
    <p:spTree>
      <p:nvGrpSpPr>
        <p:cNvPr id="1" name="Shape 280"/>
        <p:cNvGrpSpPr/>
        <p:nvPr/>
      </p:nvGrpSpPr>
      <p:grpSpPr>
        <a:xfrm>
          <a:off x="0" y="0"/>
          <a:ext cx="0" cy="0"/>
          <a:chOff x="0" y="0"/>
          <a:chExt cx="0" cy="0"/>
        </a:xfrm>
      </p:grpSpPr>
      <p:pic>
        <p:nvPicPr>
          <p:cNvPr id="281" name="Shape 281" descr="title slide2-01.png"/>
          <p:cNvPicPr preferRelativeResize="0"/>
          <p:nvPr/>
        </p:nvPicPr>
        <p:blipFill rotWithShape="1">
          <a:blip r:embed="rId2">
            <a:alphaModFix/>
          </a:blip>
          <a:srcRect/>
          <a:stretch/>
        </p:blipFill>
        <p:spPr>
          <a:xfrm>
            <a:off x="0" y="0"/>
            <a:ext cx="9144000" cy="5143499"/>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5_Title &amp; Content - No Subtitle">
    <p:spTree>
      <p:nvGrpSpPr>
        <p:cNvPr id="1" name="Shape 282"/>
        <p:cNvGrpSpPr/>
        <p:nvPr/>
      </p:nvGrpSpPr>
      <p:grpSpPr>
        <a:xfrm>
          <a:off x="0" y="0"/>
          <a:ext cx="0" cy="0"/>
          <a:chOff x="0" y="0"/>
          <a:chExt cx="0" cy="0"/>
        </a:xfrm>
      </p:grpSpPr>
      <p:sp>
        <p:nvSpPr>
          <p:cNvPr id="283" name="Shape 283"/>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4" name="Shape 284"/>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ark Photo with Caption">
    <p:bg>
      <p:bgPr>
        <a:solidFill>
          <a:schemeClr val="lt1"/>
        </a:solidFill>
        <a:effectLst/>
      </p:bgPr>
    </p:bg>
    <p:spTree>
      <p:nvGrpSpPr>
        <p:cNvPr id="1" name="Shape 285"/>
        <p:cNvGrpSpPr/>
        <p:nvPr/>
      </p:nvGrpSpPr>
      <p:grpSpPr>
        <a:xfrm>
          <a:off x="0" y="0"/>
          <a:ext cx="0" cy="0"/>
          <a:chOff x="0" y="0"/>
          <a:chExt cx="0" cy="0"/>
        </a:xfrm>
      </p:grpSpPr>
      <p:sp>
        <p:nvSpPr>
          <p:cNvPr id="286" name="Shape 286"/>
          <p:cNvSpPr>
            <a:spLocks noGrp="1"/>
          </p:cNvSpPr>
          <p:nvPr>
            <p:ph type="pic" idx="2"/>
          </p:nvPr>
        </p:nvSpPr>
        <p:spPr>
          <a:xfrm>
            <a:off x="0" y="0"/>
            <a:ext cx="9144000" cy="5143499"/>
          </a:xfrm>
          <a:prstGeom prst="rect">
            <a:avLst/>
          </a:prstGeom>
          <a:noFill/>
          <a:ln>
            <a:noFill/>
          </a:ln>
        </p:spPr>
        <p:txBody>
          <a:bodyPr lIns="91425" tIns="91425" rIns="91425" bIns="91425" anchor="t" anchorCtr="0"/>
          <a:lstStyle>
            <a:lvl1pPr marL="0" marR="0" lvl="0" indent="0" algn="l" rtl="0">
              <a:lnSpc>
                <a:spcPct val="90000"/>
              </a:lnSpc>
              <a:spcBef>
                <a:spcPts val="675"/>
              </a:spcBef>
              <a:spcAft>
                <a:spcPts val="0"/>
              </a:spcAft>
              <a:buClr>
                <a:schemeClr val="dk1"/>
              </a:buClr>
              <a:buFont typeface="Arial"/>
              <a:buNone/>
              <a:defRPr sz="3225" b="0" i="0" u="none" strike="noStrike" cap="none">
                <a:solidFill>
                  <a:schemeClr val="dk1"/>
                </a:solidFill>
                <a:latin typeface="Comfortaa"/>
                <a:ea typeface="Comfortaa"/>
                <a:cs typeface="Comfortaa"/>
                <a:sym typeface="Comfortaa"/>
              </a:defRPr>
            </a:lvl1pPr>
            <a:lvl2pPr marL="457200" marR="0" lvl="1" indent="0" algn="l" rtl="0">
              <a:lnSpc>
                <a:spcPct val="90000"/>
              </a:lnSpc>
              <a:spcBef>
                <a:spcPts val="525"/>
              </a:spcBef>
              <a:spcAft>
                <a:spcPts val="0"/>
              </a:spcAft>
              <a:buClr>
                <a:schemeClr val="dk1"/>
              </a:buClr>
              <a:buFont typeface="Arial"/>
              <a:buNone/>
              <a:defRPr sz="2775" b="0" i="0" u="none" strike="noStrike" cap="none">
                <a:solidFill>
                  <a:schemeClr val="dk1"/>
                </a:solidFill>
                <a:latin typeface="Comfortaa"/>
                <a:ea typeface="Comfortaa"/>
                <a:cs typeface="Comfortaa"/>
                <a:sym typeface="Comfortaa"/>
              </a:defRPr>
            </a:lvl2pPr>
            <a:lvl3pPr marL="914400" marR="0" lvl="2" indent="0" algn="l" rtl="0">
              <a:lnSpc>
                <a:spcPct val="90000"/>
              </a:lnSpc>
              <a:spcBef>
                <a:spcPts val="450"/>
              </a:spcBef>
              <a:spcAft>
                <a:spcPts val="0"/>
              </a:spcAft>
              <a:buClr>
                <a:schemeClr val="dk1"/>
              </a:buClr>
              <a:buFont typeface="Arial"/>
              <a:buNone/>
              <a:defRPr sz="2400" b="0" i="0" u="none" strike="noStrike" cap="none">
                <a:solidFill>
                  <a:schemeClr val="dk1"/>
                </a:solidFill>
                <a:latin typeface="Comfortaa"/>
                <a:ea typeface="Comfortaa"/>
                <a:cs typeface="Comfortaa"/>
                <a:sym typeface="Comfortaa"/>
              </a:defRPr>
            </a:lvl3pPr>
            <a:lvl4pPr marL="1371600" marR="0" lvl="3" indent="0" algn="l" rtl="0">
              <a:lnSpc>
                <a:spcPct val="90000"/>
              </a:lnSpc>
              <a:spcBef>
                <a:spcPts val="375"/>
              </a:spcBef>
              <a:spcAft>
                <a:spcPts val="0"/>
              </a:spcAft>
              <a:buClr>
                <a:schemeClr val="dk1"/>
              </a:buClr>
              <a:buFont typeface="Arial"/>
              <a:buNone/>
              <a:defRPr sz="2025" b="0" i="0" u="none" strike="noStrike" cap="none">
                <a:solidFill>
                  <a:schemeClr val="dk1"/>
                </a:solidFill>
                <a:latin typeface="Comfortaa"/>
                <a:ea typeface="Comfortaa"/>
                <a:cs typeface="Comfortaa"/>
                <a:sym typeface="Comfortaa"/>
              </a:defRPr>
            </a:lvl4pPr>
            <a:lvl5pPr marL="1828800" marR="0" lvl="4" indent="0" algn="l" rtl="0">
              <a:lnSpc>
                <a:spcPct val="90000"/>
              </a:lnSpc>
              <a:spcBef>
                <a:spcPts val="375"/>
              </a:spcBef>
              <a:spcAft>
                <a:spcPts val="0"/>
              </a:spcAft>
              <a:buClr>
                <a:schemeClr val="dk1"/>
              </a:buClr>
              <a:buFont typeface="Arial"/>
              <a:buNone/>
              <a:defRPr sz="2025" b="0" i="0" u="none" strike="noStrike" cap="none">
                <a:solidFill>
                  <a:schemeClr val="dk1"/>
                </a:solidFill>
                <a:latin typeface="Comfortaa"/>
                <a:ea typeface="Comfortaa"/>
                <a:cs typeface="Comfortaa"/>
                <a:sym typeface="Comfortaa"/>
              </a:defRPr>
            </a:lvl5pPr>
            <a:lvl6pPr marL="2286000" marR="0" lvl="5" indent="0" algn="l" rtl="0">
              <a:lnSpc>
                <a:spcPct val="90000"/>
              </a:lnSpc>
              <a:spcBef>
                <a:spcPts val="375"/>
              </a:spcBef>
              <a:spcAft>
                <a:spcPts val="0"/>
              </a:spcAft>
              <a:buClr>
                <a:schemeClr val="dk1"/>
              </a:buClr>
              <a:buFont typeface="Arial"/>
              <a:buNone/>
              <a:defRPr sz="2025" b="0" i="0" u="none" strike="noStrike" cap="none">
                <a:solidFill>
                  <a:schemeClr val="dk1"/>
                </a:solidFill>
                <a:latin typeface="Calibri"/>
                <a:ea typeface="Calibri"/>
                <a:cs typeface="Calibri"/>
                <a:sym typeface="Calibri"/>
              </a:defRPr>
            </a:lvl6pPr>
            <a:lvl7pPr marL="2743200" marR="0" lvl="6" indent="0" algn="l" rtl="0">
              <a:lnSpc>
                <a:spcPct val="90000"/>
              </a:lnSpc>
              <a:spcBef>
                <a:spcPts val="375"/>
              </a:spcBef>
              <a:spcAft>
                <a:spcPts val="0"/>
              </a:spcAft>
              <a:buClr>
                <a:schemeClr val="dk1"/>
              </a:buClr>
              <a:buFont typeface="Arial"/>
              <a:buNone/>
              <a:defRPr sz="2025" b="0" i="0" u="none" strike="noStrike" cap="none">
                <a:solidFill>
                  <a:schemeClr val="dk1"/>
                </a:solidFill>
                <a:latin typeface="Calibri"/>
                <a:ea typeface="Calibri"/>
                <a:cs typeface="Calibri"/>
                <a:sym typeface="Calibri"/>
              </a:defRPr>
            </a:lvl7pPr>
            <a:lvl8pPr marL="3200400" marR="0" lvl="7" indent="0" algn="l" rtl="0">
              <a:lnSpc>
                <a:spcPct val="90000"/>
              </a:lnSpc>
              <a:spcBef>
                <a:spcPts val="375"/>
              </a:spcBef>
              <a:spcAft>
                <a:spcPts val="0"/>
              </a:spcAft>
              <a:buClr>
                <a:schemeClr val="dk1"/>
              </a:buClr>
              <a:buFont typeface="Arial"/>
              <a:buNone/>
              <a:defRPr sz="2025" b="0" i="0" u="none" strike="noStrike" cap="none">
                <a:solidFill>
                  <a:schemeClr val="dk1"/>
                </a:solidFill>
                <a:latin typeface="Calibri"/>
                <a:ea typeface="Calibri"/>
                <a:cs typeface="Calibri"/>
                <a:sym typeface="Calibri"/>
              </a:defRPr>
            </a:lvl8pPr>
            <a:lvl9pPr marL="3657600" marR="0" lvl="8" indent="0" algn="l" rtl="0">
              <a:lnSpc>
                <a:spcPct val="90000"/>
              </a:lnSpc>
              <a:spcBef>
                <a:spcPts val="375"/>
              </a:spcBef>
              <a:spcAft>
                <a:spcPts val="0"/>
              </a:spcAft>
              <a:buClr>
                <a:schemeClr val="dk1"/>
              </a:buClr>
              <a:buFont typeface="Arial"/>
              <a:buNone/>
              <a:defRPr sz="2025"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8_Title &amp; Content - No Subtitle">
    <p:spTree>
      <p:nvGrpSpPr>
        <p:cNvPr id="1" name="Shape 287"/>
        <p:cNvGrpSpPr/>
        <p:nvPr/>
      </p:nvGrpSpPr>
      <p:grpSpPr>
        <a:xfrm>
          <a:off x="0" y="0"/>
          <a:ext cx="0" cy="0"/>
          <a:chOff x="0" y="0"/>
          <a:chExt cx="0" cy="0"/>
        </a:xfrm>
      </p:grpSpPr>
      <p:sp>
        <p:nvSpPr>
          <p:cNvPr id="288" name="Shape 288"/>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9" name="Shape 289"/>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9_Title &amp; Content - No Subtitle">
    <p:spTree>
      <p:nvGrpSpPr>
        <p:cNvPr id="1" name="Shape 290"/>
        <p:cNvGrpSpPr/>
        <p:nvPr/>
      </p:nvGrpSpPr>
      <p:grpSpPr>
        <a:xfrm>
          <a:off x="0" y="0"/>
          <a:ext cx="0" cy="0"/>
          <a:chOff x="0" y="0"/>
          <a:chExt cx="0" cy="0"/>
        </a:xfrm>
      </p:grpSpPr>
      <p:sp>
        <p:nvSpPr>
          <p:cNvPr id="291" name="Shape 291"/>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2" name="Shape 292"/>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amp; Content">
    <p:spTree>
      <p:nvGrpSpPr>
        <p:cNvPr id="1" name="Shape 293"/>
        <p:cNvGrpSpPr/>
        <p:nvPr/>
      </p:nvGrpSpPr>
      <p:grpSpPr>
        <a:xfrm>
          <a:off x="0" y="0"/>
          <a:ext cx="0" cy="0"/>
          <a:chOff x="0" y="0"/>
          <a:chExt cx="0" cy="0"/>
        </a:xfrm>
      </p:grpSpPr>
      <p:pic>
        <p:nvPicPr>
          <p:cNvPr id="294" name="Shape 294"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
        <p:nvSpPr>
          <p:cNvPr id="295" name="Shape 295"/>
          <p:cNvSpPr txBox="1">
            <a:spLocks noGrp="1"/>
          </p:cNvSpPr>
          <p:nvPr>
            <p:ph type="body" idx="1"/>
          </p:nvPr>
        </p:nvSpPr>
        <p:spPr>
          <a:xfrm>
            <a:off x="281707"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750"/>
              </a:spcBef>
              <a:spcAft>
                <a:spcPts val="0"/>
              </a:spcAft>
              <a:buClr>
                <a:srgbClr val="189AD1"/>
              </a:buClr>
              <a:buFont typeface="Arial"/>
              <a:buNone/>
              <a:defRPr sz="3825"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25"/>
              </a:spcBef>
              <a:spcAft>
                <a:spcPts val="0"/>
              </a:spcAft>
              <a:buClr>
                <a:schemeClr val="dk1"/>
              </a:buClr>
              <a:buFont typeface="Arial"/>
              <a:buNone/>
              <a:defRPr sz="2775" b="0" i="0" u="none" strike="noStrike" cap="none">
                <a:solidFill>
                  <a:schemeClr val="dk1"/>
                </a:solidFill>
                <a:latin typeface="Comfortaa"/>
                <a:ea typeface="Comfortaa"/>
                <a:cs typeface="Comfortaa"/>
                <a:sym typeface="Comfortaa"/>
              </a:defRPr>
            </a:lvl2pPr>
            <a:lvl3pPr marL="1219200" marR="0" lvl="2" indent="76200" algn="l" rtl="0">
              <a:lnSpc>
                <a:spcPct val="90000"/>
              </a:lnSpc>
              <a:spcBef>
                <a:spcPts val="450"/>
              </a:spcBef>
              <a:spcAft>
                <a:spcPts val="0"/>
              </a:spcAft>
              <a:buClr>
                <a:schemeClr val="dk1"/>
              </a:buClr>
              <a:buSzPct val="100000"/>
              <a:buFont typeface="Arial"/>
              <a:buChar char="•"/>
              <a:defRPr sz="2400" b="0" i="0" u="none" strike="noStrike" cap="none">
                <a:solidFill>
                  <a:schemeClr val="dk1"/>
                </a:solidFill>
                <a:latin typeface="Comfortaa"/>
                <a:ea typeface="Comfortaa"/>
                <a:cs typeface="Comfortaa"/>
                <a:sym typeface="Comfortaa"/>
              </a:defRPr>
            </a:lvl3pPr>
            <a:lvl4pPr marL="1614487" marR="0" lvl="3"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omfortaa"/>
                <a:ea typeface="Comfortaa"/>
                <a:cs typeface="Comfortaa"/>
                <a:sym typeface="Comfortaa"/>
              </a:defRPr>
            </a:lvl4pPr>
            <a:lvl5pPr marL="2071686" marR="0" lvl="4"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omfortaa"/>
                <a:ea typeface="Comfortaa"/>
                <a:cs typeface="Comfortaa"/>
                <a:sym typeface="Comfortaa"/>
              </a:defRPr>
            </a:lvl5pPr>
            <a:lvl6pPr marL="2528887" marR="0" lvl="5"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6pPr>
            <a:lvl7pPr marL="2986087" marR="0" lvl="6"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7pPr>
            <a:lvl8pPr marL="3443287" marR="0" lvl="7"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8pPr>
            <a:lvl9pPr marL="3900487" marR="0" lvl="8"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9pPr>
          </a:lstStyle>
          <a:p>
            <a:endParaRPr/>
          </a:p>
        </p:txBody>
      </p:sp>
      <p:sp>
        <p:nvSpPr>
          <p:cNvPr id="296" name="Shape 296"/>
          <p:cNvSpPr txBox="1">
            <a:spLocks noGrp="1"/>
          </p:cNvSpPr>
          <p:nvPr>
            <p:ph type="body" idx="2"/>
          </p:nvPr>
        </p:nvSpPr>
        <p:spPr>
          <a:xfrm>
            <a:off x="281707" y="822641"/>
            <a:ext cx="6852868" cy="369332"/>
          </a:xfrm>
          <a:prstGeom prst="rect">
            <a:avLst/>
          </a:prstGeom>
          <a:noFill/>
          <a:ln>
            <a:noFill/>
          </a:ln>
        </p:spPr>
        <p:txBody>
          <a:bodyPr lIns="91425" tIns="91425" rIns="91425" bIns="91425" anchor="t" anchorCtr="0"/>
          <a:lstStyle>
            <a:lvl1pPr marL="0" marR="0" lvl="0" indent="0" algn="l" rtl="0">
              <a:lnSpc>
                <a:spcPct val="90000"/>
              </a:lnSpc>
              <a:spcBef>
                <a:spcPts val="375"/>
              </a:spcBef>
              <a:spcAft>
                <a:spcPts val="0"/>
              </a:spcAft>
              <a:buClr>
                <a:srgbClr val="394D54"/>
              </a:buClr>
              <a:buFont typeface="Arial"/>
              <a:buNone/>
              <a:defRPr sz="1800" b="1" i="0" u="none" strike="noStrike" cap="none">
                <a:solidFill>
                  <a:srgbClr val="394D54"/>
                </a:solidFill>
                <a:latin typeface="Comfortaa"/>
                <a:ea typeface="Comfortaa"/>
                <a:cs typeface="Comfortaa"/>
                <a:sym typeface="Comfortaa"/>
              </a:defRPr>
            </a:lvl1pPr>
            <a:lvl2pPr marL="742950" marR="0" lvl="1" indent="57150" algn="l" rtl="0">
              <a:lnSpc>
                <a:spcPct val="90000"/>
              </a:lnSpc>
              <a:spcBef>
                <a:spcPts val="375"/>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2pPr>
            <a:lvl3pPr marL="1143000" marR="0" lvl="2" indent="114300" algn="l" rtl="0">
              <a:lnSpc>
                <a:spcPct val="90000"/>
              </a:lnSpc>
              <a:spcBef>
                <a:spcPts val="375"/>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3pPr>
            <a:lvl4pPr marL="1600200" marR="0" lvl="3" indent="114300" algn="l" rtl="0">
              <a:lnSpc>
                <a:spcPct val="90000"/>
              </a:lnSpc>
              <a:spcBef>
                <a:spcPts val="375"/>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4pPr>
            <a:lvl5pPr marL="2057400" marR="0" lvl="4" indent="114300" algn="l" rtl="0">
              <a:lnSpc>
                <a:spcPct val="90000"/>
              </a:lnSpc>
              <a:spcBef>
                <a:spcPts val="375"/>
              </a:spcBef>
              <a:spcAft>
                <a:spcPts val="0"/>
              </a:spcAft>
              <a:buClr>
                <a:srgbClr val="394D54"/>
              </a:buClr>
              <a:buSzPct val="100000"/>
              <a:buFont typeface="Arial"/>
              <a:buChar char="»"/>
              <a:defRPr sz="1800" b="1" i="0" u="none" strike="noStrike" cap="none">
                <a:solidFill>
                  <a:srgbClr val="394D54"/>
                </a:solidFill>
                <a:latin typeface="Comfortaa"/>
                <a:ea typeface="Comfortaa"/>
                <a:cs typeface="Comfortaa"/>
                <a:sym typeface="Comfortaa"/>
              </a:defRPr>
            </a:lvl5pPr>
            <a:lvl6pPr marL="2528887" marR="0" lvl="5"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6pPr>
            <a:lvl7pPr marL="2986087" marR="0" lvl="6"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7pPr>
            <a:lvl8pPr marL="3443287" marR="0" lvl="7"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8pPr>
            <a:lvl9pPr marL="3900487" marR="0" lvl="8"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9pPr>
          </a:lstStyle>
          <a:p>
            <a:endParaRPr/>
          </a:p>
        </p:txBody>
      </p:sp>
      <p:sp>
        <p:nvSpPr>
          <p:cNvPr id="297" name="Shape 297"/>
          <p:cNvSpPr txBox="1">
            <a:spLocks noGrp="1"/>
          </p:cNvSpPr>
          <p:nvPr>
            <p:ph type="body" idx="3"/>
          </p:nvPr>
        </p:nvSpPr>
        <p:spPr>
          <a:xfrm>
            <a:off x="281708" y="1695450"/>
            <a:ext cx="6753576" cy="1631214"/>
          </a:xfrm>
          <a:prstGeom prst="rect">
            <a:avLst/>
          </a:prstGeom>
          <a:noFill/>
          <a:ln>
            <a:noFill/>
          </a:ln>
        </p:spPr>
        <p:txBody>
          <a:bodyPr lIns="91425" tIns="91425" rIns="91425" bIns="91425" anchor="t" anchorCtr="0"/>
          <a:lstStyle>
            <a:lvl1pPr marL="285750" marR="0" lvl="0" indent="57150" algn="l" rtl="0">
              <a:lnSpc>
                <a:spcPct val="131111"/>
              </a:lnSpc>
              <a:spcBef>
                <a:spcPts val="375"/>
              </a:spcBef>
              <a:spcAft>
                <a:spcPts val="0"/>
              </a:spcAft>
              <a:buClr>
                <a:schemeClr val="accent5"/>
              </a:buClr>
              <a:buSzPct val="100000"/>
              <a:buFont typeface="Arial"/>
              <a:buChar char="•"/>
              <a:defRPr sz="1800" b="0" i="0" u="none" strike="noStrike" cap="none">
                <a:solidFill>
                  <a:srgbClr val="394D54"/>
                </a:solidFill>
                <a:latin typeface="Comfortaa"/>
                <a:ea typeface="Comfortaa"/>
                <a:cs typeface="Comfortaa"/>
                <a:sym typeface="Comfortaa"/>
              </a:defRPr>
            </a:lvl1pPr>
            <a:lvl2pPr marL="514350" marR="0" lvl="1" indent="53999" algn="l" rtl="0">
              <a:lnSpc>
                <a:spcPct val="147500"/>
              </a:lnSpc>
              <a:spcBef>
                <a:spcPts val="0"/>
              </a:spcBef>
              <a:spcAft>
                <a:spcPts val="0"/>
              </a:spcAft>
              <a:buClr>
                <a:schemeClr val="accent5"/>
              </a:buClr>
              <a:buSzPct val="96898"/>
              <a:buFont typeface="Arial"/>
              <a:buChar char="–"/>
              <a:defRPr sz="1575" b="0" i="0" u="none" strike="noStrike" cap="none">
                <a:solidFill>
                  <a:srgbClr val="394D54"/>
                </a:solidFill>
                <a:latin typeface="Comfortaa"/>
                <a:ea typeface="Comfortaa"/>
                <a:cs typeface="Comfortaa"/>
                <a:sym typeface="Comfortaa"/>
              </a:defRPr>
            </a:lvl2pPr>
            <a:lvl3pPr marL="742950" marR="0" lvl="2" indent="53999" algn="l" rtl="0">
              <a:lnSpc>
                <a:spcPct val="147500"/>
              </a:lnSpc>
              <a:spcBef>
                <a:spcPts val="0"/>
              </a:spcBef>
              <a:spcAft>
                <a:spcPts val="0"/>
              </a:spcAft>
              <a:buClr>
                <a:schemeClr val="accent5"/>
              </a:buClr>
              <a:buSzPct val="96898"/>
              <a:buFont typeface="Arial"/>
              <a:buChar char="•"/>
              <a:defRPr sz="1575" b="0" i="0" u="none" strike="noStrike" cap="none">
                <a:solidFill>
                  <a:srgbClr val="394D54"/>
                </a:solidFill>
                <a:latin typeface="Comfortaa"/>
                <a:ea typeface="Comfortaa"/>
                <a:cs typeface="Comfortaa"/>
                <a:sym typeface="Comfortaa"/>
              </a:defRPr>
            </a:lvl3pPr>
            <a:lvl4pPr marL="1028700" marR="0" lvl="3" indent="-3150" algn="l" rtl="0">
              <a:lnSpc>
                <a:spcPct val="147500"/>
              </a:lnSpc>
              <a:spcBef>
                <a:spcPts val="0"/>
              </a:spcBef>
              <a:spcAft>
                <a:spcPts val="0"/>
              </a:spcAft>
              <a:buClr>
                <a:schemeClr val="accent5"/>
              </a:buClr>
              <a:buSzPct val="96898"/>
              <a:buFont typeface="Arial"/>
              <a:buChar char="–"/>
              <a:defRPr sz="1575" b="0" i="0" u="none" strike="noStrike" cap="none">
                <a:solidFill>
                  <a:srgbClr val="394D54"/>
                </a:solidFill>
                <a:latin typeface="Comfortaa"/>
                <a:ea typeface="Comfortaa"/>
                <a:cs typeface="Comfortaa"/>
                <a:sym typeface="Comfortaa"/>
              </a:defRPr>
            </a:lvl4pPr>
            <a:lvl5pPr marL="1314450" marR="0" lvl="4" indent="3199" algn="l" rtl="0">
              <a:lnSpc>
                <a:spcPct val="147500"/>
              </a:lnSpc>
              <a:spcBef>
                <a:spcPts val="0"/>
              </a:spcBef>
              <a:spcAft>
                <a:spcPts val="0"/>
              </a:spcAft>
              <a:buClr>
                <a:schemeClr val="accent5"/>
              </a:buClr>
              <a:buSzPct val="96898"/>
              <a:buFont typeface="Arial"/>
              <a:buChar char="»"/>
              <a:defRPr sz="1575" b="0" i="0" u="none" strike="noStrike" cap="none">
                <a:solidFill>
                  <a:srgbClr val="394D54"/>
                </a:solidFill>
                <a:latin typeface="Comfortaa"/>
                <a:ea typeface="Comfortaa"/>
                <a:cs typeface="Comfortaa"/>
                <a:sym typeface="Comfortaa"/>
              </a:defRPr>
            </a:lvl5pPr>
            <a:lvl6pPr marL="2528887" marR="0" lvl="5"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6pPr>
            <a:lvl7pPr marL="2986087" marR="0" lvl="6"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7pPr>
            <a:lvl8pPr marL="3443287" marR="0" lvl="7"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8pPr>
            <a:lvl9pPr marL="3900487" marR="0" lvl="8" indent="115907" algn="l" rtl="0">
              <a:lnSpc>
                <a:spcPct val="90000"/>
              </a:lnSpc>
              <a:spcBef>
                <a:spcPts val="375"/>
              </a:spcBef>
              <a:spcAft>
                <a:spcPts val="0"/>
              </a:spcAft>
              <a:buClr>
                <a:schemeClr val="dk1"/>
              </a:buClr>
              <a:buSzPct val="102515"/>
              <a:buFont typeface="Arial"/>
              <a:buChar char="•"/>
              <a:defRPr sz="2025"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10_Title &amp; Content - No Subtitle">
    <p:spTree>
      <p:nvGrpSpPr>
        <p:cNvPr id="1" name="Shape 298"/>
        <p:cNvGrpSpPr/>
        <p:nvPr/>
      </p:nvGrpSpPr>
      <p:grpSpPr>
        <a:xfrm>
          <a:off x="0" y="0"/>
          <a:ext cx="0" cy="0"/>
          <a:chOff x="0" y="0"/>
          <a:chExt cx="0" cy="0"/>
        </a:xfrm>
      </p:grpSpPr>
      <p:sp>
        <p:nvSpPr>
          <p:cNvPr id="299" name="Shape 299"/>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0" name="Shape 300"/>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11_Title &amp; Content - No Subtitle">
    <p:spTree>
      <p:nvGrpSpPr>
        <p:cNvPr id="1" name="Shape 301"/>
        <p:cNvGrpSpPr/>
        <p:nvPr/>
      </p:nvGrpSpPr>
      <p:grpSpPr>
        <a:xfrm>
          <a:off x="0" y="0"/>
          <a:ext cx="0" cy="0"/>
          <a:chOff x="0" y="0"/>
          <a:chExt cx="0" cy="0"/>
        </a:xfrm>
      </p:grpSpPr>
      <p:sp>
        <p:nvSpPr>
          <p:cNvPr id="302" name="Shape 302"/>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3" name="Shape 303"/>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Title &amp; Content - No Subtitle">
    <p:spTree>
      <p:nvGrpSpPr>
        <p:cNvPr id="1" name="Shape 304"/>
        <p:cNvGrpSpPr/>
        <p:nvPr/>
      </p:nvGrpSpPr>
      <p:grpSpPr>
        <a:xfrm>
          <a:off x="0" y="0"/>
          <a:ext cx="0" cy="0"/>
          <a:chOff x="0" y="0"/>
          <a:chExt cx="0" cy="0"/>
        </a:xfrm>
      </p:grpSpPr>
      <p:pic>
        <p:nvPicPr>
          <p:cNvPr id="305" name="Shape 305" descr="blue bottom.png"/>
          <p:cNvPicPr preferRelativeResize="0"/>
          <p:nvPr/>
        </p:nvPicPr>
        <p:blipFill rotWithShape="1">
          <a:blip r:embed="rId2">
            <a:alphaModFix/>
          </a:blip>
          <a:srcRect l="1463"/>
          <a:stretch/>
        </p:blipFill>
        <p:spPr>
          <a:xfrm>
            <a:off x="0" y="3968380"/>
            <a:ext cx="8996952" cy="1188486"/>
          </a:xfrm>
          <a:prstGeom prst="rect">
            <a:avLst/>
          </a:prstGeom>
          <a:noFill/>
          <a:ln>
            <a:noFill/>
          </a:ln>
        </p:spPr>
      </p:pic>
      <p:sp>
        <p:nvSpPr>
          <p:cNvPr id="306" name="Shape 306"/>
          <p:cNvSpPr txBox="1">
            <a:spLocks noGrp="1"/>
          </p:cNvSpPr>
          <p:nvPr>
            <p:ph type="body" idx="1"/>
          </p:nvPr>
        </p:nvSpPr>
        <p:spPr>
          <a:xfrm>
            <a:off x="281709"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189" marR="0" lvl="1" indent="-12689"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7" name="Shape 307"/>
          <p:cNvSpPr txBox="1">
            <a:spLocks noGrp="1"/>
          </p:cNvSpPr>
          <p:nvPr>
            <p:ph type="body" idx="2"/>
          </p:nvPr>
        </p:nvSpPr>
        <p:spPr>
          <a:xfrm>
            <a:off x="281709" y="1390650"/>
            <a:ext cx="6753576" cy="1631214"/>
          </a:xfrm>
          <a:prstGeom prst="rect">
            <a:avLst/>
          </a:prstGeom>
          <a:noFill/>
          <a:ln>
            <a:noFill/>
          </a:ln>
        </p:spPr>
        <p:txBody>
          <a:bodyPr lIns="91425" tIns="91425" rIns="91425" bIns="91425" anchor="t" anchorCtr="0"/>
          <a:lstStyle>
            <a:lvl1pPr marL="284156" marR="0" lvl="0" indent="-55556" algn="l" rtl="0">
              <a:lnSpc>
                <a:spcPct val="131111"/>
              </a:lnSpc>
              <a:spcBef>
                <a:spcPts val="1000"/>
              </a:spcBef>
              <a:spcAft>
                <a:spcPts val="0"/>
              </a:spcAft>
              <a:buClr>
                <a:schemeClr val="accent5"/>
              </a:buClr>
              <a:buSzPct val="100000"/>
              <a:buFont typeface="Arial"/>
              <a:buChar char="•"/>
              <a:defRPr sz="1800" b="0" i="0" u="none" strike="noStrike" cap="none">
                <a:solidFill>
                  <a:srgbClr val="394D54"/>
                </a:solidFill>
                <a:latin typeface="Comfortaa Light"/>
                <a:ea typeface="Comfortaa Light"/>
                <a:cs typeface="Comfortaa Light"/>
                <a:sym typeface="Comfortaa Light"/>
              </a:defRPr>
            </a:lvl1pPr>
            <a:lvl2pPr marL="514337" marR="0" lvl="1" indent="-31737"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2pPr>
            <a:lvl3pPr marL="741344" marR="0" lvl="2" indent="-30143"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3pPr>
            <a:lvl4pPr marL="1030262" marR="0" lvl="3" indent="-90462"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4pPr>
            <a:lvl5pPr marL="1314417" marR="0" lvl="4" indent="-82516" algn="l" rtl="0">
              <a:lnSpc>
                <a:spcPct val="147500"/>
              </a:lnSpc>
              <a:spcBef>
                <a:spcPts val="0"/>
              </a:spcBef>
              <a:spcAft>
                <a:spcPts val="0"/>
              </a:spcAft>
              <a:buClr>
                <a:schemeClr val="accent5"/>
              </a:buClr>
              <a:buSzPct val="100000"/>
              <a:buFont typeface="Arial"/>
              <a:buChar char="•"/>
              <a:defRPr sz="1600" b="0" i="0" u="none" strike="noStrike" cap="none">
                <a:solidFill>
                  <a:srgbClr val="394D54"/>
                </a:solidFill>
                <a:latin typeface="Comfortaa Light"/>
                <a:ea typeface="Comfortaa Light"/>
                <a:cs typeface="Comfortaa Light"/>
                <a:sym typeface="Comfortaa Light"/>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Light Photo with Caption">
    <p:bg>
      <p:bgPr>
        <a:solidFill>
          <a:schemeClr val="lt1"/>
        </a:solidFill>
        <a:effectLst/>
      </p:bgPr>
    </p:bg>
    <p:spTree>
      <p:nvGrpSpPr>
        <p:cNvPr id="1" name="Shape 308"/>
        <p:cNvGrpSpPr/>
        <p:nvPr/>
      </p:nvGrpSpPr>
      <p:grpSpPr>
        <a:xfrm>
          <a:off x="0" y="0"/>
          <a:ext cx="0" cy="0"/>
          <a:chOff x="0" y="0"/>
          <a:chExt cx="0" cy="0"/>
        </a:xfrm>
      </p:grpSpPr>
      <p:sp>
        <p:nvSpPr>
          <p:cNvPr id="309" name="Shape 309"/>
          <p:cNvSpPr>
            <a:spLocks noGrp="1"/>
          </p:cNvSpPr>
          <p:nvPr>
            <p:ph type="pic" idx="2"/>
          </p:nvPr>
        </p:nvSpPr>
        <p:spPr>
          <a:xfrm>
            <a:off x="0" y="0"/>
            <a:ext cx="9144000" cy="5143499"/>
          </a:xfrm>
          <a:prstGeom prst="rect">
            <a:avLst/>
          </a:prstGeom>
          <a:noFill/>
          <a:ln>
            <a:noFill/>
          </a:ln>
        </p:spPr>
        <p:txBody>
          <a:bodyPr lIns="91425" tIns="91425" rIns="91425" bIns="91425" anchor="t" anchorCtr="0"/>
          <a:lstStyle>
            <a:lvl1pPr marL="0" marR="0" lvl="0" indent="0" algn="l" rtl="0">
              <a:lnSpc>
                <a:spcPct val="90000"/>
              </a:lnSpc>
              <a:spcBef>
                <a:spcPts val="1000"/>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_Custom Layout">
    <p:spTree>
      <p:nvGrpSpPr>
        <p:cNvPr id="1" name="Shape 310"/>
        <p:cNvGrpSpPr/>
        <p:nvPr/>
      </p:nvGrpSpPr>
      <p:grpSpPr>
        <a:xfrm>
          <a:off x="0" y="0"/>
          <a:ext cx="0" cy="0"/>
          <a:chOff x="0" y="0"/>
          <a:chExt cx="0" cy="0"/>
        </a:xfrm>
      </p:grpSpPr>
      <p:sp>
        <p:nvSpPr>
          <p:cNvPr id="311" name="Shape 311"/>
          <p:cNvSpPr txBox="1">
            <a:spLocks noGrp="1"/>
          </p:cNvSpPr>
          <p:nvPr>
            <p:ph type="body" idx="1"/>
          </p:nvPr>
        </p:nvSpPr>
        <p:spPr>
          <a:xfrm>
            <a:off x="281708" y="146356"/>
            <a:ext cx="6852868" cy="759182"/>
          </a:xfrm>
          <a:prstGeom prst="rect">
            <a:avLst/>
          </a:prstGeom>
          <a:noFill/>
          <a:ln>
            <a:noFill/>
          </a:ln>
        </p:spPr>
        <p:txBody>
          <a:bodyPr lIns="91425" tIns="91425" rIns="91425" bIns="91425" anchor="ctr" anchorCtr="0"/>
          <a:lstStyle>
            <a:lvl1pPr marL="0" marR="0" lvl="0" indent="0" algn="l" rtl="0">
              <a:lnSpc>
                <a:spcPct val="136842"/>
              </a:lnSpc>
              <a:spcBef>
                <a:spcPts val="1000"/>
              </a:spcBef>
              <a:spcAft>
                <a:spcPts val="0"/>
              </a:spcAft>
              <a:buClr>
                <a:srgbClr val="189AD1"/>
              </a:buClr>
              <a:buFont typeface="Arial"/>
              <a:buNone/>
              <a:defRPr sz="3800" b="1" i="0" u="none" strike="noStrike" cap="none">
                <a:solidFill>
                  <a:srgbClr val="189AD1"/>
                </a:solidFill>
                <a:latin typeface="Comfortaa"/>
                <a:ea typeface="Comfortaa"/>
                <a:cs typeface="Comfortaa"/>
                <a:sym typeface="Comfortaa"/>
              </a:defRPr>
            </a:lvl1pPr>
            <a:lvl2pPr marL="457200" marR="0" lvl="1" indent="0" algn="l" rtl="0">
              <a:lnSpc>
                <a:spcPct val="90000"/>
              </a:lnSpc>
              <a:spcBef>
                <a:spcPts val="50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2pPr>
            <a:lvl3pPr marL="1143000" marR="0" lvl="2" indent="25400" algn="l" rtl="0">
              <a:lnSpc>
                <a:spcPct val="90000"/>
              </a:lnSpc>
              <a:spcBef>
                <a:spcPts val="5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0" algn="l" rtl="0">
              <a:lnSpc>
                <a:spcPct val="90000"/>
              </a:lnSpc>
              <a:spcBef>
                <a:spcPts val="50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13"/>
        <p:cNvGrpSpPr/>
        <p:nvPr/>
      </p:nvGrpSpPr>
      <p:grpSpPr>
        <a:xfrm>
          <a:off x="0" y="0"/>
          <a:ext cx="0" cy="0"/>
          <a:chOff x="0" y="0"/>
          <a:chExt cx="0" cy="0"/>
        </a:xfrm>
      </p:grpSpPr>
      <p:sp>
        <p:nvSpPr>
          <p:cNvPr id="314" name="Shape 314"/>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chemeClr val="dk2"/>
              </a:buClr>
              <a:buFont typeface="Arial"/>
              <a:buNone/>
              <a:defRPr sz="3200" b="0" i="0" u="none" strike="noStrike" cap="none">
                <a:solidFill>
                  <a:schemeClr val="dk2"/>
                </a:solidFill>
                <a:latin typeface="Arial"/>
                <a:ea typeface="Arial"/>
                <a:cs typeface="Arial"/>
                <a:sym typeface="Arial"/>
              </a:defRPr>
            </a:lvl1pPr>
            <a:lvl2pPr marL="0" marR="0" lvl="1" indent="0" algn="l" rtl="0">
              <a:spcBef>
                <a:spcPts val="0"/>
              </a:spcBef>
              <a:buFont typeface="Arial"/>
              <a:buNone/>
              <a:defRPr sz="1800"/>
            </a:lvl2pPr>
            <a:lvl3pPr marL="0" marR="0" lvl="2" indent="0" algn="l" rtl="0">
              <a:spcBef>
                <a:spcPts val="0"/>
              </a:spcBef>
              <a:buFont typeface="Arial"/>
              <a:buNone/>
              <a:defRPr sz="1800"/>
            </a:lvl3pPr>
            <a:lvl4pPr marL="0" marR="0" lvl="3" indent="0" algn="l" rtl="0">
              <a:spcBef>
                <a:spcPts val="0"/>
              </a:spcBef>
              <a:buFont typeface="Arial"/>
              <a:buNone/>
              <a:defRPr sz="1800"/>
            </a:lvl4pPr>
            <a:lvl5pPr marL="0" marR="0" lvl="4" indent="0" algn="l" rtl="0">
              <a:spcBef>
                <a:spcPts val="0"/>
              </a:spcBef>
              <a:buFont typeface="Arial"/>
              <a:buNone/>
              <a:defRPr sz="1800"/>
            </a:lvl5pPr>
            <a:lvl6pPr marL="0" marR="0" lvl="5" indent="0" algn="l" rtl="0">
              <a:spcBef>
                <a:spcPts val="0"/>
              </a:spcBef>
              <a:buFont typeface="Arial"/>
              <a:buNone/>
              <a:defRPr sz="1800"/>
            </a:lvl6pPr>
            <a:lvl7pPr marL="0" marR="0" lvl="6" indent="0" algn="l" rtl="0">
              <a:spcBef>
                <a:spcPts val="0"/>
              </a:spcBef>
              <a:buFont typeface="Arial"/>
              <a:buNone/>
              <a:defRPr sz="1800"/>
            </a:lvl7pPr>
            <a:lvl8pPr marL="0" marR="0" lvl="7" indent="0" algn="l" rtl="0">
              <a:spcBef>
                <a:spcPts val="0"/>
              </a:spcBef>
              <a:buFont typeface="Arial"/>
              <a:buNone/>
              <a:defRPr sz="1800"/>
            </a:lvl8pPr>
            <a:lvl9pPr marL="0" marR="0" lvl="8" indent="0" algn="l" rtl="0">
              <a:spcBef>
                <a:spcPts val="0"/>
              </a:spcBef>
              <a:buFont typeface="Arial"/>
              <a:buNone/>
              <a:defRPr sz="1800"/>
            </a:lvl9pPr>
          </a:lstStyle>
          <a:p>
            <a:endParaRPr/>
          </a:p>
        </p:txBody>
      </p:sp>
      <p:sp>
        <p:nvSpPr>
          <p:cNvPr id="315" name="Shape 315"/>
          <p:cNvSpPr txBox="1">
            <a:spLocks noGrp="1"/>
          </p:cNvSpPr>
          <p:nvPr>
            <p:ph type="body" idx="1"/>
          </p:nvPr>
        </p:nvSpPr>
        <p:spPr>
          <a:xfrm>
            <a:off x="242887" y="971550"/>
            <a:ext cx="8643937" cy="3625077"/>
          </a:xfrm>
          <a:prstGeom prst="rect">
            <a:avLst/>
          </a:prstGeom>
          <a:noFill/>
          <a:ln>
            <a:noFill/>
          </a:ln>
        </p:spPr>
        <p:txBody>
          <a:bodyPr lIns="91425" tIns="91425" rIns="91425" bIns="91425" anchor="t" anchorCtr="0"/>
          <a:lstStyle>
            <a:lvl1pPr marL="508000" marR="0" lvl="0" indent="-38100" algn="l" rtl="0">
              <a:lnSpc>
                <a:spcPct val="100000"/>
              </a:lnSpc>
              <a:spcBef>
                <a:spcPts val="400"/>
              </a:spcBef>
              <a:spcAft>
                <a:spcPts val="0"/>
              </a:spcAft>
              <a:buClr>
                <a:schemeClr val="accent5"/>
              </a:buClr>
              <a:buSzPct val="100000"/>
              <a:buFont typeface="Arial"/>
              <a:buChar char="•"/>
              <a:defRPr sz="2000" b="0" i="0" u="none" strike="noStrike" cap="none">
                <a:solidFill>
                  <a:schemeClr val="dk2"/>
                </a:solidFill>
                <a:latin typeface="Arial"/>
                <a:ea typeface="Arial"/>
                <a:cs typeface="Arial"/>
                <a:sym typeface="Arial"/>
              </a:defRPr>
            </a:lvl1pPr>
            <a:lvl2pPr marL="914400" marR="0" lvl="1" indent="-63500" algn="l" rtl="0">
              <a:lnSpc>
                <a:spcPct val="100000"/>
              </a:lnSpc>
              <a:spcBef>
                <a:spcPts val="360"/>
              </a:spcBef>
              <a:spcAft>
                <a:spcPts val="0"/>
              </a:spcAft>
              <a:buClr>
                <a:schemeClr val="accent5"/>
              </a:buClr>
              <a:buSzPct val="100000"/>
              <a:buFont typeface="Arial"/>
              <a:buChar char="–"/>
              <a:defRPr sz="1800" b="0" i="0" u="none" strike="noStrike" cap="none">
                <a:solidFill>
                  <a:schemeClr val="dk2"/>
                </a:solidFill>
                <a:latin typeface="Arial"/>
                <a:ea typeface="Arial"/>
                <a:cs typeface="Arial"/>
                <a:sym typeface="Arial"/>
              </a:defRPr>
            </a:lvl2pPr>
            <a:lvl3pPr marL="1320800" marR="0" lvl="2" indent="-76200" algn="l" rtl="0">
              <a:lnSpc>
                <a:spcPct val="100000"/>
              </a:lnSpc>
              <a:spcBef>
                <a:spcPts val="320"/>
              </a:spcBef>
              <a:spcAft>
                <a:spcPts val="0"/>
              </a:spcAft>
              <a:buClr>
                <a:schemeClr val="accent5"/>
              </a:buClr>
              <a:buSzPct val="100000"/>
              <a:buFont typeface="Arial"/>
              <a:buChar char="•"/>
              <a:defRPr sz="1600" b="0" i="0" u="none" strike="noStrike" cap="none">
                <a:solidFill>
                  <a:schemeClr val="dk2"/>
                </a:solidFill>
                <a:latin typeface="Arial"/>
                <a:ea typeface="Arial"/>
                <a:cs typeface="Arial"/>
                <a:sym typeface="Arial"/>
              </a:defRPr>
            </a:lvl3pPr>
            <a:lvl4pPr marL="1727200" marR="0" lvl="3" indent="-38100" algn="l" rtl="0">
              <a:lnSpc>
                <a:spcPct val="100000"/>
              </a:lnSpc>
              <a:spcBef>
                <a:spcPts val="280"/>
              </a:spcBef>
              <a:spcAft>
                <a:spcPts val="0"/>
              </a:spcAft>
              <a:buClr>
                <a:schemeClr val="accent5"/>
              </a:buClr>
              <a:buSzPct val="100000"/>
              <a:buFont typeface="Arial"/>
              <a:buChar char="–"/>
              <a:defRPr sz="1400" b="0" i="0" u="none" strike="noStrike" cap="none">
                <a:solidFill>
                  <a:schemeClr val="dk2"/>
                </a:solidFill>
                <a:latin typeface="Arial"/>
                <a:ea typeface="Arial"/>
                <a:cs typeface="Arial"/>
                <a:sym typeface="Arial"/>
              </a:defRPr>
            </a:lvl4pPr>
            <a:lvl5pPr marL="2184400" marR="0" lvl="4" indent="-38100" algn="l" rtl="0">
              <a:lnSpc>
                <a:spcPct val="100000"/>
              </a:lnSpc>
              <a:spcBef>
                <a:spcPts val="280"/>
              </a:spcBef>
              <a:spcAft>
                <a:spcPts val="0"/>
              </a:spcAft>
              <a:buClr>
                <a:schemeClr val="accent5"/>
              </a:buClr>
              <a:buSzPct val="100000"/>
              <a:buFont typeface="Arial"/>
              <a:buChar char="»"/>
              <a:defRPr sz="1400" b="0" i="0" u="none" strike="noStrike" cap="none">
                <a:solidFill>
                  <a:schemeClr val="dk2"/>
                </a:solidFill>
                <a:latin typeface="Arial"/>
                <a:ea typeface="Arial"/>
                <a:cs typeface="Arial"/>
                <a:sym typeface="Arial"/>
              </a:defRPr>
            </a:lvl5pPr>
            <a:lvl6pPr marL="2794000" marR="0" lvl="5" indent="-152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3251200" marR="0" lvl="6" indent="-152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708400" marR="0" lvl="7" indent="-152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4165600" marR="0" lvl="8" indent="-152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6" name="Shape 316"/>
          <p:cNvSpPr txBox="1">
            <a:spLocks noGrp="1"/>
          </p:cNvSpPr>
          <p:nvPr>
            <p:ph type="sldNum" idx="12"/>
          </p:nvPr>
        </p:nvSpPr>
        <p:spPr>
          <a:xfrm>
            <a:off x="242887" y="4769267"/>
            <a:ext cx="2133598" cy="274318"/>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797979"/>
              </a:buClr>
              <a:buSzPct val="25000"/>
              <a:buFont typeface="Arial"/>
              <a:buNone/>
            </a:pPr>
            <a:fld id="{00000000-1234-1234-1234-123412341234}" type="slidenum">
              <a:rPr lang="en" sz="900" b="0" i="0" u="none" strike="noStrike" cap="none">
                <a:solidFill>
                  <a:srgbClr val="797979"/>
                </a:solidFill>
                <a:latin typeface="Arial"/>
                <a:ea typeface="Arial"/>
                <a:cs typeface="Arial"/>
                <a:sym typeface="Arial"/>
              </a:rPr>
              <a:t>‹#›</a:t>
            </a:fld>
            <a:endParaRPr lang="en" sz="900" b="0" i="0" u="none" strike="noStrike" cap="none">
              <a:solidFill>
                <a:srgbClr val="797979"/>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2_Title Slide">
    <p:spTree>
      <p:nvGrpSpPr>
        <p:cNvPr id="1" name="Shape 317"/>
        <p:cNvGrpSpPr/>
        <p:nvPr/>
      </p:nvGrpSpPr>
      <p:grpSpPr>
        <a:xfrm>
          <a:off x="0" y="0"/>
          <a:ext cx="0" cy="0"/>
          <a:chOff x="0" y="0"/>
          <a:chExt cx="0" cy="0"/>
        </a:xfrm>
      </p:grpSpPr>
      <p:pic>
        <p:nvPicPr>
          <p:cNvPr id="318" name="Shape 318"/>
          <p:cNvPicPr preferRelativeResize="0"/>
          <p:nvPr/>
        </p:nvPicPr>
        <p:blipFill rotWithShape="1">
          <a:blip r:embed="rId2">
            <a:alphaModFix/>
          </a:blip>
          <a:srcRect/>
          <a:stretch/>
        </p:blipFill>
        <p:spPr>
          <a:xfrm>
            <a:off x="1352" y="0"/>
            <a:ext cx="9141290" cy="5143499"/>
          </a:xfrm>
          <a:prstGeom prst="rect">
            <a:avLst/>
          </a:prstGeom>
          <a:gradFill>
            <a:gsLst>
              <a:gs pos="0">
                <a:srgbClr val="1AAAF8">
                  <a:alpha val="69019"/>
                </a:srgbClr>
              </a:gs>
              <a:gs pos="59300">
                <a:srgbClr val="A5D3E9">
                  <a:alpha val="80000"/>
                </a:srgbClr>
              </a:gs>
              <a:gs pos="100000">
                <a:srgbClr val="FFFFFF">
                  <a:alpha val="0"/>
                </a:srgbClr>
              </a:gs>
            </a:gsLst>
            <a:lin ang="5400000" scaled="0"/>
          </a:gradFill>
          <a:ln>
            <a:noFill/>
          </a:ln>
        </p:spPr>
      </p:pic>
      <p:pic>
        <p:nvPicPr>
          <p:cNvPr id="319" name="Shape 319"/>
          <p:cNvPicPr preferRelativeResize="0"/>
          <p:nvPr/>
        </p:nvPicPr>
        <p:blipFill rotWithShape="1">
          <a:blip r:embed="rId3">
            <a:alphaModFix/>
          </a:blip>
          <a:srcRect l="1528" t="1342" b="2665"/>
          <a:stretch/>
        </p:blipFill>
        <p:spPr>
          <a:xfrm>
            <a:off x="0" y="0"/>
            <a:ext cx="4175999" cy="5143499"/>
          </a:xfrm>
          <a:prstGeom prst="rect">
            <a:avLst/>
          </a:prstGeom>
          <a:noFill/>
          <a:ln>
            <a:noFill/>
          </a:ln>
        </p:spPr>
      </p:pic>
      <p:sp>
        <p:nvSpPr>
          <p:cNvPr id="320" name="Shape 320"/>
          <p:cNvSpPr txBox="1">
            <a:spLocks noGrp="1"/>
          </p:cNvSpPr>
          <p:nvPr>
            <p:ph type="body" idx="1"/>
          </p:nvPr>
        </p:nvSpPr>
        <p:spPr>
          <a:xfrm>
            <a:off x="685800" y="1323361"/>
            <a:ext cx="7427912" cy="117474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4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21" name="Shape 321"/>
          <p:cNvSpPr txBox="1">
            <a:spLocks noGrp="1"/>
          </p:cNvSpPr>
          <p:nvPr>
            <p:ph type="body" idx="2"/>
          </p:nvPr>
        </p:nvSpPr>
        <p:spPr>
          <a:xfrm>
            <a:off x="685800" y="2741691"/>
            <a:ext cx="7427912" cy="489776"/>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dk2"/>
              </a:buClr>
              <a:buFont typeface="Arial"/>
              <a:buNone/>
              <a:defRPr sz="2000" b="0" i="0" u="none" strike="noStrike" cap="none">
                <a:solidFill>
                  <a:schemeClr val="dk2"/>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322" name="Shape 322"/>
          <p:cNvPicPr preferRelativeResize="0"/>
          <p:nvPr/>
        </p:nvPicPr>
        <p:blipFill rotWithShape="1">
          <a:blip r:embed="rId4">
            <a:alphaModFix/>
          </a:blip>
          <a:srcRect/>
          <a:stretch/>
        </p:blipFill>
        <p:spPr>
          <a:xfrm>
            <a:off x="7640664" y="3860712"/>
            <a:ext cx="1274736" cy="1069391"/>
          </a:xfrm>
          <a:prstGeom prst="rect">
            <a:avLst/>
          </a:prstGeom>
          <a:noFill/>
          <a:ln>
            <a:noFill/>
          </a:ln>
        </p:spPr>
      </p:pic>
      <p:sp>
        <p:nvSpPr>
          <p:cNvPr id="323" name="Shape 323"/>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1_Closing - Light">
    <p:spTree>
      <p:nvGrpSpPr>
        <p:cNvPr id="1" name="Shape 324"/>
        <p:cNvGrpSpPr/>
        <p:nvPr/>
      </p:nvGrpSpPr>
      <p:grpSpPr>
        <a:xfrm>
          <a:off x="0" y="0"/>
          <a:ext cx="0" cy="0"/>
          <a:chOff x="0" y="0"/>
          <a:chExt cx="0" cy="0"/>
        </a:xfrm>
      </p:grpSpPr>
      <p:pic>
        <p:nvPicPr>
          <p:cNvPr id="325" name="Shape 325"/>
          <p:cNvPicPr preferRelativeResize="0"/>
          <p:nvPr/>
        </p:nvPicPr>
        <p:blipFill rotWithShape="1">
          <a:blip r:embed="rId2">
            <a:alphaModFix/>
          </a:blip>
          <a:srcRect/>
          <a:stretch/>
        </p:blipFill>
        <p:spPr>
          <a:xfrm>
            <a:off x="1352" y="0"/>
            <a:ext cx="9141290" cy="5143499"/>
          </a:xfrm>
          <a:prstGeom prst="rect">
            <a:avLst/>
          </a:prstGeom>
          <a:noFill/>
          <a:ln>
            <a:noFill/>
          </a:ln>
        </p:spPr>
      </p:pic>
      <p:pic>
        <p:nvPicPr>
          <p:cNvPr id="326" name="Shape 326"/>
          <p:cNvPicPr preferRelativeResize="0"/>
          <p:nvPr/>
        </p:nvPicPr>
        <p:blipFill rotWithShape="1">
          <a:blip r:embed="rId3">
            <a:alphaModFix/>
          </a:blip>
          <a:srcRect l="1528" t="1342" b="2665"/>
          <a:stretch/>
        </p:blipFill>
        <p:spPr>
          <a:xfrm>
            <a:off x="0" y="0"/>
            <a:ext cx="4175999" cy="5143499"/>
          </a:xfrm>
          <a:prstGeom prst="rect">
            <a:avLst/>
          </a:prstGeom>
          <a:noFill/>
          <a:ln>
            <a:noFill/>
          </a:ln>
        </p:spPr>
      </p:pic>
      <p:pic>
        <p:nvPicPr>
          <p:cNvPr id="327" name="Shape 327"/>
          <p:cNvPicPr preferRelativeResize="0"/>
          <p:nvPr/>
        </p:nvPicPr>
        <p:blipFill rotWithShape="1">
          <a:blip r:embed="rId4">
            <a:alphaModFix/>
          </a:blip>
          <a:srcRect/>
          <a:stretch/>
        </p:blipFill>
        <p:spPr>
          <a:xfrm>
            <a:off x="3100615" y="1155091"/>
            <a:ext cx="2942770" cy="2468730"/>
          </a:xfrm>
          <a:prstGeom prst="rect">
            <a:avLst/>
          </a:prstGeom>
          <a:noFill/>
          <a:ln>
            <a:noFill/>
          </a:ln>
        </p:spPr>
      </p:pic>
      <p:sp>
        <p:nvSpPr>
          <p:cNvPr id="328" name="Shape 328"/>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3_Title Slide">
    <p:spTree>
      <p:nvGrpSpPr>
        <p:cNvPr id="1" name="Shape 329"/>
        <p:cNvGrpSpPr/>
        <p:nvPr/>
      </p:nvGrpSpPr>
      <p:grpSpPr>
        <a:xfrm>
          <a:off x="0" y="0"/>
          <a:ext cx="0" cy="0"/>
          <a:chOff x="0" y="0"/>
          <a:chExt cx="0" cy="0"/>
        </a:xfrm>
      </p:grpSpPr>
      <p:sp>
        <p:nvSpPr>
          <p:cNvPr id="330" name="Shape 330"/>
          <p:cNvSpPr/>
          <p:nvPr/>
        </p:nvSpPr>
        <p:spPr>
          <a:xfrm>
            <a:off x="0" y="0"/>
            <a:ext cx="9144000" cy="5143499"/>
          </a:xfrm>
          <a:prstGeom prst="rect">
            <a:avLst/>
          </a:prstGeom>
          <a:gradFill>
            <a:gsLst>
              <a:gs pos="0">
                <a:schemeClr val="accent1"/>
              </a:gs>
              <a:gs pos="100000">
                <a:srgbClr val="124B6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1" i="0" u="none" strike="noStrike" cap="none">
              <a:solidFill>
                <a:srgbClr val="FFFFFF"/>
              </a:solidFill>
              <a:latin typeface="Arial"/>
              <a:ea typeface="Arial"/>
              <a:cs typeface="Arial"/>
              <a:sym typeface="Arial"/>
            </a:endParaRPr>
          </a:p>
        </p:txBody>
      </p:sp>
      <p:pic>
        <p:nvPicPr>
          <p:cNvPr id="331" name="Shape 331"/>
          <p:cNvPicPr preferRelativeResize="0"/>
          <p:nvPr/>
        </p:nvPicPr>
        <p:blipFill rotWithShape="1">
          <a:blip r:embed="rId2">
            <a:alphaModFix/>
          </a:blip>
          <a:srcRect l="1528" t="1342" b="2665"/>
          <a:stretch/>
        </p:blipFill>
        <p:spPr>
          <a:xfrm>
            <a:off x="0" y="0"/>
            <a:ext cx="4175999" cy="5143499"/>
          </a:xfrm>
          <a:prstGeom prst="rect">
            <a:avLst/>
          </a:prstGeom>
          <a:noFill/>
          <a:ln>
            <a:noFill/>
          </a:ln>
        </p:spPr>
      </p:pic>
      <p:sp>
        <p:nvSpPr>
          <p:cNvPr id="332" name="Shape 332"/>
          <p:cNvSpPr txBox="1">
            <a:spLocks noGrp="1"/>
          </p:cNvSpPr>
          <p:nvPr>
            <p:ph type="body" idx="1"/>
          </p:nvPr>
        </p:nvSpPr>
        <p:spPr>
          <a:xfrm>
            <a:off x="685800" y="1323361"/>
            <a:ext cx="7427912" cy="117474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4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33" name="Shape 333"/>
          <p:cNvSpPr txBox="1">
            <a:spLocks noGrp="1"/>
          </p:cNvSpPr>
          <p:nvPr>
            <p:ph type="body" idx="2"/>
          </p:nvPr>
        </p:nvSpPr>
        <p:spPr>
          <a:xfrm>
            <a:off x="685800" y="2741691"/>
            <a:ext cx="7427912" cy="489776"/>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334" name="Shape 334"/>
          <p:cNvPicPr preferRelativeResize="0"/>
          <p:nvPr/>
        </p:nvPicPr>
        <p:blipFill rotWithShape="1">
          <a:blip r:embed="rId3">
            <a:alphaModFix/>
          </a:blip>
          <a:srcRect/>
          <a:stretch/>
        </p:blipFill>
        <p:spPr>
          <a:xfrm>
            <a:off x="7640664" y="3860712"/>
            <a:ext cx="1274736" cy="1069391"/>
          </a:xfrm>
          <a:prstGeom prst="rect">
            <a:avLst/>
          </a:prstGeom>
          <a:noFill/>
          <a:ln>
            <a:noFill/>
          </a:ln>
        </p:spPr>
      </p:pic>
      <p:sp>
        <p:nvSpPr>
          <p:cNvPr id="335" name="Shape 335"/>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5_Title Slide">
    <p:spTree>
      <p:nvGrpSpPr>
        <p:cNvPr id="1" name="Shape 336"/>
        <p:cNvGrpSpPr/>
        <p:nvPr/>
      </p:nvGrpSpPr>
      <p:grpSpPr>
        <a:xfrm>
          <a:off x="0" y="0"/>
          <a:ext cx="0" cy="0"/>
          <a:chOff x="0" y="0"/>
          <a:chExt cx="0" cy="0"/>
        </a:xfrm>
      </p:grpSpPr>
      <p:sp>
        <p:nvSpPr>
          <p:cNvPr id="337" name="Shape 337"/>
          <p:cNvSpPr/>
          <p:nvPr/>
        </p:nvSpPr>
        <p:spPr>
          <a:xfrm>
            <a:off x="0" y="0"/>
            <a:ext cx="9144000" cy="4108701"/>
          </a:xfrm>
          <a:prstGeom prst="rect">
            <a:avLst/>
          </a:prstGeom>
          <a:gradFill>
            <a:gsLst>
              <a:gs pos="0">
                <a:schemeClr val="accent1"/>
              </a:gs>
              <a:gs pos="100000">
                <a:srgbClr val="124B6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1" i="0" u="none" strike="noStrike" cap="none">
              <a:solidFill>
                <a:srgbClr val="FFFFFF"/>
              </a:solidFill>
              <a:latin typeface="Arial"/>
              <a:ea typeface="Arial"/>
              <a:cs typeface="Arial"/>
              <a:sym typeface="Arial"/>
            </a:endParaRPr>
          </a:p>
        </p:txBody>
      </p:sp>
      <p:pic>
        <p:nvPicPr>
          <p:cNvPr id="338" name="Shape 338"/>
          <p:cNvPicPr preferRelativeResize="0"/>
          <p:nvPr/>
        </p:nvPicPr>
        <p:blipFill rotWithShape="1">
          <a:blip r:embed="rId2">
            <a:alphaModFix/>
          </a:blip>
          <a:srcRect l="1528" t="1342" b="2665"/>
          <a:stretch/>
        </p:blipFill>
        <p:spPr>
          <a:xfrm>
            <a:off x="0" y="0"/>
            <a:ext cx="4175999" cy="5143499"/>
          </a:xfrm>
          <a:prstGeom prst="rect">
            <a:avLst/>
          </a:prstGeom>
          <a:noFill/>
          <a:ln>
            <a:noFill/>
          </a:ln>
        </p:spPr>
      </p:pic>
      <p:sp>
        <p:nvSpPr>
          <p:cNvPr id="339" name="Shape 339"/>
          <p:cNvSpPr txBox="1">
            <a:spLocks noGrp="1"/>
          </p:cNvSpPr>
          <p:nvPr>
            <p:ph type="body" idx="1"/>
          </p:nvPr>
        </p:nvSpPr>
        <p:spPr>
          <a:xfrm>
            <a:off x="685800" y="1323361"/>
            <a:ext cx="7427912" cy="117474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4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40" name="Shape 340"/>
          <p:cNvSpPr txBox="1">
            <a:spLocks noGrp="1"/>
          </p:cNvSpPr>
          <p:nvPr>
            <p:ph type="body" idx="2"/>
          </p:nvPr>
        </p:nvSpPr>
        <p:spPr>
          <a:xfrm>
            <a:off x="685800" y="2741691"/>
            <a:ext cx="7427912" cy="489776"/>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341" name="Shape 341"/>
          <p:cNvPicPr preferRelativeResize="0"/>
          <p:nvPr/>
        </p:nvPicPr>
        <p:blipFill rotWithShape="1">
          <a:blip r:embed="rId3">
            <a:alphaModFix/>
          </a:blip>
          <a:srcRect/>
          <a:stretch/>
        </p:blipFill>
        <p:spPr>
          <a:xfrm>
            <a:off x="8193024" y="4326076"/>
            <a:ext cx="722376" cy="604028"/>
          </a:xfrm>
          <a:prstGeom prst="rect">
            <a:avLst/>
          </a:prstGeom>
          <a:noFill/>
          <a:ln>
            <a:noFill/>
          </a:ln>
        </p:spPr>
      </p:pic>
      <p:sp>
        <p:nvSpPr>
          <p:cNvPr id="342" name="Shape 342"/>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Arial"/>
              <a:buNone/>
            </a:pPr>
            <a:r>
              <a:rPr lang="en" sz="1000" b="0" i="0" u="none" strike="noStrike" cap="none">
                <a:solidFill>
                  <a:srgbClr val="708491"/>
                </a:solidFill>
                <a:latin typeface="Arial"/>
                <a:ea typeface="Arial"/>
                <a:cs typeface="Arial"/>
                <a:sym typeface="Arial"/>
              </a:rPr>
              <a:t>Docker 2017 - Confidential</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2_Title and Content - White">
    <p:spTree>
      <p:nvGrpSpPr>
        <p:cNvPr id="1" name="Shape 343"/>
        <p:cNvGrpSpPr/>
        <p:nvPr/>
      </p:nvGrpSpPr>
      <p:grpSpPr>
        <a:xfrm>
          <a:off x="0" y="0"/>
          <a:ext cx="0" cy="0"/>
          <a:chOff x="0" y="0"/>
          <a:chExt cx="0" cy="0"/>
        </a:xfrm>
      </p:grpSpPr>
      <p:pic>
        <p:nvPicPr>
          <p:cNvPr id="344" name="Shape 344"/>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345" name="Shape 345"/>
          <p:cNvSpPr txBox="1">
            <a:spLocks noGrp="1"/>
          </p:cNvSpPr>
          <p:nvPr>
            <p:ph type="body" idx="1"/>
          </p:nvPr>
        </p:nvSpPr>
        <p:spPr>
          <a:xfrm>
            <a:off x="228600" y="845075"/>
            <a:ext cx="8686800" cy="3787647"/>
          </a:xfrm>
          <a:prstGeom prst="rect">
            <a:avLst/>
          </a:prstGeom>
          <a:noFill/>
          <a:ln>
            <a:noFill/>
          </a:ln>
        </p:spPr>
        <p:txBody>
          <a:bodyPr lIns="91425" tIns="91425" rIns="91425" bIns="91425" anchor="t" anchorCtr="0"/>
          <a:lstStyle>
            <a:lvl1pPr marL="254000" marR="0" lvl="0" indent="38100" algn="l" rtl="0">
              <a:lnSpc>
                <a:spcPct val="90000"/>
              </a:lnSpc>
              <a:spcBef>
                <a:spcPts val="750"/>
              </a:spcBef>
              <a:spcAft>
                <a:spcPts val="0"/>
              </a:spcAft>
              <a:buClr>
                <a:schemeClr val="accent1"/>
              </a:buClr>
              <a:buSzPct val="100000"/>
              <a:buFont typeface="Arial"/>
              <a:buChar char="•"/>
              <a:defRPr sz="2000" b="0" i="0" u="none" strike="noStrike" cap="none">
                <a:solidFill>
                  <a:schemeClr val="dk2"/>
                </a:solidFill>
                <a:latin typeface="Arial"/>
                <a:ea typeface="Arial"/>
                <a:cs typeface="Arial"/>
                <a:sym typeface="Arial"/>
              </a:defRPr>
            </a:lvl1pPr>
            <a:lvl2pPr marL="571500" marR="0" lvl="1" indent="50800" algn="l" rtl="0">
              <a:lnSpc>
                <a:spcPct val="90000"/>
              </a:lnSpc>
              <a:spcBef>
                <a:spcPts val="375"/>
              </a:spcBef>
              <a:spcAft>
                <a:spcPts val="0"/>
              </a:spcAft>
              <a:buClr>
                <a:schemeClr val="accent1"/>
              </a:buClr>
              <a:buSzPct val="100000"/>
              <a:buFont typeface="Arial"/>
              <a:buChar char="−"/>
              <a:defRPr sz="1800" b="0" i="0" u="none" strike="noStrike" cap="none">
                <a:solidFill>
                  <a:schemeClr val="dk2"/>
                </a:solidFill>
                <a:latin typeface="Arial"/>
                <a:ea typeface="Arial"/>
                <a:cs typeface="Arial"/>
                <a:sym typeface="Arial"/>
              </a:defRPr>
            </a:lvl2pPr>
            <a:lvl3pPr marL="869950" marR="0" lvl="2" indent="76200" algn="l" rtl="0">
              <a:lnSpc>
                <a:spcPct val="90000"/>
              </a:lnSpc>
              <a:spcBef>
                <a:spcPts val="375"/>
              </a:spcBef>
              <a:spcAft>
                <a:spcPts val="0"/>
              </a:spcAft>
              <a:buClr>
                <a:schemeClr val="accent1"/>
              </a:buClr>
              <a:buSzPct val="100000"/>
              <a:buFont typeface="Arial"/>
              <a:buChar char="•"/>
              <a:defRPr sz="1500" b="0" i="0" u="none" strike="noStrike" cap="none">
                <a:solidFill>
                  <a:schemeClr val="dk2"/>
                </a:solidFill>
                <a:latin typeface="Arial"/>
                <a:ea typeface="Arial"/>
                <a:cs typeface="Arial"/>
                <a:sym typeface="Arial"/>
              </a:defRPr>
            </a:lvl3pPr>
            <a:lvl4pPr marL="1200150" marR="0" lvl="3" indent="60660" algn="l" rtl="0">
              <a:lnSpc>
                <a:spcPct val="90000"/>
              </a:lnSpc>
              <a:spcBef>
                <a:spcPts val="375"/>
              </a:spcBef>
              <a:spcAft>
                <a:spcPts val="0"/>
              </a:spcAft>
              <a:buClr>
                <a:schemeClr val="accent1"/>
              </a:buClr>
              <a:buSzPct val="89663"/>
              <a:buFont typeface="Arial"/>
              <a:buChar char="−"/>
              <a:defRPr sz="1350" b="0" i="0" u="none" strike="noStrike" cap="none">
                <a:solidFill>
                  <a:schemeClr val="dk2"/>
                </a:solidFill>
                <a:latin typeface="Arial"/>
                <a:ea typeface="Arial"/>
                <a:cs typeface="Arial"/>
                <a:sym typeface="Arial"/>
              </a:defRPr>
            </a:lvl4pPr>
            <a:lvl5pPr marL="1543050" marR="0" lvl="4" indent="60660" algn="l" rtl="0">
              <a:lnSpc>
                <a:spcPct val="90000"/>
              </a:lnSpc>
              <a:spcBef>
                <a:spcPts val="375"/>
              </a:spcBef>
              <a:spcAft>
                <a:spcPts val="0"/>
              </a:spcAft>
              <a:buClr>
                <a:schemeClr val="accent1"/>
              </a:buClr>
              <a:buSzPct val="89663"/>
              <a:buFont typeface="Arial"/>
              <a:buChar char="➢"/>
              <a:defRPr sz="1350" b="0" i="0" u="none" strike="noStrike" cap="none">
                <a:solidFill>
                  <a:schemeClr val="dk2"/>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46" name="Shape 346"/>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47" name="Shape 347"/>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Arial"/>
              <a:buNone/>
            </a:pPr>
            <a:r>
              <a:rPr lang="en" sz="1000" b="0" i="0" u="none" strike="noStrike" cap="none">
                <a:solidFill>
                  <a:srgbClr val="708491"/>
                </a:solidFill>
                <a:latin typeface="Arial"/>
                <a:ea typeface="Arial"/>
                <a:cs typeface="Arial"/>
                <a:sym typeface="Arial"/>
              </a:rPr>
              <a:t>Docker 2017 - Confidential</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4_Title - White">
    <p:spTree>
      <p:nvGrpSpPr>
        <p:cNvPr id="1" name="Shape 348"/>
        <p:cNvGrpSpPr/>
        <p:nvPr/>
      </p:nvGrpSpPr>
      <p:grpSpPr>
        <a:xfrm>
          <a:off x="0" y="0"/>
          <a:ext cx="0" cy="0"/>
          <a:chOff x="0" y="0"/>
          <a:chExt cx="0" cy="0"/>
        </a:xfrm>
      </p:grpSpPr>
      <p:pic>
        <p:nvPicPr>
          <p:cNvPr id="349" name="Shape 349"/>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350" name="Shape 350"/>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51" name="Shape 351"/>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Arial"/>
              <a:buNone/>
            </a:pPr>
            <a:r>
              <a:rPr lang="en" sz="1000" b="0" i="0" u="none" strike="noStrike" cap="none">
                <a:solidFill>
                  <a:srgbClr val="708491"/>
                </a:solidFill>
                <a:latin typeface="Arial"/>
                <a:ea typeface="Arial"/>
                <a:cs typeface="Arial"/>
                <a:sym typeface="Arial"/>
              </a:rPr>
              <a:t>Docker 2017 - Confidential</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Closing - Dark">
    <p:spTree>
      <p:nvGrpSpPr>
        <p:cNvPr id="1" name="Shape 352"/>
        <p:cNvGrpSpPr/>
        <p:nvPr/>
      </p:nvGrpSpPr>
      <p:grpSpPr>
        <a:xfrm>
          <a:off x="0" y="0"/>
          <a:ext cx="0" cy="0"/>
          <a:chOff x="0" y="0"/>
          <a:chExt cx="0" cy="0"/>
        </a:xfrm>
      </p:grpSpPr>
      <p:sp>
        <p:nvSpPr>
          <p:cNvPr id="353" name="Shape 353"/>
          <p:cNvSpPr/>
          <p:nvPr/>
        </p:nvSpPr>
        <p:spPr>
          <a:xfrm>
            <a:off x="0" y="0"/>
            <a:ext cx="9144000" cy="5143499"/>
          </a:xfrm>
          <a:prstGeom prst="rect">
            <a:avLst/>
          </a:prstGeom>
          <a:gradFill>
            <a:gsLst>
              <a:gs pos="0">
                <a:schemeClr val="accent1"/>
              </a:gs>
              <a:gs pos="100000">
                <a:srgbClr val="124B6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1" i="0" u="none" strike="noStrike" cap="none">
              <a:solidFill>
                <a:srgbClr val="FFFFFF"/>
              </a:solidFill>
              <a:latin typeface="Arial"/>
              <a:ea typeface="Arial"/>
              <a:cs typeface="Arial"/>
              <a:sym typeface="Arial"/>
            </a:endParaRPr>
          </a:p>
        </p:txBody>
      </p:sp>
      <p:pic>
        <p:nvPicPr>
          <p:cNvPr id="354" name="Shape 354"/>
          <p:cNvPicPr preferRelativeResize="0"/>
          <p:nvPr/>
        </p:nvPicPr>
        <p:blipFill rotWithShape="1">
          <a:blip r:embed="rId2">
            <a:alphaModFix/>
          </a:blip>
          <a:srcRect l="1528" t="1342" b="2665"/>
          <a:stretch/>
        </p:blipFill>
        <p:spPr>
          <a:xfrm>
            <a:off x="0" y="0"/>
            <a:ext cx="4175999" cy="5143499"/>
          </a:xfrm>
          <a:prstGeom prst="rect">
            <a:avLst/>
          </a:prstGeom>
          <a:noFill/>
          <a:ln>
            <a:noFill/>
          </a:ln>
        </p:spPr>
      </p:pic>
      <p:pic>
        <p:nvPicPr>
          <p:cNvPr id="355" name="Shape 355"/>
          <p:cNvPicPr preferRelativeResize="0"/>
          <p:nvPr/>
        </p:nvPicPr>
        <p:blipFill rotWithShape="1">
          <a:blip r:embed="rId3">
            <a:alphaModFix/>
          </a:blip>
          <a:srcRect/>
          <a:stretch/>
        </p:blipFill>
        <p:spPr>
          <a:xfrm>
            <a:off x="3100615" y="1155091"/>
            <a:ext cx="2942770" cy="2468730"/>
          </a:xfrm>
          <a:prstGeom prst="rect">
            <a:avLst/>
          </a:prstGeom>
          <a:noFill/>
          <a:ln>
            <a:noFill/>
          </a:ln>
        </p:spPr>
      </p:pic>
      <p:sp>
        <p:nvSpPr>
          <p:cNvPr id="356" name="Shape 356"/>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1_ Title and Content - White">
    <p:spTree>
      <p:nvGrpSpPr>
        <p:cNvPr id="1" name="Shape 357"/>
        <p:cNvGrpSpPr/>
        <p:nvPr/>
      </p:nvGrpSpPr>
      <p:grpSpPr>
        <a:xfrm>
          <a:off x="0" y="0"/>
          <a:ext cx="0" cy="0"/>
          <a:chOff x="0" y="0"/>
          <a:chExt cx="0" cy="0"/>
        </a:xfrm>
      </p:grpSpPr>
      <p:sp>
        <p:nvSpPr>
          <p:cNvPr id="358" name="Shape 358"/>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59" name="Shape 359"/>
          <p:cNvSpPr txBox="1">
            <a:spLocks noGrp="1"/>
          </p:cNvSpPr>
          <p:nvPr>
            <p:ph type="body" idx="1"/>
          </p:nvPr>
        </p:nvSpPr>
        <p:spPr>
          <a:xfrm>
            <a:off x="228600" y="1369219"/>
            <a:ext cx="8686800" cy="3263504"/>
          </a:xfrm>
          <a:prstGeom prst="rect">
            <a:avLst/>
          </a:prstGeom>
          <a:noFill/>
          <a:ln>
            <a:noFill/>
          </a:ln>
        </p:spPr>
        <p:txBody>
          <a:bodyPr lIns="91425" tIns="91425" rIns="91425" bIns="91425" anchor="t" anchorCtr="0"/>
          <a:lstStyle>
            <a:lvl1pPr marL="254000" marR="0" lvl="0" indent="38100" algn="l" rtl="0">
              <a:lnSpc>
                <a:spcPct val="100000"/>
              </a:lnSpc>
              <a:spcBef>
                <a:spcPts val="750"/>
              </a:spcBef>
              <a:spcAft>
                <a:spcPts val="0"/>
              </a:spcAft>
              <a:buClr>
                <a:schemeClr val="accent1"/>
              </a:buClr>
              <a:buSzPct val="100000"/>
              <a:buFont typeface="Arial"/>
              <a:buChar char="•"/>
              <a:defRPr sz="2000" b="0" i="0" u="none" strike="noStrike" cap="none">
                <a:solidFill>
                  <a:schemeClr val="dk2"/>
                </a:solidFill>
                <a:latin typeface="Arial"/>
                <a:ea typeface="Arial"/>
                <a:cs typeface="Arial"/>
                <a:sym typeface="Arial"/>
              </a:defRPr>
            </a:lvl1pPr>
            <a:lvl2pPr marL="571500" marR="0" lvl="1" indent="50800" algn="l" rtl="0">
              <a:lnSpc>
                <a:spcPct val="100000"/>
              </a:lnSpc>
              <a:spcBef>
                <a:spcPts val="375"/>
              </a:spcBef>
              <a:spcAft>
                <a:spcPts val="0"/>
              </a:spcAft>
              <a:buClr>
                <a:schemeClr val="accent1"/>
              </a:buClr>
              <a:buSzPct val="100000"/>
              <a:buFont typeface="Arial"/>
              <a:buChar char="−"/>
              <a:defRPr sz="1800" b="0" i="0" u="none" strike="noStrike" cap="none">
                <a:solidFill>
                  <a:schemeClr val="dk2"/>
                </a:solidFill>
                <a:latin typeface="Arial"/>
                <a:ea typeface="Arial"/>
                <a:cs typeface="Arial"/>
                <a:sym typeface="Arial"/>
              </a:defRPr>
            </a:lvl2pPr>
            <a:lvl3pPr marL="869950" marR="0" lvl="2" indent="76200" algn="l" rtl="0">
              <a:lnSpc>
                <a:spcPct val="100000"/>
              </a:lnSpc>
              <a:spcBef>
                <a:spcPts val="375"/>
              </a:spcBef>
              <a:spcAft>
                <a:spcPts val="0"/>
              </a:spcAft>
              <a:buClr>
                <a:schemeClr val="accent1"/>
              </a:buClr>
              <a:buSzPct val="100000"/>
              <a:buFont typeface="Arial"/>
              <a:buChar char="•"/>
              <a:defRPr sz="1500" b="0" i="0" u="none" strike="noStrike" cap="none">
                <a:solidFill>
                  <a:schemeClr val="dk2"/>
                </a:solidFill>
                <a:latin typeface="Arial"/>
                <a:ea typeface="Arial"/>
                <a:cs typeface="Arial"/>
                <a:sym typeface="Arial"/>
              </a:defRPr>
            </a:lvl3pPr>
            <a:lvl4pPr marL="1200150" marR="0" lvl="3" indent="60660" algn="l" rtl="0">
              <a:lnSpc>
                <a:spcPct val="100000"/>
              </a:lnSpc>
              <a:spcBef>
                <a:spcPts val="375"/>
              </a:spcBef>
              <a:spcAft>
                <a:spcPts val="0"/>
              </a:spcAft>
              <a:buClr>
                <a:schemeClr val="accent1"/>
              </a:buClr>
              <a:buSzPct val="89663"/>
              <a:buFont typeface="Arial"/>
              <a:buChar char="−"/>
              <a:defRPr sz="1350" b="0" i="0" u="none" strike="noStrike" cap="none">
                <a:solidFill>
                  <a:schemeClr val="dk2"/>
                </a:solidFill>
                <a:latin typeface="Arial"/>
                <a:ea typeface="Arial"/>
                <a:cs typeface="Arial"/>
                <a:sym typeface="Arial"/>
              </a:defRPr>
            </a:lvl4pPr>
            <a:lvl5pPr marL="1543050" marR="0" lvl="4" indent="60660" algn="l" rtl="0">
              <a:lnSpc>
                <a:spcPct val="100000"/>
              </a:lnSpc>
              <a:spcBef>
                <a:spcPts val="375"/>
              </a:spcBef>
              <a:spcAft>
                <a:spcPts val="0"/>
              </a:spcAft>
              <a:buClr>
                <a:schemeClr val="accent1"/>
              </a:buClr>
              <a:buSzPct val="89663"/>
              <a:buFont typeface="Arial"/>
              <a:buChar char="➢"/>
              <a:defRPr sz="1350" b="0" i="0" u="none" strike="noStrike" cap="none">
                <a:solidFill>
                  <a:schemeClr val="dk2"/>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60" name="Shape 360"/>
          <p:cNvSpPr txBox="1">
            <a:spLocks noGrp="1"/>
          </p:cNvSpPr>
          <p:nvPr>
            <p:ph type="body" idx="2"/>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dk2"/>
              </a:buClr>
              <a:buFont typeface="Arial"/>
              <a:buNone/>
              <a:defRPr sz="2100" b="0" i="0" u="none" strike="noStrike" cap="none">
                <a:solidFill>
                  <a:schemeClr val="dk2"/>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361" name="Shape 361"/>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362" name="Shape 362"/>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Arial"/>
              <a:buNone/>
            </a:pPr>
            <a:r>
              <a:rPr lang="en" sz="1000" b="0" i="0" u="none" strike="noStrike" cap="none">
                <a:solidFill>
                  <a:srgbClr val="708491"/>
                </a:solidFill>
                <a:latin typeface="Arial"/>
                <a:ea typeface="Arial"/>
                <a:cs typeface="Arial"/>
                <a:sym typeface="Arial"/>
              </a:rPr>
              <a:t>Docker 2017 - Confidential</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1_Title and Content - Blue">
    <p:spTree>
      <p:nvGrpSpPr>
        <p:cNvPr id="1" name="Shape 363"/>
        <p:cNvGrpSpPr/>
        <p:nvPr/>
      </p:nvGrpSpPr>
      <p:grpSpPr>
        <a:xfrm>
          <a:off x="0" y="0"/>
          <a:ext cx="0" cy="0"/>
          <a:chOff x="0" y="0"/>
          <a:chExt cx="0" cy="0"/>
        </a:xfrm>
      </p:grpSpPr>
      <p:sp>
        <p:nvSpPr>
          <p:cNvPr id="364" name="Shape 364"/>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254356"/>
              </a:buClr>
              <a:buFont typeface="Arial"/>
              <a:buNone/>
            </a:pPr>
            <a:endParaRPr sz="1800" b="0" i="0" u="none" strike="noStrike" cap="none">
              <a:solidFill>
                <a:srgbClr val="FFFFFF"/>
              </a:solidFill>
              <a:latin typeface="Arial"/>
              <a:ea typeface="Arial"/>
              <a:cs typeface="Arial"/>
              <a:sym typeface="Arial"/>
            </a:endParaRPr>
          </a:p>
        </p:txBody>
      </p:sp>
      <p:pic>
        <p:nvPicPr>
          <p:cNvPr id="365" name="Shape 365"/>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366" name="Shape 366"/>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67" name="Shape 367"/>
          <p:cNvSpPr txBox="1">
            <a:spLocks noGrp="1"/>
          </p:cNvSpPr>
          <p:nvPr>
            <p:ph type="body" idx="1"/>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1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68" name="Shape 368"/>
          <p:cNvSpPr txBox="1">
            <a:spLocks noGrp="1"/>
          </p:cNvSpPr>
          <p:nvPr>
            <p:ph type="body" idx="2"/>
          </p:nvPr>
        </p:nvSpPr>
        <p:spPr>
          <a:xfrm>
            <a:off x="228600" y="1369216"/>
            <a:ext cx="8686800" cy="3298131"/>
          </a:xfrm>
          <a:prstGeom prst="rect">
            <a:avLst/>
          </a:prstGeom>
          <a:noFill/>
          <a:ln>
            <a:noFill/>
          </a:ln>
        </p:spPr>
        <p:txBody>
          <a:bodyPr lIns="91425" tIns="91425" rIns="91425" bIns="91425" anchor="t" anchorCtr="0"/>
          <a:lstStyle>
            <a:lvl1pPr marL="254000" marR="0" lvl="0" indent="38100" algn="l" rtl="0">
              <a:lnSpc>
                <a:spcPct val="90000"/>
              </a:lnSpc>
              <a:spcBef>
                <a:spcPts val="750"/>
              </a:spcBef>
              <a:spcAft>
                <a:spcPts val="0"/>
              </a:spcAft>
              <a:buClr>
                <a:schemeClr val="accent1"/>
              </a:buClr>
              <a:buSzPct val="100000"/>
              <a:buFont typeface="Arial"/>
              <a:buChar char="•"/>
              <a:defRPr sz="2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accent1"/>
              </a:buClr>
              <a:buSzPct val="100000"/>
              <a:buFont typeface="Arial"/>
              <a:buChar char="−"/>
              <a:defRPr sz="1800" b="0" i="0" u="none" strike="noStrike" cap="none">
                <a:solidFill>
                  <a:schemeClr val="lt1"/>
                </a:solidFill>
                <a:latin typeface="Arial"/>
                <a:ea typeface="Arial"/>
                <a:cs typeface="Arial"/>
                <a:sym typeface="Arial"/>
              </a:defRPr>
            </a:lvl2pPr>
            <a:lvl3pPr marL="869950" marR="0" lvl="2" indent="76200" algn="l" rtl="0">
              <a:lnSpc>
                <a:spcPct val="90000"/>
              </a:lnSpc>
              <a:spcBef>
                <a:spcPts val="375"/>
              </a:spcBef>
              <a:spcAft>
                <a:spcPts val="0"/>
              </a:spcAft>
              <a:buClr>
                <a:schemeClr val="accent1"/>
              </a:buClr>
              <a:buSzPct val="100000"/>
              <a:buFont typeface="Arial"/>
              <a:buChar char="•"/>
              <a:defRPr sz="1500" b="0" i="0" u="none" strike="noStrike" cap="none">
                <a:solidFill>
                  <a:schemeClr val="lt1"/>
                </a:solidFill>
                <a:latin typeface="Arial"/>
                <a:ea typeface="Arial"/>
                <a:cs typeface="Arial"/>
                <a:sym typeface="Arial"/>
              </a:defRPr>
            </a:lvl3pPr>
            <a:lvl4pPr marL="1200150" marR="0" lvl="3" indent="60660" algn="l" rtl="0">
              <a:lnSpc>
                <a:spcPct val="90000"/>
              </a:lnSpc>
              <a:spcBef>
                <a:spcPts val="375"/>
              </a:spcBef>
              <a:spcAft>
                <a:spcPts val="0"/>
              </a:spcAft>
              <a:buClr>
                <a:schemeClr val="accent1"/>
              </a:buClr>
              <a:buSzPct val="89663"/>
              <a:buFont typeface="Arial"/>
              <a:buChar char="−"/>
              <a:defRPr sz="1350" b="0" i="0" u="none" strike="noStrike" cap="none">
                <a:solidFill>
                  <a:schemeClr val="lt1"/>
                </a:solidFill>
                <a:latin typeface="Arial"/>
                <a:ea typeface="Arial"/>
                <a:cs typeface="Arial"/>
                <a:sym typeface="Arial"/>
              </a:defRPr>
            </a:lvl4pPr>
            <a:lvl5pPr marL="1543050" marR="0" lvl="4" indent="60660" algn="l" rtl="0">
              <a:lnSpc>
                <a:spcPct val="90000"/>
              </a:lnSpc>
              <a:spcBef>
                <a:spcPts val="375"/>
              </a:spcBef>
              <a:spcAft>
                <a:spcPts val="0"/>
              </a:spcAft>
              <a:buClr>
                <a:schemeClr val="accent1"/>
              </a:buClr>
              <a:buSzPct val="89663"/>
              <a:buFont typeface="Arial"/>
              <a:buChar char="➢"/>
              <a:defRPr sz="1350" b="0" i="0" u="none" strike="noStrike" cap="none">
                <a:solidFill>
                  <a:schemeClr val="lt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69" name="Shape 369"/>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2_Title and Content - Blue">
    <p:spTree>
      <p:nvGrpSpPr>
        <p:cNvPr id="1" name="Shape 370"/>
        <p:cNvGrpSpPr/>
        <p:nvPr/>
      </p:nvGrpSpPr>
      <p:grpSpPr>
        <a:xfrm>
          <a:off x="0" y="0"/>
          <a:ext cx="0" cy="0"/>
          <a:chOff x="0" y="0"/>
          <a:chExt cx="0" cy="0"/>
        </a:xfrm>
      </p:grpSpPr>
      <p:sp>
        <p:nvSpPr>
          <p:cNvPr id="371" name="Shape 371"/>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254356"/>
              </a:buClr>
              <a:buFont typeface="Arial"/>
              <a:buNone/>
            </a:pPr>
            <a:endParaRPr sz="1800" b="0" i="0" u="none" strike="noStrike" cap="none">
              <a:solidFill>
                <a:srgbClr val="FFFFFF"/>
              </a:solidFill>
              <a:latin typeface="Arial"/>
              <a:ea typeface="Arial"/>
              <a:cs typeface="Arial"/>
              <a:sym typeface="Arial"/>
            </a:endParaRPr>
          </a:p>
        </p:txBody>
      </p:sp>
      <p:sp>
        <p:nvSpPr>
          <p:cNvPr id="372" name="Shape 372"/>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pic>
        <p:nvPicPr>
          <p:cNvPr id="373" name="Shape 373"/>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374" name="Shape 374"/>
          <p:cNvSpPr txBox="1">
            <a:spLocks noGrp="1"/>
          </p:cNvSpPr>
          <p:nvPr>
            <p:ph type="body" idx="1"/>
          </p:nvPr>
        </p:nvSpPr>
        <p:spPr>
          <a:xfrm>
            <a:off x="228600" y="837282"/>
            <a:ext cx="8686800" cy="3830067"/>
          </a:xfrm>
          <a:prstGeom prst="rect">
            <a:avLst/>
          </a:prstGeom>
          <a:noFill/>
          <a:ln>
            <a:noFill/>
          </a:ln>
        </p:spPr>
        <p:txBody>
          <a:bodyPr lIns="91425" tIns="91425" rIns="91425" bIns="91425" anchor="t" anchorCtr="0"/>
          <a:lstStyle>
            <a:lvl1pPr marL="254000" marR="0" lvl="0" indent="38100" algn="l" rtl="0">
              <a:lnSpc>
                <a:spcPct val="90000"/>
              </a:lnSpc>
              <a:spcBef>
                <a:spcPts val="750"/>
              </a:spcBef>
              <a:spcAft>
                <a:spcPts val="0"/>
              </a:spcAft>
              <a:buClr>
                <a:schemeClr val="accent1"/>
              </a:buClr>
              <a:buSzPct val="100000"/>
              <a:buFont typeface="Arial"/>
              <a:buChar char="•"/>
              <a:defRPr sz="20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accent1"/>
              </a:buClr>
              <a:buSzPct val="100000"/>
              <a:buFont typeface="Arial"/>
              <a:buChar char="−"/>
              <a:defRPr sz="1800" b="0" i="0" u="none" strike="noStrike" cap="none">
                <a:solidFill>
                  <a:schemeClr val="lt1"/>
                </a:solidFill>
                <a:latin typeface="Arial"/>
                <a:ea typeface="Arial"/>
                <a:cs typeface="Arial"/>
                <a:sym typeface="Arial"/>
              </a:defRPr>
            </a:lvl2pPr>
            <a:lvl3pPr marL="869950" marR="0" lvl="2" indent="76200" algn="l" rtl="0">
              <a:lnSpc>
                <a:spcPct val="90000"/>
              </a:lnSpc>
              <a:spcBef>
                <a:spcPts val="375"/>
              </a:spcBef>
              <a:spcAft>
                <a:spcPts val="0"/>
              </a:spcAft>
              <a:buClr>
                <a:schemeClr val="accent1"/>
              </a:buClr>
              <a:buSzPct val="100000"/>
              <a:buFont typeface="Arial"/>
              <a:buChar char="•"/>
              <a:defRPr sz="1500" b="0" i="0" u="none" strike="noStrike" cap="none">
                <a:solidFill>
                  <a:schemeClr val="lt1"/>
                </a:solidFill>
                <a:latin typeface="Arial"/>
                <a:ea typeface="Arial"/>
                <a:cs typeface="Arial"/>
                <a:sym typeface="Arial"/>
              </a:defRPr>
            </a:lvl3pPr>
            <a:lvl4pPr marL="1200150" marR="0" lvl="3" indent="60660" algn="l" rtl="0">
              <a:lnSpc>
                <a:spcPct val="90000"/>
              </a:lnSpc>
              <a:spcBef>
                <a:spcPts val="375"/>
              </a:spcBef>
              <a:spcAft>
                <a:spcPts val="0"/>
              </a:spcAft>
              <a:buClr>
                <a:schemeClr val="accent1"/>
              </a:buClr>
              <a:buSzPct val="89663"/>
              <a:buFont typeface="Arial"/>
              <a:buChar char="−"/>
              <a:defRPr sz="1350" b="0" i="0" u="none" strike="noStrike" cap="none">
                <a:solidFill>
                  <a:schemeClr val="lt1"/>
                </a:solidFill>
                <a:latin typeface="Arial"/>
                <a:ea typeface="Arial"/>
                <a:cs typeface="Arial"/>
                <a:sym typeface="Arial"/>
              </a:defRPr>
            </a:lvl4pPr>
            <a:lvl5pPr marL="1543050" marR="0" lvl="4" indent="60660" algn="l" rtl="0">
              <a:lnSpc>
                <a:spcPct val="90000"/>
              </a:lnSpc>
              <a:spcBef>
                <a:spcPts val="375"/>
              </a:spcBef>
              <a:spcAft>
                <a:spcPts val="0"/>
              </a:spcAft>
              <a:buClr>
                <a:schemeClr val="accent1"/>
              </a:buClr>
              <a:buSzPct val="89663"/>
              <a:buFont typeface="Arial"/>
              <a:buChar char="➢"/>
              <a:defRPr sz="1350" b="0" i="0" u="none" strike="noStrike" cap="none">
                <a:solidFill>
                  <a:schemeClr val="lt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75" name="Shape 375"/>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3_Title and Content - White">
    <p:spTree>
      <p:nvGrpSpPr>
        <p:cNvPr id="1" name="Shape 376"/>
        <p:cNvGrpSpPr/>
        <p:nvPr/>
      </p:nvGrpSpPr>
      <p:grpSpPr>
        <a:xfrm>
          <a:off x="0" y="0"/>
          <a:ext cx="0" cy="0"/>
          <a:chOff x="0" y="0"/>
          <a:chExt cx="0" cy="0"/>
        </a:xfrm>
      </p:grpSpPr>
      <p:pic>
        <p:nvPicPr>
          <p:cNvPr id="377" name="Shape 377"/>
          <p:cNvPicPr preferRelativeResize="0"/>
          <p:nvPr/>
        </p:nvPicPr>
        <p:blipFill rotWithShape="1">
          <a:blip r:embed="rId2">
            <a:alphaModFix/>
          </a:blip>
          <a:srcRect/>
          <a:stretch/>
        </p:blipFill>
        <p:spPr>
          <a:xfrm>
            <a:off x="8039403" y="4791125"/>
            <a:ext cx="875997" cy="228601"/>
          </a:xfrm>
          <a:prstGeom prst="rect">
            <a:avLst/>
          </a:prstGeom>
          <a:noFill/>
          <a:ln>
            <a:noFill/>
          </a:ln>
        </p:spPr>
      </p:pic>
      <p:sp>
        <p:nvSpPr>
          <p:cNvPr id="378" name="Shape 378"/>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accent1"/>
              </a:buClr>
              <a:buFont typeface="Arial"/>
              <a:buNone/>
              <a:defRPr sz="3200" b="0" i="0" u="none" strike="noStrike" cap="none">
                <a:solidFill>
                  <a:schemeClr val="accen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79" name="Shape 379"/>
          <p:cNvSpPr txBox="1">
            <a:spLocks noGrp="1"/>
          </p:cNvSpPr>
          <p:nvPr>
            <p:ph type="body" idx="1"/>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dk2"/>
              </a:buClr>
              <a:buFont typeface="Arial"/>
              <a:buNone/>
              <a:defRPr sz="2100" b="0" i="0" u="none" strike="noStrike" cap="none">
                <a:solidFill>
                  <a:schemeClr val="dk2"/>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380" name="Shape 380"/>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Arial"/>
              <a:buNone/>
            </a:pPr>
            <a:r>
              <a:rPr lang="en" sz="1000" b="0" i="0" u="none" strike="noStrike" cap="none">
                <a:solidFill>
                  <a:srgbClr val="708491"/>
                </a:solidFill>
                <a:latin typeface="Arial"/>
                <a:ea typeface="Arial"/>
                <a:cs typeface="Arial"/>
                <a:sym typeface="Arial"/>
              </a:rPr>
              <a:t>Docker 2017 - Confidential</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3_Title and Content - Blue">
    <p:spTree>
      <p:nvGrpSpPr>
        <p:cNvPr id="1" name="Shape 381"/>
        <p:cNvGrpSpPr/>
        <p:nvPr/>
      </p:nvGrpSpPr>
      <p:grpSpPr>
        <a:xfrm>
          <a:off x="0" y="0"/>
          <a:ext cx="0" cy="0"/>
          <a:chOff x="0" y="0"/>
          <a:chExt cx="0" cy="0"/>
        </a:xfrm>
      </p:grpSpPr>
      <p:sp>
        <p:nvSpPr>
          <p:cNvPr id="382" name="Shape 382"/>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254356"/>
              </a:buClr>
              <a:buFont typeface="Arial"/>
              <a:buNone/>
            </a:pPr>
            <a:endParaRPr sz="1800" b="0" i="0" u="none" strike="noStrike" cap="none">
              <a:solidFill>
                <a:srgbClr val="FFFFFF"/>
              </a:solidFill>
              <a:latin typeface="Arial"/>
              <a:ea typeface="Arial"/>
              <a:cs typeface="Arial"/>
              <a:sym typeface="Arial"/>
            </a:endParaRPr>
          </a:p>
        </p:txBody>
      </p:sp>
      <p:sp>
        <p:nvSpPr>
          <p:cNvPr id="383" name="Shape 383"/>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84" name="Shape 384"/>
          <p:cNvSpPr txBox="1">
            <a:spLocks noGrp="1"/>
          </p:cNvSpPr>
          <p:nvPr>
            <p:ph type="body" idx="1"/>
          </p:nvPr>
        </p:nvSpPr>
        <p:spPr>
          <a:xfrm>
            <a:off x="228600" y="766762"/>
            <a:ext cx="8686800" cy="468311"/>
          </a:xfrm>
          <a:prstGeom prst="rect">
            <a:avLst/>
          </a:prstGeom>
          <a:noFill/>
          <a:ln>
            <a:noFill/>
          </a:ln>
        </p:spPr>
        <p:txBody>
          <a:bodyPr lIns="91425" tIns="91425" rIns="91425" bIns="91425" anchor="t" anchorCtr="0"/>
          <a:lstStyle>
            <a:lvl1pPr marL="0" marR="0" lvl="0" indent="0" algn="l" rtl="0">
              <a:lnSpc>
                <a:spcPct val="90000"/>
              </a:lnSpc>
              <a:spcBef>
                <a:spcPts val="750"/>
              </a:spcBef>
              <a:spcAft>
                <a:spcPts val="0"/>
              </a:spcAft>
              <a:buClr>
                <a:schemeClr val="lt1"/>
              </a:buClr>
              <a:buFont typeface="Arial"/>
              <a:buNone/>
              <a:defRPr sz="2100" b="0" i="0" u="none" strike="noStrike" cap="none">
                <a:solidFill>
                  <a:schemeClr val="lt1"/>
                </a:solidFill>
                <a:latin typeface="Arial"/>
                <a:ea typeface="Arial"/>
                <a:cs typeface="Arial"/>
                <a:sym typeface="Arial"/>
              </a:defRPr>
            </a:lvl1pPr>
            <a:lvl2pPr marL="571500" marR="0" lvl="1" indent="50800" algn="l" rtl="0">
              <a:lnSpc>
                <a:spcPct val="90000"/>
              </a:lnSpc>
              <a:spcBef>
                <a:spcPts val="375"/>
              </a:spcBef>
              <a:spcAft>
                <a:spcPts val="0"/>
              </a:spcAft>
              <a:buClr>
                <a:schemeClr val="dk1"/>
              </a:buClr>
              <a:buSzPct val="100000"/>
              <a:buFont typeface="Arial"/>
              <a:buChar char="•"/>
              <a:defRPr sz="1800" b="0" i="0" u="none" strike="noStrike" cap="none">
                <a:solidFill>
                  <a:schemeClr val="dk1"/>
                </a:solidFill>
                <a:latin typeface="Arial"/>
                <a:ea typeface="Arial"/>
                <a:cs typeface="Arial"/>
                <a:sym typeface="Arial"/>
              </a:defRPr>
            </a:lvl2pPr>
            <a:lvl3pPr marL="869950" marR="0" lvl="2" indent="76200" algn="l" rtl="0">
              <a:lnSpc>
                <a:spcPct val="90000"/>
              </a:lnSpc>
              <a:spcBef>
                <a:spcPts val="375"/>
              </a:spcBef>
              <a:spcAft>
                <a:spcPts val="0"/>
              </a:spcAft>
              <a:buClr>
                <a:schemeClr val="dk1"/>
              </a:buClr>
              <a:buSzPct val="100000"/>
              <a:buFont typeface="Arial"/>
              <a:buChar char="•"/>
              <a:defRPr sz="1500" b="0" i="0" u="none" strike="noStrike" cap="none">
                <a:solidFill>
                  <a:schemeClr val="dk1"/>
                </a:solidFill>
                <a:latin typeface="Arial"/>
                <a:ea typeface="Arial"/>
                <a:cs typeface="Arial"/>
                <a:sym typeface="Arial"/>
              </a:defRPr>
            </a:lvl3pPr>
            <a:lvl4pPr marL="1200150" marR="0" lvl="3"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4pPr>
            <a:lvl5pPr marL="1543050" marR="0" lvl="4"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5pPr>
            <a:lvl6pPr marL="1885950" marR="0" lvl="5"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6pPr>
            <a:lvl7pPr marL="2228850" marR="0" lvl="6"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7pPr>
            <a:lvl8pPr marL="2571750" marR="0" lvl="7"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8pPr>
            <a:lvl9pPr marL="2914650" marR="0" lvl="8" indent="60660" algn="l" rtl="0">
              <a:lnSpc>
                <a:spcPct val="90000"/>
              </a:lnSpc>
              <a:spcBef>
                <a:spcPts val="375"/>
              </a:spcBef>
              <a:spcAft>
                <a:spcPts val="0"/>
              </a:spcAft>
              <a:buClr>
                <a:schemeClr val="dk1"/>
              </a:buClr>
              <a:buSzPct val="89663"/>
              <a:buFont typeface="Arial"/>
              <a:buChar char="•"/>
              <a:defRPr sz="1350" b="0" i="0" u="none" strike="noStrike" cap="none">
                <a:solidFill>
                  <a:schemeClr val="dk1"/>
                </a:solidFill>
                <a:latin typeface="Arial"/>
                <a:ea typeface="Arial"/>
                <a:cs typeface="Arial"/>
                <a:sym typeface="Arial"/>
              </a:defRPr>
            </a:lvl9pPr>
          </a:lstStyle>
          <a:p>
            <a:endParaRPr/>
          </a:p>
        </p:txBody>
      </p:sp>
      <p:pic>
        <p:nvPicPr>
          <p:cNvPr id="385" name="Shape 385"/>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386" name="Shape 386"/>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5_Blank - Blue ">
    <p:spTree>
      <p:nvGrpSpPr>
        <p:cNvPr id="1" name="Shape 387"/>
        <p:cNvGrpSpPr/>
        <p:nvPr/>
      </p:nvGrpSpPr>
      <p:grpSpPr>
        <a:xfrm>
          <a:off x="0" y="0"/>
          <a:ext cx="0" cy="0"/>
          <a:chOff x="0" y="0"/>
          <a:chExt cx="0" cy="0"/>
        </a:xfrm>
      </p:grpSpPr>
      <p:sp>
        <p:nvSpPr>
          <p:cNvPr id="388" name="Shape 388"/>
          <p:cNvSpPr/>
          <p:nvPr/>
        </p:nvSpPr>
        <p:spPr>
          <a:xfrm>
            <a:off x="0" y="0"/>
            <a:ext cx="9144000" cy="5143499"/>
          </a:xfrm>
          <a:prstGeom prst="rect">
            <a:avLst/>
          </a:prstGeom>
          <a:gradFill>
            <a:gsLst>
              <a:gs pos="0">
                <a:srgbClr val="116B91"/>
              </a:gs>
              <a:gs pos="100000">
                <a:srgbClr val="2194CA"/>
              </a:gs>
            </a:gsLst>
            <a:lin ang="5400000" scaled="0"/>
          </a:gra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254356"/>
              </a:buClr>
              <a:buFont typeface="Arial"/>
              <a:buNone/>
            </a:pPr>
            <a:endParaRPr sz="1800" b="0" i="0" u="none" strike="noStrike" cap="none">
              <a:solidFill>
                <a:srgbClr val="FFFFFF"/>
              </a:solidFill>
              <a:latin typeface="Arial"/>
              <a:ea typeface="Arial"/>
              <a:cs typeface="Arial"/>
              <a:sym typeface="Arial"/>
            </a:endParaRPr>
          </a:p>
        </p:txBody>
      </p:sp>
      <p:sp>
        <p:nvSpPr>
          <p:cNvPr id="389" name="Shape 389"/>
          <p:cNvSpPr txBox="1">
            <a:spLocks noGrp="1"/>
          </p:cNvSpPr>
          <p:nvPr>
            <p:ph type="title"/>
          </p:nvPr>
        </p:nvSpPr>
        <p:spPr>
          <a:xfrm>
            <a:off x="228600" y="273841"/>
            <a:ext cx="8686800" cy="479918"/>
          </a:xfrm>
          <a:prstGeom prst="rect">
            <a:avLst/>
          </a:prstGeom>
          <a:noFill/>
          <a:ln>
            <a:noFill/>
          </a:ln>
        </p:spPr>
        <p:txBody>
          <a:bodyPr lIns="91425" tIns="91425" rIns="91425" bIns="91425" anchor="t" anchorCtr="0"/>
          <a:lstStyle>
            <a:lvl1pPr marL="0" marR="0" lvl="0" indent="0" algn="l" rtl="0">
              <a:lnSpc>
                <a:spcPct val="90000"/>
              </a:lnSpc>
              <a:spcBef>
                <a:spcPts val="0"/>
              </a:spcBef>
              <a:spcAft>
                <a:spcPts val="0"/>
              </a:spcAft>
              <a:buClr>
                <a:schemeClr val="lt1"/>
              </a:buClr>
              <a:buFont typeface="Arial"/>
              <a:buNone/>
              <a:defRPr sz="3200" b="0" i="0" u="none" strike="noStrike" cap="none">
                <a:solidFill>
                  <a:schemeClr val="lt1"/>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pic>
        <p:nvPicPr>
          <p:cNvPr id="390" name="Shape 390"/>
          <p:cNvPicPr preferRelativeResize="0"/>
          <p:nvPr/>
        </p:nvPicPr>
        <p:blipFill rotWithShape="1">
          <a:blip r:embed="rId2">
            <a:alphaModFix/>
          </a:blip>
          <a:srcRect/>
          <a:stretch/>
        </p:blipFill>
        <p:spPr>
          <a:xfrm>
            <a:off x="8084614" y="4819471"/>
            <a:ext cx="779985" cy="171907"/>
          </a:xfrm>
          <a:prstGeom prst="rect">
            <a:avLst/>
          </a:prstGeom>
          <a:noFill/>
          <a:ln>
            <a:noFill/>
          </a:ln>
        </p:spPr>
      </p:pic>
      <p:sp>
        <p:nvSpPr>
          <p:cNvPr id="391" name="Shape 391"/>
          <p:cNvSpPr txBox="1"/>
          <p:nvPr/>
        </p:nvSpPr>
        <p:spPr>
          <a:xfrm>
            <a:off x="0" y="4882014"/>
            <a:ext cx="1694694" cy="24621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r>
              <a:rPr lang="en" sz="1000" b="0" i="0" u="none" strike="noStrike" cap="none">
                <a:solidFill>
                  <a:srgbClr val="FFFFFF"/>
                </a:solidFill>
                <a:latin typeface="Arial"/>
                <a:ea typeface="Arial"/>
                <a:cs typeface="Arial"/>
                <a:sym typeface="Arial"/>
              </a:rPr>
              <a:t>Docker 2017 - Confidential</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Shape 392"/>
        <p:cNvGrpSpPr/>
        <p:nvPr/>
      </p:nvGrpSpPr>
      <p:grpSpPr>
        <a:xfrm>
          <a:off x="0" y="0"/>
          <a:ext cx="0" cy="0"/>
          <a:chOff x="0" y="0"/>
          <a:chExt cx="0" cy="0"/>
        </a:xfrm>
      </p:grpSpPr>
      <p:sp>
        <p:nvSpPr>
          <p:cNvPr id="393" name="Shape 393"/>
          <p:cNvSpPr txBox="1">
            <a:spLocks noGrp="1"/>
          </p:cNvSpPr>
          <p:nvPr>
            <p:ph type="title"/>
          </p:nvPr>
        </p:nvSpPr>
        <p:spPr>
          <a:xfrm>
            <a:off x="228600" y="207982"/>
            <a:ext cx="8643937" cy="61317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chemeClr val="dk2"/>
              </a:buClr>
              <a:buFont typeface="Arial"/>
              <a:buNone/>
              <a:defRPr sz="3200" b="0" i="0" u="none" strike="noStrike" cap="none">
                <a:solidFill>
                  <a:schemeClr val="dk2"/>
                </a:solidFill>
                <a:latin typeface="Arial"/>
                <a:ea typeface="Arial"/>
                <a:cs typeface="Arial"/>
                <a:sym typeface="Arial"/>
              </a:defRPr>
            </a:lvl1pPr>
            <a:lvl2pPr lvl="1" indent="0">
              <a:spcBef>
                <a:spcPts val="0"/>
              </a:spcBef>
              <a:buFont typeface="Arial"/>
              <a:buNone/>
              <a:defRPr sz="1800"/>
            </a:lvl2pPr>
            <a:lvl3pPr lvl="2" indent="0">
              <a:spcBef>
                <a:spcPts val="0"/>
              </a:spcBef>
              <a:buFont typeface="Arial"/>
              <a:buNone/>
              <a:defRPr sz="1800"/>
            </a:lvl3pPr>
            <a:lvl4pPr lvl="3" indent="0">
              <a:spcBef>
                <a:spcPts val="0"/>
              </a:spcBef>
              <a:buFont typeface="Arial"/>
              <a:buNone/>
              <a:defRPr sz="1800"/>
            </a:lvl4pPr>
            <a:lvl5pPr lvl="4" indent="0">
              <a:spcBef>
                <a:spcPts val="0"/>
              </a:spcBef>
              <a:buFont typeface="Arial"/>
              <a:buNone/>
              <a:defRPr sz="1800"/>
            </a:lvl5pPr>
            <a:lvl6pPr lvl="5" indent="0">
              <a:spcBef>
                <a:spcPts val="0"/>
              </a:spcBef>
              <a:buFont typeface="Arial"/>
              <a:buNone/>
              <a:defRPr sz="1800"/>
            </a:lvl6pPr>
            <a:lvl7pPr lvl="6" indent="0">
              <a:spcBef>
                <a:spcPts val="0"/>
              </a:spcBef>
              <a:buFont typeface="Arial"/>
              <a:buNone/>
              <a:defRPr sz="1800"/>
            </a:lvl7pPr>
            <a:lvl8pPr lvl="7" indent="0">
              <a:spcBef>
                <a:spcPts val="0"/>
              </a:spcBef>
              <a:buFont typeface="Arial"/>
              <a:buNone/>
              <a:defRPr sz="1800"/>
            </a:lvl8pPr>
            <a:lvl9pPr lvl="8" indent="0">
              <a:spcBef>
                <a:spcPts val="0"/>
              </a:spcBef>
              <a:buFont typeface="Arial"/>
              <a:buNone/>
              <a:defRPr sz="1800"/>
            </a:lvl9pPr>
          </a:lstStyle>
          <a:p>
            <a:endParaRPr/>
          </a:p>
        </p:txBody>
      </p:sp>
      <p:sp>
        <p:nvSpPr>
          <p:cNvPr id="394" name="Shape 394"/>
          <p:cNvSpPr txBox="1">
            <a:spLocks noGrp="1"/>
          </p:cNvSpPr>
          <p:nvPr>
            <p:ph type="body" idx="1"/>
          </p:nvPr>
        </p:nvSpPr>
        <p:spPr>
          <a:xfrm>
            <a:off x="228600" y="1352550"/>
            <a:ext cx="8643937" cy="3244077"/>
          </a:xfrm>
          <a:prstGeom prst="rect">
            <a:avLst/>
          </a:prstGeom>
          <a:noFill/>
          <a:ln>
            <a:noFill/>
          </a:ln>
        </p:spPr>
        <p:txBody>
          <a:bodyPr lIns="91425" tIns="91425" rIns="91425" bIns="91425" anchor="t" anchorCtr="0"/>
          <a:lstStyle>
            <a:lvl1pPr marL="342900" marR="0" lvl="0" indent="38100" algn="l" rtl="0">
              <a:lnSpc>
                <a:spcPct val="100000"/>
              </a:lnSpc>
              <a:spcBef>
                <a:spcPts val="400"/>
              </a:spcBef>
              <a:spcAft>
                <a:spcPts val="0"/>
              </a:spcAft>
              <a:buClr>
                <a:schemeClr val="dk2"/>
              </a:buClr>
              <a:buSzPct val="100000"/>
              <a:buFont typeface="Arial"/>
              <a:buChar char="•"/>
              <a:defRPr sz="2000" b="0" i="0" u="none" strike="noStrike" cap="none">
                <a:solidFill>
                  <a:schemeClr val="dk2"/>
                </a:solidFill>
                <a:latin typeface="Arial"/>
                <a:ea typeface="Arial"/>
                <a:cs typeface="Arial"/>
                <a:sym typeface="Arial"/>
              </a:defRPr>
            </a:lvl1pPr>
            <a:lvl2pPr marL="742950" marR="0" lvl="1" indent="57150" algn="l" rtl="0">
              <a:lnSpc>
                <a:spcPct val="100000"/>
              </a:lnSpc>
              <a:spcBef>
                <a:spcPts val="360"/>
              </a:spcBef>
              <a:spcAft>
                <a:spcPts val="0"/>
              </a:spcAft>
              <a:buClr>
                <a:schemeClr val="dk2"/>
              </a:buClr>
              <a:buSzPct val="100000"/>
              <a:buFont typeface="Arial"/>
              <a:buChar char="–"/>
              <a:defRPr sz="1800" b="0" i="0" u="none" strike="noStrike" cap="none">
                <a:solidFill>
                  <a:schemeClr val="dk2"/>
                </a:solidFill>
                <a:latin typeface="Arial"/>
                <a:ea typeface="Arial"/>
                <a:cs typeface="Arial"/>
                <a:sym typeface="Arial"/>
              </a:defRPr>
            </a:lvl2pPr>
            <a:lvl3pPr marL="1143000" marR="0" lvl="2" indent="76200" algn="l" rtl="0">
              <a:lnSpc>
                <a:spcPct val="100000"/>
              </a:lnSpc>
              <a:spcBef>
                <a:spcPts val="320"/>
              </a:spcBef>
              <a:spcAft>
                <a:spcPts val="0"/>
              </a:spcAft>
              <a:buClr>
                <a:schemeClr val="dk2"/>
              </a:buClr>
              <a:buSzPct val="100000"/>
              <a:buFont typeface="Arial"/>
              <a:buChar char="•"/>
              <a:defRPr sz="1600" b="0" i="0" u="none" strike="noStrike" cap="none">
                <a:solidFill>
                  <a:schemeClr val="dk2"/>
                </a:solidFill>
                <a:latin typeface="Arial"/>
                <a:ea typeface="Arial"/>
                <a:cs typeface="Arial"/>
                <a:sym typeface="Arial"/>
              </a:defRPr>
            </a:lvl3pPr>
            <a:lvl4pPr marL="1600200" marR="0" lvl="3" indent="38100" algn="l" rtl="0">
              <a:lnSpc>
                <a:spcPct val="100000"/>
              </a:lnSpc>
              <a:spcBef>
                <a:spcPts val="280"/>
              </a:spcBef>
              <a:spcAft>
                <a:spcPts val="0"/>
              </a:spcAft>
              <a:buClr>
                <a:schemeClr val="dk2"/>
              </a:buClr>
              <a:buSzPct val="100000"/>
              <a:buFont typeface="Arial"/>
              <a:buChar char="–"/>
              <a:defRPr sz="1400" b="0" i="0" u="none" strike="noStrike" cap="none">
                <a:solidFill>
                  <a:schemeClr val="dk2"/>
                </a:solidFill>
                <a:latin typeface="Arial"/>
                <a:ea typeface="Arial"/>
                <a:cs typeface="Arial"/>
                <a:sym typeface="Arial"/>
              </a:defRPr>
            </a:lvl4pPr>
            <a:lvl5pPr marL="2057400" marR="0" lvl="4" indent="38100" algn="l" rtl="0">
              <a:lnSpc>
                <a:spcPct val="100000"/>
              </a:lnSpc>
              <a:spcBef>
                <a:spcPts val="280"/>
              </a:spcBef>
              <a:spcAft>
                <a:spcPts val="0"/>
              </a:spcAft>
              <a:buClr>
                <a:schemeClr val="dk2"/>
              </a:buClr>
              <a:buSzPct val="100000"/>
              <a:buFont typeface="Arial"/>
              <a:buChar char="»"/>
              <a:defRPr sz="1400" b="0" i="0" u="none" strike="noStrike" cap="none">
                <a:solidFill>
                  <a:schemeClr val="dk2"/>
                </a:solidFill>
                <a:latin typeface="Arial"/>
                <a:ea typeface="Arial"/>
                <a:cs typeface="Arial"/>
                <a:sym typeface="Arial"/>
              </a:defRPr>
            </a:lvl5pPr>
            <a:lvl6pPr marL="2540000" marR="0" lvl="5"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97200" marR="0" lvl="6"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54400" marR="0" lvl="7"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911600" marR="0" lvl="8"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5" name="Shape 395"/>
          <p:cNvSpPr txBox="1">
            <a:spLocks noGrp="1"/>
          </p:cNvSpPr>
          <p:nvPr>
            <p:ph type="body" idx="2"/>
          </p:nvPr>
        </p:nvSpPr>
        <p:spPr>
          <a:xfrm>
            <a:off x="228600" y="819150"/>
            <a:ext cx="8686800" cy="457200"/>
          </a:xfrm>
          <a:prstGeom prst="rect">
            <a:avLst/>
          </a:prstGeom>
          <a:noFill/>
          <a:ln>
            <a:noFill/>
          </a:ln>
        </p:spPr>
        <p:txBody>
          <a:bodyPr lIns="91425" tIns="91425" rIns="91425" bIns="91425" anchor="t" anchorCtr="0"/>
          <a:lstStyle>
            <a:lvl1pPr marL="0" marR="0" lvl="0" indent="0" algn="l" rtl="0">
              <a:lnSpc>
                <a:spcPct val="100000"/>
              </a:lnSpc>
              <a:spcBef>
                <a:spcPts val="400"/>
              </a:spcBef>
              <a:spcAft>
                <a:spcPts val="0"/>
              </a:spcAft>
              <a:buClr>
                <a:schemeClr val="accent5"/>
              </a:buClr>
              <a:buFont typeface="Arial"/>
              <a:buNone/>
              <a:defRPr sz="2000" b="0" i="0" u="none" strike="noStrike" cap="none">
                <a:solidFill>
                  <a:schemeClr val="accent5"/>
                </a:solidFill>
                <a:latin typeface="Arial"/>
                <a:ea typeface="Arial"/>
                <a:cs typeface="Arial"/>
                <a:sym typeface="Arial"/>
              </a:defRPr>
            </a:lvl1pPr>
            <a:lvl2pPr marL="457200" marR="0" lvl="1" indent="0" algn="l" rtl="0">
              <a:lnSpc>
                <a:spcPct val="100000"/>
              </a:lnSpc>
              <a:spcBef>
                <a:spcPts val="360"/>
              </a:spcBef>
              <a:spcAft>
                <a:spcPts val="0"/>
              </a:spcAft>
              <a:buClr>
                <a:schemeClr val="accent5"/>
              </a:buClr>
              <a:buFont typeface="Arial"/>
              <a:buNone/>
              <a:defRPr sz="1800" b="0" i="0" u="none" strike="noStrike" cap="none">
                <a:solidFill>
                  <a:schemeClr val="dk2"/>
                </a:solidFill>
                <a:latin typeface="Arial"/>
                <a:ea typeface="Arial"/>
                <a:cs typeface="Arial"/>
                <a:sym typeface="Arial"/>
              </a:defRPr>
            </a:lvl2pPr>
            <a:lvl3pPr marL="914400" marR="0" lvl="2" indent="0" algn="l" rtl="0">
              <a:lnSpc>
                <a:spcPct val="100000"/>
              </a:lnSpc>
              <a:spcBef>
                <a:spcPts val="320"/>
              </a:spcBef>
              <a:spcAft>
                <a:spcPts val="0"/>
              </a:spcAft>
              <a:buClr>
                <a:schemeClr val="accent5"/>
              </a:buClr>
              <a:buFont typeface="Arial"/>
              <a:buNone/>
              <a:defRPr sz="1600" b="0" i="0" u="none" strike="noStrike" cap="none">
                <a:solidFill>
                  <a:schemeClr val="dk2"/>
                </a:solidFill>
                <a:latin typeface="Arial"/>
                <a:ea typeface="Arial"/>
                <a:cs typeface="Arial"/>
                <a:sym typeface="Arial"/>
              </a:defRPr>
            </a:lvl3pPr>
            <a:lvl4pPr marL="1371600" marR="0" lvl="3" indent="0" algn="l" rtl="0">
              <a:lnSpc>
                <a:spcPct val="100000"/>
              </a:lnSpc>
              <a:spcBef>
                <a:spcPts val="280"/>
              </a:spcBef>
              <a:spcAft>
                <a:spcPts val="0"/>
              </a:spcAft>
              <a:buClr>
                <a:schemeClr val="accent5"/>
              </a:buClr>
              <a:buFont typeface="Arial"/>
              <a:buNone/>
              <a:defRPr sz="1400" b="0" i="0" u="none" strike="noStrike" cap="none">
                <a:solidFill>
                  <a:schemeClr val="dk2"/>
                </a:solidFill>
                <a:latin typeface="Arial"/>
                <a:ea typeface="Arial"/>
                <a:cs typeface="Arial"/>
                <a:sym typeface="Arial"/>
              </a:defRPr>
            </a:lvl4pPr>
            <a:lvl5pPr marL="1828800" marR="0" lvl="4" indent="0" algn="l" rtl="0">
              <a:lnSpc>
                <a:spcPct val="100000"/>
              </a:lnSpc>
              <a:spcBef>
                <a:spcPts val="280"/>
              </a:spcBef>
              <a:spcAft>
                <a:spcPts val="0"/>
              </a:spcAft>
              <a:buClr>
                <a:schemeClr val="accent5"/>
              </a:buClr>
              <a:buFont typeface="Arial"/>
              <a:buNone/>
              <a:defRPr sz="1400" b="0" i="0" u="none" strike="noStrike" cap="none">
                <a:solidFill>
                  <a:schemeClr val="dk2"/>
                </a:solidFill>
                <a:latin typeface="Arial"/>
                <a:ea typeface="Arial"/>
                <a:cs typeface="Arial"/>
                <a:sym typeface="Arial"/>
              </a:defRPr>
            </a:lvl5pPr>
            <a:lvl6pPr marL="2540000" marR="0" lvl="5"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97200" marR="0" lvl="6"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54400" marR="0" lvl="7"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911600" marR="0" lvl="8"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6" name="Shape 396"/>
          <p:cNvSpPr txBox="1">
            <a:spLocks noGrp="1"/>
          </p:cNvSpPr>
          <p:nvPr>
            <p:ph type="sldNum" idx="12"/>
          </p:nvPr>
        </p:nvSpPr>
        <p:spPr>
          <a:xfrm>
            <a:off x="242887" y="4769267"/>
            <a:ext cx="2133598" cy="274318"/>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797979"/>
              </a:buClr>
              <a:buSzPct val="25000"/>
              <a:buFont typeface="Arial"/>
              <a:buNone/>
            </a:pPr>
            <a:fld id="{00000000-1234-1234-1234-123412341234}" type="slidenum">
              <a:rPr lang="en" sz="900" b="0" i="0" u="none" strike="noStrike" cap="none">
                <a:solidFill>
                  <a:srgbClr val="797979"/>
                </a:solidFill>
                <a:latin typeface="Arial"/>
                <a:ea typeface="Arial"/>
                <a:cs typeface="Arial"/>
                <a:sym typeface="Arial"/>
              </a:rPr>
              <a:t>‹#›</a:t>
            </a:fld>
            <a:endParaRPr lang="en" sz="900" b="0" i="0" u="none" strike="noStrike" cap="none">
              <a:solidFill>
                <a:srgbClr val="797979"/>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21" Type="http://schemas.openxmlformats.org/officeDocument/2006/relationships/slideLayout" Target="../slideLayouts/slideLayout49.xml"/><Relationship Id="rId34" Type="http://schemas.openxmlformats.org/officeDocument/2006/relationships/slideLayout" Target="../slideLayouts/slideLayout62.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38"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37" Type="http://schemas.openxmlformats.org/officeDocument/2006/relationships/slideLayout" Target="../slideLayouts/slideLayout65.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slideLayout" Target="../slideLayouts/slideLayout64.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slideLayout" Target="../slideLayouts/slideLayout59.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slideLayout" Target="../slideLayouts/slideLayout63.xml"/><Relationship Id="rId8" Type="http://schemas.openxmlformats.org/officeDocument/2006/relationships/slideLayout" Target="../slideLayouts/slideLayout36.xml"/><Relationship Id="rId3"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6" Type="http://schemas.openxmlformats.org/officeDocument/2006/relationships/theme" Target="../theme/theme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2"/>
                </a:solidFill>
              </a:rPr>
              <a:t>‹#›</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37.jpg"/><Relationship Id="rId4" Type="http://schemas.openxmlformats.org/officeDocument/2006/relationships/image" Target="../media/image36.jp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42.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Shape 401"/>
          <p:cNvSpPr txBox="1">
            <a:spLocks noGrp="1"/>
          </p:cNvSpPr>
          <p:nvPr>
            <p:ph type="title"/>
          </p:nvPr>
        </p:nvSpPr>
        <p:spPr>
          <a:xfrm>
            <a:off x="71612" y="1235557"/>
            <a:ext cx="8643900" cy="613200"/>
          </a:xfrm>
          <a:prstGeom prst="rect">
            <a:avLst/>
          </a:prstGeom>
        </p:spPr>
        <p:txBody>
          <a:bodyPr lIns="91425" tIns="91425" rIns="91425" bIns="91425" anchor="ctr" anchorCtr="0">
            <a:noAutofit/>
          </a:bodyPr>
          <a:lstStyle/>
          <a:p>
            <a:pPr lvl="0" algn="ctr" rtl="0">
              <a:spcBef>
                <a:spcPts val="0"/>
              </a:spcBef>
              <a:buNone/>
            </a:pPr>
            <a:endParaRPr sz="6000">
              <a:solidFill>
                <a:schemeClr val="accent1"/>
              </a:solidFill>
            </a:endParaRPr>
          </a:p>
          <a:p>
            <a:pPr lvl="0" algn="ctr" rtl="0">
              <a:spcBef>
                <a:spcPts val="0"/>
              </a:spcBef>
              <a:buNone/>
            </a:pPr>
            <a:r>
              <a:rPr lang="en" sz="6000">
                <a:solidFill>
                  <a:schemeClr val="accent1"/>
                </a:solidFill>
              </a:rPr>
              <a:t>Introduction to Docker</a:t>
            </a:r>
          </a:p>
          <a:p>
            <a:pPr lvl="0" algn="ctr">
              <a:spcBef>
                <a:spcPts val="0"/>
              </a:spcBef>
              <a:buNone/>
            </a:pPr>
            <a:endParaRPr/>
          </a:p>
        </p:txBody>
      </p:sp>
      <p:pic>
        <p:nvPicPr>
          <p:cNvPr id="402" name="Shape 402" descr="docker1.png"/>
          <p:cNvPicPr preferRelativeResize="0"/>
          <p:nvPr/>
        </p:nvPicPr>
        <p:blipFill>
          <a:blip r:embed="rId3">
            <a:alphaModFix/>
          </a:blip>
          <a:stretch>
            <a:fillRect/>
          </a:stretch>
        </p:blipFill>
        <p:spPr>
          <a:xfrm>
            <a:off x="2499103" y="2642100"/>
            <a:ext cx="3788900" cy="2065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cxnSp>
        <p:nvCxnSpPr>
          <p:cNvPr id="407" name="Shape 407"/>
          <p:cNvCxnSpPr/>
          <p:nvPr/>
        </p:nvCxnSpPr>
        <p:spPr>
          <a:xfrm>
            <a:off x="5875464" y="1584819"/>
            <a:ext cx="592800" cy="0"/>
          </a:xfrm>
          <a:prstGeom prst="straightConnector1">
            <a:avLst/>
          </a:prstGeom>
          <a:noFill/>
          <a:ln w="12700" cap="flat" cmpd="sng">
            <a:solidFill>
              <a:srgbClr val="A5A5A5"/>
            </a:solidFill>
            <a:prstDash val="dot"/>
            <a:round/>
            <a:headEnd type="none" w="med" len="med"/>
            <a:tailEnd type="none" w="med" len="med"/>
          </a:ln>
        </p:spPr>
      </p:cxnSp>
      <p:cxnSp>
        <p:nvCxnSpPr>
          <p:cNvPr id="408" name="Shape 408"/>
          <p:cNvCxnSpPr/>
          <p:nvPr/>
        </p:nvCxnSpPr>
        <p:spPr>
          <a:xfrm>
            <a:off x="6103751" y="3581876"/>
            <a:ext cx="592799" cy="0"/>
          </a:xfrm>
          <a:prstGeom prst="straightConnector1">
            <a:avLst/>
          </a:prstGeom>
          <a:noFill/>
          <a:ln w="12700" cap="flat" cmpd="sng">
            <a:solidFill>
              <a:srgbClr val="A5A5A5"/>
            </a:solidFill>
            <a:prstDash val="dot"/>
            <a:round/>
            <a:headEnd type="none" w="med" len="med"/>
            <a:tailEnd type="none" w="med" len="med"/>
          </a:ln>
        </p:spPr>
      </p:cxnSp>
      <p:cxnSp>
        <p:nvCxnSpPr>
          <p:cNvPr id="409" name="Shape 409"/>
          <p:cNvCxnSpPr/>
          <p:nvPr/>
        </p:nvCxnSpPr>
        <p:spPr>
          <a:xfrm>
            <a:off x="2256841" y="3566805"/>
            <a:ext cx="592800" cy="0"/>
          </a:xfrm>
          <a:prstGeom prst="straightConnector1">
            <a:avLst/>
          </a:prstGeom>
          <a:noFill/>
          <a:ln w="12700" cap="flat" cmpd="sng">
            <a:solidFill>
              <a:srgbClr val="A5A5A5"/>
            </a:solidFill>
            <a:prstDash val="dot"/>
            <a:round/>
            <a:headEnd type="none" w="med" len="med"/>
            <a:tailEnd type="none" w="med" len="med"/>
          </a:ln>
        </p:spPr>
      </p:cxnSp>
      <p:sp>
        <p:nvSpPr>
          <p:cNvPr id="410" name="Shape 410"/>
          <p:cNvSpPr txBox="1">
            <a:spLocks noGrp="1"/>
          </p:cNvSpPr>
          <p:nvPr>
            <p:ph type="title"/>
          </p:nvPr>
        </p:nvSpPr>
        <p:spPr>
          <a:xfrm>
            <a:off x="242887" y="207982"/>
            <a:ext cx="8643900" cy="6132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2800" b="0" i="0" u="none" strike="noStrike" cap="none">
                <a:solidFill>
                  <a:schemeClr val="dk2"/>
                </a:solidFill>
                <a:latin typeface="Arial"/>
                <a:ea typeface="Arial"/>
                <a:cs typeface="Arial"/>
                <a:sym typeface="Arial"/>
              </a:rPr>
              <a:t>The IT Landscape is Changing</a:t>
            </a:r>
          </a:p>
        </p:txBody>
      </p:sp>
      <p:sp>
        <p:nvSpPr>
          <p:cNvPr id="411" name="Shape 411"/>
          <p:cNvSpPr txBox="1"/>
          <p:nvPr/>
        </p:nvSpPr>
        <p:spPr>
          <a:xfrm>
            <a:off x="-7686" y="4906471"/>
            <a:ext cx="2901900" cy="2538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rgbClr val="000000"/>
              </a:buClr>
              <a:buSzPct val="25000"/>
              <a:buFont typeface="Arial"/>
              <a:buNone/>
            </a:pPr>
            <a:r>
              <a:rPr lang="en" sz="800" b="0" i="0" u="none" strike="noStrike" cap="none">
                <a:solidFill>
                  <a:schemeClr val="lt1"/>
                </a:solidFill>
                <a:latin typeface="Arial"/>
                <a:ea typeface="Arial"/>
                <a:cs typeface="Arial"/>
                <a:sym typeface="Arial"/>
              </a:rPr>
              <a:t>Docker Survey: State of App development :  Q1 - 2016</a:t>
            </a:r>
          </a:p>
        </p:txBody>
      </p:sp>
      <p:grpSp>
        <p:nvGrpSpPr>
          <p:cNvPr id="412" name="Shape 412"/>
          <p:cNvGrpSpPr/>
          <p:nvPr/>
        </p:nvGrpSpPr>
        <p:grpSpPr>
          <a:xfrm>
            <a:off x="2553240" y="1002269"/>
            <a:ext cx="3532617" cy="3628454"/>
            <a:chOff x="1259" y="0"/>
            <a:chExt cx="3170" cy="3254"/>
          </a:xfrm>
        </p:grpSpPr>
        <p:sp>
          <p:nvSpPr>
            <p:cNvPr id="413" name="Shape 413"/>
            <p:cNvSpPr/>
            <p:nvPr/>
          </p:nvSpPr>
          <p:spPr>
            <a:xfrm>
              <a:off x="1500" y="0"/>
              <a:ext cx="2700" cy="1200"/>
            </a:xfrm>
            <a:custGeom>
              <a:avLst/>
              <a:gdLst/>
              <a:ahLst/>
              <a:cxnLst/>
              <a:rect l="0" t="0" r="0" b="0"/>
              <a:pathLst>
                <a:path w="120000" h="120000" extrusionOk="0">
                  <a:moveTo>
                    <a:pt x="88619" y="119999"/>
                  </a:moveTo>
                  <a:cubicBezTo>
                    <a:pt x="120000" y="77966"/>
                    <a:pt x="120000" y="77966"/>
                    <a:pt x="120000" y="77966"/>
                  </a:cubicBezTo>
                  <a:cubicBezTo>
                    <a:pt x="107796" y="32542"/>
                    <a:pt x="86585" y="2033"/>
                    <a:pt x="62179" y="0"/>
                  </a:cubicBezTo>
                  <a:cubicBezTo>
                    <a:pt x="61307" y="0"/>
                    <a:pt x="60726" y="0"/>
                    <a:pt x="59854" y="0"/>
                  </a:cubicBezTo>
                  <a:cubicBezTo>
                    <a:pt x="59273" y="0"/>
                    <a:pt x="58401" y="0"/>
                    <a:pt x="57820" y="0"/>
                  </a:cubicBezTo>
                  <a:cubicBezTo>
                    <a:pt x="33414" y="2033"/>
                    <a:pt x="12203" y="32542"/>
                    <a:pt x="0" y="77966"/>
                  </a:cubicBezTo>
                  <a:cubicBezTo>
                    <a:pt x="31380" y="119999"/>
                    <a:pt x="31380" y="119999"/>
                    <a:pt x="31380" y="119999"/>
                  </a:cubicBezTo>
                  <a:cubicBezTo>
                    <a:pt x="37191" y="99661"/>
                    <a:pt x="46779" y="86101"/>
                    <a:pt x="57820" y="84745"/>
                  </a:cubicBezTo>
                  <a:cubicBezTo>
                    <a:pt x="58401" y="84745"/>
                    <a:pt x="59273" y="84745"/>
                    <a:pt x="59854" y="84745"/>
                  </a:cubicBezTo>
                  <a:cubicBezTo>
                    <a:pt x="60726" y="84745"/>
                    <a:pt x="61307" y="84745"/>
                    <a:pt x="62179" y="84745"/>
                  </a:cubicBezTo>
                  <a:cubicBezTo>
                    <a:pt x="73220" y="86101"/>
                    <a:pt x="82808" y="99661"/>
                    <a:pt x="88619" y="119999"/>
                  </a:cubicBezTo>
                  <a:close/>
                </a:path>
              </a:pathLst>
            </a:custGeom>
            <a:solidFill>
              <a:schemeClr val="accent5"/>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chemeClr val="dk1"/>
                </a:solidFill>
                <a:latin typeface="Arial"/>
                <a:ea typeface="Arial"/>
                <a:cs typeface="Arial"/>
                <a:sym typeface="Arial"/>
              </a:endParaRPr>
            </a:p>
          </p:txBody>
        </p:sp>
        <p:sp>
          <p:nvSpPr>
            <p:cNvPr id="414" name="Shape 414"/>
            <p:cNvSpPr/>
            <p:nvPr/>
          </p:nvSpPr>
          <p:spPr>
            <a:xfrm>
              <a:off x="1259" y="855"/>
              <a:ext cx="1500" cy="2399"/>
            </a:xfrm>
            <a:custGeom>
              <a:avLst/>
              <a:gdLst/>
              <a:ahLst/>
              <a:cxnLst/>
              <a:rect l="0" t="0" r="0" b="0"/>
              <a:pathLst>
                <a:path w="120000" h="120000" extrusionOk="0">
                  <a:moveTo>
                    <a:pt x="73531" y="60504"/>
                  </a:moveTo>
                  <a:cubicBezTo>
                    <a:pt x="72000" y="59159"/>
                    <a:pt x="70978" y="57478"/>
                    <a:pt x="69957" y="56134"/>
                  </a:cubicBezTo>
                  <a:cubicBezTo>
                    <a:pt x="65872" y="50756"/>
                    <a:pt x="63319" y="44705"/>
                    <a:pt x="63319" y="38655"/>
                  </a:cubicBezTo>
                  <a:cubicBezTo>
                    <a:pt x="63319" y="32268"/>
                    <a:pt x="65872" y="26218"/>
                    <a:pt x="69957" y="20840"/>
                  </a:cubicBezTo>
                  <a:cubicBezTo>
                    <a:pt x="14808" y="0"/>
                    <a:pt x="14808" y="0"/>
                    <a:pt x="14808" y="0"/>
                  </a:cubicBezTo>
                  <a:cubicBezTo>
                    <a:pt x="5106" y="11428"/>
                    <a:pt x="0" y="24537"/>
                    <a:pt x="0" y="38655"/>
                  </a:cubicBezTo>
                  <a:cubicBezTo>
                    <a:pt x="0" y="52436"/>
                    <a:pt x="5106" y="65546"/>
                    <a:pt x="14808" y="76974"/>
                  </a:cubicBezTo>
                  <a:cubicBezTo>
                    <a:pt x="15829" y="78655"/>
                    <a:pt x="16851" y="80000"/>
                    <a:pt x="18382" y="81344"/>
                  </a:cubicBezTo>
                  <a:cubicBezTo>
                    <a:pt x="39829" y="103865"/>
                    <a:pt x="77106" y="118991"/>
                    <a:pt x="120000" y="120000"/>
                  </a:cubicBezTo>
                  <a:cubicBezTo>
                    <a:pt x="120000" y="77983"/>
                    <a:pt x="120000" y="77983"/>
                    <a:pt x="120000" y="77983"/>
                  </a:cubicBezTo>
                  <a:cubicBezTo>
                    <a:pt x="100595" y="77310"/>
                    <a:pt x="83744" y="70588"/>
                    <a:pt x="73531" y="60504"/>
                  </a:cubicBezTo>
                  <a:close/>
                </a:path>
              </a:pathLst>
            </a:custGeom>
            <a:solidFill>
              <a:schemeClr val="accent1"/>
            </a:solidFill>
            <a:ln w="9525" cap="flat" cmpd="sng">
              <a:solidFill>
                <a:schemeClr val="accen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chemeClr val="dk1"/>
                </a:solidFill>
                <a:latin typeface="Arial"/>
                <a:ea typeface="Arial"/>
                <a:cs typeface="Arial"/>
                <a:sym typeface="Arial"/>
              </a:endParaRPr>
            </a:p>
          </p:txBody>
        </p:sp>
        <p:sp>
          <p:nvSpPr>
            <p:cNvPr id="415" name="Shape 415"/>
            <p:cNvSpPr/>
            <p:nvPr/>
          </p:nvSpPr>
          <p:spPr>
            <a:xfrm>
              <a:off x="2929" y="855"/>
              <a:ext cx="1500" cy="2399"/>
            </a:xfrm>
            <a:custGeom>
              <a:avLst/>
              <a:gdLst/>
              <a:ahLst/>
              <a:cxnLst/>
              <a:rect l="0" t="0" r="0" b="0"/>
              <a:pathLst>
                <a:path w="120000" h="120000" extrusionOk="0">
                  <a:moveTo>
                    <a:pt x="105191" y="0"/>
                  </a:moveTo>
                  <a:cubicBezTo>
                    <a:pt x="50042" y="20840"/>
                    <a:pt x="50042" y="20840"/>
                    <a:pt x="50042" y="20840"/>
                  </a:cubicBezTo>
                  <a:cubicBezTo>
                    <a:pt x="54127" y="26218"/>
                    <a:pt x="56170" y="32268"/>
                    <a:pt x="56170" y="38655"/>
                  </a:cubicBezTo>
                  <a:cubicBezTo>
                    <a:pt x="56170" y="44705"/>
                    <a:pt x="54127" y="50756"/>
                    <a:pt x="50042" y="56134"/>
                  </a:cubicBezTo>
                  <a:cubicBezTo>
                    <a:pt x="49021" y="57478"/>
                    <a:pt x="47489" y="59159"/>
                    <a:pt x="46468" y="60504"/>
                  </a:cubicBezTo>
                  <a:cubicBezTo>
                    <a:pt x="36255" y="70588"/>
                    <a:pt x="19404" y="77310"/>
                    <a:pt x="0" y="77983"/>
                  </a:cubicBezTo>
                  <a:cubicBezTo>
                    <a:pt x="0" y="120000"/>
                    <a:pt x="0" y="120000"/>
                    <a:pt x="0" y="120000"/>
                  </a:cubicBezTo>
                  <a:cubicBezTo>
                    <a:pt x="42893" y="118991"/>
                    <a:pt x="80170" y="103865"/>
                    <a:pt x="101617" y="81344"/>
                  </a:cubicBezTo>
                  <a:cubicBezTo>
                    <a:pt x="102638" y="80000"/>
                    <a:pt x="104170" y="78655"/>
                    <a:pt x="105191" y="76974"/>
                  </a:cubicBezTo>
                  <a:cubicBezTo>
                    <a:pt x="114382" y="65546"/>
                    <a:pt x="120000" y="52436"/>
                    <a:pt x="120000" y="38655"/>
                  </a:cubicBezTo>
                  <a:cubicBezTo>
                    <a:pt x="120000" y="24537"/>
                    <a:pt x="114382" y="11428"/>
                    <a:pt x="105191" y="0"/>
                  </a:cubicBezTo>
                  <a:close/>
                </a:path>
              </a:pathLst>
            </a:custGeom>
            <a:solidFill>
              <a:srgbClr val="394D54"/>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chemeClr val="dk1"/>
                </a:solidFill>
                <a:latin typeface="Arial"/>
                <a:ea typeface="Arial"/>
                <a:cs typeface="Arial"/>
                <a:sym typeface="Arial"/>
              </a:endParaRPr>
            </a:p>
          </p:txBody>
        </p:sp>
      </p:grpSp>
      <p:grpSp>
        <p:nvGrpSpPr>
          <p:cNvPr id="416" name="Shape 416"/>
          <p:cNvGrpSpPr/>
          <p:nvPr/>
        </p:nvGrpSpPr>
        <p:grpSpPr>
          <a:xfrm rot="10800000">
            <a:off x="3637974" y="1304759"/>
            <a:ext cx="799854" cy="495332"/>
            <a:chOff x="6317717" y="-2170817"/>
            <a:chExt cx="1610985" cy="1065232"/>
          </a:xfrm>
        </p:grpSpPr>
        <p:grpSp>
          <p:nvGrpSpPr>
            <p:cNvPr id="417" name="Shape 417"/>
            <p:cNvGrpSpPr/>
            <p:nvPr/>
          </p:nvGrpSpPr>
          <p:grpSpPr>
            <a:xfrm>
              <a:off x="6317717" y="-2170817"/>
              <a:ext cx="1310223" cy="1065232"/>
              <a:chOff x="6414555" y="-2195932"/>
              <a:chExt cx="1310223" cy="1065232"/>
            </a:xfrm>
          </p:grpSpPr>
          <p:sp>
            <p:nvSpPr>
              <p:cNvPr id="418" name="Shape 418"/>
              <p:cNvSpPr/>
              <p:nvPr/>
            </p:nvSpPr>
            <p:spPr>
              <a:xfrm>
                <a:off x="6974485" y="-2195932"/>
                <a:ext cx="471300" cy="541800"/>
              </a:xfrm>
              <a:custGeom>
                <a:avLst/>
                <a:gdLst/>
                <a:ahLst/>
                <a:cxnLst/>
                <a:rect l="0" t="0" r="0" b="0"/>
                <a:pathLst>
                  <a:path w="120000" h="120000" extrusionOk="0">
                    <a:moveTo>
                      <a:pt x="60000" y="0"/>
                    </a:moveTo>
                    <a:lnTo>
                      <a:pt x="119999" y="26100"/>
                    </a:lnTo>
                    <a:lnTo>
                      <a:pt x="119999" y="93900"/>
                    </a:lnTo>
                    <a:lnTo>
                      <a:pt x="60000" y="119999"/>
                    </a:lnTo>
                    <a:lnTo>
                      <a:pt x="0" y="93900"/>
                    </a:lnTo>
                    <a:lnTo>
                      <a:pt x="0" y="26100"/>
                    </a:lnTo>
                    <a:lnTo>
                      <a:pt x="60000" y="0"/>
                    </a:lnTo>
                    <a:close/>
                  </a:path>
                </a:pathLst>
              </a:custGeom>
              <a:noFill/>
              <a:ln w="9525" cap="flat" cmpd="sng">
                <a:solidFill>
                  <a:schemeClr val="lt1"/>
                </a:solidFill>
                <a:prstDash val="solid"/>
                <a:round/>
                <a:headEnd type="none" w="med" len="med"/>
                <a:tailEnd type="none" w="med" len="med"/>
              </a:ln>
            </p:spPr>
            <p:txBody>
              <a:bodyPr lIns="138225" tIns="149200" rIns="138225" bIns="149200" anchor="ctr" anchorCtr="0">
                <a:noAutofit/>
              </a:bodyPr>
              <a:lstStyle/>
              <a:p>
                <a:pPr marL="0" marR="0" lvl="0" indent="0" algn="ctr" rtl="0">
                  <a:lnSpc>
                    <a:spcPct val="90000"/>
                  </a:lnSpc>
                  <a:spcBef>
                    <a:spcPts val="0"/>
                  </a:spcBef>
                  <a:spcAft>
                    <a:spcPts val="0"/>
                  </a:spcAft>
                  <a:buClr>
                    <a:schemeClr val="lt1"/>
                  </a:buClr>
                  <a:buSzPct val="25000"/>
                  <a:buFont typeface="Arial"/>
                  <a:buNone/>
                </a:pPr>
                <a:r>
                  <a:rPr lang="en" sz="1700" b="0" i="0" u="none" strike="noStrike" cap="none">
                    <a:solidFill>
                      <a:schemeClr val="lt1"/>
                    </a:solidFill>
                    <a:latin typeface="Arial"/>
                    <a:ea typeface="Arial"/>
                    <a:cs typeface="Arial"/>
                    <a:sym typeface="Arial"/>
                  </a:rPr>
                  <a:t> </a:t>
                </a:r>
              </a:p>
            </p:txBody>
          </p:sp>
          <p:sp>
            <p:nvSpPr>
              <p:cNvPr id="419" name="Shape 419"/>
              <p:cNvSpPr/>
              <p:nvPr/>
            </p:nvSpPr>
            <p:spPr>
              <a:xfrm>
                <a:off x="6414555" y="-2170532"/>
                <a:ext cx="471300" cy="541800"/>
              </a:xfrm>
              <a:custGeom>
                <a:avLst/>
                <a:gdLst/>
                <a:ahLst/>
                <a:cxnLst/>
                <a:rect l="0" t="0" r="0" b="0"/>
                <a:pathLst>
                  <a:path w="120000" h="120000" extrusionOk="0">
                    <a:moveTo>
                      <a:pt x="60000" y="0"/>
                    </a:moveTo>
                    <a:lnTo>
                      <a:pt x="119999" y="26100"/>
                    </a:lnTo>
                    <a:lnTo>
                      <a:pt x="119999" y="93900"/>
                    </a:lnTo>
                    <a:lnTo>
                      <a:pt x="60000" y="119999"/>
                    </a:lnTo>
                    <a:lnTo>
                      <a:pt x="0" y="93900"/>
                    </a:lnTo>
                    <a:lnTo>
                      <a:pt x="0" y="26100"/>
                    </a:lnTo>
                    <a:lnTo>
                      <a:pt x="60000" y="0"/>
                    </a:lnTo>
                    <a:close/>
                  </a:path>
                </a:pathLst>
              </a:custGeom>
              <a:noFill/>
              <a:ln w="9525" cap="flat" cmpd="sng">
                <a:solidFill>
                  <a:schemeClr val="lt1"/>
                </a:solidFill>
                <a:prstDash val="solid"/>
                <a:round/>
                <a:headEnd type="none" w="med" len="med"/>
                <a:tailEnd type="none" w="med" len="med"/>
              </a:ln>
            </p:spPr>
            <p:txBody>
              <a:bodyPr lIns="73450" tIns="84425" rIns="73450" bIns="84425" anchor="ctr" anchorCtr="0">
                <a:noAutofit/>
              </a:bodyPr>
              <a:lstStyle/>
              <a:p>
                <a:pPr marL="0" marR="0" lvl="0" indent="0" algn="ctr" rtl="0">
                  <a:lnSpc>
                    <a:spcPct val="90000"/>
                  </a:lnSpc>
                  <a:spcBef>
                    <a:spcPts val="0"/>
                  </a:spcBef>
                  <a:spcAft>
                    <a:spcPts val="0"/>
                  </a:spcAft>
                  <a:buClr>
                    <a:srgbClr val="000000"/>
                  </a:buClr>
                  <a:buFont typeface="Arial"/>
                  <a:buNone/>
                </a:pPr>
                <a:endParaRPr sz="2600" b="0" i="0" u="none" strike="noStrike" cap="none">
                  <a:solidFill>
                    <a:schemeClr val="lt1"/>
                  </a:solidFill>
                  <a:latin typeface="Arial"/>
                  <a:ea typeface="Arial"/>
                  <a:cs typeface="Arial"/>
                  <a:sym typeface="Arial"/>
                </a:endParaRPr>
              </a:p>
            </p:txBody>
          </p:sp>
          <p:sp>
            <p:nvSpPr>
              <p:cNvPr id="420" name="Shape 420"/>
              <p:cNvSpPr/>
              <p:nvPr/>
            </p:nvSpPr>
            <p:spPr>
              <a:xfrm>
                <a:off x="6655446" y="-1672500"/>
                <a:ext cx="471300" cy="541800"/>
              </a:xfrm>
              <a:custGeom>
                <a:avLst/>
                <a:gdLst/>
                <a:ahLst/>
                <a:cxnLst/>
                <a:rect l="0" t="0" r="0" b="0"/>
                <a:pathLst>
                  <a:path w="120000" h="120000" extrusionOk="0">
                    <a:moveTo>
                      <a:pt x="60000" y="0"/>
                    </a:moveTo>
                    <a:lnTo>
                      <a:pt x="119999" y="26100"/>
                    </a:lnTo>
                    <a:lnTo>
                      <a:pt x="119999" y="93900"/>
                    </a:lnTo>
                    <a:lnTo>
                      <a:pt x="60000" y="119999"/>
                    </a:lnTo>
                    <a:lnTo>
                      <a:pt x="0" y="93900"/>
                    </a:lnTo>
                    <a:lnTo>
                      <a:pt x="0" y="26100"/>
                    </a:lnTo>
                    <a:lnTo>
                      <a:pt x="60000" y="0"/>
                    </a:lnTo>
                    <a:close/>
                  </a:path>
                </a:pathLst>
              </a:custGeom>
              <a:noFill/>
              <a:ln w="9525" cap="flat" cmpd="sng">
                <a:solidFill>
                  <a:schemeClr val="lt1"/>
                </a:solidFill>
                <a:prstDash val="solid"/>
                <a:round/>
                <a:headEnd type="none" w="med" len="med"/>
                <a:tailEnd type="none" w="med" len="med"/>
              </a:ln>
            </p:spPr>
            <p:txBody>
              <a:bodyPr lIns="138225" tIns="149200" rIns="138225" bIns="149200" anchor="ctr" anchorCtr="0">
                <a:noAutofit/>
              </a:bodyPr>
              <a:lstStyle/>
              <a:p>
                <a:pPr marL="0" marR="0" lvl="0" indent="0" algn="ctr" rtl="0">
                  <a:lnSpc>
                    <a:spcPct val="90000"/>
                  </a:lnSpc>
                  <a:spcBef>
                    <a:spcPts val="0"/>
                  </a:spcBef>
                  <a:spcAft>
                    <a:spcPts val="0"/>
                  </a:spcAft>
                  <a:buClr>
                    <a:schemeClr val="lt1"/>
                  </a:buClr>
                  <a:buSzPct val="25000"/>
                  <a:buFont typeface="Arial"/>
                  <a:buNone/>
                </a:pPr>
                <a:r>
                  <a:rPr lang="en" sz="1700" b="0" i="0" u="none" strike="noStrike" cap="none">
                    <a:solidFill>
                      <a:schemeClr val="lt1"/>
                    </a:solidFill>
                    <a:latin typeface="Arial"/>
                    <a:ea typeface="Arial"/>
                    <a:cs typeface="Arial"/>
                    <a:sym typeface="Arial"/>
                  </a:rPr>
                  <a:t> </a:t>
                </a:r>
              </a:p>
            </p:txBody>
          </p:sp>
          <p:sp>
            <p:nvSpPr>
              <p:cNvPr id="421" name="Shape 421"/>
              <p:cNvSpPr/>
              <p:nvPr/>
            </p:nvSpPr>
            <p:spPr>
              <a:xfrm>
                <a:off x="7253478" y="-1672500"/>
                <a:ext cx="471300" cy="541800"/>
              </a:xfrm>
              <a:custGeom>
                <a:avLst/>
                <a:gdLst/>
                <a:ahLst/>
                <a:cxnLst/>
                <a:rect l="0" t="0" r="0" b="0"/>
                <a:pathLst>
                  <a:path w="120000" h="120000" extrusionOk="0">
                    <a:moveTo>
                      <a:pt x="60000" y="0"/>
                    </a:moveTo>
                    <a:lnTo>
                      <a:pt x="119999" y="26100"/>
                    </a:lnTo>
                    <a:lnTo>
                      <a:pt x="119999" y="93900"/>
                    </a:lnTo>
                    <a:lnTo>
                      <a:pt x="60000" y="119999"/>
                    </a:lnTo>
                    <a:lnTo>
                      <a:pt x="0" y="93900"/>
                    </a:lnTo>
                    <a:lnTo>
                      <a:pt x="0" y="26100"/>
                    </a:lnTo>
                    <a:lnTo>
                      <a:pt x="60000" y="0"/>
                    </a:lnTo>
                    <a:close/>
                  </a:path>
                </a:pathLst>
              </a:custGeom>
              <a:noFill/>
              <a:ln w="9525" cap="flat" cmpd="sng">
                <a:solidFill>
                  <a:schemeClr val="lt1"/>
                </a:solidFill>
                <a:prstDash val="solid"/>
                <a:round/>
                <a:headEnd type="none" w="med" len="med"/>
                <a:tailEnd type="none" w="med" len="med"/>
              </a:ln>
            </p:spPr>
            <p:txBody>
              <a:bodyPr lIns="73450" tIns="84425" rIns="73450" bIns="84425" anchor="ctr" anchorCtr="0">
                <a:noAutofit/>
              </a:bodyPr>
              <a:lstStyle/>
              <a:p>
                <a:pPr marL="0" marR="0" lvl="0" indent="0" algn="ctr" rtl="0">
                  <a:lnSpc>
                    <a:spcPct val="90000"/>
                  </a:lnSpc>
                  <a:spcBef>
                    <a:spcPts val="0"/>
                  </a:spcBef>
                  <a:spcAft>
                    <a:spcPts val="0"/>
                  </a:spcAft>
                  <a:buClr>
                    <a:srgbClr val="000000"/>
                  </a:buClr>
                  <a:buFont typeface="Arial"/>
                  <a:buNone/>
                </a:pPr>
                <a:endParaRPr sz="2600" b="0" i="0" u="none" strike="noStrike" cap="none">
                  <a:solidFill>
                    <a:schemeClr val="lt1"/>
                  </a:solidFill>
                  <a:latin typeface="Arial"/>
                  <a:ea typeface="Arial"/>
                  <a:cs typeface="Arial"/>
                  <a:sym typeface="Arial"/>
                </a:endParaRPr>
              </a:p>
            </p:txBody>
          </p:sp>
        </p:grpSp>
        <p:sp>
          <p:nvSpPr>
            <p:cNvPr id="422" name="Shape 422"/>
            <p:cNvSpPr/>
            <p:nvPr/>
          </p:nvSpPr>
          <p:spPr>
            <a:xfrm>
              <a:off x="7457402" y="-2145416"/>
              <a:ext cx="471300" cy="541800"/>
            </a:xfrm>
            <a:custGeom>
              <a:avLst/>
              <a:gdLst/>
              <a:ahLst/>
              <a:cxnLst/>
              <a:rect l="0" t="0" r="0" b="0"/>
              <a:pathLst>
                <a:path w="120000" h="120000" extrusionOk="0">
                  <a:moveTo>
                    <a:pt x="60000" y="0"/>
                  </a:moveTo>
                  <a:lnTo>
                    <a:pt x="119999" y="26100"/>
                  </a:lnTo>
                  <a:lnTo>
                    <a:pt x="119999" y="93900"/>
                  </a:lnTo>
                  <a:lnTo>
                    <a:pt x="60000" y="119999"/>
                  </a:lnTo>
                  <a:lnTo>
                    <a:pt x="0" y="93900"/>
                  </a:lnTo>
                  <a:lnTo>
                    <a:pt x="0" y="26100"/>
                  </a:lnTo>
                  <a:lnTo>
                    <a:pt x="60000" y="0"/>
                  </a:lnTo>
                  <a:close/>
                </a:path>
              </a:pathLst>
            </a:custGeom>
            <a:noFill/>
            <a:ln w="9525" cap="flat" cmpd="sng">
              <a:solidFill>
                <a:schemeClr val="lt1"/>
              </a:solidFill>
              <a:prstDash val="solid"/>
              <a:round/>
              <a:headEnd type="none" w="med" len="med"/>
              <a:tailEnd type="none" w="med" len="med"/>
            </a:ln>
          </p:spPr>
          <p:txBody>
            <a:bodyPr lIns="73450" tIns="84425" rIns="73450" bIns="84425" anchor="ctr" anchorCtr="0">
              <a:noAutofit/>
            </a:bodyPr>
            <a:lstStyle/>
            <a:p>
              <a:pPr marL="0" marR="0" lvl="0" indent="0" algn="ctr" rtl="0">
                <a:lnSpc>
                  <a:spcPct val="90000"/>
                </a:lnSpc>
                <a:spcBef>
                  <a:spcPts val="0"/>
                </a:spcBef>
                <a:spcAft>
                  <a:spcPts val="0"/>
                </a:spcAft>
                <a:buClr>
                  <a:srgbClr val="000000"/>
                </a:buClr>
                <a:buFont typeface="Arial"/>
                <a:buNone/>
              </a:pPr>
              <a:endParaRPr sz="2600" b="0" i="0" u="none" strike="noStrike" cap="none">
                <a:solidFill>
                  <a:schemeClr val="lt1"/>
                </a:solidFill>
                <a:latin typeface="Arial"/>
                <a:ea typeface="Arial"/>
                <a:cs typeface="Arial"/>
                <a:sym typeface="Arial"/>
              </a:endParaRPr>
            </a:p>
          </p:txBody>
        </p:sp>
      </p:grpSp>
      <p:sp>
        <p:nvSpPr>
          <p:cNvPr id="423" name="Shape 423"/>
          <p:cNvSpPr txBox="1"/>
          <p:nvPr/>
        </p:nvSpPr>
        <p:spPr>
          <a:xfrm>
            <a:off x="4210769" y="1481087"/>
            <a:ext cx="1446300" cy="358800"/>
          </a:xfrm>
          <a:prstGeom prst="rect">
            <a:avLst/>
          </a:prstGeom>
          <a:no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lt1"/>
              </a:buClr>
              <a:buSzPct val="25000"/>
              <a:buFont typeface="Arial"/>
              <a:buNone/>
            </a:pPr>
            <a:r>
              <a:rPr lang="en" sz="1400" b="1" i="0" u="none" strike="noStrike" cap="none">
                <a:solidFill>
                  <a:schemeClr val="lt1"/>
                </a:solidFill>
                <a:latin typeface="Arial"/>
                <a:ea typeface="Arial"/>
                <a:cs typeface="Arial"/>
                <a:sym typeface="Arial"/>
              </a:rPr>
              <a:t>Apps</a:t>
            </a:r>
          </a:p>
        </p:txBody>
      </p:sp>
      <p:sp>
        <p:nvSpPr>
          <p:cNvPr id="424" name="Shape 424"/>
          <p:cNvSpPr txBox="1"/>
          <p:nvPr/>
        </p:nvSpPr>
        <p:spPr>
          <a:xfrm>
            <a:off x="5055044" y="3375367"/>
            <a:ext cx="915600" cy="3588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Arial"/>
              <a:buNone/>
            </a:pPr>
            <a:r>
              <a:rPr lang="en" sz="1400" b="1" i="0" u="none" strike="noStrike" cap="none">
                <a:solidFill>
                  <a:schemeClr val="lt1"/>
                </a:solidFill>
                <a:latin typeface="Arial"/>
                <a:ea typeface="Arial"/>
                <a:cs typeface="Arial"/>
                <a:sym typeface="Arial"/>
              </a:rPr>
              <a:t>DevOps</a:t>
            </a:r>
          </a:p>
        </p:txBody>
      </p:sp>
      <p:grpSp>
        <p:nvGrpSpPr>
          <p:cNvPr id="425" name="Shape 425"/>
          <p:cNvGrpSpPr/>
          <p:nvPr/>
        </p:nvGrpSpPr>
        <p:grpSpPr>
          <a:xfrm>
            <a:off x="5389754" y="2832275"/>
            <a:ext cx="498502" cy="524610"/>
            <a:chOff x="4271962" y="4619625"/>
            <a:chExt cx="366600" cy="385800"/>
          </a:xfrm>
        </p:grpSpPr>
        <p:sp>
          <p:nvSpPr>
            <p:cNvPr id="426" name="Shape 426"/>
            <p:cNvSpPr/>
            <p:nvPr/>
          </p:nvSpPr>
          <p:spPr>
            <a:xfrm>
              <a:off x="4271962" y="4619625"/>
              <a:ext cx="366600" cy="385800"/>
            </a:xfrm>
            <a:custGeom>
              <a:avLst/>
              <a:gdLst/>
              <a:ahLst/>
              <a:cxnLst/>
              <a:rect l="0" t="0" r="0" b="0"/>
              <a:pathLst>
                <a:path w="120000" h="120000" extrusionOk="0">
                  <a:moveTo>
                    <a:pt x="118723" y="76530"/>
                  </a:moveTo>
                  <a:cubicBezTo>
                    <a:pt x="117446" y="74081"/>
                    <a:pt x="116170" y="72244"/>
                    <a:pt x="113617" y="71020"/>
                  </a:cubicBezTo>
                  <a:cubicBezTo>
                    <a:pt x="107872" y="67959"/>
                    <a:pt x="107872" y="67959"/>
                    <a:pt x="107872" y="67959"/>
                  </a:cubicBezTo>
                  <a:cubicBezTo>
                    <a:pt x="105957" y="66734"/>
                    <a:pt x="104680" y="64285"/>
                    <a:pt x="105319" y="61836"/>
                  </a:cubicBezTo>
                  <a:cubicBezTo>
                    <a:pt x="105319" y="60612"/>
                    <a:pt x="105319" y="59387"/>
                    <a:pt x="105319" y="57551"/>
                  </a:cubicBezTo>
                  <a:cubicBezTo>
                    <a:pt x="105319" y="56326"/>
                    <a:pt x="105319" y="54489"/>
                    <a:pt x="105319" y="53265"/>
                  </a:cubicBezTo>
                  <a:cubicBezTo>
                    <a:pt x="104680" y="50816"/>
                    <a:pt x="105957" y="48979"/>
                    <a:pt x="107872" y="47755"/>
                  </a:cubicBezTo>
                  <a:cubicBezTo>
                    <a:pt x="113617" y="44081"/>
                    <a:pt x="113617" y="44081"/>
                    <a:pt x="113617" y="44081"/>
                  </a:cubicBezTo>
                  <a:cubicBezTo>
                    <a:pt x="118723" y="41632"/>
                    <a:pt x="120000" y="36122"/>
                    <a:pt x="117446" y="31836"/>
                  </a:cubicBezTo>
                  <a:cubicBezTo>
                    <a:pt x="112340" y="22653"/>
                    <a:pt x="112340" y="22653"/>
                    <a:pt x="112340" y="22653"/>
                  </a:cubicBezTo>
                  <a:cubicBezTo>
                    <a:pt x="110425" y="20204"/>
                    <a:pt x="107234" y="18367"/>
                    <a:pt x="103404" y="18367"/>
                  </a:cubicBezTo>
                  <a:cubicBezTo>
                    <a:pt x="102127" y="18367"/>
                    <a:pt x="100212" y="18367"/>
                    <a:pt x="98936" y="19591"/>
                  </a:cubicBezTo>
                  <a:cubicBezTo>
                    <a:pt x="93191" y="22653"/>
                    <a:pt x="93191" y="22653"/>
                    <a:pt x="93191" y="22653"/>
                  </a:cubicBezTo>
                  <a:cubicBezTo>
                    <a:pt x="91276" y="23877"/>
                    <a:pt x="88723" y="23877"/>
                    <a:pt x="86170" y="22040"/>
                  </a:cubicBezTo>
                  <a:cubicBezTo>
                    <a:pt x="86170" y="22040"/>
                    <a:pt x="85531" y="21428"/>
                    <a:pt x="84893" y="20816"/>
                  </a:cubicBezTo>
                  <a:cubicBezTo>
                    <a:pt x="82978" y="19591"/>
                    <a:pt x="81702" y="18979"/>
                    <a:pt x="79148" y="17755"/>
                  </a:cubicBezTo>
                  <a:cubicBezTo>
                    <a:pt x="78510" y="17142"/>
                    <a:pt x="77234" y="16530"/>
                    <a:pt x="77234" y="12857"/>
                  </a:cubicBezTo>
                  <a:cubicBezTo>
                    <a:pt x="77234" y="6122"/>
                    <a:pt x="77234" y="6122"/>
                    <a:pt x="77234" y="6122"/>
                  </a:cubicBezTo>
                  <a:cubicBezTo>
                    <a:pt x="77234" y="0"/>
                    <a:pt x="68936" y="0"/>
                    <a:pt x="65106" y="0"/>
                  </a:cubicBezTo>
                  <a:cubicBezTo>
                    <a:pt x="54255" y="0"/>
                    <a:pt x="54255" y="0"/>
                    <a:pt x="54255" y="0"/>
                  </a:cubicBezTo>
                  <a:cubicBezTo>
                    <a:pt x="51063" y="0"/>
                    <a:pt x="45957" y="0"/>
                    <a:pt x="45957" y="6122"/>
                  </a:cubicBezTo>
                  <a:cubicBezTo>
                    <a:pt x="45957" y="12244"/>
                    <a:pt x="45957" y="12244"/>
                    <a:pt x="45957" y="12244"/>
                  </a:cubicBezTo>
                  <a:cubicBezTo>
                    <a:pt x="45957" y="14693"/>
                    <a:pt x="44042" y="16530"/>
                    <a:pt x="41489" y="17755"/>
                  </a:cubicBezTo>
                  <a:cubicBezTo>
                    <a:pt x="38297" y="18979"/>
                    <a:pt x="35744" y="20816"/>
                    <a:pt x="33191" y="22040"/>
                  </a:cubicBezTo>
                  <a:cubicBezTo>
                    <a:pt x="31914" y="23877"/>
                    <a:pt x="28723" y="23877"/>
                    <a:pt x="26808" y="22653"/>
                  </a:cubicBezTo>
                  <a:cubicBezTo>
                    <a:pt x="21063" y="19591"/>
                    <a:pt x="21063" y="19591"/>
                    <a:pt x="21063" y="19591"/>
                  </a:cubicBezTo>
                  <a:cubicBezTo>
                    <a:pt x="19787" y="18367"/>
                    <a:pt x="17872" y="18367"/>
                    <a:pt x="15957" y="18367"/>
                  </a:cubicBezTo>
                  <a:cubicBezTo>
                    <a:pt x="12765" y="18367"/>
                    <a:pt x="9574" y="20204"/>
                    <a:pt x="7659" y="22653"/>
                  </a:cubicBezTo>
                  <a:cubicBezTo>
                    <a:pt x="2553" y="31836"/>
                    <a:pt x="2553" y="31836"/>
                    <a:pt x="2553" y="31836"/>
                  </a:cubicBezTo>
                  <a:cubicBezTo>
                    <a:pt x="1276" y="33673"/>
                    <a:pt x="638" y="36122"/>
                    <a:pt x="1276" y="38571"/>
                  </a:cubicBezTo>
                  <a:cubicBezTo>
                    <a:pt x="1914" y="41020"/>
                    <a:pt x="3829" y="42857"/>
                    <a:pt x="5744" y="44081"/>
                  </a:cubicBezTo>
                  <a:cubicBezTo>
                    <a:pt x="12127" y="47755"/>
                    <a:pt x="12127" y="47755"/>
                    <a:pt x="12127" y="47755"/>
                  </a:cubicBezTo>
                  <a:cubicBezTo>
                    <a:pt x="14042" y="48979"/>
                    <a:pt x="14680" y="50816"/>
                    <a:pt x="14680" y="53265"/>
                  </a:cubicBezTo>
                  <a:cubicBezTo>
                    <a:pt x="14680" y="54489"/>
                    <a:pt x="14680" y="56326"/>
                    <a:pt x="14680" y="57551"/>
                  </a:cubicBezTo>
                  <a:cubicBezTo>
                    <a:pt x="14680" y="59387"/>
                    <a:pt x="14680" y="60612"/>
                    <a:pt x="14680" y="62448"/>
                  </a:cubicBezTo>
                  <a:cubicBezTo>
                    <a:pt x="14680" y="64285"/>
                    <a:pt x="14042" y="66734"/>
                    <a:pt x="12127" y="67959"/>
                  </a:cubicBezTo>
                  <a:cubicBezTo>
                    <a:pt x="5744" y="71020"/>
                    <a:pt x="5744" y="71020"/>
                    <a:pt x="5744" y="71020"/>
                  </a:cubicBezTo>
                  <a:cubicBezTo>
                    <a:pt x="1276" y="73469"/>
                    <a:pt x="0" y="78979"/>
                    <a:pt x="2553" y="83877"/>
                  </a:cubicBezTo>
                  <a:cubicBezTo>
                    <a:pt x="7659" y="92448"/>
                    <a:pt x="7659" y="92448"/>
                    <a:pt x="7659" y="92448"/>
                  </a:cubicBezTo>
                  <a:cubicBezTo>
                    <a:pt x="9574" y="95510"/>
                    <a:pt x="12765" y="97346"/>
                    <a:pt x="15957" y="97346"/>
                  </a:cubicBezTo>
                  <a:cubicBezTo>
                    <a:pt x="17872" y="97346"/>
                    <a:pt x="19787" y="96734"/>
                    <a:pt x="21063" y="96122"/>
                  </a:cubicBezTo>
                  <a:cubicBezTo>
                    <a:pt x="26808" y="92448"/>
                    <a:pt x="26808" y="92448"/>
                    <a:pt x="26808" y="92448"/>
                  </a:cubicBezTo>
                  <a:cubicBezTo>
                    <a:pt x="28723" y="91836"/>
                    <a:pt x="31276" y="91836"/>
                    <a:pt x="33191" y="93061"/>
                  </a:cubicBezTo>
                  <a:cubicBezTo>
                    <a:pt x="35744" y="94897"/>
                    <a:pt x="38297" y="96122"/>
                    <a:pt x="42127" y="97346"/>
                  </a:cubicBezTo>
                  <a:cubicBezTo>
                    <a:pt x="44042" y="98571"/>
                    <a:pt x="45957" y="101020"/>
                    <a:pt x="45957" y="102857"/>
                  </a:cubicBezTo>
                  <a:cubicBezTo>
                    <a:pt x="45957" y="108979"/>
                    <a:pt x="45957" y="108979"/>
                    <a:pt x="45957" y="108979"/>
                  </a:cubicBezTo>
                  <a:cubicBezTo>
                    <a:pt x="45957" y="114489"/>
                    <a:pt x="49148" y="119999"/>
                    <a:pt x="54893" y="119999"/>
                  </a:cubicBezTo>
                  <a:cubicBezTo>
                    <a:pt x="65106" y="119999"/>
                    <a:pt x="65106" y="119999"/>
                    <a:pt x="65106" y="119999"/>
                  </a:cubicBezTo>
                  <a:cubicBezTo>
                    <a:pt x="70851" y="119999"/>
                    <a:pt x="77234" y="114489"/>
                    <a:pt x="77234" y="108979"/>
                  </a:cubicBezTo>
                  <a:cubicBezTo>
                    <a:pt x="77234" y="102857"/>
                    <a:pt x="77234" y="102857"/>
                    <a:pt x="77234" y="102857"/>
                  </a:cubicBezTo>
                  <a:cubicBezTo>
                    <a:pt x="77234" y="99183"/>
                    <a:pt x="78510" y="97959"/>
                    <a:pt x="79787" y="97346"/>
                  </a:cubicBezTo>
                  <a:cubicBezTo>
                    <a:pt x="82340" y="96122"/>
                    <a:pt x="84893" y="94897"/>
                    <a:pt x="87446" y="93061"/>
                  </a:cubicBezTo>
                  <a:cubicBezTo>
                    <a:pt x="89361" y="91836"/>
                    <a:pt x="91276" y="91836"/>
                    <a:pt x="93829" y="92448"/>
                  </a:cubicBezTo>
                  <a:cubicBezTo>
                    <a:pt x="98936" y="96122"/>
                    <a:pt x="98936" y="96122"/>
                    <a:pt x="98936" y="96122"/>
                  </a:cubicBezTo>
                  <a:cubicBezTo>
                    <a:pt x="100851" y="96734"/>
                    <a:pt x="102127" y="97346"/>
                    <a:pt x="104042" y="97346"/>
                  </a:cubicBezTo>
                  <a:cubicBezTo>
                    <a:pt x="104042" y="97346"/>
                    <a:pt x="104042" y="97346"/>
                    <a:pt x="104042" y="97346"/>
                  </a:cubicBezTo>
                  <a:cubicBezTo>
                    <a:pt x="107234" y="97346"/>
                    <a:pt x="110425" y="95510"/>
                    <a:pt x="112340" y="92448"/>
                  </a:cubicBezTo>
                  <a:cubicBezTo>
                    <a:pt x="117446" y="83877"/>
                    <a:pt x="117446" y="83877"/>
                    <a:pt x="117446" y="83877"/>
                  </a:cubicBezTo>
                  <a:cubicBezTo>
                    <a:pt x="118723" y="81428"/>
                    <a:pt x="119361" y="78979"/>
                    <a:pt x="118723" y="76530"/>
                  </a:cubicBezTo>
                  <a:close/>
                  <a:moveTo>
                    <a:pt x="113617" y="81428"/>
                  </a:moveTo>
                  <a:cubicBezTo>
                    <a:pt x="108510" y="90612"/>
                    <a:pt x="108510" y="90612"/>
                    <a:pt x="108510" y="90612"/>
                  </a:cubicBezTo>
                  <a:cubicBezTo>
                    <a:pt x="107234" y="91836"/>
                    <a:pt x="105957" y="93061"/>
                    <a:pt x="104042" y="93061"/>
                  </a:cubicBezTo>
                  <a:cubicBezTo>
                    <a:pt x="102765" y="93061"/>
                    <a:pt x="102127" y="92448"/>
                    <a:pt x="100851" y="92448"/>
                  </a:cubicBezTo>
                  <a:cubicBezTo>
                    <a:pt x="95106" y="88775"/>
                    <a:pt x="95106" y="88775"/>
                    <a:pt x="95106" y="88775"/>
                  </a:cubicBezTo>
                  <a:cubicBezTo>
                    <a:pt x="91914" y="86938"/>
                    <a:pt x="88085" y="87551"/>
                    <a:pt x="84255" y="89387"/>
                  </a:cubicBezTo>
                  <a:cubicBezTo>
                    <a:pt x="82340" y="91224"/>
                    <a:pt x="80425" y="92448"/>
                    <a:pt x="77872" y="93673"/>
                  </a:cubicBezTo>
                  <a:cubicBezTo>
                    <a:pt x="74680" y="94897"/>
                    <a:pt x="72765" y="97959"/>
                    <a:pt x="72765" y="102244"/>
                  </a:cubicBezTo>
                  <a:cubicBezTo>
                    <a:pt x="72765" y="108979"/>
                    <a:pt x="72765" y="108979"/>
                    <a:pt x="72765" y="108979"/>
                  </a:cubicBezTo>
                  <a:cubicBezTo>
                    <a:pt x="72765" y="111428"/>
                    <a:pt x="68297" y="115714"/>
                    <a:pt x="65106" y="115714"/>
                  </a:cubicBezTo>
                  <a:cubicBezTo>
                    <a:pt x="54255" y="115714"/>
                    <a:pt x="54255" y="115714"/>
                    <a:pt x="54255" y="115714"/>
                  </a:cubicBezTo>
                  <a:cubicBezTo>
                    <a:pt x="51702" y="115714"/>
                    <a:pt x="49787" y="112040"/>
                    <a:pt x="49787" y="108979"/>
                  </a:cubicBezTo>
                  <a:cubicBezTo>
                    <a:pt x="49787" y="102244"/>
                    <a:pt x="49787" y="102244"/>
                    <a:pt x="49787" y="102244"/>
                  </a:cubicBezTo>
                  <a:cubicBezTo>
                    <a:pt x="49787" y="98571"/>
                    <a:pt x="47234" y="95510"/>
                    <a:pt x="43404" y="93673"/>
                  </a:cubicBezTo>
                  <a:cubicBezTo>
                    <a:pt x="40212" y="92448"/>
                    <a:pt x="37659" y="90612"/>
                    <a:pt x="35744" y="89387"/>
                  </a:cubicBezTo>
                  <a:cubicBezTo>
                    <a:pt x="33829" y="88163"/>
                    <a:pt x="31914" y="87551"/>
                    <a:pt x="30000" y="87551"/>
                  </a:cubicBezTo>
                  <a:cubicBezTo>
                    <a:pt x="28085" y="87551"/>
                    <a:pt x="26170" y="88163"/>
                    <a:pt x="24893" y="88775"/>
                  </a:cubicBezTo>
                  <a:cubicBezTo>
                    <a:pt x="18510" y="92448"/>
                    <a:pt x="18510" y="92448"/>
                    <a:pt x="18510" y="92448"/>
                  </a:cubicBezTo>
                  <a:cubicBezTo>
                    <a:pt x="17872" y="92448"/>
                    <a:pt x="17234" y="93061"/>
                    <a:pt x="15957" y="93061"/>
                  </a:cubicBezTo>
                  <a:cubicBezTo>
                    <a:pt x="14042" y="93061"/>
                    <a:pt x="12127" y="91836"/>
                    <a:pt x="11489" y="90612"/>
                  </a:cubicBezTo>
                  <a:cubicBezTo>
                    <a:pt x="6382" y="81428"/>
                    <a:pt x="6382" y="81428"/>
                    <a:pt x="6382" y="81428"/>
                  </a:cubicBezTo>
                  <a:cubicBezTo>
                    <a:pt x="4468" y="78979"/>
                    <a:pt x="5744" y="75918"/>
                    <a:pt x="8297" y="74693"/>
                  </a:cubicBezTo>
                  <a:cubicBezTo>
                    <a:pt x="14042" y="71020"/>
                    <a:pt x="14042" y="71020"/>
                    <a:pt x="14042" y="71020"/>
                  </a:cubicBezTo>
                  <a:cubicBezTo>
                    <a:pt x="17234" y="69183"/>
                    <a:pt x="19148" y="65510"/>
                    <a:pt x="19148" y="61836"/>
                  </a:cubicBezTo>
                  <a:cubicBezTo>
                    <a:pt x="18510" y="59999"/>
                    <a:pt x="18510" y="58775"/>
                    <a:pt x="18510" y="57551"/>
                  </a:cubicBezTo>
                  <a:cubicBezTo>
                    <a:pt x="18510" y="56326"/>
                    <a:pt x="18510" y="54489"/>
                    <a:pt x="19148" y="53265"/>
                  </a:cubicBezTo>
                  <a:cubicBezTo>
                    <a:pt x="19148" y="49591"/>
                    <a:pt x="17234" y="45918"/>
                    <a:pt x="14042" y="44081"/>
                  </a:cubicBezTo>
                  <a:cubicBezTo>
                    <a:pt x="8297" y="40408"/>
                    <a:pt x="8297" y="40408"/>
                    <a:pt x="8297" y="40408"/>
                  </a:cubicBezTo>
                  <a:cubicBezTo>
                    <a:pt x="7021" y="39795"/>
                    <a:pt x="5744" y="38571"/>
                    <a:pt x="5744" y="37346"/>
                  </a:cubicBezTo>
                  <a:cubicBezTo>
                    <a:pt x="5106" y="36122"/>
                    <a:pt x="5744" y="34897"/>
                    <a:pt x="6382" y="33673"/>
                  </a:cubicBezTo>
                  <a:cubicBezTo>
                    <a:pt x="11489" y="24489"/>
                    <a:pt x="11489" y="24489"/>
                    <a:pt x="11489" y="24489"/>
                  </a:cubicBezTo>
                  <a:cubicBezTo>
                    <a:pt x="12765" y="22653"/>
                    <a:pt x="14042" y="22040"/>
                    <a:pt x="15957" y="22040"/>
                  </a:cubicBezTo>
                  <a:cubicBezTo>
                    <a:pt x="17234" y="22040"/>
                    <a:pt x="17872" y="22040"/>
                    <a:pt x="19148" y="22653"/>
                  </a:cubicBezTo>
                  <a:cubicBezTo>
                    <a:pt x="24893" y="25714"/>
                    <a:pt x="24893" y="25714"/>
                    <a:pt x="24893" y="25714"/>
                  </a:cubicBezTo>
                  <a:cubicBezTo>
                    <a:pt x="28085" y="27551"/>
                    <a:pt x="32553" y="27551"/>
                    <a:pt x="35744" y="25102"/>
                  </a:cubicBezTo>
                  <a:cubicBezTo>
                    <a:pt x="38297" y="23877"/>
                    <a:pt x="40851" y="22653"/>
                    <a:pt x="43404" y="21428"/>
                  </a:cubicBezTo>
                  <a:cubicBezTo>
                    <a:pt x="47234" y="19591"/>
                    <a:pt x="49787" y="15918"/>
                    <a:pt x="49787" y="12244"/>
                  </a:cubicBezTo>
                  <a:cubicBezTo>
                    <a:pt x="49787" y="6122"/>
                    <a:pt x="49787" y="6122"/>
                    <a:pt x="49787" y="6122"/>
                  </a:cubicBezTo>
                  <a:cubicBezTo>
                    <a:pt x="49787" y="4285"/>
                    <a:pt x="49787" y="4285"/>
                    <a:pt x="54255" y="4285"/>
                  </a:cubicBezTo>
                  <a:cubicBezTo>
                    <a:pt x="65106" y="4285"/>
                    <a:pt x="65106" y="4285"/>
                    <a:pt x="65106" y="4285"/>
                  </a:cubicBezTo>
                  <a:cubicBezTo>
                    <a:pt x="70851" y="4285"/>
                    <a:pt x="72765" y="4897"/>
                    <a:pt x="72765" y="6122"/>
                  </a:cubicBezTo>
                  <a:cubicBezTo>
                    <a:pt x="72765" y="12244"/>
                    <a:pt x="72765" y="12244"/>
                    <a:pt x="72765" y="12244"/>
                  </a:cubicBezTo>
                  <a:cubicBezTo>
                    <a:pt x="72765" y="17142"/>
                    <a:pt x="74680" y="20204"/>
                    <a:pt x="77872" y="21428"/>
                  </a:cubicBezTo>
                  <a:cubicBezTo>
                    <a:pt x="79787" y="22040"/>
                    <a:pt x="80425" y="23265"/>
                    <a:pt x="82340" y="23877"/>
                  </a:cubicBezTo>
                  <a:cubicBezTo>
                    <a:pt x="82978" y="24489"/>
                    <a:pt x="83617" y="25102"/>
                    <a:pt x="84255" y="25714"/>
                  </a:cubicBezTo>
                  <a:cubicBezTo>
                    <a:pt x="87446" y="27551"/>
                    <a:pt x="91914" y="28163"/>
                    <a:pt x="95106" y="26326"/>
                  </a:cubicBezTo>
                  <a:cubicBezTo>
                    <a:pt x="100851" y="22653"/>
                    <a:pt x="100851" y="22653"/>
                    <a:pt x="100851" y="22653"/>
                  </a:cubicBezTo>
                  <a:cubicBezTo>
                    <a:pt x="102127" y="22653"/>
                    <a:pt x="102765" y="22040"/>
                    <a:pt x="104042" y="22040"/>
                  </a:cubicBezTo>
                  <a:cubicBezTo>
                    <a:pt x="105957" y="22040"/>
                    <a:pt x="107234" y="23265"/>
                    <a:pt x="108510" y="24489"/>
                  </a:cubicBezTo>
                  <a:cubicBezTo>
                    <a:pt x="113617" y="33673"/>
                    <a:pt x="113617" y="33673"/>
                    <a:pt x="113617" y="33673"/>
                  </a:cubicBezTo>
                  <a:cubicBezTo>
                    <a:pt x="115531" y="36122"/>
                    <a:pt x="114255" y="39183"/>
                    <a:pt x="111702" y="40408"/>
                  </a:cubicBezTo>
                  <a:cubicBezTo>
                    <a:pt x="105957" y="44081"/>
                    <a:pt x="105957" y="44081"/>
                    <a:pt x="105957" y="44081"/>
                  </a:cubicBezTo>
                  <a:cubicBezTo>
                    <a:pt x="102765" y="45918"/>
                    <a:pt x="100851" y="49591"/>
                    <a:pt x="100851" y="53265"/>
                  </a:cubicBezTo>
                  <a:cubicBezTo>
                    <a:pt x="101489" y="55102"/>
                    <a:pt x="101489" y="56326"/>
                    <a:pt x="101489" y="57551"/>
                  </a:cubicBezTo>
                  <a:cubicBezTo>
                    <a:pt x="101489" y="58775"/>
                    <a:pt x="101489" y="60612"/>
                    <a:pt x="100851" y="61836"/>
                  </a:cubicBezTo>
                  <a:cubicBezTo>
                    <a:pt x="100851" y="65510"/>
                    <a:pt x="102765" y="69183"/>
                    <a:pt x="105957" y="71020"/>
                  </a:cubicBezTo>
                  <a:cubicBezTo>
                    <a:pt x="111702" y="74693"/>
                    <a:pt x="111702" y="74693"/>
                    <a:pt x="111702" y="74693"/>
                  </a:cubicBezTo>
                  <a:cubicBezTo>
                    <a:pt x="112978" y="75306"/>
                    <a:pt x="114255" y="76530"/>
                    <a:pt x="114255" y="77755"/>
                  </a:cubicBezTo>
                  <a:cubicBezTo>
                    <a:pt x="114893" y="78979"/>
                    <a:pt x="114255" y="80204"/>
                    <a:pt x="113617" y="81428"/>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427" name="Shape 427"/>
            <p:cNvSpPr/>
            <p:nvPr/>
          </p:nvSpPr>
          <p:spPr>
            <a:xfrm>
              <a:off x="4400550" y="4749800"/>
              <a:ext cx="109500" cy="109500"/>
            </a:xfrm>
            <a:custGeom>
              <a:avLst/>
              <a:gdLst/>
              <a:ahLst/>
              <a:cxnLst/>
              <a:rect l="0" t="0" r="0" b="0"/>
              <a:pathLst>
                <a:path w="120000" h="120000" extrusionOk="0">
                  <a:moveTo>
                    <a:pt x="59999" y="0"/>
                  </a:moveTo>
                  <a:cubicBezTo>
                    <a:pt x="27857" y="0"/>
                    <a:pt x="0" y="27857"/>
                    <a:pt x="0" y="59999"/>
                  </a:cubicBezTo>
                  <a:cubicBezTo>
                    <a:pt x="0" y="92142"/>
                    <a:pt x="27857" y="119999"/>
                    <a:pt x="59999" y="119999"/>
                  </a:cubicBezTo>
                  <a:cubicBezTo>
                    <a:pt x="92142" y="119999"/>
                    <a:pt x="119999" y="94285"/>
                    <a:pt x="119999" y="59999"/>
                  </a:cubicBezTo>
                  <a:cubicBezTo>
                    <a:pt x="119999" y="27857"/>
                    <a:pt x="92142" y="0"/>
                    <a:pt x="59999" y="0"/>
                  </a:cubicBezTo>
                  <a:close/>
                  <a:moveTo>
                    <a:pt x="59999" y="104999"/>
                  </a:moveTo>
                  <a:cubicBezTo>
                    <a:pt x="34285" y="104999"/>
                    <a:pt x="14999" y="85714"/>
                    <a:pt x="14999" y="59999"/>
                  </a:cubicBezTo>
                  <a:cubicBezTo>
                    <a:pt x="14999" y="36428"/>
                    <a:pt x="34285" y="14999"/>
                    <a:pt x="59999" y="14999"/>
                  </a:cubicBezTo>
                  <a:cubicBezTo>
                    <a:pt x="85714" y="14999"/>
                    <a:pt x="104999" y="36428"/>
                    <a:pt x="104999" y="59999"/>
                  </a:cubicBezTo>
                  <a:cubicBezTo>
                    <a:pt x="104999" y="85714"/>
                    <a:pt x="85714" y="104999"/>
                    <a:pt x="59999" y="104999"/>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sp>
        <p:nvSpPr>
          <p:cNvPr id="428" name="Shape 428"/>
          <p:cNvSpPr/>
          <p:nvPr/>
        </p:nvSpPr>
        <p:spPr>
          <a:xfrm>
            <a:off x="2723797" y="2838721"/>
            <a:ext cx="673200" cy="423000"/>
          </a:xfrm>
          <a:custGeom>
            <a:avLst/>
            <a:gdLst/>
            <a:ahLst/>
            <a:cxnLst/>
            <a:rect l="0" t="0" r="0" b="0"/>
            <a:pathLst>
              <a:path w="120000" h="120000" extrusionOk="0">
                <a:moveTo>
                  <a:pt x="49846" y="120000"/>
                </a:moveTo>
                <a:cubicBezTo>
                  <a:pt x="40984" y="120000"/>
                  <a:pt x="32861" y="114117"/>
                  <a:pt x="26953" y="103529"/>
                </a:cubicBezTo>
                <a:cubicBezTo>
                  <a:pt x="25107" y="104117"/>
                  <a:pt x="23261" y="104705"/>
                  <a:pt x="21415" y="104705"/>
                </a:cubicBezTo>
                <a:cubicBezTo>
                  <a:pt x="9600" y="104705"/>
                  <a:pt x="0" y="88823"/>
                  <a:pt x="0" y="70000"/>
                </a:cubicBezTo>
                <a:cubicBezTo>
                  <a:pt x="0" y="51176"/>
                  <a:pt x="9600" y="35882"/>
                  <a:pt x="21415" y="35882"/>
                </a:cubicBezTo>
                <a:cubicBezTo>
                  <a:pt x="23261" y="26470"/>
                  <a:pt x="29169" y="20000"/>
                  <a:pt x="35446" y="20000"/>
                </a:cubicBezTo>
                <a:cubicBezTo>
                  <a:pt x="35446" y="20000"/>
                  <a:pt x="35815" y="20000"/>
                  <a:pt x="36184" y="20000"/>
                </a:cubicBezTo>
                <a:cubicBezTo>
                  <a:pt x="39507" y="7647"/>
                  <a:pt x="46892" y="0"/>
                  <a:pt x="55384" y="0"/>
                </a:cubicBezTo>
                <a:cubicBezTo>
                  <a:pt x="62769" y="0"/>
                  <a:pt x="69415" y="6470"/>
                  <a:pt x="73107" y="16470"/>
                </a:cubicBezTo>
                <a:cubicBezTo>
                  <a:pt x="75323" y="15882"/>
                  <a:pt x="77169" y="15882"/>
                  <a:pt x="79384" y="15882"/>
                </a:cubicBezTo>
                <a:cubicBezTo>
                  <a:pt x="90092" y="15882"/>
                  <a:pt x="100061" y="27058"/>
                  <a:pt x="103384" y="43529"/>
                </a:cubicBezTo>
                <a:cubicBezTo>
                  <a:pt x="112615" y="45882"/>
                  <a:pt x="120000" y="58823"/>
                  <a:pt x="120000" y="74117"/>
                </a:cubicBezTo>
                <a:cubicBezTo>
                  <a:pt x="120000" y="91176"/>
                  <a:pt x="111138" y="105294"/>
                  <a:pt x="100430" y="105294"/>
                </a:cubicBezTo>
                <a:cubicBezTo>
                  <a:pt x="99692" y="105294"/>
                  <a:pt x="98953" y="105294"/>
                  <a:pt x="98584" y="105294"/>
                </a:cubicBezTo>
                <a:cubicBezTo>
                  <a:pt x="94153" y="113529"/>
                  <a:pt x="87876" y="118235"/>
                  <a:pt x="81230" y="118235"/>
                </a:cubicBezTo>
                <a:cubicBezTo>
                  <a:pt x="76061" y="118235"/>
                  <a:pt x="71261" y="115294"/>
                  <a:pt x="67569" y="110588"/>
                </a:cubicBezTo>
                <a:cubicBezTo>
                  <a:pt x="62400" y="117058"/>
                  <a:pt x="56123" y="120000"/>
                  <a:pt x="49846" y="120000"/>
                </a:cubicBezTo>
                <a:close/>
                <a:moveTo>
                  <a:pt x="27692" y="99411"/>
                </a:moveTo>
                <a:cubicBezTo>
                  <a:pt x="28430" y="100000"/>
                  <a:pt x="28430" y="100000"/>
                  <a:pt x="28430" y="100000"/>
                </a:cubicBezTo>
                <a:cubicBezTo>
                  <a:pt x="33600" y="110588"/>
                  <a:pt x="41353" y="116470"/>
                  <a:pt x="49846" y="116470"/>
                </a:cubicBezTo>
                <a:cubicBezTo>
                  <a:pt x="56123" y="116470"/>
                  <a:pt x="62030" y="113529"/>
                  <a:pt x="66830" y="107058"/>
                </a:cubicBezTo>
                <a:cubicBezTo>
                  <a:pt x="67569" y="106470"/>
                  <a:pt x="67569" y="106470"/>
                  <a:pt x="67569" y="106470"/>
                </a:cubicBezTo>
                <a:cubicBezTo>
                  <a:pt x="68307" y="107058"/>
                  <a:pt x="68307" y="107058"/>
                  <a:pt x="68307" y="107058"/>
                </a:cubicBezTo>
                <a:cubicBezTo>
                  <a:pt x="72000" y="112352"/>
                  <a:pt x="76430" y="114705"/>
                  <a:pt x="81230" y="114705"/>
                </a:cubicBezTo>
                <a:cubicBezTo>
                  <a:pt x="87507" y="114705"/>
                  <a:pt x="93046" y="110000"/>
                  <a:pt x="97107" y="102352"/>
                </a:cubicBezTo>
                <a:cubicBezTo>
                  <a:pt x="97476" y="101764"/>
                  <a:pt x="97476" y="101764"/>
                  <a:pt x="97476" y="101764"/>
                </a:cubicBezTo>
                <a:cubicBezTo>
                  <a:pt x="98215" y="101764"/>
                  <a:pt x="98215" y="101764"/>
                  <a:pt x="98215" y="101764"/>
                </a:cubicBezTo>
                <a:cubicBezTo>
                  <a:pt x="98953" y="101764"/>
                  <a:pt x="99692" y="101764"/>
                  <a:pt x="100430" y="101764"/>
                </a:cubicBezTo>
                <a:cubicBezTo>
                  <a:pt x="110030" y="101764"/>
                  <a:pt x="117784" y="89411"/>
                  <a:pt x="117784" y="74117"/>
                </a:cubicBezTo>
                <a:cubicBezTo>
                  <a:pt x="117784" y="60000"/>
                  <a:pt x="111138" y="48235"/>
                  <a:pt x="102276" y="47058"/>
                </a:cubicBezTo>
                <a:cubicBezTo>
                  <a:pt x="101538" y="46470"/>
                  <a:pt x="101538" y="46470"/>
                  <a:pt x="101538" y="46470"/>
                </a:cubicBezTo>
                <a:cubicBezTo>
                  <a:pt x="101538" y="45882"/>
                  <a:pt x="101538" y="45882"/>
                  <a:pt x="101538" y="45882"/>
                </a:cubicBezTo>
                <a:cubicBezTo>
                  <a:pt x="98584" y="30000"/>
                  <a:pt x="89723" y="18823"/>
                  <a:pt x="79384" y="18823"/>
                </a:cubicBezTo>
                <a:cubicBezTo>
                  <a:pt x="77169" y="18823"/>
                  <a:pt x="74953" y="19411"/>
                  <a:pt x="73107" y="20588"/>
                </a:cubicBezTo>
                <a:cubicBezTo>
                  <a:pt x="72369" y="20588"/>
                  <a:pt x="72369" y="20588"/>
                  <a:pt x="72369" y="20588"/>
                </a:cubicBezTo>
                <a:cubicBezTo>
                  <a:pt x="72000" y="19411"/>
                  <a:pt x="72000" y="19411"/>
                  <a:pt x="72000" y="19411"/>
                </a:cubicBezTo>
                <a:cubicBezTo>
                  <a:pt x="68676" y="9411"/>
                  <a:pt x="62030" y="3529"/>
                  <a:pt x="55384" y="3529"/>
                </a:cubicBezTo>
                <a:cubicBezTo>
                  <a:pt x="47630" y="3529"/>
                  <a:pt x="40615" y="11176"/>
                  <a:pt x="37661" y="22352"/>
                </a:cubicBezTo>
                <a:cubicBezTo>
                  <a:pt x="37292" y="23529"/>
                  <a:pt x="37292" y="23529"/>
                  <a:pt x="37292" y="23529"/>
                </a:cubicBezTo>
                <a:cubicBezTo>
                  <a:pt x="36553" y="23529"/>
                  <a:pt x="36553" y="23529"/>
                  <a:pt x="36553" y="23529"/>
                </a:cubicBezTo>
                <a:cubicBezTo>
                  <a:pt x="36184" y="23529"/>
                  <a:pt x="35815" y="23529"/>
                  <a:pt x="35446" y="23529"/>
                </a:cubicBezTo>
                <a:cubicBezTo>
                  <a:pt x="29538" y="23529"/>
                  <a:pt x="24738" y="29411"/>
                  <a:pt x="23261" y="38235"/>
                </a:cubicBezTo>
                <a:cubicBezTo>
                  <a:pt x="22892" y="39411"/>
                  <a:pt x="22892" y="39411"/>
                  <a:pt x="22892" y="39411"/>
                </a:cubicBezTo>
                <a:cubicBezTo>
                  <a:pt x="21784" y="39411"/>
                  <a:pt x="21784" y="39411"/>
                  <a:pt x="21784" y="39411"/>
                </a:cubicBezTo>
                <a:cubicBezTo>
                  <a:pt x="21784" y="39411"/>
                  <a:pt x="21784" y="39411"/>
                  <a:pt x="21415" y="39411"/>
                </a:cubicBezTo>
                <a:cubicBezTo>
                  <a:pt x="10707" y="39411"/>
                  <a:pt x="2215" y="52941"/>
                  <a:pt x="2215" y="70000"/>
                </a:cubicBezTo>
                <a:cubicBezTo>
                  <a:pt x="2215" y="87058"/>
                  <a:pt x="10707" y="101176"/>
                  <a:pt x="21415" y="101176"/>
                </a:cubicBezTo>
                <a:cubicBezTo>
                  <a:pt x="23261" y="101176"/>
                  <a:pt x="25476" y="100588"/>
                  <a:pt x="27323" y="100000"/>
                </a:cubicBezTo>
                <a:lnTo>
                  <a:pt x="27692" y="99411"/>
                </a:lnTo>
                <a:close/>
              </a:path>
            </a:pathLst>
          </a:custGeom>
          <a:solidFill>
            <a:schemeClr val="lt1"/>
          </a:solidFill>
          <a:ln w="14275" cap="flat" cmpd="sng">
            <a:solidFill>
              <a:schemeClr val="lt1"/>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sp>
        <p:nvSpPr>
          <p:cNvPr id="429" name="Shape 429"/>
          <p:cNvSpPr txBox="1"/>
          <p:nvPr/>
        </p:nvSpPr>
        <p:spPr>
          <a:xfrm>
            <a:off x="2689308" y="3299405"/>
            <a:ext cx="835500" cy="3588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Arial"/>
              <a:buNone/>
            </a:pPr>
            <a:r>
              <a:rPr lang="en" sz="1400" b="1" i="0" u="none" strike="noStrike" cap="none">
                <a:solidFill>
                  <a:schemeClr val="lt1"/>
                </a:solidFill>
                <a:latin typeface="Arial"/>
                <a:ea typeface="Arial"/>
                <a:cs typeface="Arial"/>
                <a:sym typeface="Arial"/>
              </a:rPr>
              <a:t>Cloud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Shape 434"/>
          <p:cNvSpPr txBox="1"/>
          <p:nvPr/>
        </p:nvSpPr>
        <p:spPr>
          <a:xfrm>
            <a:off x="677008" y="2128299"/>
            <a:ext cx="2238112" cy="132343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2"/>
              </a:buClr>
              <a:buSzPct val="25000"/>
              <a:buFont typeface="Arial"/>
              <a:buNone/>
            </a:pPr>
            <a:r>
              <a:rPr lang="en" sz="8000" b="1" i="0" u="none" strike="noStrike" cap="none">
                <a:solidFill>
                  <a:schemeClr val="accent2"/>
                </a:solidFill>
                <a:latin typeface="Arial"/>
                <a:ea typeface="Arial"/>
                <a:cs typeface="Arial"/>
                <a:sym typeface="Arial"/>
              </a:rPr>
              <a:t>80%</a:t>
            </a:r>
          </a:p>
        </p:txBody>
      </p:sp>
      <p:cxnSp>
        <p:nvCxnSpPr>
          <p:cNvPr id="435" name="Shape 435"/>
          <p:cNvCxnSpPr/>
          <p:nvPr/>
        </p:nvCxnSpPr>
        <p:spPr>
          <a:xfrm>
            <a:off x="3641019" y="1149530"/>
            <a:ext cx="0" cy="3352799"/>
          </a:xfrm>
          <a:prstGeom prst="straightConnector1">
            <a:avLst/>
          </a:prstGeom>
          <a:noFill/>
          <a:ln w="28575" cap="flat" cmpd="sng">
            <a:solidFill>
              <a:schemeClr val="accent2"/>
            </a:solidFill>
            <a:prstDash val="solid"/>
            <a:round/>
            <a:headEnd type="none" w="med" len="med"/>
            <a:tailEnd type="none" w="med" len="med"/>
          </a:ln>
        </p:spPr>
      </p:cxnSp>
      <p:sp>
        <p:nvSpPr>
          <p:cNvPr id="436" name="Shape 436"/>
          <p:cNvSpPr/>
          <p:nvPr/>
        </p:nvSpPr>
        <p:spPr>
          <a:xfrm>
            <a:off x="3857894" y="1268292"/>
            <a:ext cx="3904345" cy="801188"/>
          </a:xfrm>
          <a:prstGeom prst="homePlate">
            <a:avLst>
              <a:gd name="adj" fmla="val 50000"/>
            </a:avLst>
          </a:prstGeom>
          <a:solidFill>
            <a:schemeClr val="accent1"/>
          </a:solidFill>
          <a:ln w="25400"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l" rtl="0">
              <a:lnSpc>
                <a:spcPct val="100000"/>
              </a:lnSpc>
              <a:spcBef>
                <a:spcPts val="0"/>
              </a:spcBef>
              <a:spcAft>
                <a:spcPts val="0"/>
              </a:spcAft>
              <a:buClr>
                <a:schemeClr val="lt1"/>
              </a:buClr>
              <a:buSzPct val="25000"/>
              <a:buFont typeface="Arial"/>
              <a:buNone/>
            </a:pPr>
            <a:r>
              <a:rPr lang="en" sz="2000" b="1" i="0" u="none" strike="noStrike" cap="none">
                <a:solidFill>
                  <a:schemeClr val="lt1"/>
                </a:solidFill>
                <a:latin typeface="Arial"/>
                <a:ea typeface="Arial"/>
                <a:cs typeface="Arial"/>
                <a:sym typeface="Arial"/>
              </a:rPr>
              <a:t>Migrate workloads to cloud</a:t>
            </a:r>
          </a:p>
        </p:txBody>
      </p:sp>
      <p:sp>
        <p:nvSpPr>
          <p:cNvPr id="437" name="Shape 437"/>
          <p:cNvSpPr/>
          <p:nvPr/>
        </p:nvSpPr>
        <p:spPr>
          <a:xfrm>
            <a:off x="141014" y="1623200"/>
            <a:ext cx="3283130" cy="2177142"/>
          </a:xfrm>
          <a:custGeom>
            <a:avLst/>
            <a:gdLst/>
            <a:ahLst/>
            <a:cxnLst/>
            <a:rect l="0" t="0" r="0" b="0"/>
            <a:pathLst>
              <a:path w="120000" h="120000" extrusionOk="0">
                <a:moveTo>
                  <a:pt x="49846" y="120000"/>
                </a:moveTo>
                <a:cubicBezTo>
                  <a:pt x="40984" y="120000"/>
                  <a:pt x="32861" y="114117"/>
                  <a:pt x="26953" y="103529"/>
                </a:cubicBezTo>
                <a:cubicBezTo>
                  <a:pt x="25107" y="104117"/>
                  <a:pt x="23261" y="104705"/>
                  <a:pt x="21415" y="104705"/>
                </a:cubicBezTo>
                <a:cubicBezTo>
                  <a:pt x="9600" y="104705"/>
                  <a:pt x="0" y="88823"/>
                  <a:pt x="0" y="70000"/>
                </a:cubicBezTo>
                <a:cubicBezTo>
                  <a:pt x="0" y="51176"/>
                  <a:pt x="9600" y="35882"/>
                  <a:pt x="21415" y="35882"/>
                </a:cubicBezTo>
                <a:cubicBezTo>
                  <a:pt x="23261" y="26470"/>
                  <a:pt x="29169" y="20000"/>
                  <a:pt x="35446" y="20000"/>
                </a:cubicBezTo>
                <a:cubicBezTo>
                  <a:pt x="35446" y="20000"/>
                  <a:pt x="35815" y="20000"/>
                  <a:pt x="36184" y="20000"/>
                </a:cubicBezTo>
                <a:cubicBezTo>
                  <a:pt x="39507" y="7647"/>
                  <a:pt x="46892" y="0"/>
                  <a:pt x="55384" y="0"/>
                </a:cubicBezTo>
                <a:cubicBezTo>
                  <a:pt x="62769" y="0"/>
                  <a:pt x="69415" y="6470"/>
                  <a:pt x="73107" y="16470"/>
                </a:cubicBezTo>
                <a:cubicBezTo>
                  <a:pt x="75323" y="15882"/>
                  <a:pt x="77169" y="15882"/>
                  <a:pt x="79384" y="15882"/>
                </a:cubicBezTo>
                <a:cubicBezTo>
                  <a:pt x="90092" y="15882"/>
                  <a:pt x="100061" y="27058"/>
                  <a:pt x="103384" y="43529"/>
                </a:cubicBezTo>
                <a:cubicBezTo>
                  <a:pt x="112615" y="45882"/>
                  <a:pt x="120000" y="58823"/>
                  <a:pt x="120000" y="74117"/>
                </a:cubicBezTo>
                <a:cubicBezTo>
                  <a:pt x="120000" y="91176"/>
                  <a:pt x="111138" y="105294"/>
                  <a:pt x="100430" y="105294"/>
                </a:cubicBezTo>
                <a:cubicBezTo>
                  <a:pt x="99692" y="105294"/>
                  <a:pt x="98953" y="105294"/>
                  <a:pt x="98584" y="105294"/>
                </a:cubicBezTo>
                <a:cubicBezTo>
                  <a:pt x="94153" y="113529"/>
                  <a:pt x="87876" y="118235"/>
                  <a:pt x="81230" y="118235"/>
                </a:cubicBezTo>
                <a:cubicBezTo>
                  <a:pt x="76061" y="118235"/>
                  <a:pt x="71261" y="115294"/>
                  <a:pt x="67569" y="110588"/>
                </a:cubicBezTo>
                <a:cubicBezTo>
                  <a:pt x="62400" y="117058"/>
                  <a:pt x="56123" y="120000"/>
                  <a:pt x="49846" y="120000"/>
                </a:cubicBezTo>
                <a:close/>
                <a:moveTo>
                  <a:pt x="27692" y="99411"/>
                </a:moveTo>
                <a:cubicBezTo>
                  <a:pt x="28430" y="100000"/>
                  <a:pt x="28430" y="100000"/>
                  <a:pt x="28430" y="100000"/>
                </a:cubicBezTo>
                <a:cubicBezTo>
                  <a:pt x="33600" y="110588"/>
                  <a:pt x="41353" y="116470"/>
                  <a:pt x="49846" y="116470"/>
                </a:cubicBezTo>
                <a:cubicBezTo>
                  <a:pt x="56123" y="116470"/>
                  <a:pt x="62030" y="113529"/>
                  <a:pt x="66830" y="107058"/>
                </a:cubicBezTo>
                <a:cubicBezTo>
                  <a:pt x="67569" y="106470"/>
                  <a:pt x="67569" y="106470"/>
                  <a:pt x="67569" y="106470"/>
                </a:cubicBezTo>
                <a:cubicBezTo>
                  <a:pt x="68307" y="107058"/>
                  <a:pt x="68307" y="107058"/>
                  <a:pt x="68307" y="107058"/>
                </a:cubicBezTo>
                <a:cubicBezTo>
                  <a:pt x="72000" y="112352"/>
                  <a:pt x="76430" y="114705"/>
                  <a:pt x="81230" y="114705"/>
                </a:cubicBezTo>
                <a:cubicBezTo>
                  <a:pt x="87507" y="114705"/>
                  <a:pt x="93046" y="110000"/>
                  <a:pt x="97107" y="102352"/>
                </a:cubicBezTo>
                <a:cubicBezTo>
                  <a:pt x="97476" y="101764"/>
                  <a:pt x="97476" y="101764"/>
                  <a:pt x="97476" y="101764"/>
                </a:cubicBezTo>
                <a:cubicBezTo>
                  <a:pt x="98215" y="101764"/>
                  <a:pt x="98215" y="101764"/>
                  <a:pt x="98215" y="101764"/>
                </a:cubicBezTo>
                <a:cubicBezTo>
                  <a:pt x="98953" y="101764"/>
                  <a:pt x="99692" y="101764"/>
                  <a:pt x="100430" y="101764"/>
                </a:cubicBezTo>
                <a:cubicBezTo>
                  <a:pt x="110030" y="101764"/>
                  <a:pt x="117784" y="89411"/>
                  <a:pt x="117784" y="74117"/>
                </a:cubicBezTo>
                <a:cubicBezTo>
                  <a:pt x="117784" y="60000"/>
                  <a:pt x="111138" y="48235"/>
                  <a:pt x="102276" y="47058"/>
                </a:cubicBezTo>
                <a:cubicBezTo>
                  <a:pt x="101538" y="46470"/>
                  <a:pt x="101538" y="46470"/>
                  <a:pt x="101538" y="46470"/>
                </a:cubicBezTo>
                <a:cubicBezTo>
                  <a:pt x="101538" y="45882"/>
                  <a:pt x="101538" y="45882"/>
                  <a:pt x="101538" y="45882"/>
                </a:cubicBezTo>
                <a:cubicBezTo>
                  <a:pt x="98584" y="30000"/>
                  <a:pt x="89723" y="18823"/>
                  <a:pt x="79384" y="18823"/>
                </a:cubicBezTo>
                <a:cubicBezTo>
                  <a:pt x="77169" y="18823"/>
                  <a:pt x="74953" y="19411"/>
                  <a:pt x="73107" y="20588"/>
                </a:cubicBezTo>
                <a:cubicBezTo>
                  <a:pt x="72369" y="20588"/>
                  <a:pt x="72369" y="20588"/>
                  <a:pt x="72369" y="20588"/>
                </a:cubicBezTo>
                <a:cubicBezTo>
                  <a:pt x="72000" y="19411"/>
                  <a:pt x="72000" y="19411"/>
                  <a:pt x="72000" y="19411"/>
                </a:cubicBezTo>
                <a:cubicBezTo>
                  <a:pt x="68676" y="9411"/>
                  <a:pt x="62030" y="3529"/>
                  <a:pt x="55384" y="3529"/>
                </a:cubicBezTo>
                <a:cubicBezTo>
                  <a:pt x="47630" y="3529"/>
                  <a:pt x="40615" y="11176"/>
                  <a:pt x="37661" y="22352"/>
                </a:cubicBezTo>
                <a:cubicBezTo>
                  <a:pt x="37292" y="23529"/>
                  <a:pt x="37292" y="23529"/>
                  <a:pt x="37292" y="23529"/>
                </a:cubicBezTo>
                <a:cubicBezTo>
                  <a:pt x="36553" y="23529"/>
                  <a:pt x="36553" y="23529"/>
                  <a:pt x="36553" y="23529"/>
                </a:cubicBezTo>
                <a:cubicBezTo>
                  <a:pt x="36184" y="23529"/>
                  <a:pt x="35815" y="23529"/>
                  <a:pt x="35446" y="23529"/>
                </a:cubicBezTo>
                <a:cubicBezTo>
                  <a:pt x="29538" y="23529"/>
                  <a:pt x="24738" y="29411"/>
                  <a:pt x="23261" y="38235"/>
                </a:cubicBezTo>
                <a:cubicBezTo>
                  <a:pt x="22892" y="39411"/>
                  <a:pt x="22892" y="39411"/>
                  <a:pt x="22892" y="39411"/>
                </a:cubicBezTo>
                <a:cubicBezTo>
                  <a:pt x="21784" y="39411"/>
                  <a:pt x="21784" y="39411"/>
                  <a:pt x="21784" y="39411"/>
                </a:cubicBezTo>
                <a:cubicBezTo>
                  <a:pt x="21784" y="39411"/>
                  <a:pt x="21784" y="39411"/>
                  <a:pt x="21415" y="39411"/>
                </a:cubicBezTo>
                <a:cubicBezTo>
                  <a:pt x="10707" y="39411"/>
                  <a:pt x="2215" y="52941"/>
                  <a:pt x="2215" y="70000"/>
                </a:cubicBezTo>
                <a:cubicBezTo>
                  <a:pt x="2215" y="87058"/>
                  <a:pt x="10707" y="101176"/>
                  <a:pt x="21415" y="101176"/>
                </a:cubicBezTo>
                <a:cubicBezTo>
                  <a:pt x="23261" y="101176"/>
                  <a:pt x="25476" y="100588"/>
                  <a:pt x="27323" y="100000"/>
                </a:cubicBezTo>
                <a:lnTo>
                  <a:pt x="27692" y="99411"/>
                </a:lnTo>
                <a:close/>
              </a:path>
            </a:pathLst>
          </a:custGeom>
          <a:solidFill>
            <a:schemeClr val="accent2"/>
          </a:solidFill>
          <a:ln w="14275" cap="flat" cmpd="sng">
            <a:solidFill>
              <a:schemeClr val="accent2"/>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sp>
        <p:nvSpPr>
          <p:cNvPr id="438" name="Shape 438"/>
          <p:cNvSpPr/>
          <p:nvPr/>
        </p:nvSpPr>
        <p:spPr>
          <a:xfrm>
            <a:off x="3857894" y="2487368"/>
            <a:ext cx="4513944" cy="801188"/>
          </a:xfrm>
          <a:prstGeom prst="homePlate">
            <a:avLst>
              <a:gd name="adj" fmla="val 50000"/>
            </a:avLst>
          </a:prstGeom>
          <a:solidFill>
            <a:schemeClr val="accent1"/>
          </a:solidFill>
          <a:ln w="25400"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l" rtl="0">
              <a:lnSpc>
                <a:spcPct val="100000"/>
              </a:lnSpc>
              <a:spcBef>
                <a:spcPts val="0"/>
              </a:spcBef>
              <a:spcAft>
                <a:spcPts val="0"/>
              </a:spcAft>
              <a:buClr>
                <a:schemeClr val="lt1"/>
              </a:buClr>
              <a:buSzPct val="25000"/>
              <a:buFont typeface="Arial"/>
              <a:buNone/>
            </a:pPr>
            <a:r>
              <a:rPr lang="en" sz="2000" b="1" i="0" u="none" strike="noStrike" cap="none">
                <a:solidFill>
                  <a:schemeClr val="lt1"/>
                </a:solidFill>
                <a:latin typeface="Arial"/>
                <a:ea typeface="Arial"/>
                <a:cs typeface="Arial"/>
                <a:sym typeface="Arial"/>
              </a:rPr>
              <a:t>Portability across environments</a:t>
            </a:r>
          </a:p>
        </p:txBody>
      </p:sp>
      <p:sp>
        <p:nvSpPr>
          <p:cNvPr id="439" name="Shape 439"/>
          <p:cNvSpPr/>
          <p:nvPr/>
        </p:nvSpPr>
        <p:spPr>
          <a:xfrm>
            <a:off x="3857894" y="3554044"/>
            <a:ext cx="5143864" cy="801188"/>
          </a:xfrm>
          <a:prstGeom prst="homePlate">
            <a:avLst>
              <a:gd name="adj" fmla="val 50000"/>
            </a:avLst>
          </a:prstGeom>
          <a:solidFill>
            <a:schemeClr val="accent1"/>
          </a:solidFill>
          <a:ln w="25400"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l" rtl="0">
              <a:lnSpc>
                <a:spcPct val="100000"/>
              </a:lnSpc>
              <a:spcBef>
                <a:spcPts val="0"/>
              </a:spcBef>
              <a:spcAft>
                <a:spcPts val="0"/>
              </a:spcAft>
              <a:buClr>
                <a:schemeClr val="lt1"/>
              </a:buClr>
              <a:buSzPct val="25000"/>
              <a:buFont typeface="Arial"/>
              <a:buNone/>
            </a:pPr>
            <a:r>
              <a:rPr lang="en" sz="2000" b="1" i="0" u="none" strike="noStrike" cap="none">
                <a:solidFill>
                  <a:schemeClr val="lt1"/>
                </a:solidFill>
                <a:latin typeface="Arial"/>
                <a:ea typeface="Arial"/>
                <a:cs typeface="Arial"/>
                <a:sym typeface="Arial"/>
              </a:rPr>
              <a:t>Want to avoid cloud vendor lock-in</a:t>
            </a:r>
          </a:p>
        </p:txBody>
      </p:sp>
      <p:sp>
        <p:nvSpPr>
          <p:cNvPr id="440" name="Shape 440"/>
          <p:cNvSpPr txBox="1">
            <a:spLocks noGrp="1"/>
          </p:cNvSpPr>
          <p:nvPr>
            <p:ph type="title"/>
          </p:nvPr>
        </p:nvSpPr>
        <p:spPr>
          <a:xfrm>
            <a:off x="242887" y="207982"/>
            <a:ext cx="8643899" cy="613200"/>
          </a:xfrm>
          <a:prstGeom prst="rect">
            <a:avLst/>
          </a:prstGeom>
          <a:noFill/>
          <a:ln>
            <a:noFill/>
          </a:ln>
        </p:spPr>
        <p:txBody>
          <a:bodyPr lIns="91425" tIns="91425" rIns="91425" bIns="91425" anchor="ctr" anchorCtr="0">
            <a:noAutofit/>
          </a:bodyPr>
          <a:lstStyle/>
          <a:p>
            <a:pPr marL="0" marR="0" lvl="0" indent="0" algn="l" rtl="0">
              <a:lnSpc>
                <a:spcPct val="9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Movement in the cloud</a:t>
            </a:r>
          </a:p>
        </p:txBody>
      </p:sp>
      <p:sp>
        <p:nvSpPr>
          <p:cNvPr id="441" name="Shape 441"/>
          <p:cNvSpPr txBox="1"/>
          <p:nvPr/>
        </p:nvSpPr>
        <p:spPr>
          <a:xfrm>
            <a:off x="6242225" y="4916628"/>
            <a:ext cx="2901775" cy="253916"/>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 sz="1050" b="0" i="0" u="none" strike="noStrike" cap="none">
                <a:solidFill>
                  <a:srgbClr val="000000"/>
                </a:solidFill>
                <a:latin typeface="Arial"/>
                <a:ea typeface="Arial"/>
                <a:cs typeface="Arial"/>
                <a:sym typeface="Arial"/>
              </a:rPr>
              <a:t>State of App development Survey:  Q1 - 2016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Shape 446"/>
          <p:cNvSpPr txBox="1">
            <a:spLocks noGrp="1"/>
          </p:cNvSpPr>
          <p:nvPr>
            <p:ph type="title"/>
          </p:nvPr>
        </p:nvSpPr>
        <p:spPr>
          <a:xfrm>
            <a:off x="242887" y="207982"/>
            <a:ext cx="8643937" cy="61317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Applications are transforming</a:t>
            </a:r>
          </a:p>
        </p:txBody>
      </p:sp>
      <p:sp>
        <p:nvSpPr>
          <p:cNvPr id="447" name="Shape 447"/>
          <p:cNvSpPr/>
          <p:nvPr/>
        </p:nvSpPr>
        <p:spPr>
          <a:xfrm>
            <a:off x="4734666" y="2024175"/>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D6C3"/>
          </a:solidFill>
          <a:ln w="12700" cap="flat" cmpd="sng">
            <a:solidFill>
              <a:srgbClr val="07C1AB"/>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48" name="Shape 448"/>
          <p:cNvSpPr/>
          <p:nvPr/>
        </p:nvSpPr>
        <p:spPr>
          <a:xfrm>
            <a:off x="4161730" y="1942630"/>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426876"/>
          </a:solidFill>
          <a:ln w="12700" cap="flat" cmpd="sng">
            <a:solidFill>
              <a:srgbClr val="2F474F"/>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49" name="Shape 449"/>
          <p:cNvSpPr/>
          <p:nvPr/>
        </p:nvSpPr>
        <p:spPr>
          <a:xfrm>
            <a:off x="4254635" y="2718638"/>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2FB5E5"/>
          </a:solidFill>
          <a:ln w="12700" cap="flat" cmpd="sng">
            <a:solidFill>
              <a:schemeClr val="accent1"/>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50" name="Shape 450"/>
          <p:cNvSpPr/>
          <p:nvPr/>
        </p:nvSpPr>
        <p:spPr>
          <a:xfrm rot="5400000">
            <a:off x="6778196" y="2755201"/>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D6C3"/>
          </a:solidFill>
          <a:ln w="12700" cap="flat" cmpd="sng">
            <a:solidFill>
              <a:srgbClr val="07C1AB"/>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51" name="Shape 451"/>
          <p:cNvSpPr/>
          <p:nvPr/>
        </p:nvSpPr>
        <p:spPr>
          <a:xfrm rot="5400000">
            <a:off x="5708514" y="1824484"/>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17BF7F"/>
          </a:solidFill>
          <a:ln w="12700" cap="flat" cmpd="sng">
            <a:solidFill>
              <a:srgbClr val="14A46D"/>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52" name="Shape 452"/>
          <p:cNvSpPr/>
          <p:nvPr/>
        </p:nvSpPr>
        <p:spPr>
          <a:xfrm rot="5400000">
            <a:off x="5754283" y="2093831"/>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1584AB"/>
          </a:solidFill>
          <a:ln w="12700" cap="flat" cmpd="sng">
            <a:solidFill>
              <a:schemeClr val="accent2"/>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53" name="Shape 453"/>
          <p:cNvSpPr/>
          <p:nvPr/>
        </p:nvSpPr>
        <p:spPr>
          <a:xfrm rot="5400000">
            <a:off x="5215126" y="2848108"/>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2FB5E5"/>
          </a:solidFill>
          <a:ln w="12700" cap="flat" cmpd="sng">
            <a:solidFill>
              <a:schemeClr val="accent1"/>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54" name="Shape 454"/>
          <p:cNvSpPr/>
          <p:nvPr/>
        </p:nvSpPr>
        <p:spPr>
          <a:xfrm rot="5400000">
            <a:off x="5508233" y="1945267"/>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426876"/>
          </a:solidFill>
          <a:ln w="12700" cap="flat" cmpd="sng">
            <a:solidFill>
              <a:srgbClr val="2F474F"/>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55" name="Shape 455"/>
          <p:cNvSpPr/>
          <p:nvPr/>
        </p:nvSpPr>
        <p:spPr>
          <a:xfrm>
            <a:off x="7473571" y="1908891"/>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1584AB"/>
          </a:solidFill>
          <a:ln w="12700" cap="flat" cmpd="sng">
            <a:solidFill>
              <a:schemeClr val="accent2"/>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56" name="Shape 456"/>
          <p:cNvSpPr/>
          <p:nvPr/>
        </p:nvSpPr>
        <p:spPr>
          <a:xfrm>
            <a:off x="7259932" y="1894139"/>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5560"/>
          </a:solidFill>
          <a:ln w="12700" cap="flat" cmpd="sng">
            <a:solidFill>
              <a:srgbClr val="2F474F"/>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57" name="Shape 457"/>
          <p:cNvSpPr/>
          <p:nvPr/>
        </p:nvSpPr>
        <p:spPr>
          <a:xfrm>
            <a:off x="7354567" y="2662298"/>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17BF7F"/>
          </a:solidFill>
          <a:ln w="12700" cap="flat" cmpd="sng">
            <a:solidFill>
              <a:srgbClr val="14A46D"/>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58" name="Shape 458"/>
          <p:cNvSpPr/>
          <p:nvPr/>
        </p:nvSpPr>
        <p:spPr>
          <a:xfrm>
            <a:off x="7460982" y="2474238"/>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D6C3"/>
          </a:solidFill>
          <a:ln w="12700" cap="flat" cmpd="sng">
            <a:solidFill>
              <a:srgbClr val="07C1AB"/>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59" name="Shape 459"/>
          <p:cNvSpPr/>
          <p:nvPr/>
        </p:nvSpPr>
        <p:spPr>
          <a:xfrm>
            <a:off x="7826532" y="1992400"/>
            <a:ext cx="797675" cy="542455"/>
          </a:xfrm>
          <a:prstGeom prst="rect">
            <a:avLst/>
          </a:prstGeom>
          <a:no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3C3C3C"/>
              </a:buClr>
              <a:buSzPct val="25000"/>
              <a:buFont typeface="Arial"/>
              <a:buNone/>
            </a:pPr>
            <a:r>
              <a:rPr lang="en" sz="1100" b="0" i="0" u="none" strike="noStrike" cap="none">
                <a:solidFill>
                  <a:srgbClr val="3C3C3C"/>
                </a:solidFill>
                <a:latin typeface="Arial"/>
                <a:ea typeface="Arial"/>
                <a:cs typeface="Arial"/>
                <a:sym typeface="Arial"/>
              </a:rPr>
              <a:t>Loosely Coupled Services</a:t>
            </a:r>
          </a:p>
        </p:txBody>
      </p:sp>
      <p:sp>
        <p:nvSpPr>
          <p:cNvPr id="460" name="Shape 460"/>
          <p:cNvSpPr/>
          <p:nvPr/>
        </p:nvSpPr>
        <p:spPr>
          <a:xfrm>
            <a:off x="7826532" y="3755630"/>
            <a:ext cx="1300843" cy="373179"/>
          </a:xfrm>
          <a:prstGeom prst="rect">
            <a:avLst/>
          </a:prstGeom>
          <a:no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3C3C3C"/>
              </a:buClr>
              <a:buSzPct val="25000"/>
              <a:buFont typeface="Arial"/>
              <a:buNone/>
            </a:pPr>
            <a:r>
              <a:rPr lang="en" sz="1100" b="0" i="0" u="none" strike="noStrike" cap="none">
                <a:solidFill>
                  <a:srgbClr val="3C3C3C"/>
                </a:solidFill>
                <a:latin typeface="Arial"/>
                <a:ea typeface="Arial"/>
                <a:cs typeface="Arial"/>
                <a:sym typeface="Arial"/>
              </a:rPr>
              <a:t>Many Small Servers or devices</a:t>
            </a:r>
          </a:p>
        </p:txBody>
      </p:sp>
      <p:grpSp>
        <p:nvGrpSpPr>
          <p:cNvPr id="461" name="Shape 461"/>
          <p:cNvGrpSpPr/>
          <p:nvPr/>
        </p:nvGrpSpPr>
        <p:grpSpPr>
          <a:xfrm>
            <a:off x="1581317" y="904958"/>
            <a:ext cx="6432286" cy="547986"/>
            <a:chOff x="4621244" y="994079"/>
            <a:chExt cx="16226514" cy="1461298"/>
          </a:xfrm>
        </p:grpSpPr>
        <p:cxnSp>
          <p:nvCxnSpPr>
            <p:cNvPr id="462" name="Shape 462"/>
            <p:cNvCxnSpPr/>
            <p:nvPr/>
          </p:nvCxnSpPr>
          <p:spPr>
            <a:xfrm>
              <a:off x="5505480" y="2277933"/>
              <a:ext cx="15238972" cy="0"/>
            </a:xfrm>
            <a:prstGeom prst="straightConnector1">
              <a:avLst/>
            </a:prstGeom>
            <a:noFill/>
            <a:ln w="50800" cap="flat" cmpd="sng">
              <a:solidFill>
                <a:schemeClr val="accent2"/>
              </a:solidFill>
              <a:prstDash val="solid"/>
              <a:round/>
              <a:headEnd type="none" w="med" len="med"/>
              <a:tailEnd type="none" w="med" len="med"/>
            </a:ln>
          </p:spPr>
        </p:cxnSp>
        <p:sp>
          <p:nvSpPr>
            <p:cNvPr id="463" name="Shape 463"/>
            <p:cNvSpPr/>
            <p:nvPr/>
          </p:nvSpPr>
          <p:spPr>
            <a:xfrm>
              <a:off x="5192578" y="2104375"/>
              <a:ext cx="351002" cy="351002"/>
            </a:xfrm>
            <a:prstGeom prst="ellipse">
              <a:avLst/>
            </a:prstGeom>
            <a:solidFill>
              <a:schemeClr val="accent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464" name="Shape 464"/>
            <p:cNvSpPr/>
            <p:nvPr/>
          </p:nvSpPr>
          <p:spPr>
            <a:xfrm>
              <a:off x="15395365" y="2104375"/>
              <a:ext cx="351002" cy="351002"/>
            </a:xfrm>
            <a:prstGeom prst="ellipse">
              <a:avLst/>
            </a:prstGeom>
            <a:solidFill>
              <a:schemeClr val="accent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465" name="Shape 465"/>
            <p:cNvSpPr/>
            <p:nvPr/>
          </p:nvSpPr>
          <p:spPr>
            <a:xfrm>
              <a:off x="10469471" y="2104375"/>
              <a:ext cx="351002" cy="351002"/>
            </a:xfrm>
            <a:prstGeom prst="ellipse">
              <a:avLst/>
            </a:prstGeom>
            <a:solidFill>
              <a:schemeClr val="accent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466" name="Shape 466"/>
            <p:cNvSpPr/>
            <p:nvPr/>
          </p:nvSpPr>
          <p:spPr>
            <a:xfrm>
              <a:off x="20496756" y="2104375"/>
              <a:ext cx="351002" cy="351002"/>
            </a:xfrm>
            <a:prstGeom prst="ellipse">
              <a:avLst/>
            </a:prstGeom>
            <a:solidFill>
              <a:schemeClr val="accent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467" name="Shape 467"/>
            <p:cNvSpPr txBox="1"/>
            <p:nvPr/>
          </p:nvSpPr>
          <p:spPr>
            <a:xfrm>
              <a:off x="4621244" y="994079"/>
              <a:ext cx="1629666" cy="959235"/>
            </a:xfrm>
            <a:prstGeom prst="rect">
              <a:avLst/>
            </a:prstGeom>
            <a:no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3C3C3C"/>
                </a:buClr>
                <a:buSzPct val="25000"/>
                <a:buFont typeface="Arial"/>
                <a:buNone/>
              </a:pPr>
              <a:r>
                <a:rPr lang="en" sz="1400" b="1" i="0" u="none" strike="noStrike" cap="none">
                  <a:solidFill>
                    <a:srgbClr val="3C3C3C"/>
                  </a:solidFill>
                  <a:latin typeface="Arial"/>
                  <a:ea typeface="Arial"/>
                  <a:cs typeface="Arial"/>
                  <a:sym typeface="Arial"/>
                </a:rPr>
                <a:t>~2000</a:t>
              </a:r>
            </a:p>
          </p:txBody>
        </p:sp>
        <p:sp>
          <p:nvSpPr>
            <p:cNvPr id="468" name="Shape 468"/>
            <p:cNvSpPr txBox="1"/>
            <p:nvPr/>
          </p:nvSpPr>
          <p:spPr>
            <a:xfrm>
              <a:off x="18976395" y="1058358"/>
              <a:ext cx="1674794" cy="959235"/>
            </a:xfrm>
            <a:prstGeom prst="rect">
              <a:avLst/>
            </a:prstGeom>
            <a:no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3C3C3C"/>
                </a:buClr>
                <a:buSzPct val="25000"/>
                <a:buFont typeface="Arial"/>
                <a:buNone/>
              </a:pPr>
              <a:r>
                <a:rPr lang="en" sz="1400" b="1" i="0" u="none" strike="noStrike" cap="none">
                  <a:solidFill>
                    <a:srgbClr val="3C3C3C"/>
                  </a:solidFill>
                  <a:latin typeface="Arial"/>
                  <a:ea typeface="Arial"/>
                  <a:cs typeface="Arial"/>
                  <a:sym typeface="Arial"/>
                </a:rPr>
                <a:t>Today</a:t>
              </a:r>
            </a:p>
          </p:txBody>
        </p:sp>
      </p:grpSp>
      <p:sp>
        <p:nvSpPr>
          <p:cNvPr id="469" name="Shape 469"/>
          <p:cNvSpPr/>
          <p:nvPr/>
        </p:nvSpPr>
        <p:spPr>
          <a:xfrm>
            <a:off x="5285757" y="2407466"/>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D6C3"/>
          </a:solidFill>
          <a:ln w="12700" cap="flat" cmpd="sng">
            <a:solidFill>
              <a:srgbClr val="07C1AB"/>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70" name="Shape 470"/>
          <p:cNvSpPr/>
          <p:nvPr/>
        </p:nvSpPr>
        <p:spPr>
          <a:xfrm>
            <a:off x="405481" y="2231691"/>
            <a:ext cx="797675" cy="203900"/>
          </a:xfrm>
          <a:prstGeom prst="rect">
            <a:avLst/>
          </a:prstGeom>
          <a:no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3C3C3C"/>
              </a:buClr>
              <a:buSzPct val="25000"/>
              <a:buFont typeface="Arial"/>
              <a:buNone/>
            </a:pPr>
            <a:r>
              <a:rPr lang="en" sz="1100" b="0" i="0" u="none" strike="noStrike" cap="none">
                <a:solidFill>
                  <a:srgbClr val="3C3C3C"/>
                </a:solidFill>
                <a:latin typeface="Arial"/>
                <a:ea typeface="Arial"/>
                <a:cs typeface="Arial"/>
                <a:sym typeface="Arial"/>
              </a:rPr>
              <a:t>Monolithic</a:t>
            </a:r>
          </a:p>
        </p:txBody>
      </p:sp>
      <p:sp>
        <p:nvSpPr>
          <p:cNvPr id="471" name="Shape 471"/>
          <p:cNvSpPr/>
          <p:nvPr/>
        </p:nvSpPr>
        <p:spPr>
          <a:xfrm>
            <a:off x="405481" y="4098560"/>
            <a:ext cx="797675" cy="203900"/>
          </a:xfrm>
          <a:prstGeom prst="rect">
            <a:avLst/>
          </a:prstGeom>
          <a:no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3C3C3C"/>
              </a:buClr>
              <a:buSzPct val="25000"/>
              <a:buFont typeface="Arial"/>
              <a:buNone/>
            </a:pPr>
            <a:r>
              <a:rPr lang="en" sz="1100" b="0" i="0" u="none" strike="noStrike" cap="none">
                <a:solidFill>
                  <a:srgbClr val="3C3C3C"/>
                </a:solidFill>
                <a:latin typeface="Arial"/>
                <a:ea typeface="Arial"/>
                <a:cs typeface="Arial"/>
                <a:sym typeface="Arial"/>
              </a:rPr>
              <a:t>Big Servers</a:t>
            </a:r>
          </a:p>
        </p:txBody>
      </p:sp>
      <p:sp>
        <p:nvSpPr>
          <p:cNvPr id="472" name="Shape 472"/>
          <p:cNvSpPr/>
          <p:nvPr/>
        </p:nvSpPr>
        <p:spPr>
          <a:xfrm rot="5400000">
            <a:off x="6396467" y="1923150"/>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D6C3"/>
          </a:solidFill>
          <a:ln w="12700" cap="flat" cmpd="sng">
            <a:solidFill>
              <a:srgbClr val="07C1AB"/>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73" name="Shape 473"/>
          <p:cNvSpPr/>
          <p:nvPr/>
        </p:nvSpPr>
        <p:spPr>
          <a:xfrm rot="5400000">
            <a:off x="6576653" y="2835734"/>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17BF7F"/>
          </a:solidFill>
          <a:ln w="12700" cap="flat" cmpd="sng">
            <a:solidFill>
              <a:srgbClr val="14A46D"/>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74" name="Shape 474"/>
          <p:cNvSpPr/>
          <p:nvPr/>
        </p:nvSpPr>
        <p:spPr>
          <a:xfrm rot="5400000">
            <a:off x="5861069" y="2835734"/>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426876"/>
          </a:solidFill>
          <a:ln w="12700" cap="flat" cmpd="sng">
            <a:solidFill>
              <a:srgbClr val="2F474F"/>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75" name="Shape 475"/>
          <p:cNvSpPr/>
          <p:nvPr/>
        </p:nvSpPr>
        <p:spPr>
          <a:xfrm rot="5400000">
            <a:off x="5001551" y="2732517"/>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426876"/>
          </a:solidFill>
          <a:ln w="12700" cap="flat" cmpd="sng">
            <a:solidFill>
              <a:srgbClr val="2F474F"/>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sp>
        <p:nvSpPr>
          <p:cNvPr id="476" name="Shape 476"/>
          <p:cNvSpPr/>
          <p:nvPr/>
        </p:nvSpPr>
        <p:spPr>
          <a:xfrm rot="5400000">
            <a:off x="5001551" y="2944451"/>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36D6C3"/>
          </a:solidFill>
          <a:ln w="12700" cap="flat" cmpd="sng">
            <a:solidFill>
              <a:srgbClr val="07C1AB"/>
            </a:solidFill>
            <a:prstDash val="solid"/>
            <a:round/>
            <a:headEnd type="none" w="med" len="med"/>
            <a:tailEnd type="none" w="med" len="med"/>
          </a:ln>
        </p:spPr>
        <p:txBody>
          <a:bodyPr lIns="105325" tIns="116375" rIns="105325" bIns="116375" anchor="ctr" anchorCtr="0">
            <a:noAutofit/>
          </a:bodyPr>
          <a:lstStyle/>
          <a:p>
            <a:pPr marL="0" marR="0" lvl="0" indent="0" algn="l" rtl="0">
              <a:lnSpc>
                <a:spcPct val="90000"/>
              </a:lnSpc>
              <a:spcBef>
                <a:spcPts val="0"/>
              </a:spcBef>
              <a:spcAft>
                <a:spcPts val="0"/>
              </a:spcAft>
              <a:buClr>
                <a:srgbClr val="000000"/>
              </a:buClr>
              <a:buFont typeface="Arial"/>
              <a:buNone/>
            </a:pPr>
            <a:endParaRPr sz="700" b="0" i="0" u="none" strike="noStrike" cap="none">
              <a:solidFill>
                <a:schemeClr val="lt1"/>
              </a:solidFill>
              <a:latin typeface="Arial"/>
              <a:ea typeface="Arial"/>
              <a:cs typeface="Arial"/>
              <a:sym typeface="Arial"/>
            </a:endParaRPr>
          </a:p>
        </p:txBody>
      </p:sp>
      <p:sp>
        <p:nvSpPr>
          <p:cNvPr id="477" name="Shape 477"/>
          <p:cNvSpPr/>
          <p:nvPr/>
        </p:nvSpPr>
        <p:spPr>
          <a:xfrm>
            <a:off x="6782835" y="2301289"/>
            <a:ext cx="185811" cy="213575"/>
          </a:xfrm>
          <a:custGeom>
            <a:avLst/>
            <a:gdLst/>
            <a:ahLst/>
            <a:cxnLst/>
            <a:rect l="0" t="0" r="0" b="0"/>
            <a:pathLst>
              <a:path w="120000" h="120000" extrusionOk="0">
                <a:moveTo>
                  <a:pt x="59999" y="0"/>
                </a:moveTo>
                <a:lnTo>
                  <a:pt x="120000" y="26099"/>
                </a:lnTo>
                <a:lnTo>
                  <a:pt x="120000" y="93900"/>
                </a:lnTo>
                <a:lnTo>
                  <a:pt x="59999" y="120000"/>
                </a:lnTo>
                <a:lnTo>
                  <a:pt x="0" y="93900"/>
                </a:lnTo>
                <a:lnTo>
                  <a:pt x="0" y="26099"/>
                </a:lnTo>
                <a:lnTo>
                  <a:pt x="59999" y="0"/>
                </a:lnTo>
                <a:close/>
              </a:path>
            </a:pathLst>
          </a:custGeom>
          <a:solidFill>
            <a:srgbClr val="426876"/>
          </a:solidFill>
          <a:ln w="12700" cap="flat" cmpd="sng">
            <a:solidFill>
              <a:srgbClr val="2F474F"/>
            </a:solidFill>
            <a:prstDash val="solid"/>
            <a:round/>
            <a:headEnd type="none" w="med" len="med"/>
            <a:tailEnd type="none" w="med" len="med"/>
          </a:ln>
        </p:spPr>
        <p:txBody>
          <a:bodyPr lIns="73900" tIns="84925" rIns="73900" bIns="84925" anchor="ctr" anchorCtr="0">
            <a:noAutofit/>
          </a:bodyPr>
          <a:lstStyle/>
          <a:p>
            <a:pPr marL="0" marR="0" lvl="0" indent="0" algn="l" rtl="0">
              <a:lnSpc>
                <a:spcPct val="90000"/>
              </a:lnSpc>
              <a:spcBef>
                <a:spcPts val="0"/>
              </a:spcBef>
              <a:spcAft>
                <a:spcPts val="0"/>
              </a:spcAft>
              <a:buClr>
                <a:srgbClr val="000000"/>
              </a:buClr>
              <a:buFont typeface="Arial"/>
              <a:buNone/>
            </a:pPr>
            <a:endParaRPr sz="2400" b="0" i="0" u="none" strike="noStrike" cap="none">
              <a:solidFill>
                <a:schemeClr val="lt1"/>
              </a:solidFill>
              <a:latin typeface="Arial"/>
              <a:ea typeface="Arial"/>
              <a:cs typeface="Arial"/>
              <a:sym typeface="Arial"/>
            </a:endParaRPr>
          </a:p>
        </p:txBody>
      </p:sp>
      <p:grpSp>
        <p:nvGrpSpPr>
          <p:cNvPr id="478" name="Shape 478"/>
          <p:cNvGrpSpPr/>
          <p:nvPr/>
        </p:nvGrpSpPr>
        <p:grpSpPr>
          <a:xfrm>
            <a:off x="4837477" y="4073352"/>
            <a:ext cx="448274" cy="327326"/>
            <a:chOff x="11664950" y="10985500"/>
            <a:chExt cx="1851023" cy="1449387"/>
          </a:xfrm>
        </p:grpSpPr>
        <p:sp>
          <p:nvSpPr>
            <p:cNvPr id="479" name="Shape 479"/>
            <p:cNvSpPr/>
            <p:nvPr/>
          </p:nvSpPr>
          <p:spPr>
            <a:xfrm>
              <a:off x="11664950" y="11991975"/>
              <a:ext cx="1851023" cy="442912"/>
            </a:xfrm>
            <a:custGeom>
              <a:avLst/>
              <a:gdLst/>
              <a:ahLst/>
              <a:cxnLst/>
              <a:rect l="0" t="0" r="0" b="0"/>
              <a:pathLst>
                <a:path w="120000" h="120000" extrusionOk="0">
                  <a:moveTo>
                    <a:pt x="0" y="17204"/>
                  </a:moveTo>
                  <a:lnTo>
                    <a:pt x="0" y="17204"/>
                  </a:lnTo>
                  <a:lnTo>
                    <a:pt x="102" y="13978"/>
                  </a:lnTo>
                  <a:lnTo>
                    <a:pt x="360" y="10322"/>
                  </a:lnTo>
                  <a:lnTo>
                    <a:pt x="668" y="7526"/>
                  </a:lnTo>
                  <a:lnTo>
                    <a:pt x="1183" y="4946"/>
                  </a:lnTo>
                  <a:lnTo>
                    <a:pt x="1801" y="2795"/>
                  </a:lnTo>
                  <a:lnTo>
                    <a:pt x="2469" y="1290"/>
                  </a:lnTo>
                  <a:lnTo>
                    <a:pt x="3293" y="215"/>
                  </a:lnTo>
                  <a:lnTo>
                    <a:pt x="4116" y="0"/>
                  </a:lnTo>
                  <a:lnTo>
                    <a:pt x="115883" y="0"/>
                  </a:lnTo>
                  <a:lnTo>
                    <a:pt x="115883" y="0"/>
                  </a:lnTo>
                  <a:lnTo>
                    <a:pt x="116706" y="215"/>
                  </a:lnTo>
                  <a:lnTo>
                    <a:pt x="117530" y="1290"/>
                  </a:lnTo>
                  <a:lnTo>
                    <a:pt x="118198" y="2795"/>
                  </a:lnTo>
                  <a:lnTo>
                    <a:pt x="118816" y="4946"/>
                  </a:lnTo>
                  <a:lnTo>
                    <a:pt x="119331" y="7526"/>
                  </a:lnTo>
                  <a:lnTo>
                    <a:pt x="119639" y="10322"/>
                  </a:lnTo>
                  <a:lnTo>
                    <a:pt x="119897" y="13978"/>
                  </a:lnTo>
                  <a:lnTo>
                    <a:pt x="120000" y="17204"/>
                  </a:lnTo>
                  <a:lnTo>
                    <a:pt x="120000" y="102795"/>
                  </a:lnTo>
                  <a:lnTo>
                    <a:pt x="120000" y="102795"/>
                  </a:lnTo>
                  <a:lnTo>
                    <a:pt x="119897" y="106236"/>
                  </a:lnTo>
                  <a:lnTo>
                    <a:pt x="119639" y="109677"/>
                  </a:lnTo>
                  <a:lnTo>
                    <a:pt x="119331" y="112473"/>
                  </a:lnTo>
                  <a:lnTo>
                    <a:pt x="118816" y="115053"/>
                  </a:lnTo>
                  <a:lnTo>
                    <a:pt x="118198" y="117204"/>
                  </a:lnTo>
                  <a:lnTo>
                    <a:pt x="117530" y="118494"/>
                  </a:lnTo>
                  <a:lnTo>
                    <a:pt x="116706" y="119569"/>
                  </a:lnTo>
                  <a:lnTo>
                    <a:pt x="115883" y="120000"/>
                  </a:lnTo>
                  <a:lnTo>
                    <a:pt x="4116" y="120000"/>
                  </a:lnTo>
                  <a:lnTo>
                    <a:pt x="4116" y="120000"/>
                  </a:lnTo>
                  <a:lnTo>
                    <a:pt x="3293" y="119569"/>
                  </a:lnTo>
                  <a:lnTo>
                    <a:pt x="2469" y="118494"/>
                  </a:lnTo>
                  <a:lnTo>
                    <a:pt x="1801" y="117204"/>
                  </a:lnTo>
                  <a:lnTo>
                    <a:pt x="1183" y="115053"/>
                  </a:lnTo>
                  <a:lnTo>
                    <a:pt x="668" y="112473"/>
                  </a:lnTo>
                  <a:lnTo>
                    <a:pt x="360" y="109677"/>
                  </a:lnTo>
                  <a:lnTo>
                    <a:pt x="102" y="106236"/>
                  </a:lnTo>
                  <a:lnTo>
                    <a:pt x="0" y="102795"/>
                  </a:lnTo>
                  <a:lnTo>
                    <a:pt x="0" y="17204"/>
                  </a:lnTo>
                  <a:close/>
                  <a:moveTo>
                    <a:pt x="108473" y="30752"/>
                  </a:moveTo>
                  <a:lnTo>
                    <a:pt x="108473" y="30752"/>
                  </a:lnTo>
                  <a:lnTo>
                    <a:pt x="107958" y="30752"/>
                  </a:lnTo>
                  <a:lnTo>
                    <a:pt x="107547" y="31612"/>
                  </a:lnTo>
                  <a:lnTo>
                    <a:pt x="107084" y="32258"/>
                  </a:lnTo>
                  <a:lnTo>
                    <a:pt x="106775" y="33763"/>
                  </a:lnTo>
                  <a:lnTo>
                    <a:pt x="106518" y="35268"/>
                  </a:lnTo>
                  <a:lnTo>
                    <a:pt x="106260" y="36989"/>
                  </a:lnTo>
                  <a:lnTo>
                    <a:pt x="106054" y="38709"/>
                  </a:lnTo>
                  <a:lnTo>
                    <a:pt x="106054" y="40860"/>
                  </a:lnTo>
                  <a:lnTo>
                    <a:pt x="106054" y="40860"/>
                  </a:lnTo>
                  <a:lnTo>
                    <a:pt x="106054" y="42795"/>
                  </a:lnTo>
                  <a:lnTo>
                    <a:pt x="106260" y="44946"/>
                  </a:lnTo>
                  <a:lnTo>
                    <a:pt x="106518" y="46666"/>
                  </a:lnTo>
                  <a:lnTo>
                    <a:pt x="106775" y="48172"/>
                  </a:lnTo>
                  <a:lnTo>
                    <a:pt x="107084" y="49247"/>
                  </a:lnTo>
                  <a:lnTo>
                    <a:pt x="107547" y="50322"/>
                  </a:lnTo>
                  <a:lnTo>
                    <a:pt x="107958" y="50537"/>
                  </a:lnTo>
                  <a:lnTo>
                    <a:pt x="108473" y="50967"/>
                  </a:lnTo>
                  <a:lnTo>
                    <a:pt x="108473" y="50967"/>
                  </a:lnTo>
                  <a:lnTo>
                    <a:pt x="108987" y="50537"/>
                  </a:lnTo>
                  <a:lnTo>
                    <a:pt x="109399" y="50322"/>
                  </a:lnTo>
                  <a:lnTo>
                    <a:pt x="109862" y="49247"/>
                  </a:lnTo>
                  <a:lnTo>
                    <a:pt x="110171" y="48172"/>
                  </a:lnTo>
                  <a:lnTo>
                    <a:pt x="110428" y="46666"/>
                  </a:lnTo>
                  <a:lnTo>
                    <a:pt x="110686" y="44946"/>
                  </a:lnTo>
                  <a:lnTo>
                    <a:pt x="110891" y="42795"/>
                  </a:lnTo>
                  <a:lnTo>
                    <a:pt x="110891" y="40860"/>
                  </a:lnTo>
                  <a:lnTo>
                    <a:pt x="110891" y="40860"/>
                  </a:lnTo>
                  <a:lnTo>
                    <a:pt x="110891" y="38709"/>
                  </a:lnTo>
                  <a:lnTo>
                    <a:pt x="110686" y="36989"/>
                  </a:lnTo>
                  <a:lnTo>
                    <a:pt x="110428" y="35268"/>
                  </a:lnTo>
                  <a:lnTo>
                    <a:pt x="110171" y="33763"/>
                  </a:lnTo>
                  <a:lnTo>
                    <a:pt x="109862" y="32258"/>
                  </a:lnTo>
                  <a:lnTo>
                    <a:pt x="109399" y="31612"/>
                  </a:lnTo>
                  <a:lnTo>
                    <a:pt x="108987" y="30752"/>
                  </a:lnTo>
                  <a:lnTo>
                    <a:pt x="108473" y="30752"/>
                  </a:lnTo>
                  <a:lnTo>
                    <a:pt x="108473" y="30752"/>
                  </a:lnTo>
                  <a:close/>
                  <a:moveTo>
                    <a:pt x="99365" y="30752"/>
                  </a:moveTo>
                  <a:lnTo>
                    <a:pt x="99365" y="30752"/>
                  </a:lnTo>
                  <a:lnTo>
                    <a:pt x="98902" y="30752"/>
                  </a:lnTo>
                  <a:lnTo>
                    <a:pt x="98387" y="31612"/>
                  </a:lnTo>
                  <a:lnTo>
                    <a:pt x="98078" y="32258"/>
                  </a:lnTo>
                  <a:lnTo>
                    <a:pt x="97615" y="33763"/>
                  </a:lnTo>
                  <a:lnTo>
                    <a:pt x="97358" y="35268"/>
                  </a:lnTo>
                  <a:lnTo>
                    <a:pt x="97101" y="36989"/>
                  </a:lnTo>
                  <a:lnTo>
                    <a:pt x="97049" y="38709"/>
                  </a:lnTo>
                  <a:lnTo>
                    <a:pt x="96946" y="40860"/>
                  </a:lnTo>
                  <a:lnTo>
                    <a:pt x="96946" y="40860"/>
                  </a:lnTo>
                  <a:lnTo>
                    <a:pt x="97049" y="42795"/>
                  </a:lnTo>
                  <a:lnTo>
                    <a:pt x="97101" y="44946"/>
                  </a:lnTo>
                  <a:lnTo>
                    <a:pt x="97358" y="46666"/>
                  </a:lnTo>
                  <a:lnTo>
                    <a:pt x="97615" y="48172"/>
                  </a:lnTo>
                  <a:lnTo>
                    <a:pt x="98078" y="49247"/>
                  </a:lnTo>
                  <a:lnTo>
                    <a:pt x="98387" y="50322"/>
                  </a:lnTo>
                  <a:lnTo>
                    <a:pt x="98902" y="50537"/>
                  </a:lnTo>
                  <a:lnTo>
                    <a:pt x="99365" y="50967"/>
                  </a:lnTo>
                  <a:lnTo>
                    <a:pt x="99365" y="50967"/>
                  </a:lnTo>
                  <a:lnTo>
                    <a:pt x="99879" y="50537"/>
                  </a:lnTo>
                  <a:lnTo>
                    <a:pt x="100291" y="50322"/>
                  </a:lnTo>
                  <a:lnTo>
                    <a:pt x="100754" y="49247"/>
                  </a:lnTo>
                  <a:lnTo>
                    <a:pt x="101063" y="48172"/>
                  </a:lnTo>
                  <a:lnTo>
                    <a:pt x="101423" y="46666"/>
                  </a:lnTo>
                  <a:lnTo>
                    <a:pt x="101578" y="44946"/>
                  </a:lnTo>
                  <a:lnTo>
                    <a:pt x="101783" y="42795"/>
                  </a:lnTo>
                  <a:lnTo>
                    <a:pt x="101835" y="40860"/>
                  </a:lnTo>
                  <a:lnTo>
                    <a:pt x="101835" y="40860"/>
                  </a:lnTo>
                  <a:lnTo>
                    <a:pt x="101783" y="38709"/>
                  </a:lnTo>
                  <a:lnTo>
                    <a:pt x="101578" y="36989"/>
                  </a:lnTo>
                  <a:lnTo>
                    <a:pt x="101423" y="35268"/>
                  </a:lnTo>
                  <a:lnTo>
                    <a:pt x="101063" y="33763"/>
                  </a:lnTo>
                  <a:lnTo>
                    <a:pt x="100754" y="32258"/>
                  </a:lnTo>
                  <a:lnTo>
                    <a:pt x="100291" y="31612"/>
                  </a:lnTo>
                  <a:lnTo>
                    <a:pt x="99879" y="30752"/>
                  </a:lnTo>
                  <a:lnTo>
                    <a:pt x="99365" y="30752"/>
                  </a:lnTo>
                  <a:lnTo>
                    <a:pt x="99365" y="30752"/>
                  </a:lnTo>
                  <a:close/>
                  <a:moveTo>
                    <a:pt x="89536" y="30752"/>
                  </a:moveTo>
                  <a:lnTo>
                    <a:pt x="89536" y="30752"/>
                  </a:lnTo>
                  <a:lnTo>
                    <a:pt x="89022" y="30752"/>
                  </a:lnTo>
                  <a:lnTo>
                    <a:pt x="88610" y="31612"/>
                  </a:lnTo>
                  <a:lnTo>
                    <a:pt x="88147" y="32258"/>
                  </a:lnTo>
                  <a:lnTo>
                    <a:pt x="87838" y="33763"/>
                  </a:lnTo>
                  <a:lnTo>
                    <a:pt x="87478" y="35268"/>
                  </a:lnTo>
                  <a:lnTo>
                    <a:pt x="87324" y="36989"/>
                  </a:lnTo>
                  <a:lnTo>
                    <a:pt x="87118" y="38709"/>
                  </a:lnTo>
                  <a:lnTo>
                    <a:pt x="87066" y="40860"/>
                  </a:lnTo>
                  <a:lnTo>
                    <a:pt x="87066" y="40860"/>
                  </a:lnTo>
                  <a:lnTo>
                    <a:pt x="87118" y="42795"/>
                  </a:lnTo>
                  <a:lnTo>
                    <a:pt x="87324" y="44946"/>
                  </a:lnTo>
                  <a:lnTo>
                    <a:pt x="87478" y="46666"/>
                  </a:lnTo>
                  <a:lnTo>
                    <a:pt x="87838" y="48172"/>
                  </a:lnTo>
                  <a:lnTo>
                    <a:pt x="88147" y="49247"/>
                  </a:lnTo>
                  <a:lnTo>
                    <a:pt x="88610" y="50322"/>
                  </a:lnTo>
                  <a:lnTo>
                    <a:pt x="89022" y="50537"/>
                  </a:lnTo>
                  <a:lnTo>
                    <a:pt x="89536" y="50967"/>
                  </a:lnTo>
                  <a:lnTo>
                    <a:pt x="89536" y="50967"/>
                  </a:lnTo>
                  <a:lnTo>
                    <a:pt x="90000" y="50537"/>
                  </a:lnTo>
                  <a:lnTo>
                    <a:pt x="90514" y="50322"/>
                  </a:lnTo>
                  <a:lnTo>
                    <a:pt x="90823" y="49247"/>
                  </a:lnTo>
                  <a:lnTo>
                    <a:pt x="91286" y="48172"/>
                  </a:lnTo>
                  <a:lnTo>
                    <a:pt x="91543" y="46666"/>
                  </a:lnTo>
                  <a:lnTo>
                    <a:pt x="91801" y="44946"/>
                  </a:lnTo>
                  <a:lnTo>
                    <a:pt x="91852" y="42795"/>
                  </a:lnTo>
                  <a:lnTo>
                    <a:pt x="91955" y="40860"/>
                  </a:lnTo>
                  <a:lnTo>
                    <a:pt x="91955" y="40860"/>
                  </a:lnTo>
                  <a:lnTo>
                    <a:pt x="91852" y="38709"/>
                  </a:lnTo>
                  <a:lnTo>
                    <a:pt x="91801" y="36989"/>
                  </a:lnTo>
                  <a:lnTo>
                    <a:pt x="91543" y="35268"/>
                  </a:lnTo>
                  <a:lnTo>
                    <a:pt x="91286" y="33763"/>
                  </a:lnTo>
                  <a:lnTo>
                    <a:pt x="90823" y="32258"/>
                  </a:lnTo>
                  <a:lnTo>
                    <a:pt x="90514" y="31612"/>
                  </a:lnTo>
                  <a:lnTo>
                    <a:pt x="90000" y="30752"/>
                  </a:lnTo>
                  <a:lnTo>
                    <a:pt x="89536" y="30752"/>
                  </a:lnTo>
                  <a:lnTo>
                    <a:pt x="89536" y="30752"/>
                  </a:lnTo>
                  <a:close/>
                  <a:moveTo>
                    <a:pt x="19348" y="44946"/>
                  </a:moveTo>
                  <a:lnTo>
                    <a:pt x="19348" y="44946"/>
                  </a:lnTo>
                  <a:lnTo>
                    <a:pt x="19245" y="43440"/>
                  </a:lnTo>
                  <a:lnTo>
                    <a:pt x="19090" y="42365"/>
                  </a:lnTo>
                  <a:lnTo>
                    <a:pt x="18833" y="41720"/>
                  </a:lnTo>
                  <a:lnTo>
                    <a:pt x="18473" y="41290"/>
                  </a:lnTo>
                  <a:lnTo>
                    <a:pt x="11269" y="41290"/>
                  </a:lnTo>
                  <a:lnTo>
                    <a:pt x="11269" y="41290"/>
                  </a:lnTo>
                  <a:lnTo>
                    <a:pt x="10909" y="41720"/>
                  </a:lnTo>
                  <a:lnTo>
                    <a:pt x="10651" y="42365"/>
                  </a:lnTo>
                  <a:lnTo>
                    <a:pt x="10394" y="43440"/>
                  </a:lnTo>
                  <a:lnTo>
                    <a:pt x="10394" y="44946"/>
                  </a:lnTo>
                  <a:lnTo>
                    <a:pt x="10394" y="75053"/>
                  </a:lnTo>
                  <a:lnTo>
                    <a:pt x="10394" y="75053"/>
                  </a:lnTo>
                  <a:lnTo>
                    <a:pt x="10394" y="76559"/>
                  </a:lnTo>
                  <a:lnTo>
                    <a:pt x="10651" y="77634"/>
                  </a:lnTo>
                  <a:lnTo>
                    <a:pt x="10909" y="78709"/>
                  </a:lnTo>
                  <a:lnTo>
                    <a:pt x="11269" y="78709"/>
                  </a:lnTo>
                  <a:lnTo>
                    <a:pt x="18473" y="78709"/>
                  </a:lnTo>
                  <a:lnTo>
                    <a:pt x="18473" y="78709"/>
                  </a:lnTo>
                  <a:lnTo>
                    <a:pt x="18833" y="78709"/>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80" name="Shape 480"/>
            <p:cNvSpPr/>
            <p:nvPr/>
          </p:nvSpPr>
          <p:spPr>
            <a:xfrm>
              <a:off x="11664950" y="11488738"/>
              <a:ext cx="1851023" cy="441324"/>
            </a:xfrm>
            <a:custGeom>
              <a:avLst/>
              <a:gdLst/>
              <a:ahLst/>
              <a:cxnLst/>
              <a:rect l="0" t="0" r="0" b="0"/>
              <a:pathLst>
                <a:path w="120000" h="120000" extrusionOk="0">
                  <a:moveTo>
                    <a:pt x="0" y="17450"/>
                  </a:moveTo>
                  <a:lnTo>
                    <a:pt x="0" y="17450"/>
                  </a:lnTo>
                  <a:lnTo>
                    <a:pt x="102" y="13788"/>
                  </a:lnTo>
                  <a:lnTo>
                    <a:pt x="360" y="10556"/>
                  </a:lnTo>
                  <a:lnTo>
                    <a:pt x="668" y="7540"/>
                  </a:lnTo>
                  <a:lnTo>
                    <a:pt x="1183" y="5170"/>
                  </a:lnTo>
                  <a:lnTo>
                    <a:pt x="1801" y="3016"/>
                  </a:lnTo>
                  <a:lnTo>
                    <a:pt x="2469" y="1077"/>
                  </a:lnTo>
                  <a:lnTo>
                    <a:pt x="3293" y="430"/>
                  </a:lnTo>
                  <a:lnTo>
                    <a:pt x="4116" y="0"/>
                  </a:lnTo>
                  <a:lnTo>
                    <a:pt x="115883" y="0"/>
                  </a:lnTo>
                  <a:lnTo>
                    <a:pt x="115883" y="0"/>
                  </a:lnTo>
                  <a:lnTo>
                    <a:pt x="116706" y="430"/>
                  </a:lnTo>
                  <a:lnTo>
                    <a:pt x="117530" y="1077"/>
                  </a:lnTo>
                  <a:lnTo>
                    <a:pt x="118198" y="3016"/>
                  </a:lnTo>
                  <a:lnTo>
                    <a:pt x="118816" y="5170"/>
                  </a:lnTo>
                  <a:lnTo>
                    <a:pt x="119331" y="7540"/>
                  </a:lnTo>
                  <a:lnTo>
                    <a:pt x="119639" y="10556"/>
                  </a:lnTo>
                  <a:lnTo>
                    <a:pt x="119897" y="13788"/>
                  </a:lnTo>
                  <a:lnTo>
                    <a:pt x="120000" y="17450"/>
                  </a:lnTo>
                  <a:lnTo>
                    <a:pt x="120000" y="102764"/>
                  </a:lnTo>
                  <a:lnTo>
                    <a:pt x="120000" y="102764"/>
                  </a:lnTo>
                  <a:lnTo>
                    <a:pt x="119897" y="106211"/>
                  </a:lnTo>
                  <a:lnTo>
                    <a:pt x="119639" y="109443"/>
                  </a:lnTo>
                  <a:lnTo>
                    <a:pt x="119331" y="112459"/>
                  </a:lnTo>
                  <a:lnTo>
                    <a:pt x="118816" y="114829"/>
                  </a:lnTo>
                  <a:lnTo>
                    <a:pt x="118198" y="116983"/>
                  </a:lnTo>
                  <a:lnTo>
                    <a:pt x="117530" y="118491"/>
                  </a:lnTo>
                  <a:lnTo>
                    <a:pt x="116706" y="119569"/>
                  </a:lnTo>
                  <a:lnTo>
                    <a:pt x="115883" y="120000"/>
                  </a:lnTo>
                  <a:lnTo>
                    <a:pt x="4116" y="120000"/>
                  </a:lnTo>
                  <a:lnTo>
                    <a:pt x="4116" y="120000"/>
                  </a:lnTo>
                  <a:lnTo>
                    <a:pt x="3293" y="119569"/>
                  </a:lnTo>
                  <a:lnTo>
                    <a:pt x="2469" y="118491"/>
                  </a:lnTo>
                  <a:lnTo>
                    <a:pt x="1801" y="116983"/>
                  </a:lnTo>
                  <a:lnTo>
                    <a:pt x="1183" y="114829"/>
                  </a:lnTo>
                  <a:lnTo>
                    <a:pt x="668" y="112459"/>
                  </a:lnTo>
                  <a:lnTo>
                    <a:pt x="360" y="109443"/>
                  </a:lnTo>
                  <a:lnTo>
                    <a:pt x="102" y="106211"/>
                  </a:lnTo>
                  <a:lnTo>
                    <a:pt x="0" y="102764"/>
                  </a:lnTo>
                  <a:lnTo>
                    <a:pt x="0" y="17450"/>
                  </a:lnTo>
                  <a:close/>
                  <a:moveTo>
                    <a:pt x="108473" y="30592"/>
                  </a:moveTo>
                  <a:lnTo>
                    <a:pt x="108473" y="30592"/>
                  </a:lnTo>
                  <a:lnTo>
                    <a:pt x="107958" y="31023"/>
                  </a:lnTo>
                  <a:lnTo>
                    <a:pt x="107547" y="31454"/>
                  </a:lnTo>
                  <a:lnTo>
                    <a:pt x="107084" y="32531"/>
                  </a:lnTo>
                  <a:lnTo>
                    <a:pt x="106775" y="33608"/>
                  </a:lnTo>
                  <a:lnTo>
                    <a:pt x="106518" y="34901"/>
                  </a:lnTo>
                  <a:lnTo>
                    <a:pt x="106260" y="36840"/>
                  </a:lnTo>
                  <a:lnTo>
                    <a:pt x="106054" y="38563"/>
                  </a:lnTo>
                  <a:lnTo>
                    <a:pt x="106054" y="40718"/>
                  </a:lnTo>
                  <a:lnTo>
                    <a:pt x="106054" y="40718"/>
                  </a:lnTo>
                  <a:lnTo>
                    <a:pt x="106054" y="42872"/>
                  </a:lnTo>
                  <a:lnTo>
                    <a:pt x="106260" y="44811"/>
                  </a:lnTo>
                  <a:lnTo>
                    <a:pt x="106518" y="46535"/>
                  </a:lnTo>
                  <a:lnTo>
                    <a:pt x="106775" y="48043"/>
                  </a:lnTo>
                  <a:lnTo>
                    <a:pt x="107084" y="49335"/>
                  </a:lnTo>
                  <a:lnTo>
                    <a:pt x="107547" y="50197"/>
                  </a:lnTo>
                  <a:lnTo>
                    <a:pt x="107958" y="50843"/>
                  </a:lnTo>
                  <a:lnTo>
                    <a:pt x="108473" y="50843"/>
                  </a:lnTo>
                  <a:lnTo>
                    <a:pt x="108473" y="50843"/>
                  </a:lnTo>
                  <a:lnTo>
                    <a:pt x="108987" y="50843"/>
                  </a:lnTo>
                  <a:lnTo>
                    <a:pt x="109399" y="50197"/>
                  </a:lnTo>
                  <a:lnTo>
                    <a:pt x="109862" y="49335"/>
                  </a:lnTo>
                  <a:lnTo>
                    <a:pt x="110171" y="48043"/>
                  </a:lnTo>
                  <a:lnTo>
                    <a:pt x="110428" y="46535"/>
                  </a:lnTo>
                  <a:lnTo>
                    <a:pt x="110686" y="44811"/>
                  </a:lnTo>
                  <a:lnTo>
                    <a:pt x="110891" y="42872"/>
                  </a:lnTo>
                  <a:lnTo>
                    <a:pt x="110891" y="40718"/>
                  </a:lnTo>
                  <a:lnTo>
                    <a:pt x="110891" y="40718"/>
                  </a:lnTo>
                  <a:lnTo>
                    <a:pt x="110891" y="38563"/>
                  </a:lnTo>
                  <a:lnTo>
                    <a:pt x="110686" y="36840"/>
                  </a:lnTo>
                  <a:lnTo>
                    <a:pt x="110428" y="34901"/>
                  </a:lnTo>
                  <a:lnTo>
                    <a:pt x="110171" y="33608"/>
                  </a:lnTo>
                  <a:lnTo>
                    <a:pt x="109862" y="32531"/>
                  </a:lnTo>
                  <a:lnTo>
                    <a:pt x="109399" y="31454"/>
                  </a:lnTo>
                  <a:lnTo>
                    <a:pt x="108987" y="31023"/>
                  </a:lnTo>
                  <a:lnTo>
                    <a:pt x="108473" y="30592"/>
                  </a:lnTo>
                  <a:lnTo>
                    <a:pt x="108473" y="30592"/>
                  </a:lnTo>
                  <a:close/>
                  <a:moveTo>
                    <a:pt x="99365" y="30592"/>
                  </a:moveTo>
                  <a:lnTo>
                    <a:pt x="99365" y="30592"/>
                  </a:lnTo>
                  <a:lnTo>
                    <a:pt x="98902" y="31023"/>
                  </a:lnTo>
                  <a:lnTo>
                    <a:pt x="98387" y="31454"/>
                  </a:lnTo>
                  <a:lnTo>
                    <a:pt x="98078" y="32531"/>
                  </a:lnTo>
                  <a:lnTo>
                    <a:pt x="97615" y="33608"/>
                  </a:lnTo>
                  <a:lnTo>
                    <a:pt x="97358" y="34901"/>
                  </a:lnTo>
                  <a:lnTo>
                    <a:pt x="97101" y="36840"/>
                  </a:lnTo>
                  <a:lnTo>
                    <a:pt x="97049" y="38563"/>
                  </a:lnTo>
                  <a:lnTo>
                    <a:pt x="96946" y="40718"/>
                  </a:lnTo>
                  <a:lnTo>
                    <a:pt x="96946" y="40718"/>
                  </a:lnTo>
                  <a:lnTo>
                    <a:pt x="97049" y="42872"/>
                  </a:lnTo>
                  <a:lnTo>
                    <a:pt x="97101" y="44811"/>
                  </a:lnTo>
                  <a:lnTo>
                    <a:pt x="97358" y="46535"/>
                  </a:lnTo>
                  <a:lnTo>
                    <a:pt x="97615" y="48043"/>
                  </a:lnTo>
                  <a:lnTo>
                    <a:pt x="98078" y="49335"/>
                  </a:lnTo>
                  <a:lnTo>
                    <a:pt x="98387" y="50197"/>
                  </a:lnTo>
                  <a:lnTo>
                    <a:pt x="98902" y="50843"/>
                  </a:lnTo>
                  <a:lnTo>
                    <a:pt x="99365" y="50843"/>
                  </a:lnTo>
                  <a:lnTo>
                    <a:pt x="99365" y="50843"/>
                  </a:lnTo>
                  <a:lnTo>
                    <a:pt x="99879" y="50843"/>
                  </a:lnTo>
                  <a:lnTo>
                    <a:pt x="100291" y="50197"/>
                  </a:lnTo>
                  <a:lnTo>
                    <a:pt x="100754" y="49335"/>
                  </a:lnTo>
                  <a:lnTo>
                    <a:pt x="101063" y="48043"/>
                  </a:lnTo>
                  <a:lnTo>
                    <a:pt x="101423" y="46535"/>
                  </a:lnTo>
                  <a:lnTo>
                    <a:pt x="101578" y="44811"/>
                  </a:lnTo>
                  <a:lnTo>
                    <a:pt x="101783" y="42872"/>
                  </a:lnTo>
                  <a:lnTo>
                    <a:pt x="101835" y="40718"/>
                  </a:lnTo>
                  <a:lnTo>
                    <a:pt x="101835" y="40718"/>
                  </a:lnTo>
                  <a:lnTo>
                    <a:pt x="101783" y="38563"/>
                  </a:lnTo>
                  <a:lnTo>
                    <a:pt x="101578" y="36840"/>
                  </a:lnTo>
                  <a:lnTo>
                    <a:pt x="101423" y="34901"/>
                  </a:lnTo>
                  <a:lnTo>
                    <a:pt x="101063" y="33608"/>
                  </a:lnTo>
                  <a:lnTo>
                    <a:pt x="100754" y="32531"/>
                  </a:lnTo>
                  <a:lnTo>
                    <a:pt x="100291" y="31454"/>
                  </a:lnTo>
                  <a:lnTo>
                    <a:pt x="99879" y="31023"/>
                  </a:lnTo>
                  <a:lnTo>
                    <a:pt x="99365" y="30592"/>
                  </a:lnTo>
                  <a:lnTo>
                    <a:pt x="99365" y="30592"/>
                  </a:lnTo>
                  <a:close/>
                  <a:moveTo>
                    <a:pt x="89536" y="30592"/>
                  </a:moveTo>
                  <a:lnTo>
                    <a:pt x="89536" y="30592"/>
                  </a:lnTo>
                  <a:lnTo>
                    <a:pt x="89022" y="31023"/>
                  </a:lnTo>
                  <a:lnTo>
                    <a:pt x="88610" y="31454"/>
                  </a:lnTo>
                  <a:lnTo>
                    <a:pt x="88147" y="32531"/>
                  </a:lnTo>
                  <a:lnTo>
                    <a:pt x="87838" y="33608"/>
                  </a:lnTo>
                  <a:lnTo>
                    <a:pt x="87478" y="34901"/>
                  </a:lnTo>
                  <a:lnTo>
                    <a:pt x="87324" y="36840"/>
                  </a:lnTo>
                  <a:lnTo>
                    <a:pt x="87118" y="38563"/>
                  </a:lnTo>
                  <a:lnTo>
                    <a:pt x="87066" y="40718"/>
                  </a:lnTo>
                  <a:lnTo>
                    <a:pt x="87066" y="40718"/>
                  </a:lnTo>
                  <a:lnTo>
                    <a:pt x="87118" y="42872"/>
                  </a:lnTo>
                  <a:lnTo>
                    <a:pt x="87324" y="44811"/>
                  </a:lnTo>
                  <a:lnTo>
                    <a:pt x="87478" y="46535"/>
                  </a:lnTo>
                  <a:lnTo>
                    <a:pt x="87838" y="48043"/>
                  </a:lnTo>
                  <a:lnTo>
                    <a:pt x="88147" y="49335"/>
                  </a:lnTo>
                  <a:lnTo>
                    <a:pt x="88610" y="50197"/>
                  </a:lnTo>
                  <a:lnTo>
                    <a:pt x="89022" y="50843"/>
                  </a:lnTo>
                  <a:lnTo>
                    <a:pt x="89536" y="50843"/>
                  </a:lnTo>
                  <a:lnTo>
                    <a:pt x="89536" y="50843"/>
                  </a:lnTo>
                  <a:lnTo>
                    <a:pt x="90000" y="50843"/>
                  </a:lnTo>
                  <a:lnTo>
                    <a:pt x="90514" y="50197"/>
                  </a:lnTo>
                  <a:lnTo>
                    <a:pt x="90823" y="49335"/>
                  </a:lnTo>
                  <a:lnTo>
                    <a:pt x="91286" y="48043"/>
                  </a:lnTo>
                  <a:lnTo>
                    <a:pt x="91543" y="46535"/>
                  </a:lnTo>
                  <a:lnTo>
                    <a:pt x="91801" y="44811"/>
                  </a:lnTo>
                  <a:lnTo>
                    <a:pt x="91852" y="42872"/>
                  </a:lnTo>
                  <a:lnTo>
                    <a:pt x="91955" y="40718"/>
                  </a:lnTo>
                  <a:lnTo>
                    <a:pt x="91955" y="40718"/>
                  </a:lnTo>
                  <a:lnTo>
                    <a:pt x="91852" y="38563"/>
                  </a:lnTo>
                  <a:lnTo>
                    <a:pt x="91801" y="36840"/>
                  </a:lnTo>
                  <a:lnTo>
                    <a:pt x="91543" y="34901"/>
                  </a:lnTo>
                  <a:lnTo>
                    <a:pt x="91286" y="33608"/>
                  </a:lnTo>
                  <a:lnTo>
                    <a:pt x="90823" y="32531"/>
                  </a:lnTo>
                  <a:lnTo>
                    <a:pt x="90514" y="31454"/>
                  </a:lnTo>
                  <a:lnTo>
                    <a:pt x="90000" y="31023"/>
                  </a:lnTo>
                  <a:lnTo>
                    <a:pt x="89536" y="30592"/>
                  </a:lnTo>
                  <a:lnTo>
                    <a:pt x="89536" y="30592"/>
                  </a:lnTo>
                  <a:close/>
                  <a:moveTo>
                    <a:pt x="19348" y="45026"/>
                  </a:moveTo>
                  <a:lnTo>
                    <a:pt x="19348" y="45026"/>
                  </a:lnTo>
                  <a:lnTo>
                    <a:pt x="19245" y="43734"/>
                  </a:lnTo>
                  <a:lnTo>
                    <a:pt x="19090" y="42226"/>
                  </a:lnTo>
                  <a:lnTo>
                    <a:pt x="18833" y="41364"/>
                  </a:lnTo>
                  <a:lnTo>
                    <a:pt x="18473" y="41149"/>
                  </a:lnTo>
                  <a:lnTo>
                    <a:pt x="11269" y="41149"/>
                  </a:lnTo>
                  <a:lnTo>
                    <a:pt x="11269" y="41149"/>
                  </a:lnTo>
                  <a:lnTo>
                    <a:pt x="10909" y="41364"/>
                  </a:lnTo>
                  <a:lnTo>
                    <a:pt x="10651" y="42226"/>
                  </a:lnTo>
                  <a:lnTo>
                    <a:pt x="10394" y="43734"/>
                  </a:lnTo>
                  <a:lnTo>
                    <a:pt x="10394" y="45026"/>
                  </a:lnTo>
                  <a:lnTo>
                    <a:pt x="10394" y="74973"/>
                  </a:lnTo>
                  <a:lnTo>
                    <a:pt x="10394" y="74973"/>
                  </a:lnTo>
                  <a:lnTo>
                    <a:pt x="10394" y="76481"/>
                  </a:lnTo>
                  <a:lnTo>
                    <a:pt x="10651" y="77773"/>
                  </a:lnTo>
                  <a:lnTo>
                    <a:pt x="10909" y="78635"/>
                  </a:lnTo>
                  <a:lnTo>
                    <a:pt x="11269" y="78850"/>
                  </a:lnTo>
                  <a:lnTo>
                    <a:pt x="18473" y="78850"/>
                  </a:lnTo>
                  <a:lnTo>
                    <a:pt x="18473" y="78850"/>
                  </a:lnTo>
                  <a:lnTo>
                    <a:pt x="18833" y="78635"/>
                  </a:lnTo>
                  <a:lnTo>
                    <a:pt x="19090" y="77773"/>
                  </a:lnTo>
                  <a:lnTo>
                    <a:pt x="19245" y="76481"/>
                  </a:lnTo>
                  <a:lnTo>
                    <a:pt x="19348" y="74973"/>
                  </a:lnTo>
                  <a:lnTo>
                    <a:pt x="19348" y="4502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81" name="Shape 481"/>
            <p:cNvSpPr/>
            <p:nvPr/>
          </p:nvSpPr>
          <p:spPr>
            <a:xfrm>
              <a:off x="11664950" y="10985500"/>
              <a:ext cx="1851023" cy="442912"/>
            </a:xfrm>
            <a:custGeom>
              <a:avLst/>
              <a:gdLst/>
              <a:ahLst/>
              <a:cxnLst/>
              <a:rect l="0" t="0" r="0" b="0"/>
              <a:pathLst>
                <a:path w="120000" h="120000" extrusionOk="0">
                  <a:moveTo>
                    <a:pt x="0" y="17204"/>
                  </a:moveTo>
                  <a:lnTo>
                    <a:pt x="0" y="17204"/>
                  </a:lnTo>
                  <a:lnTo>
                    <a:pt x="102" y="13763"/>
                  </a:lnTo>
                  <a:lnTo>
                    <a:pt x="360" y="10537"/>
                  </a:lnTo>
                  <a:lnTo>
                    <a:pt x="668" y="7526"/>
                  </a:lnTo>
                  <a:lnTo>
                    <a:pt x="1183" y="5161"/>
                  </a:lnTo>
                  <a:lnTo>
                    <a:pt x="1801" y="3010"/>
                  </a:lnTo>
                  <a:lnTo>
                    <a:pt x="2469" y="1505"/>
                  </a:lnTo>
                  <a:lnTo>
                    <a:pt x="3293" y="430"/>
                  </a:lnTo>
                  <a:lnTo>
                    <a:pt x="4116" y="0"/>
                  </a:lnTo>
                  <a:lnTo>
                    <a:pt x="115883" y="0"/>
                  </a:lnTo>
                  <a:lnTo>
                    <a:pt x="115883" y="0"/>
                  </a:lnTo>
                  <a:lnTo>
                    <a:pt x="116706" y="430"/>
                  </a:lnTo>
                  <a:lnTo>
                    <a:pt x="117530" y="1505"/>
                  </a:lnTo>
                  <a:lnTo>
                    <a:pt x="118198" y="3010"/>
                  </a:lnTo>
                  <a:lnTo>
                    <a:pt x="118816" y="5161"/>
                  </a:lnTo>
                  <a:lnTo>
                    <a:pt x="119331" y="7526"/>
                  </a:lnTo>
                  <a:lnTo>
                    <a:pt x="119639" y="10537"/>
                  </a:lnTo>
                  <a:lnTo>
                    <a:pt x="119897" y="13763"/>
                  </a:lnTo>
                  <a:lnTo>
                    <a:pt x="120000" y="17204"/>
                  </a:lnTo>
                  <a:lnTo>
                    <a:pt x="120000" y="102795"/>
                  </a:lnTo>
                  <a:lnTo>
                    <a:pt x="120000" y="102795"/>
                  </a:lnTo>
                  <a:lnTo>
                    <a:pt x="119897" y="106021"/>
                  </a:lnTo>
                  <a:lnTo>
                    <a:pt x="119639" y="109247"/>
                  </a:lnTo>
                  <a:lnTo>
                    <a:pt x="119331" y="112258"/>
                  </a:lnTo>
                  <a:lnTo>
                    <a:pt x="118816" y="115053"/>
                  </a:lnTo>
                  <a:lnTo>
                    <a:pt x="118198" y="116774"/>
                  </a:lnTo>
                  <a:lnTo>
                    <a:pt x="117530" y="118709"/>
                  </a:lnTo>
                  <a:lnTo>
                    <a:pt x="116706" y="119784"/>
                  </a:lnTo>
                  <a:lnTo>
                    <a:pt x="115883" y="120000"/>
                  </a:lnTo>
                  <a:lnTo>
                    <a:pt x="4116" y="120000"/>
                  </a:lnTo>
                  <a:lnTo>
                    <a:pt x="4116" y="120000"/>
                  </a:lnTo>
                  <a:lnTo>
                    <a:pt x="3293" y="119784"/>
                  </a:lnTo>
                  <a:lnTo>
                    <a:pt x="2469" y="118709"/>
                  </a:lnTo>
                  <a:lnTo>
                    <a:pt x="1801" y="116774"/>
                  </a:lnTo>
                  <a:lnTo>
                    <a:pt x="1183" y="115053"/>
                  </a:lnTo>
                  <a:lnTo>
                    <a:pt x="668" y="112258"/>
                  </a:lnTo>
                  <a:lnTo>
                    <a:pt x="360" y="109247"/>
                  </a:lnTo>
                  <a:lnTo>
                    <a:pt x="102" y="106021"/>
                  </a:lnTo>
                  <a:lnTo>
                    <a:pt x="0" y="102795"/>
                  </a:lnTo>
                  <a:lnTo>
                    <a:pt x="0" y="17204"/>
                  </a:lnTo>
                  <a:close/>
                  <a:moveTo>
                    <a:pt x="108473" y="30537"/>
                  </a:moveTo>
                  <a:lnTo>
                    <a:pt x="108473" y="30537"/>
                  </a:lnTo>
                  <a:lnTo>
                    <a:pt x="107958" y="30967"/>
                  </a:lnTo>
                  <a:lnTo>
                    <a:pt x="107547" y="31612"/>
                  </a:lnTo>
                  <a:lnTo>
                    <a:pt x="107084" y="32473"/>
                  </a:lnTo>
                  <a:lnTo>
                    <a:pt x="106775" y="33763"/>
                  </a:lnTo>
                  <a:lnTo>
                    <a:pt x="106518" y="35268"/>
                  </a:lnTo>
                  <a:lnTo>
                    <a:pt x="106260" y="36989"/>
                  </a:lnTo>
                  <a:lnTo>
                    <a:pt x="106054" y="38924"/>
                  </a:lnTo>
                  <a:lnTo>
                    <a:pt x="106054" y="41075"/>
                  </a:lnTo>
                  <a:lnTo>
                    <a:pt x="106054" y="41075"/>
                  </a:lnTo>
                  <a:lnTo>
                    <a:pt x="106054" y="42795"/>
                  </a:lnTo>
                  <a:lnTo>
                    <a:pt x="106260" y="44946"/>
                  </a:lnTo>
                  <a:lnTo>
                    <a:pt x="106518" y="46451"/>
                  </a:lnTo>
                  <a:lnTo>
                    <a:pt x="106775" y="47741"/>
                  </a:lnTo>
                  <a:lnTo>
                    <a:pt x="107084" y="49247"/>
                  </a:lnTo>
                  <a:lnTo>
                    <a:pt x="107547" y="49892"/>
                  </a:lnTo>
                  <a:lnTo>
                    <a:pt x="107958" y="50752"/>
                  </a:lnTo>
                  <a:lnTo>
                    <a:pt x="108473" y="50967"/>
                  </a:lnTo>
                  <a:lnTo>
                    <a:pt x="108473" y="50967"/>
                  </a:lnTo>
                  <a:lnTo>
                    <a:pt x="108987" y="50752"/>
                  </a:lnTo>
                  <a:lnTo>
                    <a:pt x="109399" y="49892"/>
                  </a:lnTo>
                  <a:lnTo>
                    <a:pt x="109862" y="49247"/>
                  </a:lnTo>
                  <a:lnTo>
                    <a:pt x="110171" y="47741"/>
                  </a:lnTo>
                  <a:lnTo>
                    <a:pt x="110428" y="46451"/>
                  </a:lnTo>
                  <a:lnTo>
                    <a:pt x="110686" y="44946"/>
                  </a:lnTo>
                  <a:lnTo>
                    <a:pt x="110891" y="42795"/>
                  </a:lnTo>
                  <a:lnTo>
                    <a:pt x="110891" y="41075"/>
                  </a:lnTo>
                  <a:lnTo>
                    <a:pt x="110891" y="41075"/>
                  </a:lnTo>
                  <a:lnTo>
                    <a:pt x="110891" y="38924"/>
                  </a:lnTo>
                  <a:lnTo>
                    <a:pt x="110686" y="36989"/>
                  </a:lnTo>
                  <a:lnTo>
                    <a:pt x="110428" y="35268"/>
                  </a:lnTo>
                  <a:lnTo>
                    <a:pt x="110171" y="33763"/>
                  </a:lnTo>
                  <a:lnTo>
                    <a:pt x="109862" y="32473"/>
                  </a:lnTo>
                  <a:lnTo>
                    <a:pt x="109399" y="31612"/>
                  </a:lnTo>
                  <a:lnTo>
                    <a:pt x="108987" y="30967"/>
                  </a:lnTo>
                  <a:lnTo>
                    <a:pt x="108473" y="30537"/>
                  </a:lnTo>
                  <a:lnTo>
                    <a:pt x="108473" y="30537"/>
                  </a:lnTo>
                  <a:close/>
                  <a:moveTo>
                    <a:pt x="99365" y="30537"/>
                  </a:moveTo>
                  <a:lnTo>
                    <a:pt x="99365" y="30537"/>
                  </a:lnTo>
                  <a:lnTo>
                    <a:pt x="98902" y="30967"/>
                  </a:lnTo>
                  <a:lnTo>
                    <a:pt x="98387" y="31612"/>
                  </a:lnTo>
                  <a:lnTo>
                    <a:pt x="98078" y="32473"/>
                  </a:lnTo>
                  <a:lnTo>
                    <a:pt x="97615" y="33763"/>
                  </a:lnTo>
                  <a:lnTo>
                    <a:pt x="97358" y="35268"/>
                  </a:lnTo>
                  <a:lnTo>
                    <a:pt x="97101" y="36989"/>
                  </a:lnTo>
                  <a:lnTo>
                    <a:pt x="97049" y="38924"/>
                  </a:lnTo>
                  <a:lnTo>
                    <a:pt x="96946" y="41075"/>
                  </a:lnTo>
                  <a:lnTo>
                    <a:pt x="96946" y="41075"/>
                  </a:lnTo>
                  <a:lnTo>
                    <a:pt x="97049" y="42795"/>
                  </a:lnTo>
                  <a:lnTo>
                    <a:pt x="97101" y="44946"/>
                  </a:lnTo>
                  <a:lnTo>
                    <a:pt x="97358" y="46451"/>
                  </a:lnTo>
                  <a:lnTo>
                    <a:pt x="97615" y="47741"/>
                  </a:lnTo>
                  <a:lnTo>
                    <a:pt x="98078" y="49247"/>
                  </a:lnTo>
                  <a:lnTo>
                    <a:pt x="98387" y="49892"/>
                  </a:lnTo>
                  <a:lnTo>
                    <a:pt x="98902" y="50752"/>
                  </a:lnTo>
                  <a:lnTo>
                    <a:pt x="99365" y="50967"/>
                  </a:lnTo>
                  <a:lnTo>
                    <a:pt x="99365" y="50967"/>
                  </a:lnTo>
                  <a:lnTo>
                    <a:pt x="99879" y="50752"/>
                  </a:lnTo>
                  <a:lnTo>
                    <a:pt x="100291" y="49892"/>
                  </a:lnTo>
                  <a:lnTo>
                    <a:pt x="100754" y="49247"/>
                  </a:lnTo>
                  <a:lnTo>
                    <a:pt x="101063" y="47741"/>
                  </a:lnTo>
                  <a:lnTo>
                    <a:pt x="101423" y="46451"/>
                  </a:lnTo>
                  <a:lnTo>
                    <a:pt x="101578" y="44946"/>
                  </a:lnTo>
                  <a:lnTo>
                    <a:pt x="101783" y="42795"/>
                  </a:lnTo>
                  <a:lnTo>
                    <a:pt x="101835" y="41075"/>
                  </a:lnTo>
                  <a:lnTo>
                    <a:pt x="101835" y="41075"/>
                  </a:lnTo>
                  <a:lnTo>
                    <a:pt x="101783" y="38924"/>
                  </a:lnTo>
                  <a:lnTo>
                    <a:pt x="101578" y="36989"/>
                  </a:lnTo>
                  <a:lnTo>
                    <a:pt x="101423" y="35268"/>
                  </a:lnTo>
                  <a:lnTo>
                    <a:pt x="101063" y="33763"/>
                  </a:lnTo>
                  <a:lnTo>
                    <a:pt x="100754" y="32473"/>
                  </a:lnTo>
                  <a:lnTo>
                    <a:pt x="100291" y="31612"/>
                  </a:lnTo>
                  <a:lnTo>
                    <a:pt x="99879" y="30967"/>
                  </a:lnTo>
                  <a:lnTo>
                    <a:pt x="99365" y="30537"/>
                  </a:lnTo>
                  <a:lnTo>
                    <a:pt x="99365" y="30537"/>
                  </a:lnTo>
                  <a:close/>
                  <a:moveTo>
                    <a:pt x="89536" y="30537"/>
                  </a:moveTo>
                  <a:lnTo>
                    <a:pt x="89536" y="30537"/>
                  </a:lnTo>
                  <a:lnTo>
                    <a:pt x="89022" y="30967"/>
                  </a:lnTo>
                  <a:lnTo>
                    <a:pt x="88610" y="31612"/>
                  </a:lnTo>
                  <a:lnTo>
                    <a:pt x="88147" y="32473"/>
                  </a:lnTo>
                  <a:lnTo>
                    <a:pt x="87838" y="33763"/>
                  </a:lnTo>
                  <a:lnTo>
                    <a:pt x="87478" y="35268"/>
                  </a:lnTo>
                  <a:lnTo>
                    <a:pt x="87324" y="36989"/>
                  </a:lnTo>
                  <a:lnTo>
                    <a:pt x="87118" y="38924"/>
                  </a:lnTo>
                  <a:lnTo>
                    <a:pt x="87066" y="41075"/>
                  </a:lnTo>
                  <a:lnTo>
                    <a:pt x="87066" y="41075"/>
                  </a:lnTo>
                  <a:lnTo>
                    <a:pt x="87118" y="42795"/>
                  </a:lnTo>
                  <a:lnTo>
                    <a:pt x="87324" y="44946"/>
                  </a:lnTo>
                  <a:lnTo>
                    <a:pt x="87478" y="46451"/>
                  </a:lnTo>
                  <a:lnTo>
                    <a:pt x="87838" y="47741"/>
                  </a:lnTo>
                  <a:lnTo>
                    <a:pt x="88147" y="49247"/>
                  </a:lnTo>
                  <a:lnTo>
                    <a:pt x="88610" y="49892"/>
                  </a:lnTo>
                  <a:lnTo>
                    <a:pt x="89022" y="50752"/>
                  </a:lnTo>
                  <a:lnTo>
                    <a:pt x="89536" y="50967"/>
                  </a:lnTo>
                  <a:lnTo>
                    <a:pt x="89536" y="50967"/>
                  </a:lnTo>
                  <a:lnTo>
                    <a:pt x="90000" y="50752"/>
                  </a:lnTo>
                  <a:lnTo>
                    <a:pt x="90514" y="49892"/>
                  </a:lnTo>
                  <a:lnTo>
                    <a:pt x="90823" y="49247"/>
                  </a:lnTo>
                  <a:lnTo>
                    <a:pt x="91286" y="47741"/>
                  </a:lnTo>
                  <a:lnTo>
                    <a:pt x="91543" y="46451"/>
                  </a:lnTo>
                  <a:lnTo>
                    <a:pt x="91801" y="44946"/>
                  </a:lnTo>
                  <a:lnTo>
                    <a:pt x="91852" y="42795"/>
                  </a:lnTo>
                  <a:lnTo>
                    <a:pt x="91955" y="41075"/>
                  </a:lnTo>
                  <a:lnTo>
                    <a:pt x="91955" y="41075"/>
                  </a:lnTo>
                  <a:lnTo>
                    <a:pt x="91852" y="38924"/>
                  </a:lnTo>
                  <a:lnTo>
                    <a:pt x="91801" y="36989"/>
                  </a:lnTo>
                  <a:lnTo>
                    <a:pt x="91543" y="35268"/>
                  </a:lnTo>
                  <a:lnTo>
                    <a:pt x="91286" y="33763"/>
                  </a:lnTo>
                  <a:lnTo>
                    <a:pt x="90823" y="32473"/>
                  </a:lnTo>
                  <a:lnTo>
                    <a:pt x="90514" y="31612"/>
                  </a:lnTo>
                  <a:lnTo>
                    <a:pt x="90000" y="30967"/>
                  </a:lnTo>
                  <a:lnTo>
                    <a:pt x="89536" y="30537"/>
                  </a:lnTo>
                  <a:lnTo>
                    <a:pt x="89536" y="30537"/>
                  </a:lnTo>
                  <a:close/>
                  <a:moveTo>
                    <a:pt x="19348" y="44946"/>
                  </a:moveTo>
                  <a:lnTo>
                    <a:pt x="19348" y="44946"/>
                  </a:lnTo>
                  <a:lnTo>
                    <a:pt x="19245" y="43440"/>
                  </a:lnTo>
                  <a:lnTo>
                    <a:pt x="19090" y="42365"/>
                  </a:lnTo>
                  <a:lnTo>
                    <a:pt x="18833" y="41290"/>
                  </a:lnTo>
                  <a:lnTo>
                    <a:pt x="18473" y="41290"/>
                  </a:lnTo>
                  <a:lnTo>
                    <a:pt x="11269" y="41290"/>
                  </a:lnTo>
                  <a:lnTo>
                    <a:pt x="11269" y="41290"/>
                  </a:lnTo>
                  <a:lnTo>
                    <a:pt x="10909" y="41290"/>
                  </a:lnTo>
                  <a:lnTo>
                    <a:pt x="10651" y="42365"/>
                  </a:lnTo>
                  <a:lnTo>
                    <a:pt x="10394" y="43440"/>
                  </a:lnTo>
                  <a:lnTo>
                    <a:pt x="10394" y="44946"/>
                  </a:lnTo>
                  <a:lnTo>
                    <a:pt x="10394" y="75053"/>
                  </a:lnTo>
                  <a:lnTo>
                    <a:pt x="10394" y="75053"/>
                  </a:lnTo>
                  <a:lnTo>
                    <a:pt x="10394" y="76559"/>
                  </a:lnTo>
                  <a:lnTo>
                    <a:pt x="10651" y="77634"/>
                  </a:lnTo>
                  <a:lnTo>
                    <a:pt x="10909" y="78494"/>
                  </a:lnTo>
                  <a:lnTo>
                    <a:pt x="11269" y="78709"/>
                  </a:lnTo>
                  <a:lnTo>
                    <a:pt x="18473" y="78709"/>
                  </a:lnTo>
                  <a:lnTo>
                    <a:pt x="18473" y="78709"/>
                  </a:lnTo>
                  <a:lnTo>
                    <a:pt x="18833" y="78494"/>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grpSp>
      <p:grpSp>
        <p:nvGrpSpPr>
          <p:cNvPr id="482" name="Shape 482"/>
          <p:cNvGrpSpPr/>
          <p:nvPr/>
        </p:nvGrpSpPr>
        <p:grpSpPr>
          <a:xfrm>
            <a:off x="5702544" y="4073352"/>
            <a:ext cx="448274" cy="327326"/>
            <a:chOff x="11664950" y="10985500"/>
            <a:chExt cx="1851023" cy="1449387"/>
          </a:xfrm>
        </p:grpSpPr>
        <p:sp>
          <p:nvSpPr>
            <p:cNvPr id="483" name="Shape 483"/>
            <p:cNvSpPr/>
            <p:nvPr/>
          </p:nvSpPr>
          <p:spPr>
            <a:xfrm>
              <a:off x="11664950" y="11991975"/>
              <a:ext cx="1851023" cy="442912"/>
            </a:xfrm>
            <a:custGeom>
              <a:avLst/>
              <a:gdLst/>
              <a:ahLst/>
              <a:cxnLst/>
              <a:rect l="0" t="0" r="0" b="0"/>
              <a:pathLst>
                <a:path w="120000" h="120000" extrusionOk="0">
                  <a:moveTo>
                    <a:pt x="0" y="17204"/>
                  </a:moveTo>
                  <a:lnTo>
                    <a:pt x="0" y="17204"/>
                  </a:lnTo>
                  <a:lnTo>
                    <a:pt x="102" y="13978"/>
                  </a:lnTo>
                  <a:lnTo>
                    <a:pt x="360" y="10322"/>
                  </a:lnTo>
                  <a:lnTo>
                    <a:pt x="668" y="7526"/>
                  </a:lnTo>
                  <a:lnTo>
                    <a:pt x="1183" y="4946"/>
                  </a:lnTo>
                  <a:lnTo>
                    <a:pt x="1801" y="2795"/>
                  </a:lnTo>
                  <a:lnTo>
                    <a:pt x="2469" y="1290"/>
                  </a:lnTo>
                  <a:lnTo>
                    <a:pt x="3293" y="215"/>
                  </a:lnTo>
                  <a:lnTo>
                    <a:pt x="4116" y="0"/>
                  </a:lnTo>
                  <a:lnTo>
                    <a:pt x="115883" y="0"/>
                  </a:lnTo>
                  <a:lnTo>
                    <a:pt x="115883" y="0"/>
                  </a:lnTo>
                  <a:lnTo>
                    <a:pt x="116706" y="215"/>
                  </a:lnTo>
                  <a:lnTo>
                    <a:pt x="117530" y="1290"/>
                  </a:lnTo>
                  <a:lnTo>
                    <a:pt x="118198" y="2795"/>
                  </a:lnTo>
                  <a:lnTo>
                    <a:pt x="118816" y="4946"/>
                  </a:lnTo>
                  <a:lnTo>
                    <a:pt x="119331" y="7526"/>
                  </a:lnTo>
                  <a:lnTo>
                    <a:pt x="119639" y="10322"/>
                  </a:lnTo>
                  <a:lnTo>
                    <a:pt x="119897" y="13978"/>
                  </a:lnTo>
                  <a:lnTo>
                    <a:pt x="120000" y="17204"/>
                  </a:lnTo>
                  <a:lnTo>
                    <a:pt x="120000" y="102795"/>
                  </a:lnTo>
                  <a:lnTo>
                    <a:pt x="120000" y="102795"/>
                  </a:lnTo>
                  <a:lnTo>
                    <a:pt x="119897" y="106236"/>
                  </a:lnTo>
                  <a:lnTo>
                    <a:pt x="119639" y="109677"/>
                  </a:lnTo>
                  <a:lnTo>
                    <a:pt x="119331" y="112473"/>
                  </a:lnTo>
                  <a:lnTo>
                    <a:pt x="118816" y="115053"/>
                  </a:lnTo>
                  <a:lnTo>
                    <a:pt x="118198" y="117204"/>
                  </a:lnTo>
                  <a:lnTo>
                    <a:pt x="117530" y="118494"/>
                  </a:lnTo>
                  <a:lnTo>
                    <a:pt x="116706" y="119569"/>
                  </a:lnTo>
                  <a:lnTo>
                    <a:pt x="115883" y="120000"/>
                  </a:lnTo>
                  <a:lnTo>
                    <a:pt x="4116" y="120000"/>
                  </a:lnTo>
                  <a:lnTo>
                    <a:pt x="4116" y="120000"/>
                  </a:lnTo>
                  <a:lnTo>
                    <a:pt x="3293" y="119569"/>
                  </a:lnTo>
                  <a:lnTo>
                    <a:pt x="2469" y="118494"/>
                  </a:lnTo>
                  <a:lnTo>
                    <a:pt x="1801" y="117204"/>
                  </a:lnTo>
                  <a:lnTo>
                    <a:pt x="1183" y="115053"/>
                  </a:lnTo>
                  <a:lnTo>
                    <a:pt x="668" y="112473"/>
                  </a:lnTo>
                  <a:lnTo>
                    <a:pt x="360" y="109677"/>
                  </a:lnTo>
                  <a:lnTo>
                    <a:pt x="102" y="106236"/>
                  </a:lnTo>
                  <a:lnTo>
                    <a:pt x="0" y="102795"/>
                  </a:lnTo>
                  <a:lnTo>
                    <a:pt x="0" y="17204"/>
                  </a:lnTo>
                  <a:close/>
                  <a:moveTo>
                    <a:pt x="108473" y="30752"/>
                  </a:moveTo>
                  <a:lnTo>
                    <a:pt x="108473" y="30752"/>
                  </a:lnTo>
                  <a:lnTo>
                    <a:pt x="107958" y="30752"/>
                  </a:lnTo>
                  <a:lnTo>
                    <a:pt x="107547" y="31612"/>
                  </a:lnTo>
                  <a:lnTo>
                    <a:pt x="107084" y="32258"/>
                  </a:lnTo>
                  <a:lnTo>
                    <a:pt x="106775" y="33763"/>
                  </a:lnTo>
                  <a:lnTo>
                    <a:pt x="106518" y="35268"/>
                  </a:lnTo>
                  <a:lnTo>
                    <a:pt x="106260" y="36989"/>
                  </a:lnTo>
                  <a:lnTo>
                    <a:pt x="106054" y="38709"/>
                  </a:lnTo>
                  <a:lnTo>
                    <a:pt x="106054" y="40860"/>
                  </a:lnTo>
                  <a:lnTo>
                    <a:pt x="106054" y="40860"/>
                  </a:lnTo>
                  <a:lnTo>
                    <a:pt x="106054" y="42795"/>
                  </a:lnTo>
                  <a:lnTo>
                    <a:pt x="106260" y="44946"/>
                  </a:lnTo>
                  <a:lnTo>
                    <a:pt x="106518" y="46666"/>
                  </a:lnTo>
                  <a:lnTo>
                    <a:pt x="106775" y="48172"/>
                  </a:lnTo>
                  <a:lnTo>
                    <a:pt x="107084" y="49247"/>
                  </a:lnTo>
                  <a:lnTo>
                    <a:pt x="107547" y="50322"/>
                  </a:lnTo>
                  <a:lnTo>
                    <a:pt x="107958" y="50537"/>
                  </a:lnTo>
                  <a:lnTo>
                    <a:pt x="108473" y="50967"/>
                  </a:lnTo>
                  <a:lnTo>
                    <a:pt x="108473" y="50967"/>
                  </a:lnTo>
                  <a:lnTo>
                    <a:pt x="108987" y="50537"/>
                  </a:lnTo>
                  <a:lnTo>
                    <a:pt x="109399" y="50322"/>
                  </a:lnTo>
                  <a:lnTo>
                    <a:pt x="109862" y="49247"/>
                  </a:lnTo>
                  <a:lnTo>
                    <a:pt x="110171" y="48172"/>
                  </a:lnTo>
                  <a:lnTo>
                    <a:pt x="110428" y="46666"/>
                  </a:lnTo>
                  <a:lnTo>
                    <a:pt x="110686" y="44946"/>
                  </a:lnTo>
                  <a:lnTo>
                    <a:pt x="110891" y="42795"/>
                  </a:lnTo>
                  <a:lnTo>
                    <a:pt x="110891" y="40860"/>
                  </a:lnTo>
                  <a:lnTo>
                    <a:pt x="110891" y="40860"/>
                  </a:lnTo>
                  <a:lnTo>
                    <a:pt x="110891" y="38709"/>
                  </a:lnTo>
                  <a:lnTo>
                    <a:pt x="110686" y="36989"/>
                  </a:lnTo>
                  <a:lnTo>
                    <a:pt x="110428" y="35268"/>
                  </a:lnTo>
                  <a:lnTo>
                    <a:pt x="110171" y="33763"/>
                  </a:lnTo>
                  <a:lnTo>
                    <a:pt x="109862" y="32258"/>
                  </a:lnTo>
                  <a:lnTo>
                    <a:pt x="109399" y="31612"/>
                  </a:lnTo>
                  <a:lnTo>
                    <a:pt x="108987" y="30752"/>
                  </a:lnTo>
                  <a:lnTo>
                    <a:pt x="108473" y="30752"/>
                  </a:lnTo>
                  <a:lnTo>
                    <a:pt x="108473" y="30752"/>
                  </a:lnTo>
                  <a:close/>
                  <a:moveTo>
                    <a:pt x="99365" y="30752"/>
                  </a:moveTo>
                  <a:lnTo>
                    <a:pt x="99365" y="30752"/>
                  </a:lnTo>
                  <a:lnTo>
                    <a:pt x="98902" y="30752"/>
                  </a:lnTo>
                  <a:lnTo>
                    <a:pt x="98387" y="31612"/>
                  </a:lnTo>
                  <a:lnTo>
                    <a:pt x="98078" y="32258"/>
                  </a:lnTo>
                  <a:lnTo>
                    <a:pt x="97615" y="33763"/>
                  </a:lnTo>
                  <a:lnTo>
                    <a:pt x="97358" y="35268"/>
                  </a:lnTo>
                  <a:lnTo>
                    <a:pt x="97101" y="36989"/>
                  </a:lnTo>
                  <a:lnTo>
                    <a:pt x="97049" y="38709"/>
                  </a:lnTo>
                  <a:lnTo>
                    <a:pt x="96946" y="40860"/>
                  </a:lnTo>
                  <a:lnTo>
                    <a:pt x="96946" y="40860"/>
                  </a:lnTo>
                  <a:lnTo>
                    <a:pt x="97049" y="42795"/>
                  </a:lnTo>
                  <a:lnTo>
                    <a:pt x="97101" y="44946"/>
                  </a:lnTo>
                  <a:lnTo>
                    <a:pt x="97358" y="46666"/>
                  </a:lnTo>
                  <a:lnTo>
                    <a:pt x="97615" y="48172"/>
                  </a:lnTo>
                  <a:lnTo>
                    <a:pt x="98078" y="49247"/>
                  </a:lnTo>
                  <a:lnTo>
                    <a:pt x="98387" y="50322"/>
                  </a:lnTo>
                  <a:lnTo>
                    <a:pt x="98902" y="50537"/>
                  </a:lnTo>
                  <a:lnTo>
                    <a:pt x="99365" y="50967"/>
                  </a:lnTo>
                  <a:lnTo>
                    <a:pt x="99365" y="50967"/>
                  </a:lnTo>
                  <a:lnTo>
                    <a:pt x="99879" y="50537"/>
                  </a:lnTo>
                  <a:lnTo>
                    <a:pt x="100291" y="50322"/>
                  </a:lnTo>
                  <a:lnTo>
                    <a:pt x="100754" y="49247"/>
                  </a:lnTo>
                  <a:lnTo>
                    <a:pt x="101063" y="48172"/>
                  </a:lnTo>
                  <a:lnTo>
                    <a:pt x="101423" y="46666"/>
                  </a:lnTo>
                  <a:lnTo>
                    <a:pt x="101578" y="44946"/>
                  </a:lnTo>
                  <a:lnTo>
                    <a:pt x="101783" y="42795"/>
                  </a:lnTo>
                  <a:lnTo>
                    <a:pt x="101835" y="40860"/>
                  </a:lnTo>
                  <a:lnTo>
                    <a:pt x="101835" y="40860"/>
                  </a:lnTo>
                  <a:lnTo>
                    <a:pt x="101783" y="38709"/>
                  </a:lnTo>
                  <a:lnTo>
                    <a:pt x="101578" y="36989"/>
                  </a:lnTo>
                  <a:lnTo>
                    <a:pt x="101423" y="35268"/>
                  </a:lnTo>
                  <a:lnTo>
                    <a:pt x="101063" y="33763"/>
                  </a:lnTo>
                  <a:lnTo>
                    <a:pt x="100754" y="32258"/>
                  </a:lnTo>
                  <a:lnTo>
                    <a:pt x="100291" y="31612"/>
                  </a:lnTo>
                  <a:lnTo>
                    <a:pt x="99879" y="30752"/>
                  </a:lnTo>
                  <a:lnTo>
                    <a:pt x="99365" y="30752"/>
                  </a:lnTo>
                  <a:lnTo>
                    <a:pt x="99365" y="30752"/>
                  </a:lnTo>
                  <a:close/>
                  <a:moveTo>
                    <a:pt x="89536" y="30752"/>
                  </a:moveTo>
                  <a:lnTo>
                    <a:pt x="89536" y="30752"/>
                  </a:lnTo>
                  <a:lnTo>
                    <a:pt x="89022" y="30752"/>
                  </a:lnTo>
                  <a:lnTo>
                    <a:pt x="88610" y="31612"/>
                  </a:lnTo>
                  <a:lnTo>
                    <a:pt x="88147" y="32258"/>
                  </a:lnTo>
                  <a:lnTo>
                    <a:pt x="87838" y="33763"/>
                  </a:lnTo>
                  <a:lnTo>
                    <a:pt x="87478" y="35268"/>
                  </a:lnTo>
                  <a:lnTo>
                    <a:pt x="87324" y="36989"/>
                  </a:lnTo>
                  <a:lnTo>
                    <a:pt x="87118" y="38709"/>
                  </a:lnTo>
                  <a:lnTo>
                    <a:pt x="87066" y="40860"/>
                  </a:lnTo>
                  <a:lnTo>
                    <a:pt x="87066" y="40860"/>
                  </a:lnTo>
                  <a:lnTo>
                    <a:pt x="87118" y="42795"/>
                  </a:lnTo>
                  <a:lnTo>
                    <a:pt x="87324" y="44946"/>
                  </a:lnTo>
                  <a:lnTo>
                    <a:pt x="87478" y="46666"/>
                  </a:lnTo>
                  <a:lnTo>
                    <a:pt x="87838" y="48172"/>
                  </a:lnTo>
                  <a:lnTo>
                    <a:pt x="88147" y="49247"/>
                  </a:lnTo>
                  <a:lnTo>
                    <a:pt x="88610" y="50322"/>
                  </a:lnTo>
                  <a:lnTo>
                    <a:pt x="89022" y="50537"/>
                  </a:lnTo>
                  <a:lnTo>
                    <a:pt x="89536" y="50967"/>
                  </a:lnTo>
                  <a:lnTo>
                    <a:pt x="89536" y="50967"/>
                  </a:lnTo>
                  <a:lnTo>
                    <a:pt x="90000" y="50537"/>
                  </a:lnTo>
                  <a:lnTo>
                    <a:pt x="90514" y="50322"/>
                  </a:lnTo>
                  <a:lnTo>
                    <a:pt x="90823" y="49247"/>
                  </a:lnTo>
                  <a:lnTo>
                    <a:pt x="91286" y="48172"/>
                  </a:lnTo>
                  <a:lnTo>
                    <a:pt x="91543" y="46666"/>
                  </a:lnTo>
                  <a:lnTo>
                    <a:pt x="91801" y="44946"/>
                  </a:lnTo>
                  <a:lnTo>
                    <a:pt x="91852" y="42795"/>
                  </a:lnTo>
                  <a:lnTo>
                    <a:pt x="91955" y="40860"/>
                  </a:lnTo>
                  <a:lnTo>
                    <a:pt x="91955" y="40860"/>
                  </a:lnTo>
                  <a:lnTo>
                    <a:pt x="91852" y="38709"/>
                  </a:lnTo>
                  <a:lnTo>
                    <a:pt x="91801" y="36989"/>
                  </a:lnTo>
                  <a:lnTo>
                    <a:pt x="91543" y="35268"/>
                  </a:lnTo>
                  <a:lnTo>
                    <a:pt x="91286" y="33763"/>
                  </a:lnTo>
                  <a:lnTo>
                    <a:pt x="90823" y="32258"/>
                  </a:lnTo>
                  <a:lnTo>
                    <a:pt x="90514" y="31612"/>
                  </a:lnTo>
                  <a:lnTo>
                    <a:pt x="90000" y="30752"/>
                  </a:lnTo>
                  <a:lnTo>
                    <a:pt x="89536" y="30752"/>
                  </a:lnTo>
                  <a:lnTo>
                    <a:pt x="89536" y="30752"/>
                  </a:lnTo>
                  <a:close/>
                  <a:moveTo>
                    <a:pt x="19348" y="44946"/>
                  </a:moveTo>
                  <a:lnTo>
                    <a:pt x="19348" y="44946"/>
                  </a:lnTo>
                  <a:lnTo>
                    <a:pt x="19245" y="43440"/>
                  </a:lnTo>
                  <a:lnTo>
                    <a:pt x="19090" y="42365"/>
                  </a:lnTo>
                  <a:lnTo>
                    <a:pt x="18833" y="41720"/>
                  </a:lnTo>
                  <a:lnTo>
                    <a:pt x="18473" y="41290"/>
                  </a:lnTo>
                  <a:lnTo>
                    <a:pt x="11269" y="41290"/>
                  </a:lnTo>
                  <a:lnTo>
                    <a:pt x="11269" y="41290"/>
                  </a:lnTo>
                  <a:lnTo>
                    <a:pt x="10909" y="41720"/>
                  </a:lnTo>
                  <a:lnTo>
                    <a:pt x="10651" y="42365"/>
                  </a:lnTo>
                  <a:lnTo>
                    <a:pt x="10394" y="43440"/>
                  </a:lnTo>
                  <a:lnTo>
                    <a:pt x="10394" y="44946"/>
                  </a:lnTo>
                  <a:lnTo>
                    <a:pt x="10394" y="75053"/>
                  </a:lnTo>
                  <a:lnTo>
                    <a:pt x="10394" y="75053"/>
                  </a:lnTo>
                  <a:lnTo>
                    <a:pt x="10394" y="76559"/>
                  </a:lnTo>
                  <a:lnTo>
                    <a:pt x="10651" y="77634"/>
                  </a:lnTo>
                  <a:lnTo>
                    <a:pt x="10909" y="78709"/>
                  </a:lnTo>
                  <a:lnTo>
                    <a:pt x="11269" y="78709"/>
                  </a:lnTo>
                  <a:lnTo>
                    <a:pt x="18473" y="78709"/>
                  </a:lnTo>
                  <a:lnTo>
                    <a:pt x="18473" y="78709"/>
                  </a:lnTo>
                  <a:lnTo>
                    <a:pt x="18833" y="78709"/>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84" name="Shape 484"/>
            <p:cNvSpPr/>
            <p:nvPr/>
          </p:nvSpPr>
          <p:spPr>
            <a:xfrm>
              <a:off x="11664950" y="11488738"/>
              <a:ext cx="1851023" cy="441324"/>
            </a:xfrm>
            <a:custGeom>
              <a:avLst/>
              <a:gdLst/>
              <a:ahLst/>
              <a:cxnLst/>
              <a:rect l="0" t="0" r="0" b="0"/>
              <a:pathLst>
                <a:path w="120000" h="120000" extrusionOk="0">
                  <a:moveTo>
                    <a:pt x="0" y="17450"/>
                  </a:moveTo>
                  <a:lnTo>
                    <a:pt x="0" y="17450"/>
                  </a:lnTo>
                  <a:lnTo>
                    <a:pt x="102" y="13788"/>
                  </a:lnTo>
                  <a:lnTo>
                    <a:pt x="360" y="10556"/>
                  </a:lnTo>
                  <a:lnTo>
                    <a:pt x="668" y="7540"/>
                  </a:lnTo>
                  <a:lnTo>
                    <a:pt x="1183" y="5170"/>
                  </a:lnTo>
                  <a:lnTo>
                    <a:pt x="1801" y="3016"/>
                  </a:lnTo>
                  <a:lnTo>
                    <a:pt x="2469" y="1077"/>
                  </a:lnTo>
                  <a:lnTo>
                    <a:pt x="3293" y="430"/>
                  </a:lnTo>
                  <a:lnTo>
                    <a:pt x="4116" y="0"/>
                  </a:lnTo>
                  <a:lnTo>
                    <a:pt x="115883" y="0"/>
                  </a:lnTo>
                  <a:lnTo>
                    <a:pt x="115883" y="0"/>
                  </a:lnTo>
                  <a:lnTo>
                    <a:pt x="116706" y="430"/>
                  </a:lnTo>
                  <a:lnTo>
                    <a:pt x="117530" y="1077"/>
                  </a:lnTo>
                  <a:lnTo>
                    <a:pt x="118198" y="3016"/>
                  </a:lnTo>
                  <a:lnTo>
                    <a:pt x="118816" y="5170"/>
                  </a:lnTo>
                  <a:lnTo>
                    <a:pt x="119331" y="7540"/>
                  </a:lnTo>
                  <a:lnTo>
                    <a:pt x="119639" y="10556"/>
                  </a:lnTo>
                  <a:lnTo>
                    <a:pt x="119897" y="13788"/>
                  </a:lnTo>
                  <a:lnTo>
                    <a:pt x="120000" y="17450"/>
                  </a:lnTo>
                  <a:lnTo>
                    <a:pt x="120000" y="102764"/>
                  </a:lnTo>
                  <a:lnTo>
                    <a:pt x="120000" y="102764"/>
                  </a:lnTo>
                  <a:lnTo>
                    <a:pt x="119897" y="106211"/>
                  </a:lnTo>
                  <a:lnTo>
                    <a:pt x="119639" y="109443"/>
                  </a:lnTo>
                  <a:lnTo>
                    <a:pt x="119331" y="112459"/>
                  </a:lnTo>
                  <a:lnTo>
                    <a:pt x="118816" y="114829"/>
                  </a:lnTo>
                  <a:lnTo>
                    <a:pt x="118198" y="116983"/>
                  </a:lnTo>
                  <a:lnTo>
                    <a:pt x="117530" y="118491"/>
                  </a:lnTo>
                  <a:lnTo>
                    <a:pt x="116706" y="119569"/>
                  </a:lnTo>
                  <a:lnTo>
                    <a:pt x="115883" y="120000"/>
                  </a:lnTo>
                  <a:lnTo>
                    <a:pt x="4116" y="120000"/>
                  </a:lnTo>
                  <a:lnTo>
                    <a:pt x="4116" y="120000"/>
                  </a:lnTo>
                  <a:lnTo>
                    <a:pt x="3293" y="119569"/>
                  </a:lnTo>
                  <a:lnTo>
                    <a:pt x="2469" y="118491"/>
                  </a:lnTo>
                  <a:lnTo>
                    <a:pt x="1801" y="116983"/>
                  </a:lnTo>
                  <a:lnTo>
                    <a:pt x="1183" y="114829"/>
                  </a:lnTo>
                  <a:lnTo>
                    <a:pt x="668" y="112459"/>
                  </a:lnTo>
                  <a:lnTo>
                    <a:pt x="360" y="109443"/>
                  </a:lnTo>
                  <a:lnTo>
                    <a:pt x="102" y="106211"/>
                  </a:lnTo>
                  <a:lnTo>
                    <a:pt x="0" y="102764"/>
                  </a:lnTo>
                  <a:lnTo>
                    <a:pt x="0" y="17450"/>
                  </a:lnTo>
                  <a:close/>
                  <a:moveTo>
                    <a:pt x="108473" y="30592"/>
                  </a:moveTo>
                  <a:lnTo>
                    <a:pt x="108473" y="30592"/>
                  </a:lnTo>
                  <a:lnTo>
                    <a:pt x="107958" y="31023"/>
                  </a:lnTo>
                  <a:lnTo>
                    <a:pt x="107547" y="31454"/>
                  </a:lnTo>
                  <a:lnTo>
                    <a:pt x="107084" y="32531"/>
                  </a:lnTo>
                  <a:lnTo>
                    <a:pt x="106775" y="33608"/>
                  </a:lnTo>
                  <a:lnTo>
                    <a:pt x="106518" y="34901"/>
                  </a:lnTo>
                  <a:lnTo>
                    <a:pt x="106260" y="36840"/>
                  </a:lnTo>
                  <a:lnTo>
                    <a:pt x="106054" y="38563"/>
                  </a:lnTo>
                  <a:lnTo>
                    <a:pt x="106054" y="40718"/>
                  </a:lnTo>
                  <a:lnTo>
                    <a:pt x="106054" y="40718"/>
                  </a:lnTo>
                  <a:lnTo>
                    <a:pt x="106054" y="42872"/>
                  </a:lnTo>
                  <a:lnTo>
                    <a:pt x="106260" y="44811"/>
                  </a:lnTo>
                  <a:lnTo>
                    <a:pt x="106518" y="46535"/>
                  </a:lnTo>
                  <a:lnTo>
                    <a:pt x="106775" y="48043"/>
                  </a:lnTo>
                  <a:lnTo>
                    <a:pt x="107084" y="49335"/>
                  </a:lnTo>
                  <a:lnTo>
                    <a:pt x="107547" y="50197"/>
                  </a:lnTo>
                  <a:lnTo>
                    <a:pt x="107958" y="50843"/>
                  </a:lnTo>
                  <a:lnTo>
                    <a:pt x="108473" y="50843"/>
                  </a:lnTo>
                  <a:lnTo>
                    <a:pt x="108473" y="50843"/>
                  </a:lnTo>
                  <a:lnTo>
                    <a:pt x="108987" y="50843"/>
                  </a:lnTo>
                  <a:lnTo>
                    <a:pt x="109399" y="50197"/>
                  </a:lnTo>
                  <a:lnTo>
                    <a:pt x="109862" y="49335"/>
                  </a:lnTo>
                  <a:lnTo>
                    <a:pt x="110171" y="48043"/>
                  </a:lnTo>
                  <a:lnTo>
                    <a:pt x="110428" y="46535"/>
                  </a:lnTo>
                  <a:lnTo>
                    <a:pt x="110686" y="44811"/>
                  </a:lnTo>
                  <a:lnTo>
                    <a:pt x="110891" y="42872"/>
                  </a:lnTo>
                  <a:lnTo>
                    <a:pt x="110891" y="40718"/>
                  </a:lnTo>
                  <a:lnTo>
                    <a:pt x="110891" y="40718"/>
                  </a:lnTo>
                  <a:lnTo>
                    <a:pt x="110891" y="38563"/>
                  </a:lnTo>
                  <a:lnTo>
                    <a:pt x="110686" y="36840"/>
                  </a:lnTo>
                  <a:lnTo>
                    <a:pt x="110428" y="34901"/>
                  </a:lnTo>
                  <a:lnTo>
                    <a:pt x="110171" y="33608"/>
                  </a:lnTo>
                  <a:lnTo>
                    <a:pt x="109862" y="32531"/>
                  </a:lnTo>
                  <a:lnTo>
                    <a:pt x="109399" y="31454"/>
                  </a:lnTo>
                  <a:lnTo>
                    <a:pt x="108987" y="31023"/>
                  </a:lnTo>
                  <a:lnTo>
                    <a:pt x="108473" y="30592"/>
                  </a:lnTo>
                  <a:lnTo>
                    <a:pt x="108473" y="30592"/>
                  </a:lnTo>
                  <a:close/>
                  <a:moveTo>
                    <a:pt x="99365" y="30592"/>
                  </a:moveTo>
                  <a:lnTo>
                    <a:pt x="99365" y="30592"/>
                  </a:lnTo>
                  <a:lnTo>
                    <a:pt x="98902" y="31023"/>
                  </a:lnTo>
                  <a:lnTo>
                    <a:pt x="98387" y="31454"/>
                  </a:lnTo>
                  <a:lnTo>
                    <a:pt x="98078" y="32531"/>
                  </a:lnTo>
                  <a:lnTo>
                    <a:pt x="97615" y="33608"/>
                  </a:lnTo>
                  <a:lnTo>
                    <a:pt x="97358" y="34901"/>
                  </a:lnTo>
                  <a:lnTo>
                    <a:pt x="97101" y="36840"/>
                  </a:lnTo>
                  <a:lnTo>
                    <a:pt x="97049" y="38563"/>
                  </a:lnTo>
                  <a:lnTo>
                    <a:pt x="96946" y="40718"/>
                  </a:lnTo>
                  <a:lnTo>
                    <a:pt x="96946" y="40718"/>
                  </a:lnTo>
                  <a:lnTo>
                    <a:pt x="97049" y="42872"/>
                  </a:lnTo>
                  <a:lnTo>
                    <a:pt x="97101" y="44811"/>
                  </a:lnTo>
                  <a:lnTo>
                    <a:pt x="97358" y="46535"/>
                  </a:lnTo>
                  <a:lnTo>
                    <a:pt x="97615" y="48043"/>
                  </a:lnTo>
                  <a:lnTo>
                    <a:pt x="98078" y="49335"/>
                  </a:lnTo>
                  <a:lnTo>
                    <a:pt x="98387" y="50197"/>
                  </a:lnTo>
                  <a:lnTo>
                    <a:pt x="98902" y="50843"/>
                  </a:lnTo>
                  <a:lnTo>
                    <a:pt x="99365" y="50843"/>
                  </a:lnTo>
                  <a:lnTo>
                    <a:pt x="99365" y="50843"/>
                  </a:lnTo>
                  <a:lnTo>
                    <a:pt x="99879" y="50843"/>
                  </a:lnTo>
                  <a:lnTo>
                    <a:pt x="100291" y="50197"/>
                  </a:lnTo>
                  <a:lnTo>
                    <a:pt x="100754" y="49335"/>
                  </a:lnTo>
                  <a:lnTo>
                    <a:pt x="101063" y="48043"/>
                  </a:lnTo>
                  <a:lnTo>
                    <a:pt x="101423" y="46535"/>
                  </a:lnTo>
                  <a:lnTo>
                    <a:pt x="101578" y="44811"/>
                  </a:lnTo>
                  <a:lnTo>
                    <a:pt x="101783" y="42872"/>
                  </a:lnTo>
                  <a:lnTo>
                    <a:pt x="101835" y="40718"/>
                  </a:lnTo>
                  <a:lnTo>
                    <a:pt x="101835" y="40718"/>
                  </a:lnTo>
                  <a:lnTo>
                    <a:pt x="101783" y="38563"/>
                  </a:lnTo>
                  <a:lnTo>
                    <a:pt x="101578" y="36840"/>
                  </a:lnTo>
                  <a:lnTo>
                    <a:pt x="101423" y="34901"/>
                  </a:lnTo>
                  <a:lnTo>
                    <a:pt x="101063" y="33608"/>
                  </a:lnTo>
                  <a:lnTo>
                    <a:pt x="100754" y="32531"/>
                  </a:lnTo>
                  <a:lnTo>
                    <a:pt x="100291" y="31454"/>
                  </a:lnTo>
                  <a:lnTo>
                    <a:pt x="99879" y="31023"/>
                  </a:lnTo>
                  <a:lnTo>
                    <a:pt x="99365" y="30592"/>
                  </a:lnTo>
                  <a:lnTo>
                    <a:pt x="99365" y="30592"/>
                  </a:lnTo>
                  <a:close/>
                  <a:moveTo>
                    <a:pt x="89536" y="30592"/>
                  </a:moveTo>
                  <a:lnTo>
                    <a:pt x="89536" y="30592"/>
                  </a:lnTo>
                  <a:lnTo>
                    <a:pt x="89022" y="31023"/>
                  </a:lnTo>
                  <a:lnTo>
                    <a:pt x="88610" y="31454"/>
                  </a:lnTo>
                  <a:lnTo>
                    <a:pt x="88147" y="32531"/>
                  </a:lnTo>
                  <a:lnTo>
                    <a:pt x="87838" y="33608"/>
                  </a:lnTo>
                  <a:lnTo>
                    <a:pt x="87478" y="34901"/>
                  </a:lnTo>
                  <a:lnTo>
                    <a:pt x="87324" y="36840"/>
                  </a:lnTo>
                  <a:lnTo>
                    <a:pt x="87118" y="38563"/>
                  </a:lnTo>
                  <a:lnTo>
                    <a:pt x="87066" y="40718"/>
                  </a:lnTo>
                  <a:lnTo>
                    <a:pt x="87066" y="40718"/>
                  </a:lnTo>
                  <a:lnTo>
                    <a:pt x="87118" y="42872"/>
                  </a:lnTo>
                  <a:lnTo>
                    <a:pt x="87324" y="44811"/>
                  </a:lnTo>
                  <a:lnTo>
                    <a:pt x="87478" y="46535"/>
                  </a:lnTo>
                  <a:lnTo>
                    <a:pt x="87838" y="48043"/>
                  </a:lnTo>
                  <a:lnTo>
                    <a:pt x="88147" y="49335"/>
                  </a:lnTo>
                  <a:lnTo>
                    <a:pt x="88610" y="50197"/>
                  </a:lnTo>
                  <a:lnTo>
                    <a:pt x="89022" y="50843"/>
                  </a:lnTo>
                  <a:lnTo>
                    <a:pt x="89536" y="50843"/>
                  </a:lnTo>
                  <a:lnTo>
                    <a:pt x="89536" y="50843"/>
                  </a:lnTo>
                  <a:lnTo>
                    <a:pt x="90000" y="50843"/>
                  </a:lnTo>
                  <a:lnTo>
                    <a:pt x="90514" y="50197"/>
                  </a:lnTo>
                  <a:lnTo>
                    <a:pt x="90823" y="49335"/>
                  </a:lnTo>
                  <a:lnTo>
                    <a:pt x="91286" y="48043"/>
                  </a:lnTo>
                  <a:lnTo>
                    <a:pt x="91543" y="46535"/>
                  </a:lnTo>
                  <a:lnTo>
                    <a:pt x="91801" y="44811"/>
                  </a:lnTo>
                  <a:lnTo>
                    <a:pt x="91852" y="42872"/>
                  </a:lnTo>
                  <a:lnTo>
                    <a:pt x="91955" y="40718"/>
                  </a:lnTo>
                  <a:lnTo>
                    <a:pt x="91955" y="40718"/>
                  </a:lnTo>
                  <a:lnTo>
                    <a:pt x="91852" y="38563"/>
                  </a:lnTo>
                  <a:lnTo>
                    <a:pt x="91801" y="36840"/>
                  </a:lnTo>
                  <a:lnTo>
                    <a:pt x="91543" y="34901"/>
                  </a:lnTo>
                  <a:lnTo>
                    <a:pt x="91286" y="33608"/>
                  </a:lnTo>
                  <a:lnTo>
                    <a:pt x="90823" y="32531"/>
                  </a:lnTo>
                  <a:lnTo>
                    <a:pt x="90514" y="31454"/>
                  </a:lnTo>
                  <a:lnTo>
                    <a:pt x="90000" y="31023"/>
                  </a:lnTo>
                  <a:lnTo>
                    <a:pt x="89536" y="30592"/>
                  </a:lnTo>
                  <a:lnTo>
                    <a:pt x="89536" y="30592"/>
                  </a:lnTo>
                  <a:close/>
                  <a:moveTo>
                    <a:pt x="19348" y="45026"/>
                  </a:moveTo>
                  <a:lnTo>
                    <a:pt x="19348" y="45026"/>
                  </a:lnTo>
                  <a:lnTo>
                    <a:pt x="19245" y="43734"/>
                  </a:lnTo>
                  <a:lnTo>
                    <a:pt x="19090" y="42226"/>
                  </a:lnTo>
                  <a:lnTo>
                    <a:pt x="18833" y="41364"/>
                  </a:lnTo>
                  <a:lnTo>
                    <a:pt x="18473" y="41149"/>
                  </a:lnTo>
                  <a:lnTo>
                    <a:pt x="11269" y="41149"/>
                  </a:lnTo>
                  <a:lnTo>
                    <a:pt x="11269" y="41149"/>
                  </a:lnTo>
                  <a:lnTo>
                    <a:pt x="10909" y="41364"/>
                  </a:lnTo>
                  <a:lnTo>
                    <a:pt x="10651" y="42226"/>
                  </a:lnTo>
                  <a:lnTo>
                    <a:pt x="10394" y="43734"/>
                  </a:lnTo>
                  <a:lnTo>
                    <a:pt x="10394" y="45026"/>
                  </a:lnTo>
                  <a:lnTo>
                    <a:pt x="10394" y="74973"/>
                  </a:lnTo>
                  <a:lnTo>
                    <a:pt x="10394" y="74973"/>
                  </a:lnTo>
                  <a:lnTo>
                    <a:pt x="10394" y="76481"/>
                  </a:lnTo>
                  <a:lnTo>
                    <a:pt x="10651" y="77773"/>
                  </a:lnTo>
                  <a:lnTo>
                    <a:pt x="10909" y="78635"/>
                  </a:lnTo>
                  <a:lnTo>
                    <a:pt x="11269" y="78850"/>
                  </a:lnTo>
                  <a:lnTo>
                    <a:pt x="18473" y="78850"/>
                  </a:lnTo>
                  <a:lnTo>
                    <a:pt x="18473" y="78850"/>
                  </a:lnTo>
                  <a:lnTo>
                    <a:pt x="18833" y="78635"/>
                  </a:lnTo>
                  <a:lnTo>
                    <a:pt x="19090" y="77773"/>
                  </a:lnTo>
                  <a:lnTo>
                    <a:pt x="19245" y="76481"/>
                  </a:lnTo>
                  <a:lnTo>
                    <a:pt x="19348" y="74973"/>
                  </a:lnTo>
                  <a:lnTo>
                    <a:pt x="19348" y="4502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85" name="Shape 485"/>
            <p:cNvSpPr/>
            <p:nvPr/>
          </p:nvSpPr>
          <p:spPr>
            <a:xfrm>
              <a:off x="11664950" y="10985500"/>
              <a:ext cx="1851023" cy="442912"/>
            </a:xfrm>
            <a:custGeom>
              <a:avLst/>
              <a:gdLst/>
              <a:ahLst/>
              <a:cxnLst/>
              <a:rect l="0" t="0" r="0" b="0"/>
              <a:pathLst>
                <a:path w="120000" h="120000" extrusionOk="0">
                  <a:moveTo>
                    <a:pt x="0" y="17204"/>
                  </a:moveTo>
                  <a:lnTo>
                    <a:pt x="0" y="17204"/>
                  </a:lnTo>
                  <a:lnTo>
                    <a:pt x="102" y="13763"/>
                  </a:lnTo>
                  <a:lnTo>
                    <a:pt x="360" y="10537"/>
                  </a:lnTo>
                  <a:lnTo>
                    <a:pt x="668" y="7526"/>
                  </a:lnTo>
                  <a:lnTo>
                    <a:pt x="1183" y="5161"/>
                  </a:lnTo>
                  <a:lnTo>
                    <a:pt x="1801" y="3010"/>
                  </a:lnTo>
                  <a:lnTo>
                    <a:pt x="2469" y="1505"/>
                  </a:lnTo>
                  <a:lnTo>
                    <a:pt x="3293" y="430"/>
                  </a:lnTo>
                  <a:lnTo>
                    <a:pt x="4116" y="0"/>
                  </a:lnTo>
                  <a:lnTo>
                    <a:pt x="115883" y="0"/>
                  </a:lnTo>
                  <a:lnTo>
                    <a:pt x="115883" y="0"/>
                  </a:lnTo>
                  <a:lnTo>
                    <a:pt x="116706" y="430"/>
                  </a:lnTo>
                  <a:lnTo>
                    <a:pt x="117530" y="1505"/>
                  </a:lnTo>
                  <a:lnTo>
                    <a:pt x="118198" y="3010"/>
                  </a:lnTo>
                  <a:lnTo>
                    <a:pt x="118816" y="5161"/>
                  </a:lnTo>
                  <a:lnTo>
                    <a:pt x="119331" y="7526"/>
                  </a:lnTo>
                  <a:lnTo>
                    <a:pt x="119639" y="10537"/>
                  </a:lnTo>
                  <a:lnTo>
                    <a:pt x="119897" y="13763"/>
                  </a:lnTo>
                  <a:lnTo>
                    <a:pt x="120000" y="17204"/>
                  </a:lnTo>
                  <a:lnTo>
                    <a:pt x="120000" y="102795"/>
                  </a:lnTo>
                  <a:lnTo>
                    <a:pt x="120000" y="102795"/>
                  </a:lnTo>
                  <a:lnTo>
                    <a:pt x="119897" y="106021"/>
                  </a:lnTo>
                  <a:lnTo>
                    <a:pt x="119639" y="109247"/>
                  </a:lnTo>
                  <a:lnTo>
                    <a:pt x="119331" y="112258"/>
                  </a:lnTo>
                  <a:lnTo>
                    <a:pt x="118816" y="115053"/>
                  </a:lnTo>
                  <a:lnTo>
                    <a:pt x="118198" y="116774"/>
                  </a:lnTo>
                  <a:lnTo>
                    <a:pt x="117530" y="118709"/>
                  </a:lnTo>
                  <a:lnTo>
                    <a:pt x="116706" y="119784"/>
                  </a:lnTo>
                  <a:lnTo>
                    <a:pt x="115883" y="120000"/>
                  </a:lnTo>
                  <a:lnTo>
                    <a:pt x="4116" y="120000"/>
                  </a:lnTo>
                  <a:lnTo>
                    <a:pt x="4116" y="120000"/>
                  </a:lnTo>
                  <a:lnTo>
                    <a:pt x="3293" y="119784"/>
                  </a:lnTo>
                  <a:lnTo>
                    <a:pt x="2469" y="118709"/>
                  </a:lnTo>
                  <a:lnTo>
                    <a:pt x="1801" y="116774"/>
                  </a:lnTo>
                  <a:lnTo>
                    <a:pt x="1183" y="115053"/>
                  </a:lnTo>
                  <a:lnTo>
                    <a:pt x="668" y="112258"/>
                  </a:lnTo>
                  <a:lnTo>
                    <a:pt x="360" y="109247"/>
                  </a:lnTo>
                  <a:lnTo>
                    <a:pt x="102" y="106021"/>
                  </a:lnTo>
                  <a:lnTo>
                    <a:pt x="0" y="102795"/>
                  </a:lnTo>
                  <a:lnTo>
                    <a:pt x="0" y="17204"/>
                  </a:lnTo>
                  <a:close/>
                  <a:moveTo>
                    <a:pt x="108473" y="30537"/>
                  </a:moveTo>
                  <a:lnTo>
                    <a:pt x="108473" y="30537"/>
                  </a:lnTo>
                  <a:lnTo>
                    <a:pt x="107958" y="30967"/>
                  </a:lnTo>
                  <a:lnTo>
                    <a:pt x="107547" y="31612"/>
                  </a:lnTo>
                  <a:lnTo>
                    <a:pt x="107084" y="32473"/>
                  </a:lnTo>
                  <a:lnTo>
                    <a:pt x="106775" y="33763"/>
                  </a:lnTo>
                  <a:lnTo>
                    <a:pt x="106518" y="35268"/>
                  </a:lnTo>
                  <a:lnTo>
                    <a:pt x="106260" y="36989"/>
                  </a:lnTo>
                  <a:lnTo>
                    <a:pt x="106054" y="38924"/>
                  </a:lnTo>
                  <a:lnTo>
                    <a:pt x="106054" y="41075"/>
                  </a:lnTo>
                  <a:lnTo>
                    <a:pt x="106054" y="41075"/>
                  </a:lnTo>
                  <a:lnTo>
                    <a:pt x="106054" y="42795"/>
                  </a:lnTo>
                  <a:lnTo>
                    <a:pt x="106260" y="44946"/>
                  </a:lnTo>
                  <a:lnTo>
                    <a:pt x="106518" y="46451"/>
                  </a:lnTo>
                  <a:lnTo>
                    <a:pt x="106775" y="47741"/>
                  </a:lnTo>
                  <a:lnTo>
                    <a:pt x="107084" y="49247"/>
                  </a:lnTo>
                  <a:lnTo>
                    <a:pt x="107547" y="49892"/>
                  </a:lnTo>
                  <a:lnTo>
                    <a:pt x="107958" y="50752"/>
                  </a:lnTo>
                  <a:lnTo>
                    <a:pt x="108473" y="50967"/>
                  </a:lnTo>
                  <a:lnTo>
                    <a:pt x="108473" y="50967"/>
                  </a:lnTo>
                  <a:lnTo>
                    <a:pt x="108987" y="50752"/>
                  </a:lnTo>
                  <a:lnTo>
                    <a:pt x="109399" y="49892"/>
                  </a:lnTo>
                  <a:lnTo>
                    <a:pt x="109862" y="49247"/>
                  </a:lnTo>
                  <a:lnTo>
                    <a:pt x="110171" y="47741"/>
                  </a:lnTo>
                  <a:lnTo>
                    <a:pt x="110428" y="46451"/>
                  </a:lnTo>
                  <a:lnTo>
                    <a:pt x="110686" y="44946"/>
                  </a:lnTo>
                  <a:lnTo>
                    <a:pt x="110891" y="42795"/>
                  </a:lnTo>
                  <a:lnTo>
                    <a:pt x="110891" y="41075"/>
                  </a:lnTo>
                  <a:lnTo>
                    <a:pt x="110891" y="41075"/>
                  </a:lnTo>
                  <a:lnTo>
                    <a:pt x="110891" y="38924"/>
                  </a:lnTo>
                  <a:lnTo>
                    <a:pt x="110686" y="36989"/>
                  </a:lnTo>
                  <a:lnTo>
                    <a:pt x="110428" y="35268"/>
                  </a:lnTo>
                  <a:lnTo>
                    <a:pt x="110171" y="33763"/>
                  </a:lnTo>
                  <a:lnTo>
                    <a:pt x="109862" y="32473"/>
                  </a:lnTo>
                  <a:lnTo>
                    <a:pt x="109399" y="31612"/>
                  </a:lnTo>
                  <a:lnTo>
                    <a:pt x="108987" y="30967"/>
                  </a:lnTo>
                  <a:lnTo>
                    <a:pt x="108473" y="30537"/>
                  </a:lnTo>
                  <a:lnTo>
                    <a:pt x="108473" y="30537"/>
                  </a:lnTo>
                  <a:close/>
                  <a:moveTo>
                    <a:pt x="99365" y="30537"/>
                  </a:moveTo>
                  <a:lnTo>
                    <a:pt x="99365" y="30537"/>
                  </a:lnTo>
                  <a:lnTo>
                    <a:pt x="98902" y="30967"/>
                  </a:lnTo>
                  <a:lnTo>
                    <a:pt x="98387" y="31612"/>
                  </a:lnTo>
                  <a:lnTo>
                    <a:pt x="98078" y="32473"/>
                  </a:lnTo>
                  <a:lnTo>
                    <a:pt x="97615" y="33763"/>
                  </a:lnTo>
                  <a:lnTo>
                    <a:pt x="97358" y="35268"/>
                  </a:lnTo>
                  <a:lnTo>
                    <a:pt x="97101" y="36989"/>
                  </a:lnTo>
                  <a:lnTo>
                    <a:pt x="97049" y="38924"/>
                  </a:lnTo>
                  <a:lnTo>
                    <a:pt x="96946" y="41075"/>
                  </a:lnTo>
                  <a:lnTo>
                    <a:pt x="96946" y="41075"/>
                  </a:lnTo>
                  <a:lnTo>
                    <a:pt x="97049" y="42795"/>
                  </a:lnTo>
                  <a:lnTo>
                    <a:pt x="97101" y="44946"/>
                  </a:lnTo>
                  <a:lnTo>
                    <a:pt x="97358" y="46451"/>
                  </a:lnTo>
                  <a:lnTo>
                    <a:pt x="97615" y="47741"/>
                  </a:lnTo>
                  <a:lnTo>
                    <a:pt x="98078" y="49247"/>
                  </a:lnTo>
                  <a:lnTo>
                    <a:pt x="98387" y="49892"/>
                  </a:lnTo>
                  <a:lnTo>
                    <a:pt x="98902" y="50752"/>
                  </a:lnTo>
                  <a:lnTo>
                    <a:pt x="99365" y="50967"/>
                  </a:lnTo>
                  <a:lnTo>
                    <a:pt x="99365" y="50967"/>
                  </a:lnTo>
                  <a:lnTo>
                    <a:pt x="99879" y="50752"/>
                  </a:lnTo>
                  <a:lnTo>
                    <a:pt x="100291" y="49892"/>
                  </a:lnTo>
                  <a:lnTo>
                    <a:pt x="100754" y="49247"/>
                  </a:lnTo>
                  <a:lnTo>
                    <a:pt x="101063" y="47741"/>
                  </a:lnTo>
                  <a:lnTo>
                    <a:pt x="101423" y="46451"/>
                  </a:lnTo>
                  <a:lnTo>
                    <a:pt x="101578" y="44946"/>
                  </a:lnTo>
                  <a:lnTo>
                    <a:pt x="101783" y="42795"/>
                  </a:lnTo>
                  <a:lnTo>
                    <a:pt x="101835" y="41075"/>
                  </a:lnTo>
                  <a:lnTo>
                    <a:pt x="101835" y="41075"/>
                  </a:lnTo>
                  <a:lnTo>
                    <a:pt x="101783" y="38924"/>
                  </a:lnTo>
                  <a:lnTo>
                    <a:pt x="101578" y="36989"/>
                  </a:lnTo>
                  <a:lnTo>
                    <a:pt x="101423" y="35268"/>
                  </a:lnTo>
                  <a:lnTo>
                    <a:pt x="101063" y="33763"/>
                  </a:lnTo>
                  <a:lnTo>
                    <a:pt x="100754" y="32473"/>
                  </a:lnTo>
                  <a:lnTo>
                    <a:pt x="100291" y="31612"/>
                  </a:lnTo>
                  <a:lnTo>
                    <a:pt x="99879" y="30967"/>
                  </a:lnTo>
                  <a:lnTo>
                    <a:pt x="99365" y="30537"/>
                  </a:lnTo>
                  <a:lnTo>
                    <a:pt x="99365" y="30537"/>
                  </a:lnTo>
                  <a:close/>
                  <a:moveTo>
                    <a:pt x="89536" y="30537"/>
                  </a:moveTo>
                  <a:lnTo>
                    <a:pt x="89536" y="30537"/>
                  </a:lnTo>
                  <a:lnTo>
                    <a:pt x="89022" y="30967"/>
                  </a:lnTo>
                  <a:lnTo>
                    <a:pt x="88610" y="31612"/>
                  </a:lnTo>
                  <a:lnTo>
                    <a:pt x="88147" y="32473"/>
                  </a:lnTo>
                  <a:lnTo>
                    <a:pt x="87838" y="33763"/>
                  </a:lnTo>
                  <a:lnTo>
                    <a:pt x="87478" y="35268"/>
                  </a:lnTo>
                  <a:lnTo>
                    <a:pt x="87324" y="36989"/>
                  </a:lnTo>
                  <a:lnTo>
                    <a:pt x="87118" y="38924"/>
                  </a:lnTo>
                  <a:lnTo>
                    <a:pt x="87066" y="41075"/>
                  </a:lnTo>
                  <a:lnTo>
                    <a:pt x="87066" y="41075"/>
                  </a:lnTo>
                  <a:lnTo>
                    <a:pt x="87118" y="42795"/>
                  </a:lnTo>
                  <a:lnTo>
                    <a:pt x="87324" y="44946"/>
                  </a:lnTo>
                  <a:lnTo>
                    <a:pt x="87478" y="46451"/>
                  </a:lnTo>
                  <a:lnTo>
                    <a:pt x="87838" y="47741"/>
                  </a:lnTo>
                  <a:lnTo>
                    <a:pt x="88147" y="49247"/>
                  </a:lnTo>
                  <a:lnTo>
                    <a:pt x="88610" y="49892"/>
                  </a:lnTo>
                  <a:lnTo>
                    <a:pt x="89022" y="50752"/>
                  </a:lnTo>
                  <a:lnTo>
                    <a:pt x="89536" y="50967"/>
                  </a:lnTo>
                  <a:lnTo>
                    <a:pt x="89536" y="50967"/>
                  </a:lnTo>
                  <a:lnTo>
                    <a:pt x="90000" y="50752"/>
                  </a:lnTo>
                  <a:lnTo>
                    <a:pt x="90514" y="49892"/>
                  </a:lnTo>
                  <a:lnTo>
                    <a:pt x="90823" y="49247"/>
                  </a:lnTo>
                  <a:lnTo>
                    <a:pt x="91286" y="47741"/>
                  </a:lnTo>
                  <a:lnTo>
                    <a:pt x="91543" y="46451"/>
                  </a:lnTo>
                  <a:lnTo>
                    <a:pt x="91801" y="44946"/>
                  </a:lnTo>
                  <a:lnTo>
                    <a:pt x="91852" y="42795"/>
                  </a:lnTo>
                  <a:lnTo>
                    <a:pt x="91955" y="41075"/>
                  </a:lnTo>
                  <a:lnTo>
                    <a:pt x="91955" y="41075"/>
                  </a:lnTo>
                  <a:lnTo>
                    <a:pt x="91852" y="38924"/>
                  </a:lnTo>
                  <a:lnTo>
                    <a:pt x="91801" y="36989"/>
                  </a:lnTo>
                  <a:lnTo>
                    <a:pt x="91543" y="35268"/>
                  </a:lnTo>
                  <a:lnTo>
                    <a:pt x="91286" y="33763"/>
                  </a:lnTo>
                  <a:lnTo>
                    <a:pt x="90823" y="32473"/>
                  </a:lnTo>
                  <a:lnTo>
                    <a:pt x="90514" y="31612"/>
                  </a:lnTo>
                  <a:lnTo>
                    <a:pt x="90000" y="30967"/>
                  </a:lnTo>
                  <a:lnTo>
                    <a:pt x="89536" y="30537"/>
                  </a:lnTo>
                  <a:lnTo>
                    <a:pt x="89536" y="30537"/>
                  </a:lnTo>
                  <a:close/>
                  <a:moveTo>
                    <a:pt x="19348" y="44946"/>
                  </a:moveTo>
                  <a:lnTo>
                    <a:pt x="19348" y="44946"/>
                  </a:lnTo>
                  <a:lnTo>
                    <a:pt x="19245" y="43440"/>
                  </a:lnTo>
                  <a:lnTo>
                    <a:pt x="19090" y="42365"/>
                  </a:lnTo>
                  <a:lnTo>
                    <a:pt x="18833" y="41290"/>
                  </a:lnTo>
                  <a:lnTo>
                    <a:pt x="18473" y="41290"/>
                  </a:lnTo>
                  <a:lnTo>
                    <a:pt x="11269" y="41290"/>
                  </a:lnTo>
                  <a:lnTo>
                    <a:pt x="11269" y="41290"/>
                  </a:lnTo>
                  <a:lnTo>
                    <a:pt x="10909" y="41290"/>
                  </a:lnTo>
                  <a:lnTo>
                    <a:pt x="10651" y="42365"/>
                  </a:lnTo>
                  <a:lnTo>
                    <a:pt x="10394" y="43440"/>
                  </a:lnTo>
                  <a:lnTo>
                    <a:pt x="10394" y="44946"/>
                  </a:lnTo>
                  <a:lnTo>
                    <a:pt x="10394" y="75053"/>
                  </a:lnTo>
                  <a:lnTo>
                    <a:pt x="10394" y="75053"/>
                  </a:lnTo>
                  <a:lnTo>
                    <a:pt x="10394" y="76559"/>
                  </a:lnTo>
                  <a:lnTo>
                    <a:pt x="10651" y="77634"/>
                  </a:lnTo>
                  <a:lnTo>
                    <a:pt x="10909" y="78494"/>
                  </a:lnTo>
                  <a:lnTo>
                    <a:pt x="11269" y="78709"/>
                  </a:lnTo>
                  <a:lnTo>
                    <a:pt x="18473" y="78709"/>
                  </a:lnTo>
                  <a:lnTo>
                    <a:pt x="18473" y="78709"/>
                  </a:lnTo>
                  <a:lnTo>
                    <a:pt x="18833" y="78494"/>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grpSp>
      <p:grpSp>
        <p:nvGrpSpPr>
          <p:cNvPr id="486" name="Shape 486"/>
          <p:cNvGrpSpPr/>
          <p:nvPr/>
        </p:nvGrpSpPr>
        <p:grpSpPr>
          <a:xfrm>
            <a:off x="6596159" y="4073352"/>
            <a:ext cx="448274" cy="327326"/>
            <a:chOff x="11664950" y="10985500"/>
            <a:chExt cx="1851023" cy="1449387"/>
          </a:xfrm>
        </p:grpSpPr>
        <p:sp>
          <p:nvSpPr>
            <p:cNvPr id="487" name="Shape 487"/>
            <p:cNvSpPr/>
            <p:nvPr/>
          </p:nvSpPr>
          <p:spPr>
            <a:xfrm>
              <a:off x="11664950" y="11991975"/>
              <a:ext cx="1851023" cy="442912"/>
            </a:xfrm>
            <a:custGeom>
              <a:avLst/>
              <a:gdLst/>
              <a:ahLst/>
              <a:cxnLst/>
              <a:rect l="0" t="0" r="0" b="0"/>
              <a:pathLst>
                <a:path w="120000" h="120000" extrusionOk="0">
                  <a:moveTo>
                    <a:pt x="0" y="17204"/>
                  </a:moveTo>
                  <a:lnTo>
                    <a:pt x="0" y="17204"/>
                  </a:lnTo>
                  <a:lnTo>
                    <a:pt x="102" y="13978"/>
                  </a:lnTo>
                  <a:lnTo>
                    <a:pt x="360" y="10322"/>
                  </a:lnTo>
                  <a:lnTo>
                    <a:pt x="668" y="7526"/>
                  </a:lnTo>
                  <a:lnTo>
                    <a:pt x="1183" y="4946"/>
                  </a:lnTo>
                  <a:lnTo>
                    <a:pt x="1801" y="2795"/>
                  </a:lnTo>
                  <a:lnTo>
                    <a:pt x="2469" y="1290"/>
                  </a:lnTo>
                  <a:lnTo>
                    <a:pt x="3293" y="215"/>
                  </a:lnTo>
                  <a:lnTo>
                    <a:pt x="4116" y="0"/>
                  </a:lnTo>
                  <a:lnTo>
                    <a:pt x="115883" y="0"/>
                  </a:lnTo>
                  <a:lnTo>
                    <a:pt x="115883" y="0"/>
                  </a:lnTo>
                  <a:lnTo>
                    <a:pt x="116706" y="215"/>
                  </a:lnTo>
                  <a:lnTo>
                    <a:pt x="117530" y="1290"/>
                  </a:lnTo>
                  <a:lnTo>
                    <a:pt x="118198" y="2795"/>
                  </a:lnTo>
                  <a:lnTo>
                    <a:pt x="118816" y="4946"/>
                  </a:lnTo>
                  <a:lnTo>
                    <a:pt x="119331" y="7526"/>
                  </a:lnTo>
                  <a:lnTo>
                    <a:pt x="119639" y="10322"/>
                  </a:lnTo>
                  <a:lnTo>
                    <a:pt x="119897" y="13978"/>
                  </a:lnTo>
                  <a:lnTo>
                    <a:pt x="120000" y="17204"/>
                  </a:lnTo>
                  <a:lnTo>
                    <a:pt x="120000" y="102795"/>
                  </a:lnTo>
                  <a:lnTo>
                    <a:pt x="120000" y="102795"/>
                  </a:lnTo>
                  <a:lnTo>
                    <a:pt x="119897" y="106236"/>
                  </a:lnTo>
                  <a:lnTo>
                    <a:pt x="119639" y="109677"/>
                  </a:lnTo>
                  <a:lnTo>
                    <a:pt x="119331" y="112473"/>
                  </a:lnTo>
                  <a:lnTo>
                    <a:pt x="118816" y="115053"/>
                  </a:lnTo>
                  <a:lnTo>
                    <a:pt x="118198" y="117204"/>
                  </a:lnTo>
                  <a:lnTo>
                    <a:pt x="117530" y="118494"/>
                  </a:lnTo>
                  <a:lnTo>
                    <a:pt x="116706" y="119569"/>
                  </a:lnTo>
                  <a:lnTo>
                    <a:pt x="115883" y="120000"/>
                  </a:lnTo>
                  <a:lnTo>
                    <a:pt x="4116" y="120000"/>
                  </a:lnTo>
                  <a:lnTo>
                    <a:pt x="4116" y="120000"/>
                  </a:lnTo>
                  <a:lnTo>
                    <a:pt x="3293" y="119569"/>
                  </a:lnTo>
                  <a:lnTo>
                    <a:pt x="2469" y="118494"/>
                  </a:lnTo>
                  <a:lnTo>
                    <a:pt x="1801" y="117204"/>
                  </a:lnTo>
                  <a:lnTo>
                    <a:pt x="1183" y="115053"/>
                  </a:lnTo>
                  <a:lnTo>
                    <a:pt x="668" y="112473"/>
                  </a:lnTo>
                  <a:lnTo>
                    <a:pt x="360" y="109677"/>
                  </a:lnTo>
                  <a:lnTo>
                    <a:pt x="102" y="106236"/>
                  </a:lnTo>
                  <a:lnTo>
                    <a:pt x="0" y="102795"/>
                  </a:lnTo>
                  <a:lnTo>
                    <a:pt x="0" y="17204"/>
                  </a:lnTo>
                  <a:close/>
                  <a:moveTo>
                    <a:pt x="108473" y="30752"/>
                  </a:moveTo>
                  <a:lnTo>
                    <a:pt x="108473" y="30752"/>
                  </a:lnTo>
                  <a:lnTo>
                    <a:pt x="107958" y="30752"/>
                  </a:lnTo>
                  <a:lnTo>
                    <a:pt x="107547" y="31612"/>
                  </a:lnTo>
                  <a:lnTo>
                    <a:pt x="107084" y="32258"/>
                  </a:lnTo>
                  <a:lnTo>
                    <a:pt x="106775" y="33763"/>
                  </a:lnTo>
                  <a:lnTo>
                    <a:pt x="106518" y="35268"/>
                  </a:lnTo>
                  <a:lnTo>
                    <a:pt x="106260" y="36989"/>
                  </a:lnTo>
                  <a:lnTo>
                    <a:pt x="106054" y="38709"/>
                  </a:lnTo>
                  <a:lnTo>
                    <a:pt x="106054" y="40860"/>
                  </a:lnTo>
                  <a:lnTo>
                    <a:pt x="106054" y="40860"/>
                  </a:lnTo>
                  <a:lnTo>
                    <a:pt x="106054" y="42795"/>
                  </a:lnTo>
                  <a:lnTo>
                    <a:pt x="106260" y="44946"/>
                  </a:lnTo>
                  <a:lnTo>
                    <a:pt x="106518" y="46666"/>
                  </a:lnTo>
                  <a:lnTo>
                    <a:pt x="106775" y="48172"/>
                  </a:lnTo>
                  <a:lnTo>
                    <a:pt x="107084" y="49247"/>
                  </a:lnTo>
                  <a:lnTo>
                    <a:pt x="107547" y="50322"/>
                  </a:lnTo>
                  <a:lnTo>
                    <a:pt x="107958" y="50537"/>
                  </a:lnTo>
                  <a:lnTo>
                    <a:pt x="108473" y="50967"/>
                  </a:lnTo>
                  <a:lnTo>
                    <a:pt x="108473" y="50967"/>
                  </a:lnTo>
                  <a:lnTo>
                    <a:pt x="108987" y="50537"/>
                  </a:lnTo>
                  <a:lnTo>
                    <a:pt x="109399" y="50322"/>
                  </a:lnTo>
                  <a:lnTo>
                    <a:pt x="109862" y="49247"/>
                  </a:lnTo>
                  <a:lnTo>
                    <a:pt x="110171" y="48172"/>
                  </a:lnTo>
                  <a:lnTo>
                    <a:pt x="110428" y="46666"/>
                  </a:lnTo>
                  <a:lnTo>
                    <a:pt x="110686" y="44946"/>
                  </a:lnTo>
                  <a:lnTo>
                    <a:pt x="110891" y="42795"/>
                  </a:lnTo>
                  <a:lnTo>
                    <a:pt x="110891" y="40860"/>
                  </a:lnTo>
                  <a:lnTo>
                    <a:pt x="110891" y="40860"/>
                  </a:lnTo>
                  <a:lnTo>
                    <a:pt x="110891" y="38709"/>
                  </a:lnTo>
                  <a:lnTo>
                    <a:pt x="110686" y="36989"/>
                  </a:lnTo>
                  <a:lnTo>
                    <a:pt x="110428" y="35268"/>
                  </a:lnTo>
                  <a:lnTo>
                    <a:pt x="110171" y="33763"/>
                  </a:lnTo>
                  <a:lnTo>
                    <a:pt x="109862" y="32258"/>
                  </a:lnTo>
                  <a:lnTo>
                    <a:pt x="109399" y="31612"/>
                  </a:lnTo>
                  <a:lnTo>
                    <a:pt x="108987" y="30752"/>
                  </a:lnTo>
                  <a:lnTo>
                    <a:pt x="108473" y="30752"/>
                  </a:lnTo>
                  <a:lnTo>
                    <a:pt x="108473" y="30752"/>
                  </a:lnTo>
                  <a:close/>
                  <a:moveTo>
                    <a:pt x="99365" y="30752"/>
                  </a:moveTo>
                  <a:lnTo>
                    <a:pt x="99365" y="30752"/>
                  </a:lnTo>
                  <a:lnTo>
                    <a:pt x="98902" y="30752"/>
                  </a:lnTo>
                  <a:lnTo>
                    <a:pt x="98387" y="31612"/>
                  </a:lnTo>
                  <a:lnTo>
                    <a:pt x="98078" y="32258"/>
                  </a:lnTo>
                  <a:lnTo>
                    <a:pt x="97615" y="33763"/>
                  </a:lnTo>
                  <a:lnTo>
                    <a:pt x="97358" y="35268"/>
                  </a:lnTo>
                  <a:lnTo>
                    <a:pt x="97101" y="36989"/>
                  </a:lnTo>
                  <a:lnTo>
                    <a:pt x="97049" y="38709"/>
                  </a:lnTo>
                  <a:lnTo>
                    <a:pt x="96946" y="40860"/>
                  </a:lnTo>
                  <a:lnTo>
                    <a:pt x="96946" y="40860"/>
                  </a:lnTo>
                  <a:lnTo>
                    <a:pt x="97049" y="42795"/>
                  </a:lnTo>
                  <a:lnTo>
                    <a:pt x="97101" y="44946"/>
                  </a:lnTo>
                  <a:lnTo>
                    <a:pt x="97358" y="46666"/>
                  </a:lnTo>
                  <a:lnTo>
                    <a:pt x="97615" y="48172"/>
                  </a:lnTo>
                  <a:lnTo>
                    <a:pt x="98078" y="49247"/>
                  </a:lnTo>
                  <a:lnTo>
                    <a:pt x="98387" y="50322"/>
                  </a:lnTo>
                  <a:lnTo>
                    <a:pt x="98902" y="50537"/>
                  </a:lnTo>
                  <a:lnTo>
                    <a:pt x="99365" y="50967"/>
                  </a:lnTo>
                  <a:lnTo>
                    <a:pt x="99365" y="50967"/>
                  </a:lnTo>
                  <a:lnTo>
                    <a:pt x="99879" y="50537"/>
                  </a:lnTo>
                  <a:lnTo>
                    <a:pt x="100291" y="50322"/>
                  </a:lnTo>
                  <a:lnTo>
                    <a:pt x="100754" y="49247"/>
                  </a:lnTo>
                  <a:lnTo>
                    <a:pt x="101063" y="48172"/>
                  </a:lnTo>
                  <a:lnTo>
                    <a:pt x="101423" y="46666"/>
                  </a:lnTo>
                  <a:lnTo>
                    <a:pt x="101578" y="44946"/>
                  </a:lnTo>
                  <a:lnTo>
                    <a:pt x="101783" y="42795"/>
                  </a:lnTo>
                  <a:lnTo>
                    <a:pt x="101835" y="40860"/>
                  </a:lnTo>
                  <a:lnTo>
                    <a:pt x="101835" y="40860"/>
                  </a:lnTo>
                  <a:lnTo>
                    <a:pt x="101783" y="38709"/>
                  </a:lnTo>
                  <a:lnTo>
                    <a:pt x="101578" y="36989"/>
                  </a:lnTo>
                  <a:lnTo>
                    <a:pt x="101423" y="35268"/>
                  </a:lnTo>
                  <a:lnTo>
                    <a:pt x="101063" y="33763"/>
                  </a:lnTo>
                  <a:lnTo>
                    <a:pt x="100754" y="32258"/>
                  </a:lnTo>
                  <a:lnTo>
                    <a:pt x="100291" y="31612"/>
                  </a:lnTo>
                  <a:lnTo>
                    <a:pt x="99879" y="30752"/>
                  </a:lnTo>
                  <a:lnTo>
                    <a:pt x="99365" y="30752"/>
                  </a:lnTo>
                  <a:lnTo>
                    <a:pt x="99365" y="30752"/>
                  </a:lnTo>
                  <a:close/>
                  <a:moveTo>
                    <a:pt x="89536" y="30752"/>
                  </a:moveTo>
                  <a:lnTo>
                    <a:pt x="89536" y="30752"/>
                  </a:lnTo>
                  <a:lnTo>
                    <a:pt x="89022" y="30752"/>
                  </a:lnTo>
                  <a:lnTo>
                    <a:pt x="88610" y="31612"/>
                  </a:lnTo>
                  <a:lnTo>
                    <a:pt x="88147" y="32258"/>
                  </a:lnTo>
                  <a:lnTo>
                    <a:pt x="87838" y="33763"/>
                  </a:lnTo>
                  <a:lnTo>
                    <a:pt x="87478" y="35268"/>
                  </a:lnTo>
                  <a:lnTo>
                    <a:pt x="87324" y="36989"/>
                  </a:lnTo>
                  <a:lnTo>
                    <a:pt x="87118" y="38709"/>
                  </a:lnTo>
                  <a:lnTo>
                    <a:pt x="87066" y="40860"/>
                  </a:lnTo>
                  <a:lnTo>
                    <a:pt x="87066" y="40860"/>
                  </a:lnTo>
                  <a:lnTo>
                    <a:pt x="87118" y="42795"/>
                  </a:lnTo>
                  <a:lnTo>
                    <a:pt x="87324" y="44946"/>
                  </a:lnTo>
                  <a:lnTo>
                    <a:pt x="87478" y="46666"/>
                  </a:lnTo>
                  <a:lnTo>
                    <a:pt x="87838" y="48172"/>
                  </a:lnTo>
                  <a:lnTo>
                    <a:pt x="88147" y="49247"/>
                  </a:lnTo>
                  <a:lnTo>
                    <a:pt x="88610" y="50322"/>
                  </a:lnTo>
                  <a:lnTo>
                    <a:pt x="89022" y="50537"/>
                  </a:lnTo>
                  <a:lnTo>
                    <a:pt x="89536" y="50967"/>
                  </a:lnTo>
                  <a:lnTo>
                    <a:pt x="89536" y="50967"/>
                  </a:lnTo>
                  <a:lnTo>
                    <a:pt x="90000" y="50537"/>
                  </a:lnTo>
                  <a:lnTo>
                    <a:pt x="90514" y="50322"/>
                  </a:lnTo>
                  <a:lnTo>
                    <a:pt x="90823" y="49247"/>
                  </a:lnTo>
                  <a:lnTo>
                    <a:pt x="91286" y="48172"/>
                  </a:lnTo>
                  <a:lnTo>
                    <a:pt x="91543" y="46666"/>
                  </a:lnTo>
                  <a:lnTo>
                    <a:pt x="91801" y="44946"/>
                  </a:lnTo>
                  <a:lnTo>
                    <a:pt x="91852" y="42795"/>
                  </a:lnTo>
                  <a:lnTo>
                    <a:pt x="91955" y="40860"/>
                  </a:lnTo>
                  <a:lnTo>
                    <a:pt x="91955" y="40860"/>
                  </a:lnTo>
                  <a:lnTo>
                    <a:pt x="91852" y="38709"/>
                  </a:lnTo>
                  <a:lnTo>
                    <a:pt x="91801" y="36989"/>
                  </a:lnTo>
                  <a:lnTo>
                    <a:pt x="91543" y="35268"/>
                  </a:lnTo>
                  <a:lnTo>
                    <a:pt x="91286" y="33763"/>
                  </a:lnTo>
                  <a:lnTo>
                    <a:pt x="90823" y="32258"/>
                  </a:lnTo>
                  <a:lnTo>
                    <a:pt x="90514" y="31612"/>
                  </a:lnTo>
                  <a:lnTo>
                    <a:pt x="90000" y="30752"/>
                  </a:lnTo>
                  <a:lnTo>
                    <a:pt x="89536" y="30752"/>
                  </a:lnTo>
                  <a:lnTo>
                    <a:pt x="89536" y="30752"/>
                  </a:lnTo>
                  <a:close/>
                  <a:moveTo>
                    <a:pt x="19348" y="44946"/>
                  </a:moveTo>
                  <a:lnTo>
                    <a:pt x="19348" y="44946"/>
                  </a:lnTo>
                  <a:lnTo>
                    <a:pt x="19245" y="43440"/>
                  </a:lnTo>
                  <a:lnTo>
                    <a:pt x="19090" y="42365"/>
                  </a:lnTo>
                  <a:lnTo>
                    <a:pt x="18833" y="41720"/>
                  </a:lnTo>
                  <a:lnTo>
                    <a:pt x="18473" y="41290"/>
                  </a:lnTo>
                  <a:lnTo>
                    <a:pt x="11269" y="41290"/>
                  </a:lnTo>
                  <a:lnTo>
                    <a:pt x="11269" y="41290"/>
                  </a:lnTo>
                  <a:lnTo>
                    <a:pt x="10909" y="41720"/>
                  </a:lnTo>
                  <a:lnTo>
                    <a:pt x="10651" y="42365"/>
                  </a:lnTo>
                  <a:lnTo>
                    <a:pt x="10394" y="43440"/>
                  </a:lnTo>
                  <a:lnTo>
                    <a:pt x="10394" y="44946"/>
                  </a:lnTo>
                  <a:lnTo>
                    <a:pt x="10394" y="75053"/>
                  </a:lnTo>
                  <a:lnTo>
                    <a:pt x="10394" y="75053"/>
                  </a:lnTo>
                  <a:lnTo>
                    <a:pt x="10394" y="76559"/>
                  </a:lnTo>
                  <a:lnTo>
                    <a:pt x="10651" y="77634"/>
                  </a:lnTo>
                  <a:lnTo>
                    <a:pt x="10909" y="78709"/>
                  </a:lnTo>
                  <a:lnTo>
                    <a:pt x="11269" y="78709"/>
                  </a:lnTo>
                  <a:lnTo>
                    <a:pt x="18473" y="78709"/>
                  </a:lnTo>
                  <a:lnTo>
                    <a:pt x="18473" y="78709"/>
                  </a:lnTo>
                  <a:lnTo>
                    <a:pt x="18833" y="78709"/>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88" name="Shape 488"/>
            <p:cNvSpPr/>
            <p:nvPr/>
          </p:nvSpPr>
          <p:spPr>
            <a:xfrm>
              <a:off x="11664950" y="11488738"/>
              <a:ext cx="1851023" cy="441324"/>
            </a:xfrm>
            <a:custGeom>
              <a:avLst/>
              <a:gdLst/>
              <a:ahLst/>
              <a:cxnLst/>
              <a:rect l="0" t="0" r="0" b="0"/>
              <a:pathLst>
                <a:path w="120000" h="120000" extrusionOk="0">
                  <a:moveTo>
                    <a:pt x="0" y="17450"/>
                  </a:moveTo>
                  <a:lnTo>
                    <a:pt x="0" y="17450"/>
                  </a:lnTo>
                  <a:lnTo>
                    <a:pt x="102" y="13788"/>
                  </a:lnTo>
                  <a:lnTo>
                    <a:pt x="360" y="10556"/>
                  </a:lnTo>
                  <a:lnTo>
                    <a:pt x="668" y="7540"/>
                  </a:lnTo>
                  <a:lnTo>
                    <a:pt x="1183" y="5170"/>
                  </a:lnTo>
                  <a:lnTo>
                    <a:pt x="1801" y="3016"/>
                  </a:lnTo>
                  <a:lnTo>
                    <a:pt x="2469" y="1077"/>
                  </a:lnTo>
                  <a:lnTo>
                    <a:pt x="3293" y="430"/>
                  </a:lnTo>
                  <a:lnTo>
                    <a:pt x="4116" y="0"/>
                  </a:lnTo>
                  <a:lnTo>
                    <a:pt x="115883" y="0"/>
                  </a:lnTo>
                  <a:lnTo>
                    <a:pt x="115883" y="0"/>
                  </a:lnTo>
                  <a:lnTo>
                    <a:pt x="116706" y="430"/>
                  </a:lnTo>
                  <a:lnTo>
                    <a:pt x="117530" y="1077"/>
                  </a:lnTo>
                  <a:lnTo>
                    <a:pt x="118198" y="3016"/>
                  </a:lnTo>
                  <a:lnTo>
                    <a:pt x="118816" y="5170"/>
                  </a:lnTo>
                  <a:lnTo>
                    <a:pt x="119331" y="7540"/>
                  </a:lnTo>
                  <a:lnTo>
                    <a:pt x="119639" y="10556"/>
                  </a:lnTo>
                  <a:lnTo>
                    <a:pt x="119897" y="13788"/>
                  </a:lnTo>
                  <a:lnTo>
                    <a:pt x="120000" y="17450"/>
                  </a:lnTo>
                  <a:lnTo>
                    <a:pt x="120000" y="102764"/>
                  </a:lnTo>
                  <a:lnTo>
                    <a:pt x="120000" y="102764"/>
                  </a:lnTo>
                  <a:lnTo>
                    <a:pt x="119897" y="106211"/>
                  </a:lnTo>
                  <a:lnTo>
                    <a:pt x="119639" y="109443"/>
                  </a:lnTo>
                  <a:lnTo>
                    <a:pt x="119331" y="112459"/>
                  </a:lnTo>
                  <a:lnTo>
                    <a:pt x="118816" y="114829"/>
                  </a:lnTo>
                  <a:lnTo>
                    <a:pt x="118198" y="116983"/>
                  </a:lnTo>
                  <a:lnTo>
                    <a:pt x="117530" y="118491"/>
                  </a:lnTo>
                  <a:lnTo>
                    <a:pt x="116706" y="119569"/>
                  </a:lnTo>
                  <a:lnTo>
                    <a:pt x="115883" y="120000"/>
                  </a:lnTo>
                  <a:lnTo>
                    <a:pt x="4116" y="120000"/>
                  </a:lnTo>
                  <a:lnTo>
                    <a:pt x="4116" y="120000"/>
                  </a:lnTo>
                  <a:lnTo>
                    <a:pt x="3293" y="119569"/>
                  </a:lnTo>
                  <a:lnTo>
                    <a:pt x="2469" y="118491"/>
                  </a:lnTo>
                  <a:lnTo>
                    <a:pt x="1801" y="116983"/>
                  </a:lnTo>
                  <a:lnTo>
                    <a:pt x="1183" y="114829"/>
                  </a:lnTo>
                  <a:lnTo>
                    <a:pt x="668" y="112459"/>
                  </a:lnTo>
                  <a:lnTo>
                    <a:pt x="360" y="109443"/>
                  </a:lnTo>
                  <a:lnTo>
                    <a:pt x="102" y="106211"/>
                  </a:lnTo>
                  <a:lnTo>
                    <a:pt x="0" y="102764"/>
                  </a:lnTo>
                  <a:lnTo>
                    <a:pt x="0" y="17450"/>
                  </a:lnTo>
                  <a:close/>
                  <a:moveTo>
                    <a:pt x="108473" y="30592"/>
                  </a:moveTo>
                  <a:lnTo>
                    <a:pt x="108473" y="30592"/>
                  </a:lnTo>
                  <a:lnTo>
                    <a:pt x="107958" y="31023"/>
                  </a:lnTo>
                  <a:lnTo>
                    <a:pt x="107547" y="31454"/>
                  </a:lnTo>
                  <a:lnTo>
                    <a:pt x="107084" y="32531"/>
                  </a:lnTo>
                  <a:lnTo>
                    <a:pt x="106775" y="33608"/>
                  </a:lnTo>
                  <a:lnTo>
                    <a:pt x="106518" y="34901"/>
                  </a:lnTo>
                  <a:lnTo>
                    <a:pt x="106260" y="36840"/>
                  </a:lnTo>
                  <a:lnTo>
                    <a:pt x="106054" y="38563"/>
                  </a:lnTo>
                  <a:lnTo>
                    <a:pt x="106054" y="40718"/>
                  </a:lnTo>
                  <a:lnTo>
                    <a:pt x="106054" y="40718"/>
                  </a:lnTo>
                  <a:lnTo>
                    <a:pt x="106054" y="42872"/>
                  </a:lnTo>
                  <a:lnTo>
                    <a:pt x="106260" y="44811"/>
                  </a:lnTo>
                  <a:lnTo>
                    <a:pt x="106518" y="46535"/>
                  </a:lnTo>
                  <a:lnTo>
                    <a:pt x="106775" y="48043"/>
                  </a:lnTo>
                  <a:lnTo>
                    <a:pt x="107084" y="49335"/>
                  </a:lnTo>
                  <a:lnTo>
                    <a:pt x="107547" y="50197"/>
                  </a:lnTo>
                  <a:lnTo>
                    <a:pt x="107958" y="50843"/>
                  </a:lnTo>
                  <a:lnTo>
                    <a:pt x="108473" y="50843"/>
                  </a:lnTo>
                  <a:lnTo>
                    <a:pt x="108473" y="50843"/>
                  </a:lnTo>
                  <a:lnTo>
                    <a:pt x="108987" y="50843"/>
                  </a:lnTo>
                  <a:lnTo>
                    <a:pt x="109399" y="50197"/>
                  </a:lnTo>
                  <a:lnTo>
                    <a:pt x="109862" y="49335"/>
                  </a:lnTo>
                  <a:lnTo>
                    <a:pt x="110171" y="48043"/>
                  </a:lnTo>
                  <a:lnTo>
                    <a:pt x="110428" y="46535"/>
                  </a:lnTo>
                  <a:lnTo>
                    <a:pt x="110686" y="44811"/>
                  </a:lnTo>
                  <a:lnTo>
                    <a:pt x="110891" y="42872"/>
                  </a:lnTo>
                  <a:lnTo>
                    <a:pt x="110891" y="40718"/>
                  </a:lnTo>
                  <a:lnTo>
                    <a:pt x="110891" y="40718"/>
                  </a:lnTo>
                  <a:lnTo>
                    <a:pt x="110891" y="38563"/>
                  </a:lnTo>
                  <a:lnTo>
                    <a:pt x="110686" y="36840"/>
                  </a:lnTo>
                  <a:lnTo>
                    <a:pt x="110428" y="34901"/>
                  </a:lnTo>
                  <a:lnTo>
                    <a:pt x="110171" y="33608"/>
                  </a:lnTo>
                  <a:lnTo>
                    <a:pt x="109862" y="32531"/>
                  </a:lnTo>
                  <a:lnTo>
                    <a:pt x="109399" y="31454"/>
                  </a:lnTo>
                  <a:lnTo>
                    <a:pt x="108987" y="31023"/>
                  </a:lnTo>
                  <a:lnTo>
                    <a:pt x="108473" y="30592"/>
                  </a:lnTo>
                  <a:lnTo>
                    <a:pt x="108473" y="30592"/>
                  </a:lnTo>
                  <a:close/>
                  <a:moveTo>
                    <a:pt x="99365" y="30592"/>
                  </a:moveTo>
                  <a:lnTo>
                    <a:pt x="99365" y="30592"/>
                  </a:lnTo>
                  <a:lnTo>
                    <a:pt x="98902" y="31023"/>
                  </a:lnTo>
                  <a:lnTo>
                    <a:pt x="98387" y="31454"/>
                  </a:lnTo>
                  <a:lnTo>
                    <a:pt x="98078" y="32531"/>
                  </a:lnTo>
                  <a:lnTo>
                    <a:pt x="97615" y="33608"/>
                  </a:lnTo>
                  <a:lnTo>
                    <a:pt x="97358" y="34901"/>
                  </a:lnTo>
                  <a:lnTo>
                    <a:pt x="97101" y="36840"/>
                  </a:lnTo>
                  <a:lnTo>
                    <a:pt x="97049" y="38563"/>
                  </a:lnTo>
                  <a:lnTo>
                    <a:pt x="96946" y="40718"/>
                  </a:lnTo>
                  <a:lnTo>
                    <a:pt x="96946" y="40718"/>
                  </a:lnTo>
                  <a:lnTo>
                    <a:pt x="97049" y="42872"/>
                  </a:lnTo>
                  <a:lnTo>
                    <a:pt x="97101" y="44811"/>
                  </a:lnTo>
                  <a:lnTo>
                    <a:pt x="97358" y="46535"/>
                  </a:lnTo>
                  <a:lnTo>
                    <a:pt x="97615" y="48043"/>
                  </a:lnTo>
                  <a:lnTo>
                    <a:pt x="98078" y="49335"/>
                  </a:lnTo>
                  <a:lnTo>
                    <a:pt x="98387" y="50197"/>
                  </a:lnTo>
                  <a:lnTo>
                    <a:pt x="98902" y="50843"/>
                  </a:lnTo>
                  <a:lnTo>
                    <a:pt x="99365" y="50843"/>
                  </a:lnTo>
                  <a:lnTo>
                    <a:pt x="99365" y="50843"/>
                  </a:lnTo>
                  <a:lnTo>
                    <a:pt x="99879" y="50843"/>
                  </a:lnTo>
                  <a:lnTo>
                    <a:pt x="100291" y="50197"/>
                  </a:lnTo>
                  <a:lnTo>
                    <a:pt x="100754" y="49335"/>
                  </a:lnTo>
                  <a:lnTo>
                    <a:pt x="101063" y="48043"/>
                  </a:lnTo>
                  <a:lnTo>
                    <a:pt x="101423" y="46535"/>
                  </a:lnTo>
                  <a:lnTo>
                    <a:pt x="101578" y="44811"/>
                  </a:lnTo>
                  <a:lnTo>
                    <a:pt x="101783" y="42872"/>
                  </a:lnTo>
                  <a:lnTo>
                    <a:pt x="101835" y="40718"/>
                  </a:lnTo>
                  <a:lnTo>
                    <a:pt x="101835" y="40718"/>
                  </a:lnTo>
                  <a:lnTo>
                    <a:pt x="101783" y="38563"/>
                  </a:lnTo>
                  <a:lnTo>
                    <a:pt x="101578" y="36840"/>
                  </a:lnTo>
                  <a:lnTo>
                    <a:pt x="101423" y="34901"/>
                  </a:lnTo>
                  <a:lnTo>
                    <a:pt x="101063" y="33608"/>
                  </a:lnTo>
                  <a:lnTo>
                    <a:pt x="100754" y="32531"/>
                  </a:lnTo>
                  <a:lnTo>
                    <a:pt x="100291" y="31454"/>
                  </a:lnTo>
                  <a:lnTo>
                    <a:pt x="99879" y="31023"/>
                  </a:lnTo>
                  <a:lnTo>
                    <a:pt x="99365" y="30592"/>
                  </a:lnTo>
                  <a:lnTo>
                    <a:pt x="99365" y="30592"/>
                  </a:lnTo>
                  <a:close/>
                  <a:moveTo>
                    <a:pt x="89536" y="30592"/>
                  </a:moveTo>
                  <a:lnTo>
                    <a:pt x="89536" y="30592"/>
                  </a:lnTo>
                  <a:lnTo>
                    <a:pt x="89022" y="31023"/>
                  </a:lnTo>
                  <a:lnTo>
                    <a:pt x="88610" y="31454"/>
                  </a:lnTo>
                  <a:lnTo>
                    <a:pt x="88147" y="32531"/>
                  </a:lnTo>
                  <a:lnTo>
                    <a:pt x="87838" y="33608"/>
                  </a:lnTo>
                  <a:lnTo>
                    <a:pt x="87478" y="34901"/>
                  </a:lnTo>
                  <a:lnTo>
                    <a:pt x="87324" y="36840"/>
                  </a:lnTo>
                  <a:lnTo>
                    <a:pt x="87118" y="38563"/>
                  </a:lnTo>
                  <a:lnTo>
                    <a:pt x="87066" y="40718"/>
                  </a:lnTo>
                  <a:lnTo>
                    <a:pt x="87066" y="40718"/>
                  </a:lnTo>
                  <a:lnTo>
                    <a:pt x="87118" y="42872"/>
                  </a:lnTo>
                  <a:lnTo>
                    <a:pt x="87324" y="44811"/>
                  </a:lnTo>
                  <a:lnTo>
                    <a:pt x="87478" y="46535"/>
                  </a:lnTo>
                  <a:lnTo>
                    <a:pt x="87838" y="48043"/>
                  </a:lnTo>
                  <a:lnTo>
                    <a:pt x="88147" y="49335"/>
                  </a:lnTo>
                  <a:lnTo>
                    <a:pt x="88610" y="50197"/>
                  </a:lnTo>
                  <a:lnTo>
                    <a:pt x="89022" y="50843"/>
                  </a:lnTo>
                  <a:lnTo>
                    <a:pt x="89536" y="50843"/>
                  </a:lnTo>
                  <a:lnTo>
                    <a:pt x="89536" y="50843"/>
                  </a:lnTo>
                  <a:lnTo>
                    <a:pt x="90000" y="50843"/>
                  </a:lnTo>
                  <a:lnTo>
                    <a:pt x="90514" y="50197"/>
                  </a:lnTo>
                  <a:lnTo>
                    <a:pt x="90823" y="49335"/>
                  </a:lnTo>
                  <a:lnTo>
                    <a:pt x="91286" y="48043"/>
                  </a:lnTo>
                  <a:lnTo>
                    <a:pt x="91543" y="46535"/>
                  </a:lnTo>
                  <a:lnTo>
                    <a:pt x="91801" y="44811"/>
                  </a:lnTo>
                  <a:lnTo>
                    <a:pt x="91852" y="42872"/>
                  </a:lnTo>
                  <a:lnTo>
                    <a:pt x="91955" y="40718"/>
                  </a:lnTo>
                  <a:lnTo>
                    <a:pt x="91955" y="40718"/>
                  </a:lnTo>
                  <a:lnTo>
                    <a:pt x="91852" y="38563"/>
                  </a:lnTo>
                  <a:lnTo>
                    <a:pt x="91801" y="36840"/>
                  </a:lnTo>
                  <a:lnTo>
                    <a:pt x="91543" y="34901"/>
                  </a:lnTo>
                  <a:lnTo>
                    <a:pt x="91286" y="33608"/>
                  </a:lnTo>
                  <a:lnTo>
                    <a:pt x="90823" y="32531"/>
                  </a:lnTo>
                  <a:lnTo>
                    <a:pt x="90514" y="31454"/>
                  </a:lnTo>
                  <a:lnTo>
                    <a:pt x="90000" y="31023"/>
                  </a:lnTo>
                  <a:lnTo>
                    <a:pt x="89536" y="30592"/>
                  </a:lnTo>
                  <a:lnTo>
                    <a:pt x="89536" y="30592"/>
                  </a:lnTo>
                  <a:close/>
                  <a:moveTo>
                    <a:pt x="19348" y="45026"/>
                  </a:moveTo>
                  <a:lnTo>
                    <a:pt x="19348" y="45026"/>
                  </a:lnTo>
                  <a:lnTo>
                    <a:pt x="19245" y="43734"/>
                  </a:lnTo>
                  <a:lnTo>
                    <a:pt x="19090" y="42226"/>
                  </a:lnTo>
                  <a:lnTo>
                    <a:pt x="18833" y="41364"/>
                  </a:lnTo>
                  <a:lnTo>
                    <a:pt x="18473" y="41149"/>
                  </a:lnTo>
                  <a:lnTo>
                    <a:pt x="11269" y="41149"/>
                  </a:lnTo>
                  <a:lnTo>
                    <a:pt x="11269" y="41149"/>
                  </a:lnTo>
                  <a:lnTo>
                    <a:pt x="10909" y="41364"/>
                  </a:lnTo>
                  <a:lnTo>
                    <a:pt x="10651" y="42226"/>
                  </a:lnTo>
                  <a:lnTo>
                    <a:pt x="10394" y="43734"/>
                  </a:lnTo>
                  <a:lnTo>
                    <a:pt x="10394" y="45026"/>
                  </a:lnTo>
                  <a:lnTo>
                    <a:pt x="10394" y="74973"/>
                  </a:lnTo>
                  <a:lnTo>
                    <a:pt x="10394" y="74973"/>
                  </a:lnTo>
                  <a:lnTo>
                    <a:pt x="10394" y="76481"/>
                  </a:lnTo>
                  <a:lnTo>
                    <a:pt x="10651" y="77773"/>
                  </a:lnTo>
                  <a:lnTo>
                    <a:pt x="10909" y="78635"/>
                  </a:lnTo>
                  <a:lnTo>
                    <a:pt x="11269" y="78850"/>
                  </a:lnTo>
                  <a:lnTo>
                    <a:pt x="18473" y="78850"/>
                  </a:lnTo>
                  <a:lnTo>
                    <a:pt x="18473" y="78850"/>
                  </a:lnTo>
                  <a:lnTo>
                    <a:pt x="18833" y="78635"/>
                  </a:lnTo>
                  <a:lnTo>
                    <a:pt x="19090" y="77773"/>
                  </a:lnTo>
                  <a:lnTo>
                    <a:pt x="19245" y="76481"/>
                  </a:lnTo>
                  <a:lnTo>
                    <a:pt x="19348" y="74973"/>
                  </a:lnTo>
                  <a:lnTo>
                    <a:pt x="19348" y="4502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89" name="Shape 489"/>
            <p:cNvSpPr/>
            <p:nvPr/>
          </p:nvSpPr>
          <p:spPr>
            <a:xfrm>
              <a:off x="11664950" y="10985500"/>
              <a:ext cx="1851023" cy="442912"/>
            </a:xfrm>
            <a:custGeom>
              <a:avLst/>
              <a:gdLst/>
              <a:ahLst/>
              <a:cxnLst/>
              <a:rect l="0" t="0" r="0" b="0"/>
              <a:pathLst>
                <a:path w="120000" h="120000" extrusionOk="0">
                  <a:moveTo>
                    <a:pt x="0" y="17204"/>
                  </a:moveTo>
                  <a:lnTo>
                    <a:pt x="0" y="17204"/>
                  </a:lnTo>
                  <a:lnTo>
                    <a:pt x="102" y="13763"/>
                  </a:lnTo>
                  <a:lnTo>
                    <a:pt x="360" y="10537"/>
                  </a:lnTo>
                  <a:lnTo>
                    <a:pt x="668" y="7526"/>
                  </a:lnTo>
                  <a:lnTo>
                    <a:pt x="1183" y="5161"/>
                  </a:lnTo>
                  <a:lnTo>
                    <a:pt x="1801" y="3010"/>
                  </a:lnTo>
                  <a:lnTo>
                    <a:pt x="2469" y="1505"/>
                  </a:lnTo>
                  <a:lnTo>
                    <a:pt x="3293" y="430"/>
                  </a:lnTo>
                  <a:lnTo>
                    <a:pt x="4116" y="0"/>
                  </a:lnTo>
                  <a:lnTo>
                    <a:pt x="115883" y="0"/>
                  </a:lnTo>
                  <a:lnTo>
                    <a:pt x="115883" y="0"/>
                  </a:lnTo>
                  <a:lnTo>
                    <a:pt x="116706" y="430"/>
                  </a:lnTo>
                  <a:lnTo>
                    <a:pt x="117530" y="1505"/>
                  </a:lnTo>
                  <a:lnTo>
                    <a:pt x="118198" y="3010"/>
                  </a:lnTo>
                  <a:lnTo>
                    <a:pt x="118816" y="5161"/>
                  </a:lnTo>
                  <a:lnTo>
                    <a:pt x="119331" y="7526"/>
                  </a:lnTo>
                  <a:lnTo>
                    <a:pt x="119639" y="10537"/>
                  </a:lnTo>
                  <a:lnTo>
                    <a:pt x="119897" y="13763"/>
                  </a:lnTo>
                  <a:lnTo>
                    <a:pt x="120000" y="17204"/>
                  </a:lnTo>
                  <a:lnTo>
                    <a:pt x="120000" y="102795"/>
                  </a:lnTo>
                  <a:lnTo>
                    <a:pt x="120000" y="102795"/>
                  </a:lnTo>
                  <a:lnTo>
                    <a:pt x="119897" y="106021"/>
                  </a:lnTo>
                  <a:lnTo>
                    <a:pt x="119639" y="109247"/>
                  </a:lnTo>
                  <a:lnTo>
                    <a:pt x="119331" y="112258"/>
                  </a:lnTo>
                  <a:lnTo>
                    <a:pt x="118816" y="115053"/>
                  </a:lnTo>
                  <a:lnTo>
                    <a:pt x="118198" y="116774"/>
                  </a:lnTo>
                  <a:lnTo>
                    <a:pt x="117530" y="118709"/>
                  </a:lnTo>
                  <a:lnTo>
                    <a:pt x="116706" y="119784"/>
                  </a:lnTo>
                  <a:lnTo>
                    <a:pt x="115883" y="120000"/>
                  </a:lnTo>
                  <a:lnTo>
                    <a:pt x="4116" y="120000"/>
                  </a:lnTo>
                  <a:lnTo>
                    <a:pt x="4116" y="120000"/>
                  </a:lnTo>
                  <a:lnTo>
                    <a:pt x="3293" y="119784"/>
                  </a:lnTo>
                  <a:lnTo>
                    <a:pt x="2469" y="118709"/>
                  </a:lnTo>
                  <a:lnTo>
                    <a:pt x="1801" y="116774"/>
                  </a:lnTo>
                  <a:lnTo>
                    <a:pt x="1183" y="115053"/>
                  </a:lnTo>
                  <a:lnTo>
                    <a:pt x="668" y="112258"/>
                  </a:lnTo>
                  <a:lnTo>
                    <a:pt x="360" y="109247"/>
                  </a:lnTo>
                  <a:lnTo>
                    <a:pt x="102" y="106021"/>
                  </a:lnTo>
                  <a:lnTo>
                    <a:pt x="0" y="102795"/>
                  </a:lnTo>
                  <a:lnTo>
                    <a:pt x="0" y="17204"/>
                  </a:lnTo>
                  <a:close/>
                  <a:moveTo>
                    <a:pt x="108473" y="30537"/>
                  </a:moveTo>
                  <a:lnTo>
                    <a:pt x="108473" y="30537"/>
                  </a:lnTo>
                  <a:lnTo>
                    <a:pt x="107958" y="30967"/>
                  </a:lnTo>
                  <a:lnTo>
                    <a:pt x="107547" y="31612"/>
                  </a:lnTo>
                  <a:lnTo>
                    <a:pt x="107084" y="32473"/>
                  </a:lnTo>
                  <a:lnTo>
                    <a:pt x="106775" y="33763"/>
                  </a:lnTo>
                  <a:lnTo>
                    <a:pt x="106518" y="35268"/>
                  </a:lnTo>
                  <a:lnTo>
                    <a:pt x="106260" y="36989"/>
                  </a:lnTo>
                  <a:lnTo>
                    <a:pt x="106054" y="38924"/>
                  </a:lnTo>
                  <a:lnTo>
                    <a:pt x="106054" y="41075"/>
                  </a:lnTo>
                  <a:lnTo>
                    <a:pt x="106054" y="41075"/>
                  </a:lnTo>
                  <a:lnTo>
                    <a:pt x="106054" y="42795"/>
                  </a:lnTo>
                  <a:lnTo>
                    <a:pt x="106260" y="44946"/>
                  </a:lnTo>
                  <a:lnTo>
                    <a:pt x="106518" y="46451"/>
                  </a:lnTo>
                  <a:lnTo>
                    <a:pt x="106775" y="47741"/>
                  </a:lnTo>
                  <a:lnTo>
                    <a:pt x="107084" y="49247"/>
                  </a:lnTo>
                  <a:lnTo>
                    <a:pt x="107547" y="49892"/>
                  </a:lnTo>
                  <a:lnTo>
                    <a:pt x="107958" y="50752"/>
                  </a:lnTo>
                  <a:lnTo>
                    <a:pt x="108473" y="50967"/>
                  </a:lnTo>
                  <a:lnTo>
                    <a:pt x="108473" y="50967"/>
                  </a:lnTo>
                  <a:lnTo>
                    <a:pt x="108987" y="50752"/>
                  </a:lnTo>
                  <a:lnTo>
                    <a:pt x="109399" y="49892"/>
                  </a:lnTo>
                  <a:lnTo>
                    <a:pt x="109862" y="49247"/>
                  </a:lnTo>
                  <a:lnTo>
                    <a:pt x="110171" y="47741"/>
                  </a:lnTo>
                  <a:lnTo>
                    <a:pt x="110428" y="46451"/>
                  </a:lnTo>
                  <a:lnTo>
                    <a:pt x="110686" y="44946"/>
                  </a:lnTo>
                  <a:lnTo>
                    <a:pt x="110891" y="42795"/>
                  </a:lnTo>
                  <a:lnTo>
                    <a:pt x="110891" y="41075"/>
                  </a:lnTo>
                  <a:lnTo>
                    <a:pt x="110891" y="41075"/>
                  </a:lnTo>
                  <a:lnTo>
                    <a:pt x="110891" y="38924"/>
                  </a:lnTo>
                  <a:lnTo>
                    <a:pt x="110686" y="36989"/>
                  </a:lnTo>
                  <a:lnTo>
                    <a:pt x="110428" y="35268"/>
                  </a:lnTo>
                  <a:lnTo>
                    <a:pt x="110171" y="33763"/>
                  </a:lnTo>
                  <a:lnTo>
                    <a:pt x="109862" y="32473"/>
                  </a:lnTo>
                  <a:lnTo>
                    <a:pt x="109399" y="31612"/>
                  </a:lnTo>
                  <a:lnTo>
                    <a:pt x="108987" y="30967"/>
                  </a:lnTo>
                  <a:lnTo>
                    <a:pt x="108473" y="30537"/>
                  </a:lnTo>
                  <a:lnTo>
                    <a:pt x="108473" y="30537"/>
                  </a:lnTo>
                  <a:close/>
                  <a:moveTo>
                    <a:pt x="99365" y="30537"/>
                  </a:moveTo>
                  <a:lnTo>
                    <a:pt x="99365" y="30537"/>
                  </a:lnTo>
                  <a:lnTo>
                    <a:pt x="98902" y="30967"/>
                  </a:lnTo>
                  <a:lnTo>
                    <a:pt x="98387" y="31612"/>
                  </a:lnTo>
                  <a:lnTo>
                    <a:pt x="98078" y="32473"/>
                  </a:lnTo>
                  <a:lnTo>
                    <a:pt x="97615" y="33763"/>
                  </a:lnTo>
                  <a:lnTo>
                    <a:pt x="97358" y="35268"/>
                  </a:lnTo>
                  <a:lnTo>
                    <a:pt x="97101" y="36989"/>
                  </a:lnTo>
                  <a:lnTo>
                    <a:pt x="97049" y="38924"/>
                  </a:lnTo>
                  <a:lnTo>
                    <a:pt x="96946" y="41075"/>
                  </a:lnTo>
                  <a:lnTo>
                    <a:pt x="96946" y="41075"/>
                  </a:lnTo>
                  <a:lnTo>
                    <a:pt x="97049" y="42795"/>
                  </a:lnTo>
                  <a:lnTo>
                    <a:pt x="97101" y="44946"/>
                  </a:lnTo>
                  <a:lnTo>
                    <a:pt x="97358" y="46451"/>
                  </a:lnTo>
                  <a:lnTo>
                    <a:pt x="97615" y="47741"/>
                  </a:lnTo>
                  <a:lnTo>
                    <a:pt x="98078" y="49247"/>
                  </a:lnTo>
                  <a:lnTo>
                    <a:pt x="98387" y="49892"/>
                  </a:lnTo>
                  <a:lnTo>
                    <a:pt x="98902" y="50752"/>
                  </a:lnTo>
                  <a:lnTo>
                    <a:pt x="99365" y="50967"/>
                  </a:lnTo>
                  <a:lnTo>
                    <a:pt x="99365" y="50967"/>
                  </a:lnTo>
                  <a:lnTo>
                    <a:pt x="99879" y="50752"/>
                  </a:lnTo>
                  <a:lnTo>
                    <a:pt x="100291" y="49892"/>
                  </a:lnTo>
                  <a:lnTo>
                    <a:pt x="100754" y="49247"/>
                  </a:lnTo>
                  <a:lnTo>
                    <a:pt x="101063" y="47741"/>
                  </a:lnTo>
                  <a:lnTo>
                    <a:pt x="101423" y="46451"/>
                  </a:lnTo>
                  <a:lnTo>
                    <a:pt x="101578" y="44946"/>
                  </a:lnTo>
                  <a:lnTo>
                    <a:pt x="101783" y="42795"/>
                  </a:lnTo>
                  <a:lnTo>
                    <a:pt x="101835" y="41075"/>
                  </a:lnTo>
                  <a:lnTo>
                    <a:pt x="101835" y="41075"/>
                  </a:lnTo>
                  <a:lnTo>
                    <a:pt x="101783" y="38924"/>
                  </a:lnTo>
                  <a:lnTo>
                    <a:pt x="101578" y="36989"/>
                  </a:lnTo>
                  <a:lnTo>
                    <a:pt x="101423" y="35268"/>
                  </a:lnTo>
                  <a:lnTo>
                    <a:pt x="101063" y="33763"/>
                  </a:lnTo>
                  <a:lnTo>
                    <a:pt x="100754" y="32473"/>
                  </a:lnTo>
                  <a:lnTo>
                    <a:pt x="100291" y="31612"/>
                  </a:lnTo>
                  <a:lnTo>
                    <a:pt x="99879" y="30967"/>
                  </a:lnTo>
                  <a:lnTo>
                    <a:pt x="99365" y="30537"/>
                  </a:lnTo>
                  <a:lnTo>
                    <a:pt x="99365" y="30537"/>
                  </a:lnTo>
                  <a:close/>
                  <a:moveTo>
                    <a:pt x="89536" y="30537"/>
                  </a:moveTo>
                  <a:lnTo>
                    <a:pt x="89536" y="30537"/>
                  </a:lnTo>
                  <a:lnTo>
                    <a:pt x="89022" y="30967"/>
                  </a:lnTo>
                  <a:lnTo>
                    <a:pt x="88610" y="31612"/>
                  </a:lnTo>
                  <a:lnTo>
                    <a:pt x="88147" y="32473"/>
                  </a:lnTo>
                  <a:lnTo>
                    <a:pt x="87838" y="33763"/>
                  </a:lnTo>
                  <a:lnTo>
                    <a:pt x="87478" y="35268"/>
                  </a:lnTo>
                  <a:lnTo>
                    <a:pt x="87324" y="36989"/>
                  </a:lnTo>
                  <a:lnTo>
                    <a:pt x="87118" y="38924"/>
                  </a:lnTo>
                  <a:lnTo>
                    <a:pt x="87066" y="41075"/>
                  </a:lnTo>
                  <a:lnTo>
                    <a:pt x="87066" y="41075"/>
                  </a:lnTo>
                  <a:lnTo>
                    <a:pt x="87118" y="42795"/>
                  </a:lnTo>
                  <a:lnTo>
                    <a:pt x="87324" y="44946"/>
                  </a:lnTo>
                  <a:lnTo>
                    <a:pt x="87478" y="46451"/>
                  </a:lnTo>
                  <a:lnTo>
                    <a:pt x="87838" y="47741"/>
                  </a:lnTo>
                  <a:lnTo>
                    <a:pt x="88147" y="49247"/>
                  </a:lnTo>
                  <a:lnTo>
                    <a:pt x="88610" y="49892"/>
                  </a:lnTo>
                  <a:lnTo>
                    <a:pt x="89022" y="50752"/>
                  </a:lnTo>
                  <a:lnTo>
                    <a:pt x="89536" y="50967"/>
                  </a:lnTo>
                  <a:lnTo>
                    <a:pt x="89536" y="50967"/>
                  </a:lnTo>
                  <a:lnTo>
                    <a:pt x="90000" y="50752"/>
                  </a:lnTo>
                  <a:lnTo>
                    <a:pt x="90514" y="49892"/>
                  </a:lnTo>
                  <a:lnTo>
                    <a:pt x="90823" y="49247"/>
                  </a:lnTo>
                  <a:lnTo>
                    <a:pt x="91286" y="47741"/>
                  </a:lnTo>
                  <a:lnTo>
                    <a:pt x="91543" y="46451"/>
                  </a:lnTo>
                  <a:lnTo>
                    <a:pt x="91801" y="44946"/>
                  </a:lnTo>
                  <a:lnTo>
                    <a:pt x="91852" y="42795"/>
                  </a:lnTo>
                  <a:lnTo>
                    <a:pt x="91955" y="41075"/>
                  </a:lnTo>
                  <a:lnTo>
                    <a:pt x="91955" y="41075"/>
                  </a:lnTo>
                  <a:lnTo>
                    <a:pt x="91852" y="38924"/>
                  </a:lnTo>
                  <a:lnTo>
                    <a:pt x="91801" y="36989"/>
                  </a:lnTo>
                  <a:lnTo>
                    <a:pt x="91543" y="35268"/>
                  </a:lnTo>
                  <a:lnTo>
                    <a:pt x="91286" y="33763"/>
                  </a:lnTo>
                  <a:lnTo>
                    <a:pt x="90823" y="32473"/>
                  </a:lnTo>
                  <a:lnTo>
                    <a:pt x="90514" y="31612"/>
                  </a:lnTo>
                  <a:lnTo>
                    <a:pt x="90000" y="30967"/>
                  </a:lnTo>
                  <a:lnTo>
                    <a:pt x="89536" y="30537"/>
                  </a:lnTo>
                  <a:lnTo>
                    <a:pt x="89536" y="30537"/>
                  </a:lnTo>
                  <a:close/>
                  <a:moveTo>
                    <a:pt x="19348" y="44946"/>
                  </a:moveTo>
                  <a:lnTo>
                    <a:pt x="19348" y="44946"/>
                  </a:lnTo>
                  <a:lnTo>
                    <a:pt x="19245" y="43440"/>
                  </a:lnTo>
                  <a:lnTo>
                    <a:pt x="19090" y="42365"/>
                  </a:lnTo>
                  <a:lnTo>
                    <a:pt x="18833" y="41290"/>
                  </a:lnTo>
                  <a:lnTo>
                    <a:pt x="18473" y="41290"/>
                  </a:lnTo>
                  <a:lnTo>
                    <a:pt x="11269" y="41290"/>
                  </a:lnTo>
                  <a:lnTo>
                    <a:pt x="11269" y="41290"/>
                  </a:lnTo>
                  <a:lnTo>
                    <a:pt x="10909" y="41290"/>
                  </a:lnTo>
                  <a:lnTo>
                    <a:pt x="10651" y="42365"/>
                  </a:lnTo>
                  <a:lnTo>
                    <a:pt x="10394" y="43440"/>
                  </a:lnTo>
                  <a:lnTo>
                    <a:pt x="10394" y="44946"/>
                  </a:lnTo>
                  <a:lnTo>
                    <a:pt x="10394" y="75053"/>
                  </a:lnTo>
                  <a:lnTo>
                    <a:pt x="10394" y="75053"/>
                  </a:lnTo>
                  <a:lnTo>
                    <a:pt x="10394" y="76559"/>
                  </a:lnTo>
                  <a:lnTo>
                    <a:pt x="10651" y="77634"/>
                  </a:lnTo>
                  <a:lnTo>
                    <a:pt x="10909" y="78494"/>
                  </a:lnTo>
                  <a:lnTo>
                    <a:pt x="11269" y="78709"/>
                  </a:lnTo>
                  <a:lnTo>
                    <a:pt x="18473" y="78709"/>
                  </a:lnTo>
                  <a:lnTo>
                    <a:pt x="18473" y="78709"/>
                  </a:lnTo>
                  <a:lnTo>
                    <a:pt x="18833" y="78494"/>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grpSp>
      <p:grpSp>
        <p:nvGrpSpPr>
          <p:cNvPr id="490" name="Shape 490"/>
          <p:cNvGrpSpPr/>
          <p:nvPr/>
        </p:nvGrpSpPr>
        <p:grpSpPr>
          <a:xfrm>
            <a:off x="3937590" y="4080343"/>
            <a:ext cx="448274" cy="327326"/>
            <a:chOff x="11664950" y="10985500"/>
            <a:chExt cx="1851023" cy="1449387"/>
          </a:xfrm>
        </p:grpSpPr>
        <p:sp>
          <p:nvSpPr>
            <p:cNvPr id="491" name="Shape 491"/>
            <p:cNvSpPr/>
            <p:nvPr/>
          </p:nvSpPr>
          <p:spPr>
            <a:xfrm>
              <a:off x="11664950" y="11991975"/>
              <a:ext cx="1851023" cy="442912"/>
            </a:xfrm>
            <a:custGeom>
              <a:avLst/>
              <a:gdLst/>
              <a:ahLst/>
              <a:cxnLst/>
              <a:rect l="0" t="0" r="0" b="0"/>
              <a:pathLst>
                <a:path w="120000" h="120000" extrusionOk="0">
                  <a:moveTo>
                    <a:pt x="0" y="17204"/>
                  </a:moveTo>
                  <a:lnTo>
                    <a:pt x="0" y="17204"/>
                  </a:lnTo>
                  <a:lnTo>
                    <a:pt x="102" y="13978"/>
                  </a:lnTo>
                  <a:lnTo>
                    <a:pt x="360" y="10322"/>
                  </a:lnTo>
                  <a:lnTo>
                    <a:pt x="668" y="7526"/>
                  </a:lnTo>
                  <a:lnTo>
                    <a:pt x="1183" y="4946"/>
                  </a:lnTo>
                  <a:lnTo>
                    <a:pt x="1801" y="2795"/>
                  </a:lnTo>
                  <a:lnTo>
                    <a:pt x="2469" y="1290"/>
                  </a:lnTo>
                  <a:lnTo>
                    <a:pt x="3293" y="215"/>
                  </a:lnTo>
                  <a:lnTo>
                    <a:pt x="4116" y="0"/>
                  </a:lnTo>
                  <a:lnTo>
                    <a:pt x="115883" y="0"/>
                  </a:lnTo>
                  <a:lnTo>
                    <a:pt x="115883" y="0"/>
                  </a:lnTo>
                  <a:lnTo>
                    <a:pt x="116706" y="215"/>
                  </a:lnTo>
                  <a:lnTo>
                    <a:pt x="117530" y="1290"/>
                  </a:lnTo>
                  <a:lnTo>
                    <a:pt x="118198" y="2795"/>
                  </a:lnTo>
                  <a:lnTo>
                    <a:pt x="118816" y="4946"/>
                  </a:lnTo>
                  <a:lnTo>
                    <a:pt x="119331" y="7526"/>
                  </a:lnTo>
                  <a:lnTo>
                    <a:pt x="119639" y="10322"/>
                  </a:lnTo>
                  <a:lnTo>
                    <a:pt x="119897" y="13978"/>
                  </a:lnTo>
                  <a:lnTo>
                    <a:pt x="120000" y="17204"/>
                  </a:lnTo>
                  <a:lnTo>
                    <a:pt x="120000" y="102795"/>
                  </a:lnTo>
                  <a:lnTo>
                    <a:pt x="120000" y="102795"/>
                  </a:lnTo>
                  <a:lnTo>
                    <a:pt x="119897" y="106236"/>
                  </a:lnTo>
                  <a:lnTo>
                    <a:pt x="119639" y="109677"/>
                  </a:lnTo>
                  <a:lnTo>
                    <a:pt x="119331" y="112473"/>
                  </a:lnTo>
                  <a:lnTo>
                    <a:pt x="118816" y="115053"/>
                  </a:lnTo>
                  <a:lnTo>
                    <a:pt x="118198" y="117204"/>
                  </a:lnTo>
                  <a:lnTo>
                    <a:pt x="117530" y="118494"/>
                  </a:lnTo>
                  <a:lnTo>
                    <a:pt x="116706" y="119569"/>
                  </a:lnTo>
                  <a:lnTo>
                    <a:pt x="115883" y="120000"/>
                  </a:lnTo>
                  <a:lnTo>
                    <a:pt x="4116" y="120000"/>
                  </a:lnTo>
                  <a:lnTo>
                    <a:pt x="4116" y="120000"/>
                  </a:lnTo>
                  <a:lnTo>
                    <a:pt x="3293" y="119569"/>
                  </a:lnTo>
                  <a:lnTo>
                    <a:pt x="2469" y="118494"/>
                  </a:lnTo>
                  <a:lnTo>
                    <a:pt x="1801" y="117204"/>
                  </a:lnTo>
                  <a:lnTo>
                    <a:pt x="1183" y="115053"/>
                  </a:lnTo>
                  <a:lnTo>
                    <a:pt x="668" y="112473"/>
                  </a:lnTo>
                  <a:lnTo>
                    <a:pt x="360" y="109677"/>
                  </a:lnTo>
                  <a:lnTo>
                    <a:pt x="102" y="106236"/>
                  </a:lnTo>
                  <a:lnTo>
                    <a:pt x="0" y="102795"/>
                  </a:lnTo>
                  <a:lnTo>
                    <a:pt x="0" y="17204"/>
                  </a:lnTo>
                  <a:close/>
                  <a:moveTo>
                    <a:pt x="108473" y="30752"/>
                  </a:moveTo>
                  <a:lnTo>
                    <a:pt x="108473" y="30752"/>
                  </a:lnTo>
                  <a:lnTo>
                    <a:pt x="107958" y="30752"/>
                  </a:lnTo>
                  <a:lnTo>
                    <a:pt x="107547" y="31612"/>
                  </a:lnTo>
                  <a:lnTo>
                    <a:pt x="107084" y="32258"/>
                  </a:lnTo>
                  <a:lnTo>
                    <a:pt x="106775" y="33763"/>
                  </a:lnTo>
                  <a:lnTo>
                    <a:pt x="106518" y="35268"/>
                  </a:lnTo>
                  <a:lnTo>
                    <a:pt x="106260" y="36989"/>
                  </a:lnTo>
                  <a:lnTo>
                    <a:pt x="106054" y="38709"/>
                  </a:lnTo>
                  <a:lnTo>
                    <a:pt x="106054" y="40860"/>
                  </a:lnTo>
                  <a:lnTo>
                    <a:pt x="106054" y="40860"/>
                  </a:lnTo>
                  <a:lnTo>
                    <a:pt x="106054" y="42795"/>
                  </a:lnTo>
                  <a:lnTo>
                    <a:pt x="106260" y="44946"/>
                  </a:lnTo>
                  <a:lnTo>
                    <a:pt x="106518" y="46666"/>
                  </a:lnTo>
                  <a:lnTo>
                    <a:pt x="106775" y="48172"/>
                  </a:lnTo>
                  <a:lnTo>
                    <a:pt x="107084" y="49247"/>
                  </a:lnTo>
                  <a:lnTo>
                    <a:pt x="107547" y="50322"/>
                  </a:lnTo>
                  <a:lnTo>
                    <a:pt x="107958" y="50537"/>
                  </a:lnTo>
                  <a:lnTo>
                    <a:pt x="108473" y="50967"/>
                  </a:lnTo>
                  <a:lnTo>
                    <a:pt x="108473" y="50967"/>
                  </a:lnTo>
                  <a:lnTo>
                    <a:pt x="108987" y="50537"/>
                  </a:lnTo>
                  <a:lnTo>
                    <a:pt x="109399" y="50322"/>
                  </a:lnTo>
                  <a:lnTo>
                    <a:pt x="109862" y="49247"/>
                  </a:lnTo>
                  <a:lnTo>
                    <a:pt x="110171" y="48172"/>
                  </a:lnTo>
                  <a:lnTo>
                    <a:pt x="110428" y="46666"/>
                  </a:lnTo>
                  <a:lnTo>
                    <a:pt x="110686" y="44946"/>
                  </a:lnTo>
                  <a:lnTo>
                    <a:pt x="110891" y="42795"/>
                  </a:lnTo>
                  <a:lnTo>
                    <a:pt x="110891" y="40860"/>
                  </a:lnTo>
                  <a:lnTo>
                    <a:pt x="110891" y="40860"/>
                  </a:lnTo>
                  <a:lnTo>
                    <a:pt x="110891" y="38709"/>
                  </a:lnTo>
                  <a:lnTo>
                    <a:pt x="110686" y="36989"/>
                  </a:lnTo>
                  <a:lnTo>
                    <a:pt x="110428" y="35268"/>
                  </a:lnTo>
                  <a:lnTo>
                    <a:pt x="110171" y="33763"/>
                  </a:lnTo>
                  <a:lnTo>
                    <a:pt x="109862" y="32258"/>
                  </a:lnTo>
                  <a:lnTo>
                    <a:pt x="109399" y="31612"/>
                  </a:lnTo>
                  <a:lnTo>
                    <a:pt x="108987" y="30752"/>
                  </a:lnTo>
                  <a:lnTo>
                    <a:pt x="108473" y="30752"/>
                  </a:lnTo>
                  <a:lnTo>
                    <a:pt x="108473" y="30752"/>
                  </a:lnTo>
                  <a:close/>
                  <a:moveTo>
                    <a:pt x="99365" y="30752"/>
                  </a:moveTo>
                  <a:lnTo>
                    <a:pt x="99365" y="30752"/>
                  </a:lnTo>
                  <a:lnTo>
                    <a:pt x="98902" y="30752"/>
                  </a:lnTo>
                  <a:lnTo>
                    <a:pt x="98387" y="31612"/>
                  </a:lnTo>
                  <a:lnTo>
                    <a:pt x="98078" y="32258"/>
                  </a:lnTo>
                  <a:lnTo>
                    <a:pt x="97615" y="33763"/>
                  </a:lnTo>
                  <a:lnTo>
                    <a:pt x="97358" y="35268"/>
                  </a:lnTo>
                  <a:lnTo>
                    <a:pt x="97101" y="36989"/>
                  </a:lnTo>
                  <a:lnTo>
                    <a:pt x="97049" y="38709"/>
                  </a:lnTo>
                  <a:lnTo>
                    <a:pt x="96946" y="40860"/>
                  </a:lnTo>
                  <a:lnTo>
                    <a:pt x="96946" y="40860"/>
                  </a:lnTo>
                  <a:lnTo>
                    <a:pt x="97049" y="42795"/>
                  </a:lnTo>
                  <a:lnTo>
                    <a:pt x="97101" y="44946"/>
                  </a:lnTo>
                  <a:lnTo>
                    <a:pt x="97358" y="46666"/>
                  </a:lnTo>
                  <a:lnTo>
                    <a:pt x="97615" y="48172"/>
                  </a:lnTo>
                  <a:lnTo>
                    <a:pt x="98078" y="49247"/>
                  </a:lnTo>
                  <a:lnTo>
                    <a:pt x="98387" y="50322"/>
                  </a:lnTo>
                  <a:lnTo>
                    <a:pt x="98902" y="50537"/>
                  </a:lnTo>
                  <a:lnTo>
                    <a:pt x="99365" y="50967"/>
                  </a:lnTo>
                  <a:lnTo>
                    <a:pt x="99365" y="50967"/>
                  </a:lnTo>
                  <a:lnTo>
                    <a:pt x="99879" y="50537"/>
                  </a:lnTo>
                  <a:lnTo>
                    <a:pt x="100291" y="50322"/>
                  </a:lnTo>
                  <a:lnTo>
                    <a:pt x="100754" y="49247"/>
                  </a:lnTo>
                  <a:lnTo>
                    <a:pt x="101063" y="48172"/>
                  </a:lnTo>
                  <a:lnTo>
                    <a:pt x="101423" y="46666"/>
                  </a:lnTo>
                  <a:lnTo>
                    <a:pt x="101578" y="44946"/>
                  </a:lnTo>
                  <a:lnTo>
                    <a:pt x="101783" y="42795"/>
                  </a:lnTo>
                  <a:lnTo>
                    <a:pt x="101835" y="40860"/>
                  </a:lnTo>
                  <a:lnTo>
                    <a:pt x="101835" y="40860"/>
                  </a:lnTo>
                  <a:lnTo>
                    <a:pt x="101783" y="38709"/>
                  </a:lnTo>
                  <a:lnTo>
                    <a:pt x="101578" y="36989"/>
                  </a:lnTo>
                  <a:lnTo>
                    <a:pt x="101423" y="35268"/>
                  </a:lnTo>
                  <a:lnTo>
                    <a:pt x="101063" y="33763"/>
                  </a:lnTo>
                  <a:lnTo>
                    <a:pt x="100754" y="32258"/>
                  </a:lnTo>
                  <a:lnTo>
                    <a:pt x="100291" y="31612"/>
                  </a:lnTo>
                  <a:lnTo>
                    <a:pt x="99879" y="30752"/>
                  </a:lnTo>
                  <a:lnTo>
                    <a:pt x="99365" y="30752"/>
                  </a:lnTo>
                  <a:lnTo>
                    <a:pt x="99365" y="30752"/>
                  </a:lnTo>
                  <a:close/>
                  <a:moveTo>
                    <a:pt x="89536" y="30752"/>
                  </a:moveTo>
                  <a:lnTo>
                    <a:pt x="89536" y="30752"/>
                  </a:lnTo>
                  <a:lnTo>
                    <a:pt x="89022" y="30752"/>
                  </a:lnTo>
                  <a:lnTo>
                    <a:pt x="88610" y="31612"/>
                  </a:lnTo>
                  <a:lnTo>
                    <a:pt x="88147" y="32258"/>
                  </a:lnTo>
                  <a:lnTo>
                    <a:pt x="87838" y="33763"/>
                  </a:lnTo>
                  <a:lnTo>
                    <a:pt x="87478" y="35268"/>
                  </a:lnTo>
                  <a:lnTo>
                    <a:pt x="87324" y="36989"/>
                  </a:lnTo>
                  <a:lnTo>
                    <a:pt x="87118" y="38709"/>
                  </a:lnTo>
                  <a:lnTo>
                    <a:pt x="87066" y="40860"/>
                  </a:lnTo>
                  <a:lnTo>
                    <a:pt x="87066" y="40860"/>
                  </a:lnTo>
                  <a:lnTo>
                    <a:pt x="87118" y="42795"/>
                  </a:lnTo>
                  <a:lnTo>
                    <a:pt x="87324" y="44946"/>
                  </a:lnTo>
                  <a:lnTo>
                    <a:pt x="87478" y="46666"/>
                  </a:lnTo>
                  <a:lnTo>
                    <a:pt x="87838" y="48172"/>
                  </a:lnTo>
                  <a:lnTo>
                    <a:pt x="88147" y="49247"/>
                  </a:lnTo>
                  <a:lnTo>
                    <a:pt x="88610" y="50322"/>
                  </a:lnTo>
                  <a:lnTo>
                    <a:pt x="89022" y="50537"/>
                  </a:lnTo>
                  <a:lnTo>
                    <a:pt x="89536" y="50967"/>
                  </a:lnTo>
                  <a:lnTo>
                    <a:pt x="89536" y="50967"/>
                  </a:lnTo>
                  <a:lnTo>
                    <a:pt x="90000" y="50537"/>
                  </a:lnTo>
                  <a:lnTo>
                    <a:pt x="90514" y="50322"/>
                  </a:lnTo>
                  <a:lnTo>
                    <a:pt x="90823" y="49247"/>
                  </a:lnTo>
                  <a:lnTo>
                    <a:pt x="91286" y="48172"/>
                  </a:lnTo>
                  <a:lnTo>
                    <a:pt x="91543" y="46666"/>
                  </a:lnTo>
                  <a:lnTo>
                    <a:pt x="91801" y="44946"/>
                  </a:lnTo>
                  <a:lnTo>
                    <a:pt x="91852" y="42795"/>
                  </a:lnTo>
                  <a:lnTo>
                    <a:pt x="91955" y="40860"/>
                  </a:lnTo>
                  <a:lnTo>
                    <a:pt x="91955" y="40860"/>
                  </a:lnTo>
                  <a:lnTo>
                    <a:pt x="91852" y="38709"/>
                  </a:lnTo>
                  <a:lnTo>
                    <a:pt x="91801" y="36989"/>
                  </a:lnTo>
                  <a:lnTo>
                    <a:pt x="91543" y="35268"/>
                  </a:lnTo>
                  <a:lnTo>
                    <a:pt x="91286" y="33763"/>
                  </a:lnTo>
                  <a:lnTo>
                    <a:pt x="90823" y="32258"/>
                  </a:lnTo>
                  <a:lnTo>
                    <a:pt x="90514" y="31612"/>
                  </a:lnTo>
                  <a:lnTo>
                    <a:pt x="90000" y="30752"/>
                  </a:lnTo>
                  <a:lnTo>
                    <a:pt x="89536" y="30752"/>
                  </a:lnTo>
                  <a:lnTo>
                    <a:pt x="89536" y="30752"/>
                  </a:lnTo>
                  <a:close/>
                  <a:moveTo>
                    <a:pt x="19348" y="44946"/>
                  </a:moveTo>
                  <a:lnTo>
                    <a:pt x="19348" y="44946"/>
                  </a:lnTo>
                  <a:lnTo>
                    <a:pt x="19245" y="43440"/>
                  </a:lnTo>
                  <a:lnTo>
                    <a:pt x="19090" y="42365"/>
                  </a:lnTo>
                  <a:lnTo>
                    <a:pt x="18833" y="41720"/>
                  </a:lnTo>
                  <a:lnTo>
                    <a:pt x="18473" y="41290"/>
                  </a:lnTo>
                  <a:lnTo>
                    <a:pt x="11269" y="41290"/>
                  </a:lnTo>
                  <a:lnTo>
                    <a:pt x="11269" y="41290"/>
                  </a:lnTo>
                  <a:lnTo>
                    <a:pt x="10909" y="41720"/>
                  </a:lnTo>
                  <a:lnTo>
                    <a:pt x="10651" y="42365"/>
                  </a:lnTo>
                  <a:lnTo>
                    <a:pt x="10394" y="43440"/>
                  </a:lnTo>
                  <a:lnTo>
                    <a:pt x="10394" y="44946"/>
                  </a:lnTo>
                  <a:lnTo>
                    <a:pt x="10394" y="75053"/>
                  </a:lnTo>
                  <a:lnTo>
                    <a:pt x="10394" y="75053"/>
                  </a:lnTo>
                  <a:lnTo>
                    <a:pt x="10394" y="76559"/>
                  </a:lnTo>
                  <a:lnTo>
                    <a:pt x="10651" y="77634"/>
                  </a:lnTo>
                  <a:lnTo>
                    <a:pt x="10909" y="78709"/>
                  </a:lnTo>
                  <a:lnTo>
                    <a:pt x="11269" y="78709"/>
                  </a:lnTo>
                  <a:lnTo>
                    <a:pt x="18473" y="78709"/>
                  </a:lnTo>
                  <a:lnTo>
                    <a:pt x="18473" y="78709"/>
                  </a:lnTo>
                  <a:lnTo>
                    <a:pt x="18833" y="78709"/>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92" name="Shape 492"/>
            <p:cNvSpPr/>
            <p:nvPr/>
          </p:nvSpPr>
          <p:spPr>
            <a:xfrm>
              <a:off x="11664950" y="11488738"/>
              <a:ext cx="1851023" cy="441324"/>
            </a:xfrm>
            <a:custGeom>
              <a:avLst/>
              <a:gdLst/>
              <a:ahLst/>
              <a:cxnLst/>
              <a:rect l="0" t="0" r="0" b="0"/>
              <a:pathLst>
                <a:path w="120000" h="120000" extrusionOk="0">
                  <a:moveTo>
                    <a:pt x="0" y="17450"/>
                  </a:moveTo>
                  <a:lnTo>
                    <a:pt x="0" y="17450"/>
                  </a:lnTo>
                  <a:lnTo>
                    <a:pt x="102" y="13788"/>
                  </a:lnTo>
                  <a:lnTo>
                    <a:pt x="360" y="10556"/>
                  </a:lnTo>
                  <a:lnTo>
                    <a:pt x="668" y="7540"/>
                  </a:lnTo>
                  <a:lnTo>
                    <a:pt x="1183" y="5170"/>
                  </a:lnTo>
                  <a:lnTo>
                    <a:pt x="1801" y="3016"/>
                  </a:lnTo>
                  <a:lnTo>
                    <a:pt x="2469" y="1077"/>
                  </a:lnTo>
                  <a:lnTo>
                    <a:pt x="3293" y="430"/>
                  </a:lnTo>
                  <a:lnTo>
                    <a:pt x="4116" y="0"/>
                  </a:lnTo>
                  <a:lnTo>
                    <a:pt x="115883" y="0"/>
                  </a:lnTo>
                  <a:lnTo>
                    <a:pt x="115883" y="0"/>
                  </a:lnTo>
                  <a:lnTo>
                    <a:pt x="116706" y="430"/>
                  </a:lnTo>
                  <a:lnTo>
                    <a:pt x="117530" y="1077"/>
                  </a:lnTo>
                  <a:lnTo>
                    <a:pt x="118198" y="3016"/>
                  </a:lnTo>
                  <a:lnTo>
                    <a:pt x="118816" y="5170"/>
                  </a:lnTo>
                  <a:lnTo>
                    <a:pt x="119331" y="7540"/>
                  </a:lnTo>
                  <a:lnTo>
                    <a:pt x="119639" y="10556"/>
                  </a:lnTo>
                  <a:lnTo>
                    <a:pt x="119897" y="13788"/>
                  </a:lnTo>
                  <a:lnTo>
                    <a:pt x="120000" y="17450"/>
                  </a:lnTo>
                  <a:lnTo>
                    <a:pt x="120000" y="102764"/>
                  </a:lnTo>
                  <a:lnTo>
                    <a:pt x="120000" y="102764"/>
                  </a:lnTo>
                  <a:lnTo>
                    <a:pt x="119897" y="106211"/>
                  </a:lnTo>
                  <a:lnTo>
                    <a:pt x="119639" y="109443"/>
                  </a:lnTo>
                  <a:lnTo>
                    <a:pt x="119331" y="112459"/>
                  </a:lnTo>
                  <a:lnTo>
                    <a:pt x="118816" y="114829"/>
                  </a:lnTo>
                  <a:lnTo>
                    <a:pt x="118198" y="116983"/>
                  </a:lnTo>
                  <a:lnTo>
                    <a:pt x="117530" y="118491"/>
                  </a:lnTo>
                  <a:lnTo>
                    <a:pt x="116706" y="119569"/>
                  </a:lnTo>
                  <a:lnTo>
                    <a:pt x="115883" y="120000"/>
                  </a:lnTo>
                  <a:lnTo>
                    <a:pt x="4116" y="120000"/>
                  </a:lnTo>
                  <a:lnTo>
                    <a:pt x="4116" y="120000"/>
                  </a:lnTo>
                  <a:lnTo>
                    <a:pt x="3293" y="119569"/>
                  </a:lnTo>
                  <a:lnTo>
                    <a:pt x="2469" y="118491"/>
                  </a:lnTo>
                  <a:lnTo>
                    <a:pt x="1801" y="116983"/>
                  </a:lnTo>
                  <a:lnTo>
                    <a:pt x="1183" y="114829"/>
                  </a:lnTo>
                  <a:lnTo>
                    <a:pt x="668" y="112459"/>
                  </a:lnTo>
                  <a:lnTo>
                    <a:pt x="360" y="109443"/>
                  </a:lnTo>
                  <a:lnTo>
                    <a:pt x="102" y="106211"/>
                  </a:lnTo>
                  <a:lnTo>
                    <a:pt x="0" y="102764"/>
                  </a:lnTo>
                  <a:lnTo>
                    <a:pt x="0" y="17450"/>
                  </a:lnTo>
                  <a:close/>
                  <a:moveTo>
                    <a:pt x="108473" y="30592"/>
                  </a:moveTo>
                  <a:lnTo>
                    <a:pt x="108473" y="30592"/>
                  </a:lnTo>
                  <a:lnTo>
                    <a:pt x="107958" y="31023"/>
                  </a:lnTo>
                  <a:lnTo>
                    <a:pt x="107547" y="31454"/>
                  </a:lnTo>
                  <a:lnTo>
                    <a:pt x="107084" y="32531"/>
                  </a:lnTo>
                  <a:lnTo>
                    <a:pt x="106775" y="33608"/>
                  </a:lnTo>
                  <a:lnTo>
                    <a:pt x="106518" y="34901"/>
                  </a:lnTo>
                  <a:lnTo>
                    <a:pt x="106260" y="36840"/>
                  </a:lnTo>
                  <a:lnTo>
                    <a:pt x="106054" y="38563"/>
                  </a:lnTo>
                  <a:lnTo>
                    <a:pt x="106054" y="40718"/>
                  </a:lnTo>
                  <a:lnTo>
                    <a:pt x="106054" y="40718"/>
                  </a:lnTo>
                  <a:lnTo>
                    <a:pt x="106054" y="42872"/>
                  </a:lnTo>
                  <a:lnTo>
                    <a:pt x="106260" y="44811"/>
                  </a:lnTo>
                  <a:lnTo>
                    <a:pt x="106518" y="46535"/>
                  </a:lnTo>
                  <a:lnTo>
                    <a:pt x="106775" y="48043"/>
                  </a:lnTo>
                  <a:lnTo>
                    <a:pt x="107084" y="49335"/>
                  </a:lnTo>
                  <a:lnTo>
                    <a:pt x="107547" y="50197"/>
                  </a:lnTo>
                  <a:lnTo>
                    <a:pt x="107958" y="50843"/>
                  </a:lnTo>
                  <a:lnTo>
                    <a:pt x="108473" y="50843"/>
                  </a:lnTo>
                  <a:lnTo>
                    <a:pt x="108473" y="50843"/>
                  </a:lnTo>
                  <a:lnTo>
                    <a:pt x="108987" y="50843"/>
                  </a:lnTo>
                  <a:lnTo>
                    <a:pt x="109399" y="50197"/>
                  </a:lnTo>
                  <a:lnTo>
                    <a:pt x="109862" y="49335"/>
                  </a:lnTo>
                  <a:lnTo>
                    <a:pt x="110171" y="48043"/>
                  </a:lnTo>
                  <a:lnTo>
                    <a:pt x="110428" y="46535"/>
                  </a:lnTo>
                  <a:lnTo>
                    <a:pt x="110686" y="44811"/>
                  </a:lnTo>
                  <a:lnTo>
                    <a:pt x="110891" y="42872"/>
                  </a:lnTo>
                  <a:lnTo>
                    <a:pt x="110891" y="40718"/>
                  </a:lnTo>
                  <a:lnTo>
                    <a:pt x="110891" y="40718"/>
                  </a:lnTo>
                  <a:lnTo>
                    <a:pt x="110891" y="38563"/>
                  </a:lnTo>
                  <a:lnTo>
                    <a:pt x="110686" y="36840"/>
                  </a:lnTo>
                  <a:lnTo>
                    <a:pt x="110428" y="34901"/>
                  </a:lnTo>
                  <a:lnTo>
                    <a:pt x="110171" y="33608"/>
                  </a:lnTo>
                  <a:lnTo>
                    <a:pt x="109862" y="32531"/>
                  </a:lnTo>
                  <a:lnTo>
                    <a:pt x="109399" y="31454"/>
                  </a:lnTo>
                  <a:lnTo>
                    <a:pt x="108987" y="31023"/>
                  </a:lnTo>
                  <a:lnTo>
                    <a:pt x="108473" y="30592"/>
                  </a:lnTo>
                  <a:lnTo>
                    <a:pt x="108473" y="30592"/>
                  </a:lnTo>
                  <a:close/>
                  <a:moveTo>
                    <a:pt x="99365" y="30592"/>
                  </a:moveTo>
                  <a:lnTo>
                    <a:pt x="99365" y="30592"/>
                  </a:lnTo>
                  <a:lnTo>
                    <a:pt x="98902" y="31023"/>
                  </a:lnTo>
                  <a:lnTo>
                    <a:pt x="98387" y="31454"/>
                  </a:lnTo>
                  <a:lnTo>
                    <a:pt x="98078" y="32531"/>
                  </a:lnTo>
                  <a:lnTo>
                    <a:pt x="97615" y="33608"/>
                  </a:lnTo>
                  <a:lnTo>
                    <a:pt x="97358" y="34901"/>
                  </a:lnTo>
                  <a:lnTo>
                    <a:pt x="97101" y="36840"/>
                  </a:lnTo>
                  <a:lnTo>
                    <a:pt x="97049" y="38563"/>
                  </a:lnTo>
                  <a:lnTo>
                    <a:pt x="96946" y="40718"/>
                  </a:lnTo>
                  <a:lnTo>
                    <a:pt x="96946" y="40718"/>
                  </a:lnTo>
                  <a:lnTo>
                    <a:pt x="97049" y="42872"/>
                  </a:lnTo>
                  <a:lnTo>
                    <a:pt x="97101" y="44811"/>
                  </a:lnTo>
                  <a:lnTo>
                    <a:pt x="97358" y="46535"/>
                  </a:lnTo>
                  <a:lnTo>
                    <a:pt x="97615" y="48043"/>
                  </a:lnTo>
                  <a:lnTo>
                    <a:pt x="98078" y="49335"/>
                  </a:lnTo>
                  <a:lnTo>
                    <a:pt x="98387" y="50197"/>
                  </a:lnTo>
                  <a:lnTo>
                    <a:pt x="98902" y="50843"/>
                  </a:lnTo>
                  <a:lnTo>
                    <a:pt x="99365" y="50843"/>
                  </a:lnTo>
                  <a:lnTo>
                    <a:pt x="99365" y="50843"/>
                  </a:lnTo>
                  <a:lnTo>
                    <a:pt x="99879" y="50843"/>
                  </a:lnTo>
                  <a:lnTo>
                    <a:pt x="100291" y="50197"/>
                  </a:lnTo>
                  <a:lnTo>
                    <a:pt x="100754" y="49335"/>
                  </a:lnTo>
                  <a:lnTo>
                    <a:pt x="101063" y="48043"/>
                  </a:lnTo>
                  <a:lnTo>
                    <a:pt x="101423" y="46535"/>
                  </a:lnTo>
                  <a:lnTo>
                    <a:pt x="101578" y="44811"/>
                  </a:lnTo>
                  <a:lnTo>
                    <a:pt x="101783" y="42872"/>
                  </a:lnTo>
                  <a:lnTo>
                    <a:pt x="101835" y="40718"/>
                  </a:lnTo>
                  <a:lnTo>
                    <a:pt x="101835" y="40718"/>
                  </a:lnTo>
                  <a:lnTo>
                    <a:pt x="101783" y="38563"/>
                  </a:lnTo>
                  <a:lnTo>
                    <a:pt x="101578" y="36840"/>
                  </a:lnTo>
                  <a:lnTo>
                    <a:pt x="101423" y="34901"/>
                  </a:lnTo>
                  <a:lnTo>
                    <a:pt x="101063" y="33608"/>
                  </a:lnTo>
                  <a:lnTo>
                    <a:pt x="100754" y="32531"/>
                  </a:lnTo>
                  <a:lnTo>
                    <a:pt x="100291" y="31454"/>
                  </a:lnTo>
                  <a:lnTo>
                    <a:pt x="99879" y="31023"/>
                  </a:lnTo>
                  <a:lnTo>
                    <a:pt x="99365" y="30592"/>
                  </a:lnTo>
                  <a:lnTo>
                    <a:pt x="99365" y="30592"/>
                  </a:lnTo>
                  <a:close/>
                  <a:moveTo>
                    <a:pt x="89536" y="30592"/>
                  </a:moveTo>
                  <a:lnTo>
                    <a:pt x="89536" y="30592"/>
                  </a:lnTo>
                  <a:lnTo>
                    <a:pt x="89022" y="31023"/>
                  </a:lnTo>
                  <a:lnTo>
                    <a:pt x="88610" y="31454"/>
                  </a:lnTo>
                  <a:lnTo>
                    <a:pt x="88147" y="32531"/>
                  </a:lnTo>
                  <a:lnTo>
                    <a:pt x="87838" y="33608"/>
                  </a:lnTo>
                  <a:lnTo>
                    <a:pt x="87478" y="34901"/>
                  </a:lnTo>
                  <a:lnTo>
                    <a:pt x="87324" y="36840"/>
                  </a:lnTo>
                  <a:lnTo>
                    <a:pt x="87118" y="38563"/>
                  </a:lnTo>
                  <a:lnTo>
                    <a:pt x="87066" y="40718"/>
                  </a:lnTo>
                  <a:lnTo>
                    <a:pt x="87066" y="40718"/>
                  </a:lnTo>
                  <a:lnTo>
                    <a:pt x="87118" y="42872"/>
                  </a:lnTo>
                  <a:lnTo>
                    <a:pt x="87324" y="44811"/>
                  </a:lnTo>
                  <a:lnTo>
                    <a:pt x="87478" y="46535"/>
                  </a:lnTo>
                  <a:lnTo>
                    <a:pt x="87838" y="48043"/>
                  </a:lnTo>
                  <a:lnTo>
                    <a:pt x="88147" y="49335"/>
                  </a:lnTo>
                  <a:lnTo>
                    <a:pt x="88610" y="50197"/>
                  </a:lnTo>
                  <a:lnTo>
                    <a:pt x="89022" y="50843"/>
                  </a:lnTo>
                  <a:lnTo>
                    <a:pt x="89536" y="50843"/>
                  </a:lnTo>
                  <a:lnTo>
                    <a:pt x="89536" y="50843"/>
                  </a:lnTo>
                  <a:lnTo>
                    <a:pt x="90000" y="50843"/>
                  </a:lnTo>
                  <a:lnTo>
                    <a:pt x="90514" y="50197"/>
                  </a:lnTo>
                  <a:lnTo>
                    <a:pt x="90823" y="49335"/>
                  </a:lnTo>
                  <a:lnTo>
                    <a:pt x="91286" y="48043"/>
                  </a:lnTo>
                  <a:lnTo>
                    <a:pt x="91543" y="46535"/>
                  </a:lnTo>
                  <a:lnTo>
                    <a:pt x="91801" y="44811"/>
                  </a:lnTo>
                  <a:lnTo>
                    <a:pt x="91852" y="42872"/>
                  </a:lnTo>
                  <a:lnTo>
                    <a:pt x="91955" y="40718"/>
                  </a:lnTo>
                  <a:lnTo>
                    <a:pt x="91955" y="40718"/>
                  </a:lnTo>
                  <a:lnTo>
                    <a:pt x="91852" y="38563"/>
                  </a:lnTo>
                  <a:lnTo>
                    <a:pt x="91801" y="36840"/>
                  </a:lnTo>
                  <a:lnTo>
                    <a:pt x="91543" y="34901"/>
                  </a:lnTo>
                  <a:lnTo>
                    <a:pt x="91286" y="33608"/>
                  </a:lnTo>
                  <a:lnTo>
                    <a:pt x="90823" y="32531"/>
                  </a:lnTo>
                  <a:lnTo>
                    <a:pt x="90514" y="31454"/>
                  </a:lnTo>
                  <a:lnTo>
                    <a:pt x="90000" y="31023"/>
                  </a:lnTo>
                  <a:lnTo>
                    <a:pt x="89536" y="30592"/>
                  </a:lnTo>
                  <a:lnTo>
                    <a:pt x="89536" y="30592"/>
                  </a:lnTo>
                  <a:close/>
                  <a:moveTo>
                    <a:pt x="19348" y="45026"/>
                  </a:moveTo>
                  <a:lnTo>
                    <a:pt x="19348" y="45026"/>
                  </a:lnTo>
                  <a:lnTo>
                    <a:pt x="19245" y="43734"/>
                  </a:lnTo>
                  <a:lnTo>
                    <a:pt x="19090" y="42226"/>
                  </a:lnTo>
                  <a:lnTo>
                    <a:pt x="18833" y="41364"/>
                  </a:lnTo>
                  <a:lnTo>
                    <a:pt x="18473" y="41149"/>
                  </a:lnTo>
                  <a:lnTo>
                    <a:pt x="11269" y="41149"/>
                  </a:lnTo>
                  <a:lnTo>
                    <a:pt x="11269" y="41149"/>
                  </a:lnTo>
                  <a:lnTo>
                    <a:pt x="10909" y="41364"/>
                  </a:lnTo>
                  <a:lnTo>
                    <a:pt x="10651" y="42226"/>
                  </a:lnTo>
                  <a:lnTo>
                    <a:pt x="10394" y="43734"/>
                  </a:lnTo>
                  <a:lnTo>
                    <a:pt x="10394" y="45026"/>
                  </a:lnTo>
                  <a:lnTo>
                    <a:pt x="10394" y="74973"/>
                  </a:lnTo>
                  <a:lnTo>
                    <a:pt x="10394" y="74973"/>
                  </a:lnTo>
                  <a:lnTo>
                    <a:pt x="10394" y="76481"/>
                  </a:lnTo>
                  <a:lnTo>
                    <a:pt x="10651" y="77773"/>
                  </a:lnTo>
                  <a:lnTo>
                    <a:pt x="10909" y="78635"/>
                  </a:lnTo>
                  <a:lnTo>
                    <a:pt x="11269" y="78850"/>
                  </a:lnTo>
                  <a:lnTo>
                    <a:pt x="18473" y="78850"/>
                  </a:lnTo>
                  <a:lnTo>
                    <a:pt x="18473" y="78850"/>
                  </a:lnTo>
                  <a:lnTo>
                    <a:pt x="18833" y="78635"/>
                  </a:lnTo>
                  <a:lnTo>
                    <a:pt x="19090" y="77773"/>
                  </a:lnTo>
                  <a:lnTo>
                    <a:pt x="19245" y="76481"/>
                  </a:lnTo>
                  <a:lnTo>
                    <a:pt x="19348" y="74973"/>
                  </a:lnTo>
                  <a:lnTo>
                    <a:pt x="19348" y="4502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493" name="Shape 493"/>
            <p:cNvSpPr/>
            <p:nvPr/>
          </p:nvSpPr>
          <p:spPr>
            <a:xfrm>
              <a:off x="11664950" y="10985500"/>
              <a:ext cx="1851023" cy="442912"/>
            </a:xfrm>
            <a:custGeom>
              <a:avLst/>
              <a:gdLst/>
              <a:ahLst/>
              <a:cxnLst/>
              <a:rect l="0" t="0" r="0" b="0"/>
              <a:pathLst>
                <a:path w="120000" h="120000" extrusionOk="0">
                  <a:moveTo>
                    <a:pt x="0" y="17204"/>
                  </a:moveTo>
                  <a:lnTo>
                    <a:pt x="0" y="17204"/>
                  </a:lnTo>
                  <a:lnTo>
                    <a:pt x="102" y="13763"/>
                  </a:lnTo>
                  <a:lnTo>
                    <a:pt x="360" y="10537"/>
                  </a:lnTo>
                  <a:lnTo>
                    <a:pt x="668" y="7526"/>
                  </a:lnTo>
                  <a:lnTo>
                    <a:pt x="1183" y="5161"/>
                  </a:lnTo>
                  <a:lnTo>
                    <a:pt x="1801" y="3010"/>
                  </a:lnTo>
                  <a:lnTo>
                    <a:pt x="2469" y="1505"/>
                  </a:lnTo>
                  <a:lnTo>
                    <a:pt x="3293" y="430"/>
                  </a:lnTo>
                  <a:lnTo>
                    <a:pt x="4116" y="0"/>
                  </a:lnTo>
                  <a:lnTo>
                    <a:pt x="115883" y="0"/>
                  </a:lnTo>
                  <a:lnTo>
                    <a:pt x="115883" y="0"/>
                  </a:lnTo>
                  <a:lnTo>
                    <a:pt x="116706" y="430"/>
                  </a:lnTo>
                  <a:lnTo>
                    <a:pt x="117530" y="1505"/>
                  </a:lnTo>
                  <a:lnTo>
                    <a:pt x="118198" y="3010"/>
                  </a:lnTo>
                  <a:lnTo>
                    <a:pt x="118816" y="5161"/>
                  </a:lnTo>
                  <a:lnTo>
                    <a:pt x="119331" y="7526"/>
                  </a:lnTo>
                  <a:lnTo>
                    <a:pt x="119639" y="10537"/>
                  </a:lnTo>
                  <a:lnTo>
                    <a:pt x="119897" y="13763"/>
                  </a:lnTo>
                  <a:lnTo>
                    <a:pt x="120000" y="17204"/>
                  </a:lnTo>
                  <a:lnTo>
                    <a:pt x="120000" y="102795"/>
                  </a:lnTo>
                  <a:lnTo>
                    <a:pt x="120000" y="102795"/>
                  </a:lnTo>
                  <a:lnTo>
                    <a:pt x="119897" y="106021"/>
                  </a:lnTo>
                  <a:lnTo>
                    <a:pt x="119639" y="109247"/>
                  </a:lnTo>
                  <a:lnTo>
                    <a:pt x="119331" y="112258"/>
                  </a:lnTo>
                  <a:lnTo>
                    <a:pt x="118816" y="115053"/>
                  </a:lnTo>
                  <a:lnTo>
                    <a:pt x="118198" y="116774"/>
                  </a:lnTo>
                  <a:lnTo>
                    <a:pt x="117530" y="118709"/>
                  </a:lnTo>
                  <a:lnTo>
                    <a:pt x="116706" y="119784"/>
                  </a:lnTo>
                  <a:lnTo>
                    <a:pt x="115883" y="120000"/>
                  </a:lnTo>
                  <a:lnTo>
                    <a:pt x="4116" y="120000"/>
                  </a:lnTo>
                  <a:lnTo>
                    <a:pt x="4116" y="120000"/>
                  </a:lnTo>
                  <a:lnTo>
                    <a:pt x="3293" y="119784"/>
                  </a:lnTo>
                  <a:lnTo>
                    <a:pt x="2469" y="118709"/>
                  </a:lnTo>
                  <a:lnTo>
                    <a:pt x="1801" y="116774"/>
                  </a:lnTo>
                  <a:lnTo>
                    <a:pt x="1183" y="115053"/>
                  </a:lnTo>
                  <a:lnTo>
                    <a:pt x="668" y="112258"/>
                  </a:lnTo>
                  <a:lnTo>
                    <a:pt x="360" y="109247"/>
                  </a:lnTo>
                  <a:lnTo>
                    <a:pt x="102" y="106021"/>
                  </a:lnTo>
                  <a:lnTo>
                    <a:pt x="0" y="102795"/>
                  </a:lnTo>
                  <a:lnTo>
                    <a:pt x="0" y="17204"/>
                  </a:lnTo>
                  <a:close/>
                  <a:moveTo>
                    <a:pt x="108473" y="30537"/>
                  </a:moveTo>
                  <a:lnTo>
                    <a:pt x="108473" y="30537"/>
                  </a:lnTo>
                  <a:lnTo>
                    <a:pt x="107958" y="30967"/>
                  </a:lnTo>
                  <a:lnTo>
                    <a:pt x="107547" y="31612"/>
                  </a:lnTo>
                  <a:lnTo>
                    <a:pt x="107084" y="32473"/>
                  </a:lnTo>
                  <a:lnTo>
                    <a:pt x="106775" y="33763"/>
                  </a:lnTo>
                  <a:lnTo>
                    <a:pt x="106518" y="35268"/>
                  </a:lnTo>
                  <a:lnTo>
                    <a:pt x="106260" y="36989"/>
                  </a:lnTo>
                  <a:lnTo>
                    <a:pt x="106054" y="38924"/>
                  </a:lnTo>
                  <a:lnTo>
                    <a:pt x="106054" y="41075"/>
                  </a:lnTo>
                  <a:lnTo>
                    <a:pt x="106054" y="41075"/>
                  </a:lnTo>
                  <a:lnTo>
                    <a:pt x="106054" y="42795"/>
                  </a:lnTo>
                  <a:lnTo>
                    <a:pt x="106260" y="44946"/>
                  </a:lnTo>
                  <a:lnTo>
                    <a:pt x="106518" y="46451"/>
                  </a:lnTo>
                  <a:lnTo>
                    <a:pt x="106775" y="47741"/>
                  </a:lnTo>
                  <a:lnTo>
                    <a:pt x="107084" y="49247"/>
                  </a:lnTo>
                  <a:lnTo>
                    <a:pt x="107547" y="49892"/>
                  </a:lnTo>
                  <a:lnTo>
                    <a:pt x="107958" y="50752"/>
                  </a:lnTo>
                  <a:lnTo>
                    <a:pt x="108473" y="50967"/>
                  </a:lnTo>
                  <a:lnTo>
                    <a:pt x="108473" y="50967"/>
                  </a:lnTo>
                  <a:lnTo>
                    <a:pt x="108987" y="50752"/>
                  </a:lnTo>
                  <a:lnTo>
                    <a:pt x="109399" y="49892"/>
                  </a:lnTo>
                  <a:lnTo>
                    <a:pt x="109862" y="49247"/>
                  </a:lnTo>
                  <a:lnTo>
                    <a:pt x="110171" y="47741"/>
                  </a:lnTo>
                  <a:lnTo>
                    <a:pt x="110428" y="46451"/>
                  </a:lnTo>
                  <a:lnTo>
                    <a:pt x="110686" y="44946"/>
                  </a:lnTo>
                  <a:lnTo>
                    <a:pt x="110891" y="42795"/>
                  </a:lnTo>
                  <a:lnTo>
                    <a:pt x="110891" y="41075"/>
                  </a:lnTo>
                  <a:lnTo>
                    <a:pt x="110891" y="41075"/>
                  </a:lnTo>
                  <a:lnTo>
                    <a:pt x="110891" y="38924"/>
                  </a:lnTo>
                  <a:lnTo>
                    <a:pt x="110686" y="36989"/>
                  </a:lnTo>
                  <a:lnTo>
                    <a:pt x="110428" y="35268"/>
                  </a:lnTo>
                  <a:lnTo>
                    <a:pt x="110171" y="33763"/>
                  </a:lnTo>
                  <a:lnTo>
                    <a:pt x="109862" y="32473"/>
                  </a:lnTo>
                  <a:lnTo>
                    <a:pt x="109399" y="31612"/>
                  </a:lnTo>
                  <a:lnTo>
                    <a:pt x="108987" y="30967"/>
                  </a:lnTo>
                  <a:lnTo>
                    <a:pt x="108473" y="30537"/>
                  </a:lnTo>
                  <a:lnTo>
                    <a:pt x="108473" y="30537"/>
                  </a:lnTo>
                  <a:close/>
                  <a:moveTo>
                    <a:pt x="99365" y="30537"/>
                  </a:moveTo>
                  <a:lnTo>
                    <a:pt x="99365" y="30537"/>
                  </a:lnTo>
                  <a:lnTo>
                    <a:pt x="98902" y="30967"/>
                  </a:lnTo>
                  <a:lnTo>
                    <a:pt x="98387" y="31612"/>
                  </a:lnTo>
                  <a:lnTo>
                    <a:pt x="98078" y="32473"/>
                  </a:lnTo>
                  <a:lnTo>
                    <a:pt x="97615" y="33763"/>
                  </a:lnTo>
                  <a:lnTo>
                    <a:pt x="97358" y="35268"/>
                  </a:lnTo>
                  <a:lnTo>
                    <a:pt x="97101" y="36989"/>
                  </a:lnTo>
                  <a:lnTo>
                    <a:pt x="97049" y="38924"/>
                  </a:lnTo>
                  <a:lnTo>
                    <a:pt x="96946" y="41075"/>
                  </a:lnTo>
                  <a:lnTo>
                    <a:pt x="96946" y="41075"/>
                  </a:lnTo>
                  <a:lnTo>
                    <a:pt x="97049" y="42795"/>
                  </a:lnTo>
                  <a:lnTo>
                    <a:pt x="97101" y="44946"/>
                  </a:lnTo>
                  <a:lnTo>
                    <a:pt x="97358" y="46451"/>
                  </a:lnTo>
                  <a:lnTo>
                    <a:pt x="97615" y="47741"/>
                  </a:lnTo>
                  <a:lnTo>
                    <a:pt x="98078" y="49247"/>
                  </a:lnTo>
                  <a:lnTo>
                    <a:pt x="98387" y="49892"/>
                  </a:lnTo>
                  <a:lnTo>
                    <a:pt x="98902" y="50752"/>
                  </a:lnTo>
                  <a:lnTo>
                    <a:pt x="99365" y="50967"/>
                  </a:lnTo>
                  <a:lnTo>
                    <a:pt x="99365" y="50967"/>
                  </a:lnTo>
                  <a:lnTo>
                    <a:pt x="99879" y="50752"/>
                  </a:lnTo>
                  <a:lnTo>
                    <a:pt x="100291" y="49892"/>
                  </a:lnTo>
                  <a:lnTo>
                    <a:pt x="100754" y="49247"/>
                  </a:lnTo>
                  <a:lnTo>
                    <a:pt x="101063" y="47741"/>
                  </a:lnTo>
                  <a:lnTo>
                    <a:pt x="101423" y="46451"/>
                  </a:lnTo>
                  <a:lnTo>
                    <a:pt x="101578" y="44946"/>
                  </a:lnTo>
                  <a:lnTo>
                    <a:pt x="101783" y="42795"/>
                  </a:lnTo>
                  <a:lnTo>
                    <a:pt x="101835" y="41075"/>
                  </a:lnTo>
                  <a:lnTo>
                    <a:pt x="101835" y="41075"/>
                  </a:lnTo>
                  <a:lnTo>
                    <a:pt x="101783" y="38924"/>
                  </a:lnTo>
                  <a:lnTo>
                    <a:pt x="101578" y="36989"/>
                  </a:lnTo>
                  <a:lnTo>
                    <a:pt x="101423" y="35268"/>
                  </a:lnTo>
                  <a:lnTo>
                    <a:pt x="101063" y="33763"/>
                  </a:lnTo>
                  <a:lnTo>
                    <a:pt x="100754" y="32473"/>
                  </a:lnTo>
                  <a:lnTo>
                    <a:pt x="100291" y="31612"/>
                  </a:lnTo>
                  <a:lnTo>
                    <a:pt x="99879" y="30967"/>
                  </a:lnTo>
                  <a:lnTo>
                    <a:pt x="99365" y="30537"/>
                  </a:lnTo>
                  <a:lnTo>
                    <a:pt x="99365" y="30537"/>
                  </a:lnTo>
                  <a:close/>
                  <a:moveTo>
                    <a:pt x="89536" y="30537"/>
                  </a:moveTo>
                  <a:lnTo>
                    <a:pt x="89536" y="30537"/>
                  </a:lnTo>
                  <a:lnTo>
                    <a:pt x="89022" y="30967"/>
                  </a:lnTo>
                  <a:lnTo>
                    <a:pt x="88610" y="31612"/>
                  </a:lnTo>
                  <a:lnTo>
                    <a:pt x="88147" y="32473"/>
                  </a:lnTo>
                  <a:lnTo>
                    <a:pt x="87838" y="33763"/>
                  </a:lnTo>
                  <a:lnTo>
                    <a:pt x="87478" y="35268"/>
                  </a:lnTo>
                  <a:lnTo>
                    <a:pt x="87324" y="36989"/>
                  </a:lnTo>
                  <a:lnTo>
                    <a:pt x="87118" y="38924"/>
                  </a:lnTo>
                  <a:lnTo>
                    <a:pt x="87066" y="41075"/>
                  </a:lnTo>
                  <a:lnTo>
                    <a:pt x="87066" y="41075"/>
                  </a:lnTo>
                  <a:lnTo>
                    <a:pt x="87118" y="42795"/>
                  </a:lnTo>
                  <a:lnTo>
                    <a:pt x="87324" y="44946"/>
                  </a:lnTo>
                  <a:lnTo>
                    <a:pt x="87478" y="46451"/>
                  </a:lnTo>
                  <a:lnTo>
                    <a:pt x="87838" y="47741"/>
                  </a:lnTo>
                  <a:lnTo>
                    <a:pt x="88147" y="49247"/>
                  </a:lnTo>
                  <a:lnTo>
                    <a:pt x="88610" y="49892"/>
                  </a:lnTo>
                  <a:lnTo>
                    <a:pt x="89022" y="50752"/>
                  </a:lnTo>
                  <a:lnTo>
                    <a:pt x="89536" y="50967"/>
                  </a:lnTo>
                  <a:lnTo>
                    <a:pt x="89536" y="50967"/>
                  </a:lnTo>
                  <a:lnTo>
                    <a:pt x="90000" y="50752"/>
                  </a:lnTo>
                  <a:lnTo>
                    <a:pt x="90514" y="49892"/>
                  </a:lnTo>
                  <a:lnTo>
                    <a:pt x="90823" y="49247"/>
                  </a:lnTo>
                  <a:lnTo>
                    <a:pt x="91286" y="47741"/>
                  </a:lnTo>
                  <a:lnTo>
                    <a:pt x="91543" y="46451"/>
                  </a:lnTo>
                  <a:lnTo>
                    <a:pt x="91801" y="44946"/>
                  </a:lnTo>
                  <a:lnTo>
                    <a:pt x="91852" y="42795"/>
                  </a:lnTo>
                  <a:lnTo>
                    <a:pt x="91955" y="41075"/>
                  </a:lnTo>
                  <a:lnTo>
                    <a:pt x="91955" y="41075"/>
                  </a:lnTo>
                  <a:lnTo>
                    <a:pt x="91852" y="38924"/>
                  </a:lnTo>
                  <a:lnTo>
                    <a:pt x="91801" y="36989"/>
                  </a:lnTo>
                  <a:lnTo>
                    <a:pt x="91543" y="35268"/>
                  </a:lnTo>
                  <a:lnTo>
                    <a:pt x="91286" y="33763"/>
                  </a:lnTo>
                  <a:lnTo>
                    <a:pt x="90823" y="32473"/>
                  </a:lnTo>
                  <a:lnTo>
                    <a:pt x="90514" y="31612"/>
                  </a:lnTo>
                  <a:lnTo>
                    <a:pt x="90000" y="30967"/>
                  </a:lnTo>
                  <a:lnTo>
                    <a:pt x="89536" y="30537"/>
                  </a:lnTo>
                  <a:lnTo>
                    <a:pt x="89536" y="30537"/>
                  </a:lnTo>
                  <a:close/>
                  <a:moveTo>
                    <a:pt x="19348" y="44946"/>
                  </a:moveTo>
                  <a:lnTo>
                    <a:pt x="19348" y="44946"/>
                  </a:lnTo>
                  <a:lnTo>
                    <a:pt x="19245" y="43440"/>
                  </a:lnTo>
                  <a:lnTo>
                    <a:pt x="19090" y="42365"/>
                  </a:lnTo>
                  <a:lnTo>
                    <a:pt x="18833" y="41290"/>
                  </a:lnTo>
                  <a:lnTo>
                    <a:pt x="18473" y="41290"/>
                  </a:lnTo>
                  <a:lnTo>
                    <a:pt x="11269" y="41290"/>
                  </a:lnTo>
                  <a:lnTo>
                    <a:pt x="11269" y="41290"/>
                  </a:lnTo>
                  <a:lnTo>
                    <a:pt x="10909" y="41290"/>
                  </a:lnTo>
                  <a:lnTo>
                    <a:pt x="10651" y="42365"/>
                  </a:lnTo>
                  <a:lnTo>
                    <a:pt x="10394" y="43440"/>
                  </a:lnTo>
                  <a:lnTo>
                    <a:pt x="10394" y="44946"/>
                  </a:lnTo>
                  <a:lnTo>
                    <a:pt x="10394" y="75053"/>
                  </a:lnTo>
                  <a:lnTo>
                    <a:pt x="10394" y="75053"/>
                  </a:lnTo>
                  <a:lnTo>
                    <a:pt x="10394" y="76559"/>
                  </a:lnTo>
                  <a:lnTo>
                    <a:pt x="10651" y="77634"/>
                  </a:lnTo>
                  <a:lnTo>
                    <a:pt x="10909" y="78494"/>
                  </a:lnTo>
                  <a:lnTo>
                    <a:pt x="11269" y="78709"/>
                  </a:lnTo>
                  <a:lnTo>
                    <a:pt x="18473" y="78709"/>
                  </a:lnTo>
                  <a:lnTo>
                    <a:pt x="18473" y="78709"/>
                  </a:lnTo>
                  <a:lnTo>
                    <a:pt x="18833" y="78494"/>
                  </a:lnTo>
                  <a:lnTo>
                    <a:pt x="19090" y="77634"/>
                  </a:lnTo>
                  <a:lnTo>
                    <a:pt x="19245" y="76559"/>
                  </a:lnTo>
                  <a:lnTo>
                    <a:pt x="19348" y="75053"/>
                  </a:lnTo>
                  <a:lnTo>
                    <a:pt x="19348" y="44946"/>
                  </a:lnTo>
                  <a:close/>
                </a:path>
              </a:pathLst>
            </a:custGeom>
            <a:solidFill>
              <a:srgbClr val="3C3C3C"/>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grpSp>
      <p:grpSp>
        <p:nvGrpSpPr>
          <p:cNvPr id="494" name="Shape 494"/>
          <p:cNvGrpSpPr/>
          <p:nvPr/>
        </p:nvGrpSpPr>
        <p:grpSpPr>
          <a:xfrm>
            <a:off x="1276350" y="1657350"/>
            <a:ext cx="1726306" cy="2949440"/>
            <a:chOff x="990600" y="1657350"/>
            <a:chExt cx="1726306" cy="2949440"/>
          </a:xfrm>
        </p:grpSpPr>
        <p:sp>
          <p:nvSpPr>
            <p:cNvPr id="495" name="Shape 495"/>
            <p:cNvSpPr/>
            <p:nvPr/>
          </p:nvSpPr>
          <p:spPr>
            <a:xfrm>
              <a:off x="1033344" y="1657350"/>
              <a:ext cx="1633656" cy="2438399"/>
            </a:xfrm>
            <a:prstGeom prst="rect">
              <a:avLst/>
            </a:prstGeom>
            <a:noFill/>
            <a:ln w="12700" cap="flat" cmpd="sng">
              <a:solidFill>
                <a:srgbClr val="3C3C3C"/>
              </a:solidFill>
              <a:prstDash val="solid"/>
              <a:miter/>
              <a:headEnd type="none" w="med" len="med"/>
              <a:tailEnd type="none" w="med" len="med"/>
            </a:ln>
          </p:spPr>
          <p:txBody>
            <a:bodyPr lIns="26775" tIns="26775" rIns="26775" bIns="2677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grpSp>
          <p:nvGrpSpPr>
            <p:cNvPr id="496" name="Shape 496"/>
            <p:cNvGrpSpPr/>
            <p:nvPr/>
          </p:nvGrpSpPr>
          <p:grpSpPr>
            <a:xfrm>
              <a:off x="1117336" y="1725694"/>
              <a:ext cx="1470452" cy="2283396"/>
              <a:chOff x="2979565" y="5499269"/>
              <a:chExt cx="3921207" cy="6089056"/>
            </a:xfrm>
          </p:grpSpPr>
          <p:sp>
            <p:nvSpPr>
              <p:cNvPr id="497" name="Shape 497"/>
              <p:cNvSpPr/>
              <p:nvPr/>
            </p:nvSpPr>
            <p:spPr>
              <a:xfrm>
                <a:off x="2979565" y="9718071"/>
                <a:ext cx="1724083" cy="1859412"/>
              </a:xfrm>
              <a:prstGeom prst="roundRect">
                <a:avLst>
                  <a:gd name="adj" fmla="val 6211"/>
                </a:avLst>
              </a:prstGeom>
              <a:solidFill>
                <a:srgbClr val="5D8C9D"/>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498" name="Shape 498"/>
              <p:cNvSpPr/>
              <p:nvPr/>
            </p:nvSpPr>
            <p:spPr>
              <a:xfrm>
                <a:off x="6053666" y="7644424"/>
                <a:ext cx="847104" cy="1956204"/>
              </a:xfrm>
              <a:prstGeom prst="roundRect">
                <a:avLst>
                  <a:gd name="adj" fmla="val 6211"/>
                </a:avLst>
              </a:prstGeom>
              <a:solidFill>
                <a:srgbClr val="5D8C9D"/>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499" name="Shape 499"/>
              <p:cNvSpPr/>
              <p:nvPr/>
            </p:nvSpPr>
            <p:spPr>
              <a:xfrm>
                <a:off x="3915655" y="7644424"/>
                <a:ext cx="1169229" cy="1956204"/>
              </a:xfrm>
              <a:prstGeom prst="roundRect">
                <a:avLst>
                  <a:gd name="adj" fmla="val 6211"/>
                </a:avLst>
              </a:prstGeom>
              <a:solidFill>
                <a:srgbClr val="36D6C3"/>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0" name="Shape 500"/>
              <p:cNvSpPr/>
              <p:nvPr/>
            </p:nvSpPr>
            <p:spPr>
              <a:xfrm>
                <a:off x="2979565" y="7644424"/>
                <a:ext cx="830433" cy="1956204"/>
              </a:xfrm>
              <a:prstGeom prst="roundRect">
                <a:avLst>
                  <a:gd name="adj" fmla="val 6211"/>
                </a:avLst>
              </a:prstGeom>
              <a:solidFill>
                <a:srgbClr val="699AAB"/>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1" name="Shape 501"/>
              <p:cNvSpPr/>
              <p:nvPr/>
            </p:nvSpPr>
            <p:spPr>
              <a:xfrm>
                <a:off x="5193085" y="7644424"/>
                <a:ext cx="741274" cy="1956204"/>
              </a:xfrm>
              <a:prstGeom prst="roundRect">
                <a:avLst>
                  <a:gd name="adj" fmla="val 6211"/>
                </a:avLst>
              </a:prstGeom>
              <a:solidFill>
                <a:srgbClr val="17BF7F"/>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2" name="Shape 502"/>
              <p:cNvSpPr/>
              <p:nvPr/>
            </p:nvSpPr>
            <p:spPr>
              <a:xfrm>
                <a:off x="5576507" y="9728914"/>
                <a:ext cx="1324263" cy="1859412"/>
              </a:xfrm>
              <a:prstGeom prst="roundRect">
                <a:avLst>
                  <a:gd name="adj" fmla="val 6211"/>
                </a:avLst>
              </a:prstGeom>
              <a:solidFill>
                <a:srgbClr val="36D6C3"/>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3" name="Shape 503"/>
              <p:cNvSpPr/>
              <p:nvPr/>
            </p:nvSpPr>
            <p:spPr>
              <a:xfrm>
                <a:off x="4703648" y="5499269"/>
                <a:ext cx="2197124" cy="1956204"/>
              </a:xfrm>
              <a:prstGeom prst="roundRect">
                <a:avLst>
                  <a:gd name="adj" fmla="val 6211"/>
                </a:avLst>
              </a:prstGeom>
              <a:solidFill>
                <a:srgbClr val="2FB5E5"/>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4" name="Shape 504"/>
              <p:cNvSpPr/>
              <p:nvPr/>
            </p:nvSpPr>
            <p:spPr>
              <a:xfrm>
                <a:off x="2979565" y="5517057"/>
                <a:ext cx="407059" cy="1956204"/>
              </a:xfrm>
              <a:prstGeom prst="roundRect">
                <a:avLst>
                  <a:gd name="adj" fmla="val 6211"/>
                </a:avLst>
              </a:prstGeom>
              <a:solidFill>
                <a:srgbClr val="699AAB"/>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5" name="Shape 505"/>
              <p:cNvSpPr/>
              <p:nvPr/>
            </p:nvSpPr>
            <p:spPr>
              <a:xfrm>
                <a:off x="4037771" y="5517057"/>
                <a:ext cx="554424" cy="1956204"/>
              </a:xfrm>
              <a:prstGeom prst="roundRect">
                <a:avLst>
                  <a:gd name="adj" fmla="val 6211"/>
                </a:avLst>
              </a:prstGeom>
              <a:solidFill>
                <a:srgbClr val="17BF7F"/>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06" name="Shape 506"/>
              <p:cNvSpPr/>
              <p:nvPr/>
            </p:nvSpPr>
            <p:spPr>
              <a:xfrm>
                <a:off x="3532112" y="5517057"/>
                <a:ext cx="383543" cy="1956204"/>
              </a:xfrm>
              <a:prstGeom prst="roundRect">
                <a:avLst>
                  <a:gd name="adj" fmla="val 6211"/>
                </a:avLst>
              </a:prstGeom>
              <a:solidFill>
                <a:srgbClr val="2FB5E5"/>
              </a:solidFill>
              <a:ln>
                <a:noFill/>
              </a:ln>
            </p:spPr>
            <p:txBody>
              <a:bodyPr lIns="71425" tIns="71425" rIns="71425" bIns="7142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grpSp>
        <p:sp>
          <p:nvSpPr>
            <p:cNvPr id="507" name="Shape 507"/>
            <p:cNvSpPr/>
            <p:nvPr/>
          </p:nvSpPr>
          <p:spPr>
            <a:xfrm>
              <a:off x="990600" y="4182773"/>
              <a:ext cx="1726306" cy="424017"/>
            </a:xfrm>
            <a:custGeom>
              <a:avLst/>
              <a:gdLst/>
              <a:ahLst/>
              <a:cxnLst/>
              <a:rect l="0" t="0" r="0" b="0"/>
              <a:pathLst>
                <a:path w="120000" h="120000" extrusionOk="0">
                  <a:moveTo>
                    <a:pt x="0" y="17450"/>
                  </a:moveTo>
                  <a:lnTo>
                    <a:pt x="0" y="17450"/>
                  </a:lnTo>
                  <a:lnTo>
                    <a:pt x="102" y="13788"/>
                  </a:lnTo>
                  <a:lnTo>
                    <a:pt x="360" y="10556"/>
                  </a:lnTo>
                  <a:lnTo>
                    <a:pt x="668" y="7540"/>
                  </a:lnTo>
                  <a:lnTo>
                    <a:pt x="1183" y="5170"/>
                  </a:lnTo>
                  <a:lnTo>
                    <a:pt x="1801" y="3016"/>
                  </a:lnTo>
                  <a:lnTo>
                    <a:pt x="2469" y="1077"/>
                  </a:lnTo>
                  <a:lnTo>
                    <a:pt x="3293" y="430"/>
                  </a:lnTo>
                  <a:lnTo>
                    <a:pt x="4116" y="0"/>
                  </a:lnTo>
                  <a:lnTo>
                    <a:pt x="115883" y="0"/>
                  </a:lnTo>
                  <a:lnTo>
                    <a:pt x="115883" y="0"/>
                  </a:lnTo>
                  <a:lnTo>
                    <a:pt x="116706" y="430"/>
                  </a:lnTo>
                  <a:lnTo>
                    <a:pt x="117530" y="1077"/>
                  </a:lnTo>
                  <a:lnTo>
                    <a:pt x="118198" y="3016"/>
                  </a:lnTo>
                  <a:lnTo>
                    <a:pt x="118816" y="5170"/>
                  </a:lnTo>
                  <a:lnTo>
                    <a:pt x="119331" y="7540"/>
                  </a:lnTo>
                  <a:lnTo>
                    <a:pt x="119639" y="10556"/>
                  </a:lnTo>
                  <a:lnTo>
                    <a:pt x="119897" y="13788"/>
                  </a:lnTo>
                  <a:lnTo>
                    <a:pt x="120000" y="17450"/>
                  </a:lnTo>
                  <a:lnTo>
                    <a:pt x="120000" y="102764"/>
                  </a:lnTo>
                  <a:lnTo>
                    <a:pt x="120000" y="102764"/>
                  </a:lnTo>
                  <a:lnTo>
                    <a:pt x="119897" y="106211"/>
                  </a:lnTo>
                  <a:lnTo>
                    <a:pt x="119639" y="109443"/>
                  </a:lnTo>
                  <a:lnTo>
                    <a:pt x="119331" y="112459"/>
                  </a:lnTo>
                  <a:lnTo>
                    <a:pt x="118816" y="114829"/>
                  </a:lnTo>
                  <a:lnTo>
                    <a:pt x="118198" y="116983"/>
                  </a:lnTo>
                  <a:lnTo>
                    <a:pt x="117530" y="118491"/>
                  </a:lnTo>
                  <a:lnTo>
                    <a:pt x="116706" y="119569"/>
                  </a:lnTo>
                  <a:lnTo>
                    <a:pt x="115883" y="120000"/>
                  </a:lnTo>
                  <a:lnTo>
                    <a:pt x="4116" y="120000"/>
                  </a:lnTo>
                  <a:lnTo>
                    <a:pt x="4116" y="120000"/>
                  </a:lnTo>
                  <a:lnTo>
                    <a:pt x="3293" y="119569"/>
                  </a:lnTo>
                  <a:lnTo>
                    <a:pt x="2469" y="118491"/>
                  </a:lnTo>
                  <a:lnTo>
                    <a:pt x="1801" y="116983"/>
                  </a:lnTo>
                  <a:lnTo>
                    <a:pt x="1183" y="114829"/>
                  </a:lnTo>
                  <a:lnTo>
                    <a:pt x="668" y="112459"/>
                  </a:lnTo>
                  <a:lnTo>
                    <a:pt x="360" y="109443"/>
                  </a:lnTo>
                  <a:lnTo>
                    <a:pt x="102" y="106211"/>
                  </a:lnTo>
                  <a:lnTo>
                    <a:pt x="0" y="102764"/>
                  </a:lnTo>
                  <a:lnTo>
                    <a:pt x="0" y="17450"/>
                  </a:lnTo>
                  <a:close/>
                  <a:moveTo>
                    <a:pt x="108473" y="30592"/>
                  </a:moveTo>
                  <a:lnTo>
                    <a:pt x="108473" y="30592"/>
                  </a:lnTo>
                  <a:lnTo>
                    <a:pt x="107958" y="31023"/>
                  </a:lnTo>
                  <a:lnTo>
                    <a:pt x="107547" y="31454"/>
                  </a:lnTo>
                  <a:lnTo>
                    <a:pt x="107084" y="32531"/>
                  </a:lnTo>
                  <a:lnTo>
                    <a:pt x="106775" y="33608"/>
                  </a:lnTo>
                  <a:lnTo>
                    <a:pt x="106518" y="34901"/>
                  </a:lnTo>
                  <a:lnTo>
                    <a:pt x="106260" y="36840"/>
                  </a:lnTo>
                  <a:lnTo>
                    <a:pt x="106054" y="38563"/>
                  </a:lnTo>
                  <a:lnTo>
                    <a:pt x="106054" y="40718"/>
                  </a:lnTo>
                  <a:lnTo>
                    <a:pt x="106054" y="40718"/>
                  </a:lnTo>
                  <a:lnTo>
                    <a:pt x="106054" y="42872"/>
                  </a:lnTo>
                  <a:lnTo>
                    <a:pt x="106260" y="44811"/>
                  </a:lnTo>
                  <a:lnTo>
                    <a:pt x="106518" y="46535"/>
                  </a:lnTo>
                  <a:lnTo>
                    <a:pt x="106775" y="48043"/>
                  </a:lnTo>
                  <a:lnTo>
                    <a:pt x="107084" y="49335"/>
                  </a:lnTo>
                  <a:lnTo>
                    <a:pt x="107547" y="50197"/>
                  </a:lnTo>
                  <a:lnTo>
                    <a:pt x="107958" y="50843"/>
                  </a:lnTo>
                  <a:lnTo>
                    <a:pt x="108473" y="50843"/>
                  </a:lnTo>
                  <a:lnTo>
                    <a:pt x="108473" y="50843"/>
                  </a:lnTo>
                  <a:lnTo>
                    <a:pt x="108987" y="50843"/>
                  </a:lnTo>
                  <a:lnTo>
                    <a:pt x="109399" y="50197"/>
                  </a:lnTo>
                  <a:lnTo>
                    <a:pt x="109862" y="49335"/>
                  </a:lnTo>
                  <a:lnTo>
                    <a:pt x="110171" y="48043"/>
                  </a:lnTo>
                  <a:lnTo>
                    <a:pt x="110428" y="46535"/>
                  </a:lnTo>
                  <a:lnTo>
                    <a:pt x="110686" y="44811"/>
                  </a:lnTo>
                  <a:lnTo>
                    <a:pt x="110891" y="42872"/>
                  </a:lnTo>
                  <a:lnTo>
                    <a:pt x="110891" y="40718"/>
                  </a:lnTo>
                  <a:lnTo>
                    <a:pt x="110891" y="40718"/>
                  </a:lnTo>
                  <a:lnTo>
                    <a:pt x="110891" y="38563"/>
                  </a:lnTo>
                  <a:lnTo>
                    <a:pt x="110686" y="36840"/>
                  </a:lnTo>
                  <a:lnTo>
                    <a:pt x="110428" y="34901"/>
                  </a:lnTo>
                  <a:lnTo>
                    <a:pt x="110171" y="33608"/>
                  </a:lnTo>
                  <a:lnTo>
                    <a:pt x="109862" y="32531"/>
                  </a:lnTo>
                  <a:lnTo>
                    <a:pt x="109399" y="31454"/>
                  </a:lnTo>
                  <a:lnTo>
                    <a:pt x="108987" y="31023"/>
                  </a:lnTo>
                  <a:lnTo>
                    <a:pt x="108473" y="30592"/>
                  </a:lnTo>
                  <a:lnTo>
                    <a:pt x="108473" y="30592"/>
                  </a:lnTo>
                  <a:close/>
                  <a:moveTo>
                    <a:pt x="99365" y="30592"/>
                  </a:moveTo>
                  <a:lnTo>
                    <a:pt x="99365" y="30592"/>
                  </a:lnTo>
                  <a:lnTo>
                    <a:pt x="98902" y="31023"/>
                  </a:lnTo>
                  <a:lnTo>
                    <a:pt x="98387" y="31454"/>
                  </a:lnTo>
                  <a:lnTo>
                    <a:pt x="98078" y="32531"/>
                  </a:lnTo>
                  <a:lnTo>
                    <a:pt x="97615" y="33608"/>
                  </a:lnTo>
                  <a:lnTo>
                    <a:pt x="97358" y="34901"/>
                  </a:lnTo>
                  <a:lnTo>
                    <a:pt x="97101" y="36840"/>
                  </a:lnTo>
                  <a:lnTo>
                    <a:pt x="97049" y="38563"/>
                  </a:lnTo>
                  <a:lnTo>
                    <a:pt x="96946" y="40718"/>
                  </a:lnTo>
                  <a:lnTo>
                    <a:pt x="96946" y="40718"/>
                  </a:lnTo>
                  <a:lnTo>
                    <a:pt x="97049" y="42872"/>
                  </a:lnTo>
                  <a:lnTo>
                    <a:pt x="97101" y="44811"/>
                  </a:lnTo>
                  <a:lnTo>
                    <a:pt x="97358" y="46535"/>
                  </a:lnTo>
                  <a:lnTo>
                    <a:pt x="97615" y="48043"/>
                  </a:lnTo>
                  <a:lnTo>
                    <a:pt x="98078" y="49335"/>
                  </a:lnTo>
                  <a:lnTo>
                    <a:pt x="98387" y="50197"/>
                  </a:lnTo>
                  <a:lnTo>
                    <a:pt x="98902" y="50843"/>
                  </a:lnTo>
                  <a:lnTo>
                    <a:pt x="99365" y="50843"/>
                  </a:lnTo>
                  <a:lnTo>
                    <a:pt x="99365" y="50843"/>
                  </a:lnTo>
                  <a:lnTo>
                    <a:pt x="99879" y="50843"/>
                  </a:lnTo>
                  <a:lnTo>
                    <a:pt x="100291" y="50197"/>
                  </a:lnTo>
                  <a:lnTo>
                    <a:pt x="100754" y="49335"/>
                  </a:lnTo>
                  <a:lnTo>
                    <a:pt x="101063" y="48043"/>
                  </a:lnTo>
                  <a:lnTo>
                    <a:pt x="101423" y="46535"/>
                  </a:lnTo>
                  <a:lnTo>
                    <a:pt x="101578" y="44811"/>
                  </a:lnTo>
                  <a:lnTo>
                    <a:pt x="101783" y="42872"/>
                  </a:lnTo>
                  <a:lnTo>
                    <a:pt x="101835" y="40718"/>
                  </a:lnTo>
                  <a:lnTo>
                    <a:pt x="101835" y="40718"/>
                  </a:lnTo>
                  <a:lnTo>
                    <a:pt x="101783" y="38563"/>
                  </a:lnTo>
                  <a:lnTo>
                    <a:pt x="101578" y="36840"/>
                  </a:lnTo>
                  <a:lnTo>
                    <a:pt x="101423" y="34901"/>
                  </a:lnTo>
                  <a:lnTo>
                    <a:pt x="101063" y="33608"/>
                  </a:lnTo>
                  <a:lnTo>
                    <a:pt x="100754" y="32531"/>
                  </a:lnTo>
                  <a:lnTo>
                    <a:pt x="100291" y="31454"/>
                  </a:lnTo>
                  <a:lnTo>
                    <a:pt x="99879" y="31023"/>
                  </a:lnTo>
                  <a:lnTo>
                    <a:pt x="99365" y="30592"/>
                  </a:lnTo>
                  <a:lnTo>
                    <a:pt x="99365" y="30592"/>
                  </a:lnTo>
                  <a:close/>
                  <a:moveTo>
                    <a:pt x="89536" y="30592"/>
                  </a:moveTo>
                  <a:lnTo>
                    <a:pt x="89536" y="30592"/>
                  </a:lnTo>
                  <a:lnTo>
                    <a:pt x="89022" y="31023"/>
                  </a:lnTo>
                  <a:lnTo>
                    <a:pt x="88610" y="31454"/>
                  </a:lnTo>
                  <a:lnTo>
                    <a:pt x="88147" y="32531"/>
                  </a:lnTo>
                  <a:lnTo>
                    <a:pt x="87838" y="33608"/>
                  </a:lnTo>
                  <a:lnTo>
                    <a:pt x="87478" y="34901"/>
                  </a:lnTo>
                  <a:lnTo>
                    <a:pt x="87324" y="36840"/>
                  </a:lnTo>
                  <a:lnTo>
                    <a:pt x="87118" y="38563"/>
                  </a:lnTo>
                  <a:lnTo>
                    <a:pt x="87066" y="40718"/>
                  </a:lnTo>
                  <a:lnTo>
                    <a:pt x="87066" y="40718"/>
                  </a:lnTo>
                  <a:lnTo>
                    <a:pt x="87118" y="42872"/>
                  </a:lnTo>
                  <a:lnTo>
                    <a:pt x="87324" y="44811"/>
                  </a:lnTo>
                  <a:lnTo>
                    <a:pt x="87478" y="46535"/>
                  </a:lnTo>
                  <a:lnTo>
                    <a:pt x="87838" y="48043"/>
                  </a:lnTo>
                  <a:lnTo>
                    <a:pt x="88147" y="49335"/>
                  </a:lnTo>
                  <a:lnTo>
                    <a:pt x="88610" y="50197"/>
                  </a:lnTo>
                  <a:lnTo>
                    <a:pt x="89022" y="50843"/>
                  </a:lnTo>
                  <a:lnTo>
                    <a:pt x="89536" y="50843"/>
                  </a:lnTo>
                  <a:lnTo>
                    <a:pt x="89536" y="50843"/>
                  </a:lnTo>
                  <a:lnTo>
                    <a:pt x="90000" y="50843"/>
                  </a:lnTo>
                  <a:lnTo>
                    <a:pt x="90514" y="50197"/>
                  </a:lnTo>
                  <a:lnTo>
                    <a:pt x="90823" y="49335"/>
                  </a:lnTo>
                  <a:lnTo>
                    <a:pt x="91286" y="48043"/>
                  </a:lnTo>
                  <a:lnTo>
                    <a:pt x="91543" y="46535"/>
                  </a:lnTo>
                  <a:lnTo>
                    <a:pt x="91801" y="44811"/>
                  </a:lnTo>
                  <a:lnTo>
                    <a:pt x="91852" y="42872"/>
                  </a:lnTo>
                  <a:lnTo>
                    <a:pt x="91955" y="40718"/>
                  </a:lnTo>
                  <a:lnTo>
                    <a:pt x="91955" y="40718"/>
                  </a:lnTo>
                  <a:lnTo>
                    <a:pt x="91852" y="38563"/>
                  </a:lnTo>
                  <a:lnTo>
                    <a:pt x="91801" y="36840"/>
                  </a:lnTo>
                  <a:lnTo>
                    <a:pt x="91543" y="34901"/>
                  </a:lnTo>
                  <a:lnTo>
                    <a:pt x="91286" y="33608"/>
                  </a:lnTo>
                  <a:lnTo>
                    <a:pt x="90823" y="32531"/>
                  </a:lnTo>
                  <a:lnTo>
                    <a:pt x="90514" y="31454"/>
                  </a:lnTo>
                  <a:lnTo>
                    <a:pt x="90000" y="31023"/>
                  </a:lnTo>
                  <a:lnTo>
                    <a:pt x="89536" y="30592"/>
                  </a:lnTo>
                  <a:lnTo>
                    <a:pt x="89536" y="30592"/>
                  </a:lnTo>
                  <a:close/>
                  <a:moveTo>
                    <a:pt x="19348" y="45026"/>
                  </a:moveTo>
                  <a:lnTo>
                    <a:pt x="19348" y="45026"/>
                  </a:lnTo>
                  <a:lnTo>
                    <a:pt x="19245" y="43734"/>
                  </a:lnTo>
                  <a:lnTo>
                    <a:pt x="19090" y="42226"/>
                  </a:lnTo>
                  <a:lnTo>
                    <a:pt x="18833" y="41364"/>
                  </a:lnTo>
                  <a:lnTo>
                    <a:pt x="18473" y="41149"/>
                  </a:lnTo>
                  <a:lnTo>
                    <a:pt x="11269" y="41149"/>
                  </a:lnTo>
                  <a:lnTo>
                    <a:pt x="11269" y="41149"/>
                  </a:lnTo>
                  <a:lnTo>
                    <a:pt x="10909" y="41364"/>
                  </a:lnTo>
                  <a:lnTo>
                    <a:pt x="10651" y="42226"/>
                  </a:lnTo>
                  <a:lnTo>
                    <a:pt x="10394" y="43734"/>
                  </a:lnTo>
                  <a:lnTo>
                    <a:pt x="10394" y="45026"/>
                  </a:lnTo>
                  <a:lnTo>
                    <a:pt x="10394" y="74973"/>
                  </a:lnTo>
                  <a:lnTo>
                    <a:pt x="10394" y="74973"/>
                  </a:lnTo>
                  <a:lnTo>
                    <a:pt x="10394" y="76481"/>
                  </a:lnTo>
                  <a:lnTo>
                    <a:pt x="10651" y="77773"/>
                  </a:lnTo>
                  <a:lnTo>
                    <a:pt x="10909" y="78635"/>
                  </a:lnTo>
                  <a:lnTo>
                    <a:pt x="11269" y="78850"/>
                  </a:lnTo>
                  <a:lnTo>
                    <a:pt x="18473" y="78850"/>
                  </a:lnTo>
                  <a:lnTo>
                    <a:pt x="18473" y="78850"/>
                  </a:lnTo>
                  <a:lnTo>
                    <a:pt x="18833" y="78635"/>
                  </a:lnTo>
                  <a:lnTo>
                    <a:pt x="19090" y="77773"/>
                  </a:lnTo>
                  <a:lnTo>
                    <a:pt x="19245" y="76481"/>
                  </a:lnTo>
                  <a:lnTo>
                    <a:pt x="19348" y="74973"/>
                  </a:lnTo>
                  <a:lnTo>
                    <a:pt x="19348" y="45026"/>
                  </a:lnTo>
                  <a:close/>
                </a:path>
              </a:pathLst>
            </a:custGeom>
            <a:solidFill>
              <a:srgbClr val="3C3C3C"/>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600" b="0" i="0" u="none" strike="noStrike" cap="none">
                <a:solidFill>
                  <a:schemeClr val="dk1"/>
                </a:solidFill>
                <a:latin typeface="Arial"/>
                <a:ea typeface="Arial"/>
                <a:cs typeface="Arial"/>
                <a:sym typeface="Arial"/>
              </a:endParaRPr>
            </a:p>
          </p:txBody>
        </p:sp>
        <p:sp>
          <p:nvSpPr>
            <p:cNvPr id="508" name="Shape 508"/>
            <p:cNvSpPr/>
            <p:nvPr/>
          </p:nvSpPr>
          <p:spPr>
            <a:xfrm>
              <a:off x="1803575" y="3316062"/>
              <a:ext cx="241769" cy="681218"/>
            </a:xfrm>
            <a:prstGeom prst="roundRect">
              <a:avLst>
                <a:gd name="adj" fmla="val 6211"/>
              </a:avLst>
            </a:prstGeom>
            <a:solidFill>
              <a:srgbClr val="2FB5E5"/>
            </a:solidFill>
            <a:ln>
              <a:noFill/>
            </a:ln>
          </p:spPr>
          <p:txBody>
            <a:bodyPr lIns="26775" tIns="26775" rIns="26775" bIns="26775" anchor="ctr" anchorCtr="0">
              <a:noAutofit/>
            </a:bodyPr>
            <a:lstStyle/>
            <a:p>
              <a:pPr marL="0" marR="0" lvl="0" indent="0" algn="ctr" rtl="0">
                <a:lnSpc>
                  <a:spcPct val="10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grpSp>
      <p:sp>
        <p:nvSpPr>
          <p:cNvPr id="509" name="Shape 509"/>
          <p:cNvSpPr/>
          <p:nvPr/>
        </p:nvSpPr>
        <p:spPr>
          <a:xfrm>
            <a:off x="405481" y="3035350"/>
            <a:ext cx="797675" cy="373179"/>
          </a:xfrm>
          <a:prstGeom prst="rect">
            <a:avLst/>
          </a:prstGeom>
          <a:no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3C3C3C"/>
              </a:buClr>
              <a:buSzPct val="25000"/>
              <a:buFont typeface="Arial"/>
              <a:buNone/>
            </a:pPr>
            <a:r>
              <a:rPr lang="en" sz="1100" b="0" i="0" u="none" strike="noStrike" cap="none">
                <a:solidFill>
                  <a:srgbClr val="3C3C3C"/>
                </a:solidFill>
                <a:latin typeface="Arial"/>
                <a:ea typeface="Arial"/>
                <a:cs typeface="Arial"/>
                <a:sym typeface="Arial"/>
              </a:rPr>
              <a:t>Slow changing</a:t>
            </a:r>
          </a:p>
        </p:txBody>
      </p:sp>
      <p:sp>
        <p:nvSpPr>
          <p:cNvPr id="510" name="Shape 510"/>
          <p:cNvSpPr/>
          <p:nvPr/>
        </p:nvSpPr>
        <p:spPr>
          <a:xfrm>
            <a:off x="7826532" y="2873696"/>
            <a:ext cx="797675" cy="373179"/>
          </a:xfrm>
          <a:prstGeom prst="rect">
            <a:avLst/>
          </a:prstGeom>
          <a:no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3C3C3C"/>
              </a:buClr>
              <a:buSzPct val="25000"/>
              <a:buFont typeface="Arial"/>
              <a:buNone/>
            </a:pPr>
            <a:r>
              <a:rPr lang="en" sz="1100" b="0" i="0" u="none" strike="noStrike" cap="none">
                <a:solidFill>
                  <a:srgbClr val="3C3C3C"/>
                </a:solidFill>
                <a:latin typeface="Arial"/>
                <a:ea typeface="Arial"/>
                <a:cs typeface="Arial"/>
                <a:sym typeface="Arial"/>
              </a:rPr>
              <a:t>Rapidly updated</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Shape 515"/>
          <p:cNvSpPr txBox="1">
            <a:spLocks noGrp="1"/>
          </p:cNvSpPr>
          <p:nvPr>
            <p:ph type="title"/>
          </p:nvPr>
        </p:nvSpPr>
        <p:spPr>
          <a:xfrm>
            <a:off x="228600" y="273842"/>
            <a:ext cx="8686800" cy="480000"/>
          </a:xfrm>
          <a:prstGeom prst="rect">
            <a:avLst/>
          </a:prstGeom>
          <a:noFill/>
          <a:ln>
            <a:noFill/>
          </a:ln>
        </p:spPr>
        <p:txBody>
          <a:bodyPr lIns="91425" tIns="91425" rIns="91425" bIns="91425" anchor="t" anchorCtr="0">
            <a:noAutofit/>
          </a:bodyPr>
          <a:lstStyle/>
          <a:p>
            <a:pPr marL="0" marR="0" lvl="0" indent="0" algn="l" rtl="0">
              <a:lnSpc>
                <a:spcPct val="90000"/>
              </a:lnSpc>
              <a:spcBef>
                <a:spcPts val="0"/>
              </a:spcBef>
              <a:spcAft>
                <a:spcPts val="0"/>
              </a:spcAft>
              <a:buClr>
                <a:schemeClr val="accent1"/>
              </a:buClr>
              <a:buSzPct val="25000"/>
              <a:buFont typeface="Arial"/>
              <a:buNone/>
            </a:pPr>
            <a:r>
              <a:rPr lang="en" sz="2880" b="0" i="0" u="none" strike="noStrike" cap="none">
                <a:solidFill>
                  <a:schemeClr val="accent1"/>
                </a:solidFill>
                <a:latin typeface="Arial"/>
                <a:ea typeface="Arial"/>
                <a:cs typeface="Arial"/>
                <a:sym typeface="Arial"/>
              </a:rPr>
              <a:t>Application Modernization</a:t>
            </a:r>
          </a:p>
        </p:txBody>
      </p:sp>
      <p:sp>
        <p:nvSpPr>
          <p:cNvPr id="516" name="Shape 516"/>
          <p:cNvSpPr/>
          <p:nvPr/>
        </p:nvSpPr>
        <p:spPr>
          <a:xfrm>
            <a:off x="1197515" y="1036437"/>
            <a:ext cx="1725000" cy="1819500"/>
          </a:xfrm>
          <a:prstGeom prst="rect">
            <a:avLst/>
          </a:prstGeom>
          <a:noFill/>
          <a:ln w="25400" cap="flat" cmpd="sng">
            <a:solidFill>
              <a:srgbClr val="127CB4"/>
            </a:solidFill>
            <a:prstDash val="solid"/>
            <a:round/>
            <a:headEnd type="none" w="med" len="med"/>
            <a:tailEnd type="none" w="med" len="med"/>
          </a:ln>
        </p:spPr>
        <p:txBody>
          <a:bodyPr lIns="91425" tIns="45700" rIns="91425" bIns="45700" anchor="t" anchorCtr="0">
            <a:noAutofit/>
          </a:bodyPr>
          <a:lstStyle/>
          <a:p>
            <a:pPr marL="0" marR="0" lvl="0" indent="0" algn="ctr" rtl="0">
              <a:lnSpc>
                <a:spcPct val="100000"/>
              </a:lnSpc>
              <a:spcBef>
                <a:spcPts val="0"/>
              </a:spcBef>
              <a:spcAft>
                <a:spcPts val="0"/>
              </a:spcAft>
              <a:buClr>
                <a:schemeClr val="dk1"/>
              </a:buClr>
              <a:buSzPct val="25000"/>
              <a:buFont typeface="Arial"/>
              <a:buNone/>
            </a:pPr>
            <a:r>
              <a:rPr lang="en" sz="1400" b="0" i="0" u="none" strike="noStrike" cap="none">
                <a:solidFill>
                  <a:schemeClr val="dk1"/>
                </a:solidFill>
                <a:latin typeface="Arial"/>
                <a:ea typeface="Arial"/>
                <a:cs typeface="Arial"/>
                <a:sym typeface="Arial"/>
              </a:rPr>
              <a:t>Application Code</a:t>
            </a:r>
          </a:p>
        </p:txBody>
      </p:sp>
      <p:sp>
        <p:nvSpPr>
          <p:cNvPr id="517" name="Shape 517"/>
          <p:cNvSpPr/>
          <p:nvPr/>
        </p:nvSpPr>
        <p:spPr>
          <a:xfrm>
            <a:off x="1415112" y="1469301"/>
            <a:ext cx="454800" cy="444600"/>
          </a:xfrm>
          <a:prstGeom prst="ellipse">
            <a:avLst/>
          </a:prstGeom>
          <a:solidFill>
            <a:schemeClr val="accent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18" name="Shape 518"/>
          <p:cNvSpPr/>
          <p:nvPr/>
        </p:nvSpPr>
        <p:spPr>
          <a:xfrm>
            <a:off x="2157103" y="1493758"/>
            <a:ext cx="478200" cy="444599"/>
          </a:xfrm>
          <a:prstGeom prst="triangle">
            <a:avLst>
              <a:gd name="adj" fmla="val 50000"/>
            </a:avLst>
          </a:prstGeom>
          <a:solidFill>
            <a:schemeClr val="accent3"/>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19" name="Shape 519"/>
          <p:cNvSpPr/>
          <p:nvPr/>
        </p:nvSpPr>
        <p:spPr>
          <a:xfrm>
            <a:off x="1462637" y="2088577"/>
            <a:ext cx="486300" cy="525600"/>
          </a:xfrm>
          <a:prstGeom prst="diamond">
            <a:avLst/>
          </a:prstGeom>
          <a:solidFill>
            <a:schemeClr val="accent5"/>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0" name="Shape 520"/>
          <p:cNvSpPr/>
          <p:nvPr/>
        </p:nvSpPr>
        <p:spPr>
          <a:xfrm>
            <a:off x="2119432" y="2267906"/>
            <a:ext cx="611700" cy="331500"/>
          </a:xfrm>
          <a:prstGeom prst="parallelogram">
            <a:avLst>
              <a:gd name="adj" fmla="val 34756"/>
            </a:avLst>
          </a:prstGeom>
          <a:solidFill>
            <a:schemeClr val="accent4"/>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1" name="Shape 521"/>
          <p:cNvSpPr/>
          <p:nvPr/>
        </p:nvSpPr>
        <p:spPr>
          <a:xfrm>
            <a:off x="3882208" y="1741608"/>
            <a:ext cx="1220400" cy="408900"/>
          </a:xfrm>
          <a:prstGeom prst="rightArrow">
            <a:avLst>
              <a:gd name="adj1" fmla="val 50000"/>
              <a:gd name="adj2" fmla="val 50000"/>
            </a:avLst>
          </a:prstGeom>
          <a:solidFill>
            <a:schemeClr val="accent3"/>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2" name="Shape 522"/>
          <p:cNvSpPr txBox="1"/>
          <p:nvPr/>
        </p:nvSpPr>
        <p:spPr>
          <a:xfrm>
            <a:off x="490727" y="3101891"/>
            <a:ext cx="3909600" cy="140039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 sz="1400" b="1" i="0" u="none" strike="noStrike" cap="none">
                <a:solidFill>
                  <a:schemeClr val="dk1"/>
                </a:solidFill>
                <a:latin typeface="Arial"/>
                <a:ea typeface="Arial"/>
                <a:cs typeface="Arial"/>
                <a:sym typeface="Arial"/>
              </a:rPr>
              <a:t>Developer Issues: </a:t>
            </a:r>
          </a:p>
          <a:p>
            <a:pPr marL="285750" marR="0" lvl="0" indent="-285750" algn="l" rtl="0">
              <a:lnSpc>
                <a:spcPct val="100000"/>
              </a:lnSpc>
              <a:spcBef>
                <a:spcPts val="600"/>
              </a:spcBef>
              <a:spcAft>
                <a:spcPts val="0"/>
              </a:spcAft>
              <a:buClr>
                <a:schemeClr val="dk1"/>
              </a:buClr>
              <a:buSzPct val="100000"/>
              <a:buFont typeface="Arial"/>
              <a:buChar char="•"/>
            </a:pPr>
            <a:r>
              <a:rPr lang="en" sz="1400" b="0" i="0" u="none" strike="noStrike" cap="none">
                <a:solidFill>
                  <a:schemeClr val="dk1"/>
                </a:solidFill>
                <a:latin typeface="Arial"/>
                <a:ea typeface="Arial"/>
                <a:cs typeface="Arial"/>
                <a:sym typeface="Arial"/>
              </a:rPr>
              <a:t>Minor code changes require full re-compile and re-test</a:t>
            </a:r>
          </a:p>
          <a:p>
            <a:pPr marL="288925" marR="0" lvl="7" indent="-288925" algn="l" rtl="0">
              <a:lnSpc>
                <a:spcPct val="100000"/>
              </a:lnSpc>
              <a:spcBef>
                <a:spcPts val="600"/>
              </a:spcBef>
              <a:spcAft>
                <a:spcPts val="0"/>
              </a:spcAft>
              <a:buClr>
                <a:schemeClr val="dk1"/>
              </a:buClr>
              <a:buSzPct val="100000"/>
              <a:buFont typeface="Arial"/>
              <a:buChar char="•"/>
            </a:pPr>
            <a:r>
              <a:rPr lang="en" sz="1400" b="0" i="0" u="none" strike="noStrike" cap="none">
                <a:solidFill>
                  <a:schemeClr val="dk1"/>
                </a:solidFill>
                <a:latin typeface="Arial"/>
                <a:ea typeface="Arial"/>
                <a:cs typeface="Arial"/>
                <a:sym typeface="Arial"/>
              </a:rPr>
              <a:t>Application becomes single point of failure</a:t>
            </a:r>
          </a:p>
          <a:p>
            <a:pPr marL="288925" marR="0" lvl="7" indent="-288925" algn="l" rtl="0">
              <a:lnSpc>
                <a:spcPct val="100000"/>
              </a:lnSpc>
              <a:spcBef>
                <a:spcPts val="600"/>
              </a:spcBef>
              <a:spcAft>
                <a:spcPts val="0"/>
              </a:spcAft>
              <a:buClr>
                <a:schemeClr val="dk1"/>
              </a:buClr>
              <a:buSzPct val="100000"/>
              <a:buFont typeface="Arial"/>
              <a:buChar char="•"/>
            </a:pPr>
            <a:r>
              <a:rPr lang="en" sz="1400" b="0" i="0" u="none" strike="noStrike" cap="none">
                <a:solidFill>
                  <a:schemeClr val="dk1"/>
                </a:solidFill>
                <a:latin typeface="Arial"/>
                <a:ea typeface="Arial"/>
                <a:cs typeface="Arial"/>
                <a:sym typeface="Arial"/>
              </a:rPr>
              <a:t>Application is difficult to scale</a:t>
            </a:r>
          </a:p>
        </p:txBody>
      </p:sp>
      <p:sp>
        <p:nvSpPr>
          <p:cNvPr id="523" name="Shape 523"/>
          <p:cNvSpPr/>
          <p:nvPr/>
        </p:nvSpPr>
        <p:spPr>
          <a:xfrm>
            <a:off x="6127960" y="1198466"/>
            <a:ext cx="454800" cy="444600"/>
          </a:xfrm>
          <a:prstGeom prst="ellipse">
            <a:avLst/>
          </a:prstGeom>
          <a:solidFill>
            <a:schemeClr val="accent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4" name="Shape 524"/>
          <p:cNvSpPr/>
          <p:nvPr/>
        </p:nvSpPr>
        <p:spPr>
          <a:xfrm>
            <a:off x="7134695" y="1237266"/>
            <a:ext cx="478200" cy="444600"/>
          </a:xfrm>
          <a:prstGeom prst="triangle">
            <a:avLst>
              <a:gd name="adj" fmla="val 50000"/>
            </a:avLst>
          </a:prstGeom>
          <a:solidFill>
            <a:schemeClr val="accent3"/>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5" name="Shape 525"/>
          <p:cNvSpPr/>
          <p:nvPr/>
        </p:nvSpPr>
        <p:spPr>
          <a:xfrm>
            <a:off x="6274392" y="1975300"/>
            <a:ext cx="486300" cy="525600"/>
          </a:xfrm>
          <a:prstGeom prst="diamond">
            <a:avLst/>
          </a:prstGeom>
          <a:solidFill>
            <a:schemeClr val="accent5"/>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6" name="Shape 526"/>
          <p:cNvSpPr/>
          <p:nvPr/>
        </p:nvSpPr>
        <p:spPr>
          <a:xfrm>
            <a:off x="7081539" y="2184575"/>
            <a:ext cx="611700" cy="331500"/>
          </a:xfrm>
          <a:prstGeom prst="parallelogram">
            <a:avLst>
              <a:gd name="adj" fmla="val 34756"/>
            </a:avLst>
          </a:prstGeom>
          <a:solidFill>
            <a:schemeClr val="accent4"/>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7" name="Shape 527"/>
          <p:cNvSpPr/>
          <p:nvPr/>
        </p:nvSpPr>
        <p:spPr>
          <a:xfrm>
            <a:off x="6076801" y="1155358"/>
            <a:ext cx="535500" cy="507299"/>
          </a:xfrm>
          <a:prstGeom prst="rect">
            <a:avLst/>
          </a:prstGeom>
          <a:noFill/>
          <a:ln w="12700" cap="flat" cmpd="sng">
            <a:solidFill>
              <a:srgbClr val="127CB4"/>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8" name="Shape 528"/>
          <p:cNvSpPr/>
          <p:nvPr/>
        </p:nvSpPr>
        <p:spPr>
          <a:xfrm>
            <a:off x="6248344" y="1948592"/>
            <a:ext cx="535499" cy="552300"/>
          </a:xfrm>
          <a:prstGeom prst="rect">
            <a:avLst/>
          </a:prstGeom>
          <a:noFill/>
          <a:ln w="12700" cap="flat" cmpd="sng">
            <a:solidFill>
              <a:srgbClr val="127CB4"/>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29" name="Shape 529"/>
          <p:cNvSpPr/>
          <p:nvPr/>
        </p:nvSpPr>
        <p:spPr>
          <a:xfrm>
            <a:off x="7106128" y="1189304"/>
            <a:ext cx="535500" cy="552300"/>
          </a:xfrm>
          <a:prstGeom prst="rect">
            <a:avLst/>
          </a:prstGeom>
          <a:noFill/>
          <a:ln w="12700" cap="flat" cmpd="sng">
            <a:solidFill>
              <a:srgbClr val="127CB4"/>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30" name="Shape 530"/>
          <p:cNvSpPr/>
          <p:nvPr/>
        </p:nvSpPr>
        <p:spPr>
          <a:xfrm>
            <a:off x="7058297" y="2047515"/>
            <a:ext cx="634800" cy="552300"/>
          </a:xfrm>
          <a:prstGeom prst="rect">
            <a:avLst/>
          </a:prstGeom>
          <a:noFill/>
          <a:ln w="12700" cap="flat" cmpd="sng">
            <a:solidFill>
              <a:srgbClr val="127CB4"/>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531" name="Shape 531"/>
          <p:cNvSpPr txBox="1"/>
          <p:nvPr/>
        </p:nvSpPr>
        <p:spPr>
          <a:xfrm>
            <a:off x="5282235" y="3088008"/>
            <a:ext cx="3598500" cy="523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Microservices</a:t>
            </a:r>
            <a:r>
              <a:rPr lang="en" sz="1400" b="0" i="0" u="none" strike="noStrike" cap="none">
                <a:solidFill>
                  <a:srgbClr val="000000"/>
                </a:solidFill>
                <a:latin typeface="Arial"/>
                <a:ea typeface="Arial"/>
                <a:cs typeface="Arial"/>
                <a:sym typeface="Arial"/>
              </a:rPr>
              <a:t>: Break application into separate operations</a:t>
            </a:r>
          </a:p>
        </p:txBody>
      </p:sp>
      <p:sp>
        <p:nvSpPr>
          <p:cNvPr id="532" name="Shape 532"/>
          <p:cNvSpPr txBox="1"/>
          <p:nvPr/>
        </p:nvSpPr>
        <p:spPr>
          <a:xfrm>
            <a:off x="5282235" y="3788907"/>
            <a:ext cx="3598500" cy="7386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12-Factor Apps</a:t>
            </a:r>
            <a:r>
              <a:rPr lang="en" sz="1400" b="0" i="0" u="none" strike="noStrike" cap="none">
                <a:solidFill>
                  <a:srgbClr val="000000"/>
                </a:solidFill>
                <a:latin typeface="Arial"/>
                <a:ea typeface="Arial"/>
                <a:cs typeface="Arial"/>
                <a:sym typeface="Arial"/>
              </a:rPr>
              <a:t>: Make the app independently scalable, stateless, highly available by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Shape 538"/>
          <p:cNvPicPr preferRelativeResize="0"/>
          <p:nvPr/>
        </p:nvPicPr>
        <p:blipFill rotWithShape="1">
          <a:blip r:embed="rId3">
            <a:alphaModFix/>
          </a:blip>
          <a:srcRect/>
          <a:stretch/>
        </p:blipFill>
        <p:spPr>
          <a:xfrm>
            <a:off x="5311689" y="3519396"/>
            <a:ext cx="782973" cy="783176"/>
          </a:xfrm>
          <a:prstGeom prst="rect">
            <a:avLst/>
          </a:prstGeom>
          <a:noFill/>
          <a:ln>
            <a:noFill/>
          </a:ln>
        </p:spPr>
      </p:pic>
      <p:sp>
        <p:nvSpPr>
          <p:cNvPr id="539" name="Shape 539"/>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2880" b="0" i="0" u="none" strike="noStrike" cap="none">
                <a:solidFill>
                  <a:schemeClr val="dk2"/>
                </a:solidFill>
                <a:latin typeface="Arial"/>
                <a:ea typeface="Arial"/>
                <a:cs typeface="Arial"/>
                <a:sym typeface="Arial"/>
              </a:rPr>
              <a:t>Continuous Integration and Delivery</a:t>
            </a:r>
          </a:p>
        </p:txBody>
      </p:sp>
      <p:pic>
        <p:nvPicPr>
          <p:cNvPr id="540" name="Shape 540"/>
          <p:cNvPicPr preferRelativeResize="0"/>
          <p:nvPr/>
        </p:nvPicPr>
        <p:blipFill rotWithShape="1">
          <a:blip r:embed="rId3">
            <a:alphaModFix/>
          </a:blip>
          <a:srcRect/>
          <a:stretch/>
        </p:blipFill>
        <p:spPr>
          <a:xfrm>
            <a:off x="710441" y="3059118"/>
            <a:ext cx="782973" cy="783176"/>
          </a:xfrm>
          <a:prstGeom prst="rect">
            <a:avLst/>
          </a:prstGeom>
          <a:noFill/>
          <a:ln>
            <a:noFill/>
          </a:ln>
        </p:spPr>
      </p:pic>
      <p:sp>
        <p:nvSpPr>
          <p:cNvPr id="541" name="Shape 541"/>
          <p:cNvSpPr/>
          <p:nvPr/>
        </p:nvSpPr>
        <p:spPr>
          <a:xfrm>
            <a:off x="636764" y="3814496"/>
            <a:ext cx="1443089" cy="338554"/>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600" b="1" i="0" u="none" strike="noStrike" cap="none">
                <a:solidFill>
                  <a:srgbClr val="000000"/>
                </a:solidFill>
                <a:latin typeface="Arial"/>
                <a:ea typeface="Arial"/>
                <a:cs typeface="Arial"/>
                <a:sym typeface="Arial"/>
              </a:rPr>
              <a:t>Developer</a:t>
            </a:r>
          </a:p>
        </p:txBody>
      </p:sp>
      <p:pic>
        <p:nvPicPr>
          <p:cNvPr id="542" name="Shape 542"/>
          <p:cNvPicPr preferRelativeResize="0"/>
          <p:nvPr/>
        </p:nvPicPr>
        <p:blipFill rotWithShape="1">
          <a:blip r:embed="rId4">
            <a:alphaModFix/>
          </a:blip>
          <a:srcRect/>
          <a:stretch/>
        </p:blipFill>
        <p:spPr>
          <a:xfrm>
            <a:off x="4200855" y="3328012"/>
            <a:ext cx="405682" cy="559329"/>
          </a:xfrm>
          <a:prstGeom prst="rect">
            <a:avLst/>
          </a:prstGeom>
          <a:noFill/>
          <a:ln>
            <a:noFill/>
          </a:ln>
        </p:spPr>
      </p:pic>
      <p:cxnSp>
        <p:nvCxnSpPr>
          <p:cNvPr id="543" name="Shape 543"/>
          <p:cNvCxnSpPr/>
          <p:nvPr/>
        </p:nvCxnSpPr>
        <p:spPr>
          <a:xfrm flipH="1">
            <a:off x="2187712" y="2035422"/>
            <a:ext cx="1737106" cy="1143997"/>
          </a:xfrm>
          <a:prstGeom prst="straightConnector1">
            <a:avLst/>
          </a:prstGeom>
          <a:noFill/>
          <a:ln w="25400" cap="flat" cmpd="sng">
            <a:solidFill>
              <a:schemeClr val="accent1"/>
            </a:solidFill>
            <a:prstDash val="solid"/>
            <a:round/>
            <a:headEnd type="none" w="med" len="med"/>
            <a:tailEnd type="stealth" w="lg" len="lg"/>
          </a:ln>
        </p:spPr>
      </p:cxnSp>
      <p:cxnSp>
        <p:nvCxnSpPr>
          <p:cNvPr id="544" name="Shape 544"/>
          <p:cNvCxnSpPr/>
          <p:nvPr/>
        </p:nvCxnSpPr>
        <p:spPr>
          <a:xfrm>
            <a:off x="2068434" y="1916188"/>
            <a:ext cx="1802504" cy="11476"/>
          </a:xfrm>
          <a:prstGeom prst="straightConnector1">
            <a:avLst/>
          </a:prstGeom>
          <a:noFill/>
          <a:ln w="25400" cap="flat" cmpd="sng">
            <a:solidFill>
              <a:schemeClr val="accent1"/>
            </a:solidFill>
            <a:prstDash val="solid"/>
            <a:round/>
            <a:headEnd type="none" w="med" len="med"/>
            <a:tailEnd type="stealth" w="lg" len="lg"/>
          </a:ln>
        </p:spPr>
      </p:cxnSp>
      <p:pic>
        <p:nvPicPr>
          <p:cNvPr id="545" name="Shape 545"/>
          <p:cNvPicPr preferRelativeResize="0"/>
          <p:nvPr/>
        </p:nvPicPr>
        <p:blipFill rotWithShape="1">
          <a:blip r:embed="rId5">
            <a:alphaModFix/>
          </a:blip>
          <a:srcRect/>
          <a:stretch/>
        </p:blipFill>
        <p:spPr>
          <a:xfrm>
            <a:off x="1275508" y="1519725"/>
            <a:ext cx="792925" cy="792925"/>
          </a:xfrm>
          <a:prstGeom prst="rect">
            <a:avLst/>
          </a:prstGeom>
          <a:noFill/>
          <a:ln>
            <a:noFill/>
          </a:ln>
        </p:spPr>
      </p:pic>
      <p:sp>
        <p:nvSpPr>
          <p:cNvPr id="546" name="Shape 546"/>
          <p:cNvSpPr/>
          <p:nvPr/>
        </p:nvSpPr>
        <p:spPr>
          <a:xfrm>
            <a:off x="342212" y="1797573"/>
            <a:ext cx="842485" cy="430884"/>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100" b="0" i="0" u="none" strike="noStrike" cap="none">
                <a:solidFill>
                  <a:srgbClr val="000000"/>
                </a:solidFill>
                <a:latin typeface="Arial"/>
                <a:ea typeface="Arial"/>
                <a:cs typeface="Arial"/>
                <a:sym typeface="Arial"/>
              </a:rPr>
              <a:t>Version</a:t>
            </a:r>
            <a:br>
              <a:rPr lang="en" sz="1100" b="0" i="0" u="none" strike="noStrike" cap="none">
                <a:solidFill>
                  <a:srgbClr val="000000"/>
                </a:solidFill>
                <a:latin typeface="Arial"/>
                <a:ea typeface="Arial"/>
                <a:cs typeface="Arial"/>
                <a:sym typeface="Arial"/>
              </a:rPr>
            </a:br>
            <a:r>
              <a:rPr lang="en" sz="1100" b="0" i="0" u="none" strike="noStrike" cap="none">
                <a:solidFill>
                  <a:srgbClr val="000000"/>
                </a:solidFill>
                <a:latin typeface="Arial"/>
                <a:ea typeface="Arial"/>
                <a:cs typeface="Arial"/>
                <a:sym typeface="Arial"/>
              </a:rPr>
              <a:t>control</a:t>
            </a:r>
          </a:p>
        </p:txBody>
      </p:sp>
      <p:cxnSp>
        <p:nvCxnSpPr>
          <p:cNvPr id="547" name="Shape 547"/>
          <p:cNvCxnSpPr>
            <a:endCxn id="545" idx="2"/>
          </p:cNvCxnSpPr>
          <p:nvPr/>
        </p:nvCxnSpPr>
        <p:spPr>
          <a:xfrm rot="10800000">
            <a:off x="1671971" y="2312650"/>
            <a:ext cx="5400" cy="838800"/>
          </a:xfrm>
          <a:prstGeom prst="straightConnector1">
            <a:avLst/>
          </a:prstGeom>
          <a:noFill/>
          <a:ln w="25400" cap="flat" cmpd="sng">
            <a:solidFill>
              <a:schemeClr val="accent1"/>
            </a:solidFill>
            <a:prstDash val="solid"/>
            <a:round/>
            <a:headEnd type="none" w="med" len="med"/>
            <a:tailEnd type="stealth" w="lg" len="lg"/>
          </a:ln>
        </p:spPr>
      </p:cxnSp>
      <p:cxnSp>
        <p:nvCxnSpPr>
          <p:cNvPr id="548" name="Shape 548"/>
          <p:cNvCxnSpPr/>
          <p:nvPr/>
        </p:nvCxnSpPr>
        <p:spPr>
          <a:xfrm flipH="1">
            <a:off x="4754551" y="1881474"/>
            <a:ext cx="1503305" cy="9428"/>
          </a:xfrm>
          <a:prstGeom prst="straightConnector1">
            <a:avLst/>
          </a:prstGeom>
          <a:noFill/>
          <a:ln w="25400" cap="flat" cmpd="sng">
            <a:solidFill>
              <a:schemeClr val="accent1"/>
            </a:solidFill>
            <a:prstDash val="solid"/>
            <a:round/>
            <a:headEnd type="stealth" w="lg" len="lg"/>
            <a:tailEnd type="none" w="med" len="med"/>
          </a:ln>
        </p:spPr>
      </p:cxnSp>
      <p:pic>
        <p:nvPicPr>
          <p:cNvPr id="549" name="Shape 549" descr="Container.png"/>
          <p:cNvPicPr preferRelativeResize="0"/>
          <p:nvPr/>
        </p:nvPicPr>
        <p:blipFill rotWithShape="1">
          <a:blip r:embed="rId6">
            <a:alphaModFix/>
          </a:blip>
          <a:srcRect/>
          <a:stretch/>
        </p:blipFill>
        <p:spPr>
          <a:xfrm>
            <a:off x="4172732" y="2808541"/>
            <a:ext cx="530288" cy="530288"/>
          </a:xfrm>
          <a:prstGeom prst="rect">
            <a:avLst/>
          </a:prstGeom>
          <a:noFill/>
          <a:ln>
            <a:noFill/>
          </a:ln>
        </p:spPr>
      </p:pic>
      <p:grpSp>
        <p:nvGrpSpPr>
          <p:cNvPr id="550" name="Shape 550"/>
          <p:cNvGrpSpPr/>
          <p:nvPr/>
        </p:nvGrpSpPr>
        <p:grpSpPr>
          <a:xfrm>
            <a:off x="1371178" y="3228946"/>
            <a:ext cx="683264" cy="459352"/>
            <a:chOff x="1676400" y="9809163"/>
            <a:chExt cx="1930399" cy="1366837"/>
          </a:xfrm>
        </p:grpSpPr>
        <p:sp>
          <p:nvSpPr>
            <p:cNvPr id="551" name="Shape 551"/>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chemeClr val="accent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52" name="Shape 552"/>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chemeClr val="accent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53" name="Shape 553"/>
            <p:cNvSpPr/>
            <p:nvPr/>
          </p:nvSpPr>
          <p:spPr>
            <a:xfrm>
              <a:off x="1687513" y="10825163"/>
              <a:ext cx="1908174"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chemeClr val="accent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sp>
        <p:nvSpPr>
          <p:cNvPr id="554" name="Shape 554"/>
          <p:cNvSpPr/>
          <p:nvPr/>
        </p:nvSpPr>
        <p:spPr>
          <a:xfrm>
            <a:off x="3779755" y="3851776"/>
            <a:ext cx="422751" cy="533170"/>
          </a:xfrm>
          <a:custGeom>
            <a:avLst/>
            <a:gdLst/>
            <a:ahLst/>
            <a:cxnLst/>
            <a:rect l="0" t="0" r="0" b="0"/>
            <a:pathLst>
              <a:path w="120000" h="120000" extrusionOk="0">
                <a:moveTo>
                  <a:pt x="91679" y="91161"/>
                </a:moveTo>
                <a:lnTo>
                  <a:pt x="98759" y="91161"/>
                </a:lnTo>
                <a:lnTo>
                  <a:pt x="98759" y="91161"/>
                </a:lnTo>
                <a:lnTo>
                  <a:pt x="99485" y="91298"/>
                </a:lnTo>
                <a:lnTo>
                  <a:pt x="99848" y="91708"/>
                </a:lnTo>
                <a:lnTo>
                  <a:pt x="99848" y="96628"/>
                </a:lnTo>
                <a:lnTo>
                  <a:pt x="99848" y="96628"/>
                </a:lnTo>
                <a:lnTo>
                  <a:pt x="99485" y="97038"/>
                </a:lnTo>
                <a:lnTo>
                  <a:pt x="98759" y="97312"/>
                </a:lnTo>
                <a:lnTo>
                  <a:pt x="91679" y="97312"/>
                </a:lnTo>
                <a:lnTo>
                  <a:pt x="91679" y="97312"/>
                </a:lnTo>
                <a:lnTo>
                  <a:pt x="90771" y="97038"/>
                </a:lnTo>
                <a:lnTo>
                  <a:pt x="90590" y="96628"/>
                </a:lnTo>
                <a:lnTo>
                  <a:pt x="90590" y="91708"/>
                </a:lnTo>
                <a:lnTo>
                  <a:pt x="90590" y="91708"/>
                </a:lnTo>
                <a:lnTo>
                  <a:pt x="90771" y="91298"/>
                </a:lnTo>
                <a:lnTo>
                  <a:pt x="91679" y="91161"/>
                </a:lnTo>
                <a:lnTo>
                  <a:pt x="91679" y="91161"/>
                </a:lnTo>
                <a:close/>
                <a:moveTo>
                  <a:pt x="13615" y="84191"/>
                </a:moveTo>
                <a:lnTo>
                  <a:pt x="13615" y="84191"/>
                </a:lnTo>
                <a:lnTo>
                  <a:pt x="12708" y="84191"/>
                </a:lnTo>
                <a:lnTo>
                  <a:pt x="12344" y="84601"/>
                </a:lnTo>
                <a:lnTo>
                  <a:pt x="11800" y="85011"/>
                </a:lnTo>
                <a:lnTo>
                  <a:pt x="11800" y="85284"/>
                </a:lnTo>
                <a:lnTo>
                  <a:pt x="11800" y="103052"/>
                </a:lnTo>
                <a:lnTo>
                  <a:pt x="11800" y="103052"/>
                </a:lnTo>
                <a:lnTo>
                  <a:pt x="11800" y="103462"/>
                </a:lnTo>
                <a:lnTo>
                  <a:pt x="12344" y="103872"/>
                </a:lnTo>
                <a:lnTo>
                  <a:pt x="12708" y="104145"/>
                </a:lnTo>
                <a:lnTo>
                  <a:pt x="13615" y="104145"/>
                </a:lnTo>
                <a:lnTo>
                  <a:pt x="106384" y="104145"/>
                </a:lnTo>
                <a:lnTo>
                  <a:pt x="106384" y="104145"/>
                </a:lnTo>
                <a:lnTo>
                  <a:pt x="106928" y="104145"/>
                </a:lnTo>
                <a:lnTo>
                  <a:pt x="107655" y="103872"/>
                </a:lnTo>
                <a:lnTo>
                  <a:pt x="108018" y="103462"/>
                </a:lnTo>
                <a:lnTo>
                  <a:pt x="108199" y="103052"/>
                </a:lnTo>
                <a:lnTo>
                  <a:pt x="108199" y="85284"/>
                </a:lnTo>
                <a:lnTo>
                  <a:pt x="108199" y="85284"/>
                </a:lnTo>
                <a:lnTo>
                  <a:pt x="108018" y="85011"/>
                </a:lnTo>
                <a:lnTo>
                  <a:pt x="107655" y="84601"/>
                </a:lnTo>
                <a:lnTo>
                  <a:pt x="106928" y="84191"/>
                </a:lnTo>
                <a:lnTo>
                  <a:pt x="106384" y="84191"/>
                </a:lnTo>
                <a:lnTo>
                  <a:pt x="13615" y="84191"/>
                </a:lnTo>
                <a:lnTo>
                  <a:pt x="13615" y="84191"/>
                </a:lnTo>
                <a:close/>
                <a:moveTo>
                  <a:pt x="91679" y="66287"/>
                </a:moveTo>
                <a:lnTo>
                  <a:pt x="98759" y="66287"/>
                </a:lnTo>
                <a:lnTo>
                  <a:pt x="98759" y="66287"/>
                </a:lnTo>
                <a:lnTo>
                  <a:pt x="99485" y="66423"/>
                </a:lnTo>
                <a:lnTo>
                  <a:pt x="99848" y="66833"/>
                </a:lnTo>
                <a:lnTo>
                  <a:pt x="99848" y="71617"/>
                </a:lnTo>
                <a:lnTo>
                  <a:pt x="99848" y="71617"/>
                </a:lnTo>
                <a:lnTo>
                  <a:pt x="99485" y="72164"/>
                </a:lnTo>
                <a:lnTo>
                  <a:pt x="98759" y="72437"/>
                </a:lnTo>
                <a:lnTo>
                  <a:pt x="91679" y="72437"/>
                </a:lnTo>
                <a:lnTo>
                  <a:pt x="91679" y="72437"/>
                </a:lnTo>
                <a:lnTo>
                  <a:pt x="90771" y="72164"/>
                </a:lnTo>
                <a:lnTo>
                  <a:pt x="90590" y="71617"/>
                </a:lnTo>
                <a:lnTo>
                  <a:pt x="90590" y="66833"/>
                </a:lnTo>
                <a:lnTo>
                  <a:pt x="90590" y="66833"/>
                </a:lnTo>
                <a:lnTo>
                  <a:pt x="90771" y="66423"/>
                </a:lnTo>
                <a:lnTo>
                  <a:pt x="91679" y="66287"/>
                </a:lnTo>
                <a:lnTo>
                  <a:pt x="91679" y="66287"/>
                </a:lnTo>
                <a:close/>
                <a:moveTo>
                  <a:pt x="13615" y="59179"/>
                </a:moveTo>
                <a:lnTo>
                  <a:pt x="13615" y="59179"/>
                </a:lnTo>
                <a:lnTo>
                  <a:pt x="12708" y="59316"/>
                </a:lnTo>
                <a:lnTo>
                  <a:pt x="12344" y="59453"/>
                </a:lnTo>
                <a:lnTo>
                  <a:pt x="11800" y="59863"/>
                </a:lnTo>
                <a:lnTo>
                  <a:pt x="11800" y="60546"/>
                </a:lnTo>
                <a:lnTo>
                  <a:pt x="11800" y="78177"/>
                </a:lnTo>
                <a:lnTo>
                  <a:pt x="11800" y="78177"/>
                </a:lnTo>
                <a:lnTo>
                  <a:pt x="11800" y="78587"/>
                </a:lnTo>
                <a:lnTo>
                  <a:pt x="12344" y="78997"/>
                </a:lnTo>
                <a:lnTo>
                  <a:pt x="12708" y="79134"/>
                </a:lnTo>
                <a:lnTo>
                  <a:pt x="13615" y="79407"/>
                </a:lnTo>
                <a:lnTo>
                  <a:pt x="106384" y="79407"/>
                </a:lnTo>
                <a:lnTo>
                  <a:pt x="106384" y="79407"/>
                </a:lnTo>
                <a:lnTo>
                  <a:pt x="106928" y="79134"/>
                </a:lnTo>
                <a:lnTo>
                  <a:pt x="107655" y="78997"/>
                </a:lnTo>
                <a:lnTo>
                  <a:pt x="108018" y="78587"/>
                </a:lnTo>
                <a:lnTo>
                  <a:pt x="108199" y="78177"/>
                </a:lnTo>
                <a:lnTo>
                  <a:pt x="108199" y="60546"/>
                </a:lnTo>
                <a:lnTo>
                  <a:pt x="108199" y="60546"/>
                </a:lnTo>
                <a:lnTo>
                  <a:pt x="108018" y="59863"/>
                </a:lnTo>
                <a:lnTo>
                  <a:pt x="107655" y="59453"/>
                </a:lnTo>
                <a:lnTo>
                  <a:pt x="106928" y="59316"/>
                </a:lnTo>
                <a:lnTo>
                  <a:pt x="106384" y="59179"/>
                </a:lnTo>
                <a:lnTo>
                  <a:pt x="13615" y="59179"/>
                </a:lnTo>
                <a:lnTo>
                  <a:pt x="13615" y="59179"/>
                </a:lnTo>
                <a:close/>
                <a:moveTo>
                  <a:pt x="91679" y="41412"/>
                </a:moveTo>
                <a:lnTo>
                  <a:pt x="98759" y="41412"/>
                </a:lnTo>
                <a:lnTo>
                  <a:pt x="98759" y="41412"/>
                </a:lnTo>
                <a:lnTo>
                  <a:pt x="99485" y="41412"/>
                </a:lnTo>
                <a:lnTo>
                  <a:pt x="99848" y="41958"/>
                </a:lnTo>
                <a:lnTo>
                  <a:pt x="99848" y="46742"/>
                </a:lnTo>
                <a:lnTo>
                  <a:pt x="99848" y="46742"/>
                </a:lnTo>
                <a:lnTo>
                  <a:pt x="99485" y="47152"/>
                </a:lnTo>
                <a:lnTo>
                  <a:pt x="98759" y="47425"/>
                </a:lnTo>
                <a:lnTo>
                  <a:pt x="91679" y="47425"/>
                </a:lnTo>
                <a:lnTo>
                  <a:pt x="91679" y="47425"/>
                </a:lnTo>
                <a:lnTo>
                  <a:pt x="90771" y="47152"/>
                </a:lnTo>
                <a:lnTo>
                  <a:pt x="90590" y="46742"/>
                </a:lnTo>
                <a:lnTo>
                  <a:pt x="90590" y="41958"/>
                </a:lnTo>
                <a:lnTo>
                  <a:pt x="90590" y="41958"/>
                </a:lnTo>
                <a:lnTo>
                  <a:pt x="90771" y="41412"/>
                </a:lnTo>
                <a:lnTo>
                  <a:pt x="91679" y="41412"/>
                </a:lnTo>
                <a:lnTo>
                  <a:pt x="91679" y="41412"/>
                </a:lnTo>
                <a:close/>
                <a:moveTo>
                  <a:pt x="13615" y="34305"/>
                </a:moveTo>
                <a:lnTo>
                  <a:pt x="13615" y="34305"/>
                </a:lnTo>
                <a:lnTo>
                  <a:pt x="12708" y="34441"/>
                </a:lnTo>
                <a:lnTo>
                  <a:pt x="12344" y="34715"/>
                </a:lnTo>
                <a:lnTo>
                  <a:pt x="11800" y="34988"/>
                </a:lnTo>
                <a:lnTo>
                  <a:pt x="11800" y="35671"/>
                </a:lnTo>
                <a:lnTo>
                  <a:pt x="11800" y="53166"/>
                </a:lnTo>
                <a:lnTo>
                  <a:pt x="11800" y="53166"/>
                </a:lnTo>
                <a:lnTo>
                  <a:pt x="11800" y="53712"/>
                </a:lnTo>
                <a:lnTo>
                  <a:pt x="12344" y="54123"/>
                </a:lnTo>
                <a:lnTo>
                  <a:pt x="12708" y="54259"/>
                </a:lnTo>
                <a:lnTo>
                  <a:pt x="13615" y="54533"/>
                </a:lnTo>
                <a:lnTo>
                  <a:pt x="106384" y="54533"/>
                </a:lnTo>
                <a:lnTo>
                  <a:pt x="106384" y="54533"/>
                </a:lnTo>
                <a:lnTo>
                  <a:pt x="106928" y="54259"/>
                </a:lnTo>
                <a:lnTo>
                  <a:pt x="107655" y="54123"/>
                </a:lnTo>
                <a:lnTo>
                  <a:pt x="108018" y="53712"/>
                </a:lnTo>
                <a:lnTo>
                  <a:pt x="108199" y="53166"/>
                </a:lnTo>
                <a:lnTo>
                  <a:pt x="108199" y="35671"/>
                </a:lnTo>
                <a:lnTo>
                  <a:pt x="108199" y="35671"/>
                </a:lnTo>
                <a:lnTo>
                  <a:pt x="108018" y="34988"/>
                </a:lnTo>
                <a:lnTo>
                  <a:pt x="107655" y="34715"/>
                </a:lnTo>
                <a:lnTo>
                  <a:pt x="106928" y="34441"/>
                </a:lnTo>
                <a:lnTo>
                  <a:pt x="106384" y="34305"/>
                </a:lnTo>
                <a:lnTo>
                  <a:pt x="13615" y="34305"/>
                </a:lnTo>
                <a:lnTo>
                  <a:pt x="13615" y="34305"/>
                </a:lnTo>
                <a:close/>
                <a:moveTo>
                  <a:pt x="91679" y="16400"/>
                </a:moveTo>
                <a:lnTo>
                  <a:pt x="98759" y="16400"/>
                </a:lnTo>
                <a:lnTo>
                  <a:pt x="98759" y="16400"/>
                </a:lnTo>
                <a:lnTo>
                  <a:pt x="99485" y="16537"/>
                </a:lnTo>
                <a:lnTo>
                  <a:pt x="99848" y="16947"/>
                </a:lnTo>
                <a:lnTo>
                  <a:pt x="99848" y="22004"/>
                </a:lnTo>
                <a:lnTo>
                  <a:pt x="99848" y="22004"/>
                </a:lnTo>
                <a:lnTo>
                  <a:pt x="99485" y="22277"/>
                </a:lnTo>
                <a:lnTo>
                  <a:pt x="98759" y="22551"/>
                </a:lnTo>
                <a:lnTo>
                  <a:pt x="91679" y="22551"/>
                </a:lnTo>
                <a:lnTo>
                  <a:pt x="91679" y="22551"/>
                </a:lnTo>
                <a:lnTo>
                  <a:pt x="90771" y="22277"/>
                </a:lnTo>
                <a:lnTo>
                  <a:pt x="90590" y="22004"/>
                </a:lnTo>
                <a:lnTo>
                  <a:pt x="90590" y="16947"/>
                </a:lnTo>
                <a:lnTo>
                  <a:pt x="90590" y="16947"/>
                </a:lnTo>
                <a:lnTo>
                  <a:pt x="90771" y="16537"/>
                </a:lnTo>
                <a:lnTo>
                  <a:pt x="91679" y="16400"/>
                </a:lnTo>
                <a:lnTo>
                  <a:pt x="91679" y="16400"/>
                </a:lnTo>
                <a:close/>
                <a:moveTo>
                  <a:pt x="13615" y="9430"/>
                </a:moveTo>
                <a:lnTo>
                  <a:pt x="13615" y="9430"/>
                </a:lnTo>
                <a:lnTo>
                  <a:pt x="12708" y="9430"/>
                </a:lnTo>
                <a:lnTo>
                  <a:pt x="12344" y="9840"/>
                </a:lnTo>
                <a:lnTo>
                  <a:pt x="11800" y="10250"/>
                </a:lnTo>
                <a:lnTo>
                  <a:pt x="11800" y="10660"/>
                </a:lnTo>
                <a:lnTo>
                  <a:pt x="11800" y="28291"/>
                </a:lnTo>
                <a:lnTo>
                  <a:pt x="11800" y="28291"/>
                </a:lnTo>
                <a:lnTo>
                  <a:pt x="11800" y="28701"/>
                </a:lnTo>
                <a:lnTo>
                  <a:pt x="12344" y="29111"/>
                </a:lnTo>
                <a:lnTo>
                  <a:pt x="12708" y="29521"/>
                </a:lnTo>
                <a:lnTo>
                  <a:pt x="13615" y="29521"/>
                </a:lnTo>
                <a:lnTo>
                  <a:pt x="106384" y="29521"/>
                </a:lnTo>
                <a:lnTo>
                  <a:pt x="106384" y="29521"/>
                </a:lnTo>
                <a:lnTo>
                  <a:pt x="106928" y="29521"/>
                </a:lnTo>
                <a:lnTo>
                  <a:pt x="107655" y="29111"/>
                </a:lnTo>
                <a:lnTo>
                  <a:pt x="108018" y="28701"/>
                </a:lnTo>
                <a:lnTo>
                  <a:pt x="108199" y="28291"/>
                </a:lnTo>
                <a:lnTo>
                  <a:pt x="108199" y="10660"/>
                </a:lnTo>
                <a:lnTo>
                  <a:pt x="108199" y="10660"/>
                </a:lnTo>
                <a:lnTo>
                  <a:pt x="108018" y="10250"/>
                </a:lnTo>
                <a:lnTo>
                  <a:pt x="107655" y="9840"/>
                </a:lnTo>
                <a:lnTo>
                  <a:pt x="106928" y="9430"/>
                </a:lnTo>
                <a:lnTo>
                  <a:pt x="106384" y="9430"/>
                </a:lnTo>
                <a:lnTo>
                  <a:pt x="13615" y="9430"/>
                </a:lnTo>
                <a:lnTo>
                  <a:pt x="13615" y="9430"/>
                </a:lnTo>
                <a:close/>
                <a:moveTo>
                  <a:pt x="11981" y="0"/>
                </a:moveTo>
                <a:lnTo>
                  <a:pt x="11981" y="0"/>
                </a:lnTo>
                <a:lnTo>
                  <a:pt x="9440" y="136"/>
                </a:lnTo>
                <a:lnTo>
                  <a:pt x="7080" y="820"/>
                </a:lnTo>
                <a:lnTo>
                  <a:pt x="5083" y="1776"/>
                </a:lnTo>
                <a:lnTo>
                  <a:pt x="3267" y="2733"/>
                </a:lnTo>
                <a:lnTo>
                  <a:pt x="1996" y="4100"/>
                </a:lnTo>
                <a:lnTo>
                  <a:pt x="726" y="5603"/>
                </a:lnTo>
                <a:lnTo>
                  <a:pt x="181" y="7380"/>
                </a:lnTo>
                <a:lnTo>
                  <a:pt x="0" y="9293"/>
                </a:lnTo>
                <a:lnTo>
                  <a:pt x="0" y="104555"/>
                </a:lnTo>
                <a:lnTo>
                  <a:pt x="0" y="104555"/>
                </a:lnTo>
                <a:lnTo>
                  <a:pt x="181" y="106332"/>
                </a:lnTo>
                <a:lnTo>
                  <a:pt x="726" y="108109"/>
                </a:lnTo>
                <a:lnTo>
                  <a:pt x="1996" y="109612"/>
                </a:lnTo>
                <a:lnTo>
                  <a:pt x="3267" y="110979"/>
                </a:lnTo>
                <a:lnTo>
                  <a:pt x="5083" y="112072"/>
                </a:lnTo>
                <a:lnTo>
                  <a:pt x="7080" y="112892"/>
                </a:lnTo>
                <a:lnTo>
                  <a:pt x="9440" y="113439"/>
                </a:lnTo>
                <a:lnTo>
                  <a:pt x="11981" y="113576"/>
                </a:lnTo>
                <a:lnTo>
                  <a:pt x="15431" y="113576"/>
                </a:lnTo>
                <a:lnTo>
                  <a:pt x="15431" y="113576"/>
                </a:lnTo>
                <a:lnTo>
                  <a:pt x="15612" y="114943"/>
                </a:lnTo>
                <a:lnTo>
                  <a:pt x="16157" y="116173"/>
                </a:lnTo>
                <a:lnTo>
                  <a:pt x="17065" y="117266"/>
                </a:lnTo>
                <a:lnTo>
                  <a:pt x="18154" y="118086"/>
                </a:lnTo>
                <a:lnTo>
                  <a:pt x="19788" y="119043"/>
                </a:lnTo>
                <a:lnTo>
                  <a:pt x="21240" y="119589"/>
                </a:lnTo>
                <a:lnTo>
                  <a:pt x="22692" y="120000"/>
                </a:lnTo>
                <a:lnTo>
                  <a:pt x="24508" y="120000"/>
                </a:lnTo>
                <a:lnTo>
                  <a:pt x="24508" y="120000"/>
                </a:lnTo>
                <a:lnTo>
                  <a:pt x="26323" y="120000"/>
                </a:lnTo>
                <a:lnTo>
                  <a:pt x="28139" y="119589"/>
                </a:lnTo>
                <a:lnTo>
                  <a:pt x="29591" y="119043"/>
                </a:lnTo>
                <a:lnTo>
                  <a:pt x="31043" y="118086"/>
                </a:lnTo>
                <a:lnTo>
                  <a:pt x="32314" y="117266"/>
                </a:lnTo>
                <a:lnTo>
                  <a:pt x="33040" y="116173"/>
                </a:lnTo>
                <a:lnTo>
                  <a:pt x="33585" y="114943"/>
                </a:lnTo>
                <a:lnTo>
                  <a:pt x="33948" y="113576"/>
                </a:lnTo>
                <a:lnTo>
                  <a:pt x="86051" y="113576"/>
                </a:lnTo>
                <a:lnTo>
                  <a:pt x="86051" y="113576"/>
                </a:lnTo>
                <a:lnTo>
                  <a:pt x="86232" y="114943"/>
                </a:lnTo>
                <a:lnTo>
                  <a:pt x="86959" y="116173"/>
                </a:lnTo>
                <a:lnTo>
                  <a:pt x="87685" y="117266"/>
                </a:lnTo>
                <a:lnTo>
                  <a:pt x="88956" y="118086"/>
                </a:lnTo>
                <a:lnTo>
                  <a:pt x="90408" y="119043"/>
                </a:lnTo>
                <a:lnTo>
                  <a:pt x="91860" y="119589"/>
                </a:lnTo>
                <a:lnTo>
                  <a:pt x="93676" y="120000"/>
                </a:lnTo>
                <a:lnTo>
                  <a:pt x="95491" y="120000"/>
                </a:lnTo>
                <a:lnTo>
                  <a:pt x="95491" y="120000"/>
                </a:lnTo>
                <a:lnTo>
                  <a:pt x="97307" y="120000"/>
                </a:lnTo>
                <a:lnTo>
                  <a:pt x="98759" y="119589"/>
                </a:lnTo>
                <a:lnTo>
                  <a:pt x="100211" y="119043"/>
                </a:lnTo>
                <a:lnTo>
                  <a:pt x="101845" y="118086"/>
                </a:lnTo>
                <a:lnTo>
                  <a:pt x="102934" y="117266"/>
                </a:lnTo>
                <a:lnTo>
                  <a:pt x="103842" y="116173"/>
                </a:lnTo>
                <a:lnTo>
                  <a:pt x="104387" y="114943"/>
                </a:lnTo>
                <a:lnTo>
                  <a:pt x="104568" y="113576"/>
                </a:lnTo>
                <a:lnTo>
                  <a:pt x="108018" y="113576"/>
                </a:lnTo>
                <a:lnTo>
                  <a:pt x="108018" y="113576"/>
                </a:lnTo>
                <a:lnTo>
                  <a:pt x="110559" y="113439"/>
                </a:lnTo>
                <a:lnTo>
                  <a:pt x="112556" y="112892"/>
                </a:lnTo>
                <a:lnTo>
                  <a:pt x="114553" y="112072"/>
                </a:lnTo>
                <a:lnTo>
                  <a:pt x="116369" y="110979"/>
                </a:lnTo>
                <a:lnTo>
                  <a:pt x="118003" y="109612"/>
                </a:lnTo>
                <a:lnTo>
                  <a:pt x="118910" y="108109"/>
                </a:lnTo>
                <a:lnTo>
                  <a:pt x="119818" y="106332"/>
                </a:lnTo>
                <a:lnTo>
                  <a:pt x="120000" y="104555"/>
                </a:lnTo>
                <a:lnTo>
                  <a:pt x="120000" y="9293"/>
                </a:lnTo>
                <a:lnTo>
                  <a:pt x="120000" y="9293"/>
                </a:lnTo>
                <a:lnTo>
                  <a:pt x="119818" y="7380"/>
                </a:lnTo>
                <a:lnTo>
                  <a:pt x="118910" y="5603"/>
                </a:lnTo>
                <a:lnTo>
                  <a:pt x="118003" y="4100"/>
                </a:lnTo>
                <a:lnTo>
                  <a:pt x="116369" y="2733"/>
                </a:lnTo>
                <a:lnTo>
                  <a:pt x="114553" y="1776"/>
                </a:lnTo>
                <a:lnTo>
                  <a:pt x="112556" y="820"/>
                </a:lnTo>
                <a:lnTo>
                  <a:pt x="110559" y="136"/>
                </a:lnTo>
                <a:lnTo>
                  <a:pt x="108018" y="0"/>
                </a:lnTo>
                <a:lnTo>
                  <a:pt x="11981" y="0"/>
                </a:lnTo>
                <a:lnTo>
                  <a:pt x="11981" y="0"/>
                </a:lnTo>
                <a:close/>
                <a:moveTo>
                  <a:pt x="108018" y="5330"/>
                </a:moveTo>
                <a:lnTo>
                  <a:pt x="11981" y="5330"/>
                </a:lnTo>
                <a:lnTo>
                  <a:pt x="11981" y="5330"/>
                </a:lnTo>
                <a:lnTo>
                  <a:pt x="11074" y="5603"/>
                </a:lnTo>
                <a:lnTo>
                  <a:pt x="9984" y="5740"/>
                </a:lnTo>
                <a:lnTo>
                  <a:pt x="9258" y="6150"/>
                </a:lnTo>
                <a:lnTo>
                  <a:pt x="8532" y="6560"/>
                </a:lnTo>
                <a:lnTo>
                  <a:pt x="7987" y="7107"/>
                </a:lnTo>
                <a:lnTo>
                  <a:pt x="7443" y="7653"/>
                </a:lnTo>
                <a:lnTo>
                  <a:pt x="7080" y="8473"/>
                </a:lnTo>
                <a:lnTo>
                  <a:pt x="6898" y="9293"/>
                </a:lnTo>
                <a:lnTo>
                  <a:pt x="6898" y="104555"/>
                </a:lnTo>
                <a:lnTo>
                  <a:pt x="6898" y="104555"/>
                </a:lnTo>
                <a:lnTo>
                  <a:pt x="7080" y="105102"/>
                </a:lnTo>
                <a:lnTo>
                  <a:pt x="7443" y="105922"/>
                </a:lnTo>
                <a:lnTo>
                  <a:pt x="7987" y="106469"/>
                </a:lnTo>
                <a:lnTo>
                  <a:pt x="8532" y="107152"/>
                </a:lnTo>
                <a:lnTo>
                  <a:pt x="9258" y="107699"/>
                </a:lnTo>
                <a:lnTo>
                  <a:pt x="9984" y="107835"/>
                </a:lnTo>
                <a:lnTo>
                  <a:pt x="11074" y="108246"/>
                </a:lnTo>
                <a:lnTo>
                  <a:pt x="11981" y="108246"/>
                </a:lnTo>
                <a:lnTo>
                  <a:pt x="108018" y="108246"/>
                </a:lnTo>
                <a:lnTo>
                  <a:pt x="108018" y="108246"/>
                </a:lnTo>
                <a:lnTo>
                  <a:pt x="108925" y="108246"/>
                </a:lnTo>
                <a:lnTo>
                  <a:pt x="110015" y="107835"/>
                </a:lnTo>
                <a:lnTo>
                  <a:pt x="110741" y="107699"/>
                </a:lnTo>
                <a:lnTo>
                  <a:pt x="111467" y="107152"/>
                </a:lnTo>
                <a:lnTo>
                  <a:pt x="112012" y="106469"/>
                </a:lnTo>
                <a:lnTo>
                  <a:pt x="112556" y="105922"/>
                </a:lnTo>
                <a:lnTo>
                  <a:pt x="112919" y="105102"/>
                </a:lnTo>
                <a:lnTo>
                  <a:pt x="112919" y="104555"/>
                </a:lnTo>
                <a:lnTo>
                  <a:pt x="112919" y="9293"/>
                </a:lnTo>
                <a:lnTo>
                  <a:pt x="112919" y="9293"/>
                </a:lnTo>
                <a:lnTo>
                  <a:pt x="112919" y="8473"/>
                </a:lnTo>
                <a:lnTo>
                  <a:pt x="112556" y="7653"/>
                </a:lnTo>
                <a:lnTo>
                  <a:pt x="112012" y="7107"/>
                </a:lnTo>
                <a:lnTo>
                  <a:pt x="111467" y="6560"/>
                </a:lnTo>
                <a:lnTo>
                  <a:pt x="110741" y="6150"/>
                </a:lnTo>
                <a:lnTo>
                  <a:pt x="110015" y="5740"/>
                </a:lnTo>
                <a:lnTo>
                  <a:pt x="108925" y="5603"/>
                </a:lnTo>
                <a:lnTo>
                  <a:pt x="108018" y="5330"/>
                </a:lnTo>
                <a:lnTo>
                  <a:pt x="108018" y="5330"/>
                </a:lnTo>
                <a:close/>
              </a:path>
            </a:pathLst>
          </a:custGeom>
          <a:solidFill>
            <a:srgbClr val="00882B"/>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55" name="Shape 555"/>
          <p:cNvSpPr/>
          <p:nvPr/>
        </p:nvSpPr>
        <p:spPr>
          <a:xfrm>
            <a:off x="6375235" y="2046066"/>
            <a:ext cx="422751" cy="533170"/>
          </a:xfrm>
          <a:custGeom>
            <a:avLst/>
            <a:gdLst/>
            <a:ahLst/>
            <a:cxnLst/>
            <a:rect l="0" t="0" r="0" b="0"/>
            <a:pathLst>
              <a:path w="120000" h="120000" extrusionOk="0">
                <a:moveTo>
                  <a:pt x="91679" y="91161"/>
                </a:moveTo>
                <a:lnTo>
                  <a:pt x="98759" y="91161"/>
                </a:lnTo>
                <a:lnTo>
                  <a:pt x="98759" y="91161"/>
                </a:lnTo>
                <a:lnTo>
                  <a:pt x="99485" y="91298"/>
                </a:lnTo>
                <a:lnTo>
                  <a:pt x="99848" y="91708"/>
                </a:lnTo>
                <a:lnTo>
                  <a:pt x="99848" y="96628"/>
                </a:lnTo>
                <a:lnTo>
                  <a:pt x="99848" y="96628"/>
                </a:lnTo>
                <a:lnTo>
                  <a:pt x="99485" y="97038"/>
                </a:lnTo>
                <a:lnTo>
                  <a:pt x="98759" y="97312"/>
                </a:lnTo>
                <a:lnTo>
                  <a:pt x="91679" y="97312"/>
                </a:lnTo>
                <a:lnTo>
                  <a:pt x="91679" y="97312"/>
                </a:lnTo>
                <a:lnTo>
                  <a:pt x="90771" y="97038"/>
                </a:lnTo>
                <a:lnTo>
                  <a:pt x="90590" y="96628"/>
                </a:lnTo>
                <a:lnTo>
                  <a:pt x="90590" y="91708"/>
                </a:lnTo>
                <a:lnTo>
                  <a:pt x="90590" y="91708"/>
                </a:lnTo>
                <a:lnTo>
                  <a:pt x="90771" y="91298"/>
                </a:lnTo>
                <a:lnTo>
                  <a:pt x="91679" y="91161"/>
                </a:lnTo>
                <a:lnTo>
                  <a:pt x="91679" y="91161"/>
                </a:lnTo>
                <a:close/>
                <a:moveTo>
                  <a:pt x="13615" y="84191"/>
                </a:moveTo>
                <a:lnTo>
                  <a:pt x="13615" y="84191"/>
                </a:lnTo>
                <a:lnTo>
                  <a:pt x="12708" y="84191"/>
                </a:lnTo>
                <a:lnTo>
                  <a:pt x="12344" y="84601"/>
                </a:lnTo>
                <a:lnTo>
                  <a:pt x="11800" y="85011"/>
                </a:lnTo>
                <a:lnTo>
                  <a:pt x="11800" y="85284"/>
                </a:lnTo>
                <a:lnTo>
                  <a:pt x="11800" y="103052"/>
                </a:lnTo>
                <a:lnTo>
                  <a:pt x="11800" y="103052"/>
                </a:lnTo>
                <a:lnTo>
                  <a:pt x="11800" y="103462"/>
                </a:lnTo>
                <a:lnTo>
                  <a:pt x="12344" y="103872"/>
                </a:lnTo>
                <a:lnTo>
                  <a:pt x="12708" y="104145"/>
                </a:lnTo>
                <a:lnTo>
                  <a:pt x="13615" y="104145"/>
                </a:lnTo>
                <a:lnTo>
                  <a:pt x="106384" y="104145"/>
                </a:lnTo>
                <a:lnTo>
                  <a:pt x="106384" y="104145"/>
                </a:lnTo>
                <a:lnTo>
                  <a:pt x="106928" y="104145"/>
                </a:lnTo>
                <a:lnTo>
                  <a:pt x="107655" y="103872"/>
                </a:lnTo>
                <a:lnTo>
                  <a:pt x="108018" y="103462"/>
                </a:lnTo>
                <a:lnTo>
                  <a:pt x="108199" y="103052"/>
                </a:lnTo>
                <a:lnTo>
                  <a:pt x="108199" y="85284"/>
                </a:lnTo>
                <a:lnTo>
                  <a:pt x="108199" y="85284"/>
                </a:lnTo>
                <a:lnTo>
                  <a:pt x="108018" y="85011"/>
                </a:lnTo>
                <a:lnTo>
                  <a:pt x="107655" y="84601"/>
                </a:lnTo>
                <a:lnTo>
                  <a:pt x="106928" y="84191"/>
                </a:lnTo>
                <a:lnTo>
                  <a:pt x="106384" y="84191"/>
                </a:lnTo>
                <a:lnTo>
                  <a:pt x="13615" y="84191"/>
                </a:lnTo>
                <a:lnTo>
                  <a:pt x="13615" y="84191"/>
                </a:lnTo>
                <a:close/>
                <a:moveTo>
                  <a:pt x="91679" y="66287"/>
                </a:moveTo>
                <a:lnTo>
                  <a:pt x="98759" y="66287"/>
                </a:lnTo>
                <a:lnTo>
                  <a:pt x="98759" y="66287"/>
                </a:lnTo>
                <a:lnTo>
                  <a:pt x="99485" y="66423"/>
                </a:lnTo>
                <a:lnTo>
                  <a:pt x="99848" y="66833"/>
                </a:lnTo>
                <a:lnTo>
                  <a:pt x="99848" y="71617"/>
                </a:lnTo>
                <a:lnTo>
                  <a:pt x="99848" y="71617"/>
                </a:lnTo>
                <a:lnTo>
                  <a:pt x="99485" y="72164"/>
                </a:lnTo>
                <a:lnTo>
                  <a:pt x="98759" y="72437"/>
                </a:lnTo>
                <a:lnTo>
                  <a:pt x="91679" y="72437"/>
                </a:lnTo>
                <a:lnTo>
                  <a:pt x="91679" y="72437"/>
                </a:lnTo>
                <a:lnTo>
                  <a:pt x="90771" y="72164"/>
                </a:lnTo>
                <a:lnTo>
                  <a:pt x="90590" y="71617"/>
                </a:lnTo>
                <a:lnTo>
                  <a:pt x="90590" y="66833"/>
                </a:lnTo>
                <a:lnTo>
                  <a:pt x="90590" y="66833"/>
                </a:lnTo>
                <a:lnTo>
                  <a:pt x="90771" y="66423"/>
                </a:lnTo>
                <a:lnTo>
                  <a:pt x="91679" y="66287"/>
                </a:lnTo>
                <a:lnTo>
                  <a:pt x="91679" y="66287"/>
                </a:lnTo>
                <a:close/>
                <a:moveTo>
                  <a:pt x="13615" y="59179"/>
                </a:moveTo>
                <a:lnTo>
                  <a:pt x="13615" y="59179"/>
                </a:lnTo>
                <a:lnTo>
                  <a:pt x="12708" y="59316"/>
                </a:lnTo>
                <a:lnTo>
                  <a:pt x="12344" y="59453"/>
                </a:lnTo>
                <a:lnTo>
                  <a:pt x="11800" y="59863"/>
                </a:lnTo>
                <a:lnTo>
                  <a:pt x="11800" y="60546"/>
                </a:lnTo>
                <a:lnTo>
                  <a:pt x="11800" y="78177"/>
                </a:lnTo>
                <a:lnTo>
                  <a:pt x="11800" y="78177"/>
                </a:lnTo>
                <a:lnTo>
                  <a:pt x="11800" y="78587"/>
                </a:lnTo>
                <a:lnTo>
                  <a:pt x="12344" y="78997"/>
                </a:lnTo>
                <a:lnTo>
                  <a:pt x="12708" y="79134"/>
                </a:lnTo>
                <a:lnTo>
                  <a:pt x="13615" y="79407"/>
                </a:lnTo>
                <a:lnTo>
                  <a:pt x="106384" y="79407"/>
                </a:lnTo>
                <a:lnTo>
                  <a:pt x="106384" y="79407"/>
                </a:lnTo>
                <a:lnTo>
                  <a:pt x="106928" y="79134"/>
                </a:lnTo>
                <a:lnTo>
                  <a:pt x="107655" y="78997"/>
                </a:lnTo>
                <a:lnTo>
                  <a:pt x="108018" y="78587"/>
                </a:lnTo>
                <a:lnTo>
                  <a:pt x="108199" y="78177"/>
                </a:lnTo>
                <a:lnTo>
                  <a:pt x="108199" y="60546"/>
                </a:lnTo>
                <a:lnTo>
                  <a:pt x="108199" y="60546"/>
                </a:lnTo>
                <a:lnTo>
                  <a:pt x="108018" y="59863"/>
                </a:lnTo>
                <a:lnTo>
                  <a:pt x="107655" y="59453"/>
                </a:lnTo>
                <a:lnTo>
                  <a:pt x="106928" y="59316"/>
                </a:lnTo>
                <a:lnTo>
                  <a:pt x="106384" y="59179"/>
                </a:lnTo>
                <a:lnTo>
                  <a:pt x="13615" y="59179"/>
                </a:lnTo>
                <a:lnTo>
                  <a:pt x="13615" y="59179"/>
                </a:lnTo>
                <a:close/>
                <a:moveTo>
                  <a:pt x="91679" y="41412"/>
                </a:moveTo>
                <a:lnTo>
                  <a:pt x="98759" y="41412"/>
                </a:lnTo>
                <a:lnTo>
                  <a:pt x="98759" y="41412"/>
                </a:lnTo>
                <a:lnTo>
                  <a:pt x="99485" y="41412"/>
                </a:lnTo>
                <a:lnTo>
                  <a:pt x="99848" y="41958"/>
                </a:lnTo>
                <a:lnTo>
                  <a:pt x="99848" y="46742"/>
                </a:lnTo>
                <a:lnTo>
                  <a:pt x="99848" y="46742"/>
                </a:lnTo>
                <a:lnTo>
                  <a:pt x="99485" y="47152"/>
                </a:lnTo>
                <a:lnTo>
                  <a:pt x="98759" y="47425"/>
                </a:lnTo>
                <a:lnTo>
                  <a:pt x="91679" y="47425"/>
                </a:lnTo>
                <a:lnTo>
                  <a:pt x="91679" y="47425"/>
                </a:lnTo>
                <a:lnTo>
                  <a:pt x="90771" y="47152"/>
                </a:lnTo>
                <a:lnTo>
                  <a:pt x="90590" y="46742"/>
                </a:lnTo>
                <a:lnTo>
                  <a:pt x="90590" y="41958"/>
                </a:lnTo>
                <a:lnTo>
                  <a:pt x="90590" y="41958"/>
                </a:lnTo>
                <a:lnTo>
                  <a:pt x="90771" y="41412"/>
                </a:lnTo>
                <a:lnTo>
                  <a:pt x="91679" y="41412"/>
                </a:lnTo>
                <a:lnTo>
                  <a:pt x="91679" y="41412"/>
                </a:lnTo>
                <a:close/>
                <a:moveTo>
                  <a:pt x="13615" y="34305"/>
                </a:moveTo>
                <a:lnTo>
                  <a:pt x="13615" y="34305"/>
                </a:lnTo>
                <a:lnTo>
                  <a:pt x="12708" y="34441"/>
                </a:lnTo>
                <a:lnTo>
                  <a:pt x="12344" y="34715"/>
                </a:lnTo>
                <a:lnTo>
                  <a:pt x="11800" y="34988"/>
                </a:lnTo>
                <a:lnTo>
                  <a:pt x="11800" y="35671"/>
                </a:lnTo>
                <a:lnTo>
                  <a:pt x="11800" y="53166"/>
                </a:lnTo>
                <a:lnTo>
                  <a:pt x="11800" y="53166"/>
                </a:lnTo>
                <a:lnTo>
                  <a:pt x="11800" y="53712"/>
                </a:lnTo>
                <a:lnTo>
                  <a:pt x="12344" y="54123"/>
                </a:lnTo>
                <a:lnTo>
                  <a:pt x="12708" y="54259"/>
                </a:lnTo>
                <a:lnTo>
                  <a:pt x="13615" y="54533"/>
                </a:lnTo>
                <a:lnTo>
                  <a:pt x="106384" y="54533"/>
                </a:lnTo>
                <a:lnTo>
                  <a:pt x="106384" y="54533"/>
                </a:lnTo>
                <a:lnTo>
                  <a:pt x="106928" y="54259"/>
                </a:lnTo>
                <a:lnTo>
                  <a:pt x="107655" y="54123"/>
                </a:lnTo>
                <a:lnTo>
                  <a:pt x="108018" y="53712"/>
                </a:lnTo>
                <a:lnTo>
                  <a:pt x="108199" y="53166"/>
                </a:lnTo>
                <a:lnTo>
                  <a:pt x="108199" y="35671"/>
                </a:lnTo>
                <a:lnTo>
                  <a:pt x="108199" y="35671"/>
                </a:lnTo>
                <a:lnTo>
                  <a:pt x="108018" y="34988"/>
                </a:lnTo>
                <a:lnTo>
                  <a:pt x="107655" y="34715"/>
                </a:lnTo>
                <a:lnTo>
                  <a:pt x="106928" y="34441"/>
                </a:lnTo>
                <a:lnTo>
                  <a:pt x="106384" y="34305"/>
                </a:lnTo>
                <a:lnTo>
                  <a:pt x="13615" y="34305"/>
                </a:lnTo>
                <a:lnTo>
                  <a:pt x="13615" y="34305"/>
                </a:lnTo>
                <a:close/>
                <a:moveTo>
                  <a:pt x="91679" y="16400"/>
                </a:moveTo>
                <a:lnTo>
                  <a:pt x="98759" y="16400"/>
                </a:lnTo>
                <a:lnTo>
                  <a:pt x="98759" y="16400"/>
                </a:lnTo>
                <a:lnTo>
                  <a:pt x="99485" y="16537"/>
                </a:lnTo>
                <a:lnTo>
                  <a:pt x="99848" y="16947"/>
                </a:lnTo>
                <a:lnTo>
                  <a:pt x="99848" y="22004"/>
                </a:lnTo>
                <a:lnTo>
                  <a:pt x="99848" y="22004"/>
                </a:lnTo>
                <a:lnTo>
                  <a:pt x="99485" y="22277"/>
                </a:lnTo>
                <a:lnTo>
                  <a:pt x="98759" y="22551"/>
                </a:lnTo>
                <a:lnTo>
                  <a:pt x="91679" y="22551"/>
                </a:lnTo>
                <a:lnTo>
                  <a:pt x="91679" y="22551"/>
                </a:lnTo>
                <a:lnTo>
                  <a:pt x="90771" y="22277"/>
                </a:lnTo>
                <a:lnTo>
                  <a:pt x="90590" y="22004"/>
                </a:lnTo>
                <a:lnTo>
                  <a:pt x="90590" y="16947"/>
                </a:lnTo>
                <a:lnTo>
                  <a:pt x="90590" y="16947"/>
                </a:lnTo>
                <a:lnTo>
                  <a:pt x="90771" y="16537"/>
                </a:lnTo>
                <a:lnTo>
                  <a:pt x="91679" y="16400"/>
                </a:lnTo>
                <a:lnTo>
                  <a:pt x="91679" y="16400"/>
                </a:lnTo>
                <a:close/>
                <a:moveTo>
                  <a:pt x="13615" y="9430"/>
                </a:moveTo>
                <a:lnTo>
                  <a:pt x="13615" y="9430"/>
                </a:lnTo>
                <a:lnTo>
                  <a:pt x="12708" y="9430"/>
                </a:lnTo>
                <a:lnTo>
                  <a:pt x="12344" y="9840"/>
                </a:lnTo>
                <a:lnTo>
                  <a:pt x="11800" y="10250"/>
                </a:lnTo>
                <a:lnTo>
                  <a:pt x="11800" y="10660"/>
                </a:lnTo>
                <a:lnTo>
                  <a:pt x="11800" y="28291"/>
                </a:lnTo>
                <a:lnTo>
                  <a:pt x="11800" y="28291"/>
                </a:lnTo>
                <a:lnTo>
                  <a:pt x="11800" y="28701"/>
                </a:lnTo>
                <a:lnTo>
                  <a:pt x="12344" y="29111"/>
                </a:lnTo>
                <a:lnTo>
                  <a:pt x="12708" y="29521"/>
                </a:lnTo>
                <a:lnTo>
                  <a:pt x="13615" y="29521"/>
                </a:lnTo>
                <a:lnTo>
                  <a:pt x="106384" y="29521"/>
                </a:lnTo>
                <a:lnTo>
                  <a:pt x="106384" y="29521"/>
                </a:lnTo>
                <a:lnTo>
                  <a:pt x="106928" y="29521"/>
                </a:lnTo>
                <a:lnTo>
                  <a:pt x="107655" y="29111"/>
                </a:lnTo>
                <a:lnTo>
                  <a:pt x="108018" y="28701"/>
                </a:lnTo>
                <a:lnTo>
                  <a:pt x="108199" y="28291"/>
                </a:lnTo>
                <a:lnTo>
                  <a:pt x="108199" y="10660"/>
                </a:lnTo>
                <a:lnTo>
                  <a:pt x="108199" y="10660"/>
                </a:lnTo>
                <a:lnTo>
                  <a:pt x="108018" y="10250"/>
                </a:lnTo>
                <a:lnTo>
                  <a:pt x="107655" y="9840"/>
                </a:lnTo>
                <a:lnTo>
                  <a:pt x="106928" y="9430"/>
                </a:lnTo>
                <a:lnTo>
                  <a:pt x="106384" y="9430"/>
                </a:lnTo>
                <a:lnTo>
                  <a:pt x="13615" y="9430"/>
                </a:lnTo>
                <a:lnTo>
                  <a:pt x="13615" y="9430"/>
                </a:lnTo>
                <a:close/>
                <a:moveTo>
                  <a:pt x="11981" y="0"/>
                </a:moveTo>
                <a:lnTo>
                  <a:pt x="11981" y="0"/>
                </a:lnTo>
                <a:lnTo>
                  <a:pt x="9440" y="136"/>
                </a:lnTo>
                <a:lnTo>
                  <a:pt x="7080" y="820"/>
                </a:lnTo>
                <a:lnTo>
                  <a:pt x="5083" y="1776"/>
                </a:lnTo>
                <a:lnTo>
                  <a:pt x="3267" y="2733"/>
                </a:lnTo>
                <a:lnTo>
                  <a:pt x="1996" y="4100"/>
                </a:lnTo>
                <a:lnTo>
                  <a:pt x="726" y="5603"/>
                </a:lnTo>
                <a:lnTo>
                  <a:pt x="181" y="7380"/>
                </a:lnTo>
                <a:lnTo>
                  <a:pt x="0" y="9293"/>
                </a:lnTo>
                <a:lnTo>
                  <a:pt x="0" y="104555"/>
                </a:lnTo>
                <a:lnTo>
                  <a:pt x="0" y="104555"/>
                </a:lnTo>
                <a:lnTo>
                  <a:pt x="181" y="106332"/>
                </a:lnTo>
                <a:lnTo>
                  <a:pt x="726" y="108109"/>
                </a:lnTo>
                <a:lnTo>
                  <a:pt x="1996" y="109612"/>
                </a:lnTo>
                <a:lnTo>
                  <a:pt x="3267" y="110979"/>
                </a:lnTo>
                <a:lnTo>
                  <a:pt x="5083" y="112072"/>
                </a:lnTo>
                <a:lnTo>
                  <a:pt x="7080" y="112892"/>
                </a:lnTo>
                <a:lnTo>
                  <a:pt x="9440" y="113439"/>
                </a:lnTo>
                <a:lnTo>
                  <a:pt x="11981" y="113576"/>
                </a:lnTo>
                <a:lnTo>
                  <a:pt x="15431" y="113576"/>
                </a:lnTo>
                <a:lnTo>
                  <a:pt x="15431" y="113576"/>
                </a:lnTo>
                <a:lnTo>
                  <a:pt x="15612" y="114943"/>
                </a:lnTo>
                <a:lnTo>
                  <a:pt x="16157" y="116173"/>
                </a:lnTo>
                <a:lnTo>
                  <a:pt x="17065" y="117266"/>
                </a:lnTo>
                <a:lnTo>
                  <a:pt x="18154" y="118086"/>
                </a:lnTo>
                <a:lnTo>
                  <a:pt x="19788" y="119043"/>
                </a:lnTo>
                <a:lnTo>
                  <a:pt x="21240" y="119589"/>
                </a:lnTo>
                <a:lnTo>
                  <a:pt x="22692" y="120000"/>
                </a:lnTo>
                <a:lnTo>
                  <a:pt x="24508" y="120000"/>
                </a:lnTo>
                <a:lnTo>
                  <a:pt x="24508" y="120000"/>
                </a:lnTo>
                <a:lnTo>
                  <a:pt x="26323" y="120000"/>
                </a:lnTo>
                <a:lnTo>
                  <a:pt x="28139" y="119589"/>
                </a:lnTo>
                <a:lnTo>
                  <a:pt x="29591" y="119043"/>
                </a:lnTo>
                <a:lnTo>
                  <a:pt x="31043" y="118086"/>
                </a:lnTo>
                <a:lnTo>
                  <a:pt x="32314" y="117266"/>
                </a:lnTo>
                <a:lnTo>
                  <a:pt x="33040" y="116173"/>
                </a:lnTo>
                <a:lnTo>
                  <a:pt x="33585" y="114943"/>
                </a:lnTo>
                <a:lnTo>
                  <a:pt x="33948" y="113576"/>
                </a:lnTo>
                <a:lnTo>
                  <a:pt x="86051" y="113576"/>
                </a:lnTo>
                <a:lnTo>
                  <a:pt x="86051" y="113576"/>
                </a:lnTo>
                <a:lnTo>
                  <a:pt x="86232" y="114943"/>
                </a:lnTo>
                <a:lnTo>
                  <a:pt x="86959" y="116173"/>
                </a:lnTo>
                <a:lnTo>
                  <a:pt x="87685" y="117266"/>
                </a:lnTo>
                <a:lnTo>
                  <a:pt x="88956" y="118086"/>
                </a:lnTo>
                <a:lnTo>
                  <a:pt x="90408" y="119043"/>
                </a:lnTo>
                <a:lnTo>
                  <a:pt x="91860" y="119589"/>
                </a:lnTo>
                <a:lnTo>
                  <a:pt x="93676" y="120000"/>
                </a:lnTo>
                <a:lnTo>
                  <a:pt x="95491" y="120000"/>
                </a:lnTo>
                <a:lnTo>
                  <a:pt x="95491" y="120000"/>
                </a:lnTo>
                <a:lnTo>
                  <a:pt x="97307" y="120000"/>
                </a:lnTo>
                <a:lnTo>
                  <a:pt x="98759" y="119589"/>
                </a:lnTo>
                <a:lnTo>
                  <a:pt x="100211" y="119043"/>
                </a:lnTo>
                <a:lnTo>
                  <a:pt x="101845" y="118086"/>
                </a:lnTo>
                <a:lnTo>
                  <a:pt x="102934" y="117266"/>
                </a:lnTo>
                <a:lnTo>
                  <a:pt x="103842" y="116173"/>
                </a:lnTo>
                <a:lnTo>
                  <a:pt x="104387" y="114943"/>
                </a:lnTo>
                <a:lnTo>
                  <a:pt x="104568" y="113576"/>
                </a:lnTo>
                <a:lnTo>
                  <a:pt x="108018" y="113576"/>
                </a:lnTo>
                <a:lnTo>
                  <a:pt x="108018" y="113576"/>
                </a:lnTo>
                <a:lnTo>
                  <a:pt x="110559" y="113439"/>
                </a:lnTo>
                <a:lnTo>
                  <a:pt x="112556" y="112892"/>
                </a:lnTo>
                <a:lnTo>
                  <a:pt x="114553" y="112072"/>
                </a:lnTo>
                <a:lnTo>
                  <a:pt x="116369" y="110979"/>
                </a:lnTo>
                <a:lnTo>
                  <a:pt x="118003" y="109612"/>
                </a:lnTo>
                <a:lnTo>
                  <a:pt x="118910" y="108109"/>
                </a:lnTo>
                <a:lnTo>
                  <a:pt x="119818" y="106332"/>
                </a:lnTo>
                <a:lnTo>
                  <a:pt x="120000" y="104555"/>
                </a:lnTo>
                <a:lnTo>
                  <a:pt x="120000" y="9293"/>
                </a:lnTo>
                <a:lnTo>
                  <a:pt x="120000" y="9293"/>
                </a:lnTo>
                <a:lnTo>
                  <a:pt x="119818" y="7380"/>
                </a:lnTo>
                <a:lnTo>
                  <a:pt x="118910" y="5603"/>
                </a:lnTo>
                <a:lnTo>
                  <a:pt x="118003" y="4100"/>
                </a:lnTo>
                <a:lnTo>
                  <a:pt x="116369" y="2733"/>
                </a:lnTo>
                <a:lnTo>
                  <a:pt x="114553" y="1776"/>
                </a:lnTo>
                <a:lnTo>
                  <a:pt x="112556" y="820"/>
                </a:lnTo>
                <a:lnTo>
                  <a:pt x="110559" y="136"/>
                </a:lnTo>
                <a:lnTo>
                  <a:pt x="108018" y="0"/>
                </a:lnTo>
                <a:lnTo>
                  <a:pt x="11981" y="0"/>
                </a:lnTo>
                <a:lnTo>
                  <a:pt x="11981" y="0"/>
                </a:lnTo>
                <a:close/>
                <a:moveTo>
                  <a:pt x="108018" y="5330"/>
                </a:moveTo>
                <a:lnTo>
                  <a:pt x="11981" y="5330"/>
                </a:lnTo>
                <a:lnTo>
                  <a:pt x="11981" y="5330"/>
                </a:lnTo>
                <a:lnTo>
                  <a:pt x="11074" y="5603"/>
                </a:lnTo>
                <a:lnTo>
                  <a:pt x="9984" y="5740"/>
                </a:lnTo>
                <a:lnTo>
                  <a:pt x="9258" y="6150"/>
                </a:lnTo>
                <a:lnTo>
                  <a:pt x="8532" y="6560"/>
                </a:lnTo>
                <a:lnTo>
                  <a:pt x="7987" y="7107"/>
                </a:lnTo>
                <a:lnTo>
                  <a:pt x="7443" y="7653"/>
                </a:lnTo>
                <a:lnTo>
                  <a:pt x="7080" y="8473"/>
                </a:lnTo>
                <a:lnTo>
                  <a:pt x="6898" y="9293"/>
                </a:lnTo>
                <a:lnTo>
                  <a:pt x="6898" y="104555"/>
                </a:lnTo>
                <a:lnTo>
                  <a:pt x="6898" y="104555"/>
                </a:lnTo>
                <a:lnTo>
                  <a:pt x="7080" y="105102"/>
                </a:lnTo>
                <a:lnTo>
                  <a:pt x="7443" y="105922"/>
                </a:lnTo>
                <a:lnTo>
                  <a:pt x="7987" y="106469"/>
                </a:lnTo>
                <a:lnTo>
                  <a:pt x="8532" y="107152"/>
                </a:lnTo>
                <a:lnTo>
                  <a:pt x="9258" y="107699"/>
                </a:lnTo>
                <a:lnTo>
                  <a:pt x="9984" y="107835"/>
                </a:lnTo>
                <a:lnTo>
                  <a:pt x="11074" y="108246"/>
                </a:lnTo>
                <a:lnTo>
                  <a:pt x="11981" y="108246"/>
                </a:lnTo>
                <a:lnTo>
                  <a:pt x="108018" y="108246"/>
                </a:lnTo>
                <a:lnTo>
                  <a:pt x="108018" y="108246"/>
                </a:lnTo>
                <a:lnTo>
                  <a:pt x="108925" y="108246"/>
                </a:lnTo>
                <a:lnTo>
                  <a:pt x="110015" y="107835"/>
                </a:lnTo>
                <a:lnTo>
                  <a:pt x="110741" y="107699"/>
                </a:lnTo>
                <a:lnTo>
                  <a:pt x="111467" y="107152"/>
                </a:lnTo>
                <a:lnTo>
                  <a:pt x="112012" y="106469"/>
                </a:lnTo>
                <a:lnTo>
                  <a:pt x="112556" y="105922"/>
                </a:lnTo>
                <a:lnTo>
                  <a:pt x="112919" y="105102"/>
                </a:lnTo>
                <a:lnTo>
                  <a:pt x="112919" y="104555"/>
                </a:lnTo>
                <a:lnTo>
                  <a:pt x="112919" y="9293"/>
                </a:lnTo>
                <a:lnTo>
                  <a:pt x="112919" y="9293"/>
                </a:lnTo>
                <a:lnTo>
                  <a:pt x="112919" y="8473"/>
                </a:lnTo>
                <a:lnTo>
                  <a:pt x="112556" y="7653"/>
                </a:lnTo>
                <a:lnTo>
                  <a:pt x="112012" y="7107"/>
                </a:lnTo>
                <a:lnTo>
                  <a:pt x="111467" y="6560"/>
                </a:lnTo>
                <a:lnTo>
                  <a:pt x="110741" y="6150"/>
                </a:lnTo>
                <a:lnTo>
                  <a:pt x="110015" y="5740"/>
                </a:lnTo>
                <a:lnTo>
                  <a:pt x="108925" y="5603"/>
                </a:lnTo>
                <a:lnTo>
                  <a:pt x="108018" y="5330"/>
                </a:lnTo>
                <a:lnTo>
                  <a:pt x="108018" y="5330"/>
                </a:lnTo>
                <a:close/>
              </a:path>
            </a:pathLst>
          </a:custGeom>
          <a:solidFill>
            <a:srgbClr val="00882B"/>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56" name="Shape 556"/>
          <p:cNvSpPr/>
          <p:nvPr/>
        </p:nvSpPr>
        <p:spPr>
          <a:xfrm>
            <a:off x="7294915" y="2080950"/>
            <a:ext cx="712061" cy="433635"/>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accent1"/>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57" name="Shape 557"/>
          <p:cNvSpPr/>
          <p:nvPr/>
        </p:nvSpPr>
        <p:spPr>
          <a:xfrm>
            <a:off x="4627892" y="3838244"/>
            <a:ext cx="712061" cy="433635"/>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accent1"/>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558" name="Shape 558"/>
          <p:cNvCxnSpPr/>
          <p:nvPr/>
        </p:nvCxnSpPr>
        <p:spPr>
          <a:xfrm>
            <a:off x="4309451" y="2156158"/>
            <a:ext cx="15610" cy="648961"/>
          </a:xfrm>
          <a:prstGeom prst="straightConnector1">
            <a:avLst/>
          </a:prstGeom>
          <a:noFill/>
          <a:ln w="25400" cap="flat" cmpd="sng">
            <a:solidFill>
              <a:schemeClr val="accent1"/>
            </a:solidFill>
            <a:prstDash val="solid"/>
            <a:round/>
            <a:headEnd type="stealth" w="lg" len="lg"/>
            <a:tailEnd type="stealth" w="lg" len="lg"/>
          </a:ln>
          <a:effectLst>
            <a:outerShdw blurRad="39999" dist="20000" dir="5400000" rotWithShape="0">
              <a:srgbClr val="000000">
                <a:alpha val="37647"/>
              </a:srgbClr>
            </a:outerShdw>
          </a:effectLst>
        </p:spPr>
      </p:cxnSp>
      <p:cxnSp>
        <p:nvCxnSpPr>
          <p:cNvPr id="559" name="Shape 559"/>
          <p:cNvCxnSpPr/>
          <p:nvPr/>
        </p:nvCxnSpPr>
        <p:spPr>
          <a:xfrm>
            <a:off x="4513848" y="2148494"/>
            <a:ext cx="11334" cy="656625"/>
          </a:xfrm>
          <a:prstGeom prst="straightConnector1">
            <a:avLst/>
          </a:prstGeom>
          <a:noFill/>
          <a:ln w="25400" cap="flat" cmpd="sng">
            <a:solidFill>
              <a:schemeClr val="accent1"/>
            </a:solidFill>
            <a:prstDash val="solid"/>
            <a:round/>
            <a:headEnd type="stealth" w="lg" len="lg"/>
            <a:tailEnd type="stealth" w="lg" len="lg"/>
          </a:ln>
          <a:effectLst>
            <a:outerShdw blurRad="39999" dist="20000" dir="5400000" rotWithShape="0">
              <a:srgbClr val="000000">
                <a:alpha val="37647"/>
              </a:srgbClr>
            </a:outerShdw>
          </a:effectLst>
        </p:spPr>
      </p:cxnSp>
      <p:grpSp>
        <p:nvGrpSpPr>
          <p:cNvPr id="560" name="Shape 560"/>
          <p:cNvGrpSpPr/>
          <p:nvPr/>
        </p:nvGrpSpPr>
        <p:grpSpPr>
          <a:xfrm>
            <a:off x="114374" y="966626"/>
            <a:ext cx="8820663" cy="352298"/>
            <a:chOff x="3879" y="0"/>
            <a:chExt cx="8820663" cy="352298"/>
          </a:xfrm>
        </p:grpSpPr>
        <p:sp>
          <p:nvSpPr>
            <p:cNvPr id="561" name="Shape 561"/>
            <p:cNvSpPr/>
            <p:nvPr/>
          </p:nvSpPr>
          <p:spPr>
            <a:xfrm>
              <a:off x="3879" y="0"/>
              <a:ext cx="3392562" cy="352298"/>
            </a:xfrm>
            <a:prstGeom prst="homePlate">
              <a:avLst>
                <a:gd name="adj" fmla="val 50000"/>
              </a:avLst>
            </a:prstGeom>
            <a:solidFill>
              <a:srgbClr val="19A9F6"/>
            </a:solidFill>
            <a:ln w="38100" cap="flat" cmpd="sng">
              <a:solidFill>
                <a:schemeClr val="lt1"/>
              </a:solidFill>
              <a:prstDash val="solid"/>
              <a:round/>
              <a:headEnd type="none" w="med" len="med"/>
              <a:tailEnd type="none" w="med" len="med"/>
            </a:ln>
            <a:effectLst>
              <a:outerShdw blurRad="39999" dist="20000" dir="5400000" rotWithShape="0">
                <a:srgbClr val="000000">
                  <a:alpha val="37647"/>
                </a:srgbClr>
              </a:outerShdw>
            </a:effectLst>
          </p:spPr>
          <p:txBody>
            <a:bodyPr lIns="91425" tIns="91425" rIns="91425" bIns="91425" anchor="ctr" anchorCtr="0">
              <a:noAutofit/>
            </a:bodyPr>
            <a:lstStyle/>
            <a:p>
              <a:pPr lvl="0">
                <a:spcBef>
                  <a:spcPts val="0"/>
                </a:spcBef>
                <a:buNone/>
              </a:pPr>
              <a:endParaRPr/>
            </a:p>
          </p:txBody>
        </p:sp>
        <p:sp>
          <p:nvSpPr>
            <p:cNvPr id="562" name="Shape 562"/>
            <p:cNvSpPr txBox="1"/>
            <p:nvPr/>
          </p:nvSpPr>
          <p:spPr>
            <a:xfrm>
              <a:off x="3879" y="0"/>
              <a:ext cx="3304486" cy="352298"/>
            </a:xfrm>
            <a:prstGeom prst="rect">
              <a:avLst/>
            </a:prstGeom>
            <a:noFill/>
            <a:ln>
              <a:noFill/>
            </a:ln>
          </p:spPr>
          <p:txBody>
            <a:bodyPr lIns="101325" tIns="50650" rIns="25325" bIns="50650" anchor="ctr" anchorCtr="0">
              <a:noAutofit/>
            </a:bodyPr>
            <a:lstStyle/>
            <a:p>
              <a:pPr marL="0" marR="0" lvl="0" indent="0" algn="l" rtl="0">
                <a:lnSpc>
                  <a:spcPct val="90000"/>
                </a:lnSpc>
                <a:spcBef>
                  <a:spcPts val="0"/>
                </a:spcBef>
                <a:spcAft>
                  <a:spcPts val="0"/>
                </a:spcAft>
                <a:buClr>
                  <a:schemeClr val="lt1"/>
                </a:buClr>
                <a:buSzPct val="25000"/>
                <a:buFont typeface="Arial"/>
                <a:buNone/>
              </a:pPr>
              <a:r>
                <a:rPr lang="en" sz="1900" b="0" i="0" u="none" strike="noStrike" cap="none">
                  <a:solidFill>
                    <a:schemeClr val="lt1"/>
                  </a:solidFill>
                  <a:latin typeface="Arial"/>
                  <a:ea typeface="Arial"/>
                  <a:cs typeface="Arial"/>
                  <a:sym typeface="Arial"/>
                </a:rPr>
                <a:t>1. Development</a:t>
              </a:r>
            </a:p>
          </p:txBody>
        </p:sp>
        <p:sp>
          <p:nvSpPr>
            <p:cNvPr id="563" name="Shape 563"/>
            <p:cNvSpPr/>
            <p:nvPr/>
          </p:nvSpPr>
          <p:spPr>
            <a:xfrm>
              <a:off x="2717930" y="0"/>
              <a:ext cx="3392562" cy="352298"/>
            </a:xfrm>
            <a:prstGeom prst="chevron">
              <a:avLst>
                <a:gd name="adj" fmla="val 50000"/>
              </a:avLst>
            </a:prstGeom>
            <a:solidFill>
              <a:srgbClr val="19A9F6"/>
            </a:solidFill>
            <a:ln w="38100" cap="flat" cmpd="sng">
              <a:solidFill>
                <a:schemeClr val="lt1"/>
              </a:solidFill>
              <a:prstDash val="solid"/>
              <a:round/>
              <a:headEnd type="none" w="med" len="med"/>
              <a:tailEnd type="none" w="med" len="med"/>
            </a:ln>
            <a:effectLst>
              <a:outerShdw blurRad="39999" dist="20000" dir="5400000" rotWithShape="0">
                <a:srgbClr val="000000">
                  <a:alpha val="37647"/>
                </a:srgbClr>
              </a:outerShdw>
            </a:effectLst>
          </p:spPr>
          <p:txBody>
            <a:bodyPr lIns="91425" tIns="91425" rIns="91425" bIns="91425" anchor="ctr" anchorCtr="0">
              <a:noAutofit/>
            </a:bodyPr>
            <a:lstStyle/>
            <a:p>
              <a:pPr lvl="0">
                <a:spcBef>
                  <a:spcPts val="0"/>
                </a:spcBef>
                <a:buNone/>
              </a:pPr>
              <a:endParaRPr/>
            </a:p>
          </p:txBody>
        </p:sp>
        <p:sp>
          <p:nvSpPr>
            <p:cNvPr id="564" name="Shape 564"/>
            <p:cNvSpPr txBox="1"/>
            <p:nvPr/>
          </p:nvSpPr>
          <p:spPr>
            <a:xfrm>
              <a:off x="2894080" y="0"/>
              <a:ext cx="3040263" cy="352298"/>
            </a:xfrm>
            <a:prstGeom prst="rect">
              <a:avLst/>
            </a:prstGeom>
            <a:noFill/>
            <a:ln>
              <a:noFill/>
            </a:ln>
          </p:spPr>
          <p:txBody>
            <a:bodyPr lIns="76000" tIns="50650" rIns="25325" bIns="50650" anchor="ctr" anchorCtr="0">
              <a:noAutofit/>
            </a:bodyPr>
            <a:lstStyle/>
            <a:p>
              <a:pPr marL="0" marR="0" lvl="0" indent="0" algn="l" rtl="0">
                <a:lnSpc>
                  <a:spcPct val="90000"/>
                </a:lnSpc>
                <a:spcBef>
                  <a:spcPts val="0"/>
                </a:spcBef>
                <a:spcAft>
                  <a:spcPts val="0"/>
                </a:spcAft>
                <a:buClr>
                  <a:schemeClr val="lt1"/>
                </a:buClr>
                <a:buSzPct val="25000"/>
                <a:buFont typeface="Arial"/>
                <a:buNone/>
              </a:pPr>
              <a:r>
                <a:rPr lang="en" sz="1900" b="0" i="0" u="none" strike="noStrike" cap="none">
                  <a:solidFill>
                    <a:schemeClr val="lt1"/>
                  </a:solidFill>
                  <a:latin typeface="Arial"/>
                  <a:ea typeface="Arial"/>
                  <a:cs typeface="Arial"/>
                  <a:sym typeface="Arial"/>
                </a:rPr>
                <a:t>2. Test</a:t>
              </a:r>
            </a:p>
          </p:txBody>
        </p:sp>
        <p:sp>
          <p:nvSpPr>
            <p:cNvPr id="565" name="Shape 565"/>
            <p:cNvSpPr/>
            <p:nvPr/>
          </p:nvSpPr>
          <p:spPr>
            <a:xfrm>
              <a:off x="5431980" y="0"/>
              <a:ext cx="3392562" cy="352298"/>
            </a:xfrm>
            <a:prstGeom prst="chevron">
              <a:avLst>
                <a:gd name="adj" fmla="val 50000"/>
              </a:avLst>
            </a:prstGeom>
            <a:solidFill>
              <a:srgbClr val="19A9F6"/>
            </a:solidFill>
            <a:ln w="38100" cap="flat" cmpd="sng">
              <a:solidFill>
                <a:schemeClr val="lt1"/>
              </a:solidFill>
              <a:prstDash val="solid"/>
              <a:round/>
              <a:headEnd type="none" w="med" len="med"/>
              <a:tailEnd type="none" w="med" len="med"/>
            </a:ln>
            <a:effectLst>
              <a:outerShdw blurRad="39999" dist="20000" dir="5400000" rotWithShape="0">
                <a:srgbClr val="000000">
                  <a:alpha val="37647"/>
                </a:srgbClr>
              </a:outerShdw>
            </a:effectLst>
          </p:spPr>
          <p:txBody>
            <a:bodyPr lIns="91425" tIns="91425" rIns="91425" bIns="91425" anchor="ctr" anchorCtr="0">
              <a:noAutofit/>
            </a:bodyPr>
            <a:lstStyle/>
            <a:p>
              <a:pPr lvl="0">
                <a:spcBef>
                  <a:spcPts val="0"/>
                </a:spcBef>
                <a:buNone/>
              </a:pPr>
              <a:endParaRPr/>
            </a:p>
          </p:txBody>
        </p:sp>
        <p:sp>
          <p:nvSpPr>
            <p:cNvPr id="566" name="Shape 566"/>
            <p:cNvSpPr txBox="1"/>
            <p:nvPr/>
          </p:nvSpPr>
          <p:spPr>
            <a:xfrm>
              <a:off x="5608130" y="0"/>
              <a:ext cx="3040263" cy="352298"/>
            </a:xfrm>
            <a:prstGeom prst="rect">
              <a:avLst/>
            </a:prstGeom>
            <a:noFill/>
            <a:ln>
              <a:noFill/>
            </a:ln>
          </p:spPr>
          <p:txBody>
            <a:bodyPr lIns="76000" tIns="50650" rIns="25325" bIns="50650" anchor="ctr" anchorCtr="0">
              <a:noAutofit/>
            </a:bodyPr>
            <a:lstStyle/>
            <a:p>
              <a:pPr marL="0" marR="0" lvl="0" indent="0" algn="l" rtl="0">
                <a:lnSpc>
                  <a:spcPct val="90000"/>
                </a:lnSpc>
                <a:spcBef>
                  <a:spcPts val="0"/>
                </a:spcBef>
                <a:spcAft>
                  <a:spcPts val="0"/>
                </a:spcAft>
                <a:buClr>
                  <a:schemeClr val="lt1"/>
                </a:buClr>
                <a:buSzPct val="25000"/>
                <a:buFont typeface="Arial"/>
                <a:buNone/>
              </a:pPr>
              <a:r>
                <a:rPr lang="en" sz="1900" b="0" i="0" u="none" strike="noStrike" cap="none">
                  <a:solidFill>
                    <a:schemeClr val="lt1"/>
                  </a:solidFill>
                  <a:latin typeface="Arial"/>
                  <a:ea typeface="Arial"/>
                  <a:cs typeface="Arial"/>
                  <a:sym typeface="Arial"/>
                </a:rPr>
                <a:t>3. Stage / Production</a:t>
              </a:r>
            </a:p>
          </p:txBody>
        </p:sp>
      </p:grpSp>
      <p:sp>
        <p:nvSpPr>
          <p:cNvPr id="567" name="Shape 567"/>
          <p:cNvSpPr/>
          <p:nvPr/>
        </p:nvSpPr>
        <p:spPr>
          <a:xfrm>
            <a:off x="5022496" y="4308064"/>
            <a:ext cx="1443089" cy="338554"/>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600" b="1" i="0" u="none" strike="noStrike" cap="none">
                <a:solidFill>
                  <a:srgbClr val="000000"/>
                </a:solidFill>
                <a:latin typeface="Arial"/>
                <a:ea typeface="Arial"/>
                <a:cs typeface="Arial"/>
                <a:sym typeface="Arial"/>
              </a:rPr>
              <a:t>QA / QE</a:t>
            </a:r>
          </a:p>
        </p:txBody>
      </p:sp>
      <p:pic>
        <p:nvPicPr>
          <p:cNvPr id="568" name="Shape 568" descr="Container.png"/>
          <p:cNvPicPr preferRelativeResize="0"/>
          <p:nvPr/>
        </p:nvPicPr>
        <p:blipFill rotWithShape="1">
          <a:blip r:embed="rId6">
            <a:alphaModFix/>
          </a:blip>
          <a:srcRect/>
          <a:stretch/>
        </p:blipFill>
        <p:spPr>
          <a:xfrm>
            <a:off x="7357739" y="1526179"/>
            <a:ext cx="530288" cy="530288"/>
          </a:xfrm>
          <a:prstGeom prst="rect">
            <a:avLst/>
          </a:prstGeom>
          <a:noFill/>
          <a:ln>
            <a:noFill/>
          </a:ln>
        </p:spPr>
      </p:pic>
      <p:pic>
        <p:nvPicPr>
          <p:cNvPr id="569" name="Shape 569" descr="Container.png"/>
          <p:cNvPicPr preferRelativeResize="0"/>
          <p:nvPr/>
        </p:nvPicPr>
        <p:blipFill rotWithShape="1">
          <a:blip r:embed="rId6">
            <a:alphaModFix/>
          </a:blip>
          <a:srcRect/>
          <a:stretch/>
        </p:blipFill>
        <p:spPr>
          <a:xfrm>
            <a:off x="6905524" y="1524640"/>
            <a:ext cx="530288" cy="530288"/>
          </a:xfrm>
          <a:prstGeom prst="rect">
            <a:avLst/>
          </a:prstGeom>
          <a:noFill/>
          <a:ln>
            <a:noFill/>
          </a:ln>
        </p:spPr>
      </p:pic>
      <p:pic>
        <p:nvPicPr>
          <p:cNvPr id="570" name="Shape 570" descr="Container.png"/>
          <p:cNvPicPr preferRelativeResize="0"/>
          <p:nvPr/>
        </p:nvPicPr>
        <p:blipFill rotWithShape="1">
          <a:blip r:embed="rId6">
            <a:alphaModFix/>
          </a:blip>
          <a:srcRect/>
          <a:stretch/>
        </p:blipFill>
        <p:spPr>
          <a:xfrm>
            <a:off x="6375235" y="1529195"/>
            <a:ext cx="530288" cy="530288"/>
          </a:xfrm>
          <a:prstGeom prst="rect">
            <a:avLst/>
          </a:prstGeom>
          <a:noFill/>
          <a:ln>
            <a:noFill/>
          </a:ln>
        </p:spPr>
      </p:pic>
      <p:pic>
        <p:nvPicPr>
          <p:cNvPr id="571" name="Shape 571"/>
          <p:cNvPicPr preferRelativeResize="0"/>
          <p:nvPr/>
        </p:nvPicPr>
        <p:blipFill rotWithShape="1">
          <a:blip r:embed="rId3">
            <a:alphaModFix/>
          </a:blip>
          <a:srcRect/>
          <a:stretch/>
        </p:blipFill>
        <p:spPr>
          <a:xfrm>
            <a:off x="8042575" y="1831442"/>
            <a:ext cx="782973" cy="783176"/>
          </a:xfrm>
          <a:prstGeom prst="rect">
            <a:avLst/>
          </a:prstGeom>
          <a:noFill/>
          <a:ln>
            <a:noFill/>
          </a:ln>
        </p:spPr>
      </p:pic>
      <p:sp>
        <p:nvSpPr>
          <p:cNvPr id="572" name="Shape 572"/>
          <p:cNvSpPr/>
          <p:nvPr/>
        </p:nvSpPr>
        <p:spPr>
          <a:xfrm>
            <a:off x="7731282" y="2579236"/>
            <a:ext cx="1193030" cy="338554"/>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600" b="1" i="0" u="none" strike="noStrike" cap="none">
                <a:solidFill>
                  <a:srgbClr val="000000"/>
                </a:solidFill>
                <a:latin typeface="Arial"/>
                <a:ea typeface="Arial"/>
                <a:cs typeface="Arial"/>
                <a:sym typeface="Arial"/>
              </a:rPr>
              <a:t>Sysadmin</a:t>
            </a:r>
          </a:p>
        </p:txBody>
      </p:sp>
      <p:pic>
        <p:nvPicPr>
          <p:cNvPr id="573" name="Shape 573" descr="Image.png"/>
          <p:cNvPicPr preferRelativeResize="0"/>
          <p:nvPr/>
        </p:nvPicPr>
        <p:blipFill rotWithShape="1">
          <a:blip r:embed="rId7">
            <a:alphaModFix/>
          </a:blip>
          <a:srcRect l="13159" t="21051" r="11842" b="23684"/>
          <a:stretch/>
        </p:blipFill>
        <p:spPr>
          <a:xfrm>
            <a:off x="2454697" y="2697360"/>
            <a:ext cx="438727" cy="323274"/>
          </a:xfrm>
          <a:prstGeom prst="rect">
            <a:avLst/>
          </a:prstGeom>
          <a:solidFill>
            <a:schemeClr val="lt1"/>
          </a:solidFill>
          <a:ln>
            <a:noFill/>
          </a:ln>
        </p:spPr>
      </p:pic>
      <p:pic>
        <p:nvPicPr>
          <p:cNvPr id="574" name="Shape 574" descr="Registry.png"/>
          <p:cNvPicPr preferRelativeResize="0"/>
          <p:nvPr/>
        </p:nvPicPr>
        <p:blipFill rotWithShape="1">
          <a:blip r:embed="rId8">
            <a:alphaModFix/>
          </a:blip>
          <a:srcRect/>
          <a:stretch/>
        </p:blipFill>
        <p:spPr>
          <a:xfrm>
            <a:off x="3851235" y="1273844"/>
            <a:ext cx="1016000" cy="101600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Shape 580"/>
          <p:cNvSpPr txBox="1">
            <a:spLocks noGrp="1"/>
          </p:cNvSpPr>
          <p:nvPr>
            <p:ph type="title"/>
          </p:nvPr>
        </p:nvSpPr>
        <p:spPr>
          <a:xfrm>
            <a:off x="242887" y="207982"/>
            <a:ext cx="8643899" cy="949799"/>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2800" b="0" i="0" u="none" strike="noStrike" cap="none">
                <a:solidFill>
                  <a:schemeClr val="accent1"/>
                </a:solidFill>
                <a:latin typeface="Arial"/>
                <a:ea typeface="Arial"/>
                <a:cs typeface="Arial"/>
                <a:sym typeface="Arial"/>
              </a:rPr>
              <a:t>Tug of War Between Developers and Ops</a:t>
            </a:r>
          </a:p>
        </p:txBody>
      </p:sp>
      <p:sp>
        <p:nvSpPr>
          <p:cNvPr id="581" name="Shape 581"/>
          <p:cNvSpPr/>
          <p:nvPr/>
        </p:nvSpPr>
        <p:spPr>
          <a:xfrm>
            <a:off x="1176562" y="2323771"/>
            <a:ext cx="2962800" cy="1466399"/>
          </a:xfrm>
          <a:prstGeom prst="rect">
            <a:avLst/>
          </a:prstGeom>
          <a:solidFill>
            <a:srgbClr val="EEEEEE"/>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chemeClr val="dk1"/>
              </a:solidFill>
              <a:latin typeface="Arial"/>
              <a:ea typeface="Arial"/>
              <a:cs typeface="Arial"/>
              <a:sym typeface="Arial"/>
            </a:endParaRPr>
          </a:p>
        </p:txBody>
      </p:sp>
      <p:sp>
        <p:nvSpPr>
          <p:cNvPr id="582" name="Shape 582"/>
          <p:cNvSpPr/>
          <p:nvPr/>
        </p:nvSpPr>
        <p:spPr>
          <a:xfrm>
            <a:off x="1176840" y="1537523"/>
            <a:ext cx="2962800" cy="1031099"/>
          </a:xfrm>
          <a:custGeom>
            <a:avLst/>
            <a:gdLst/>
            <a:ahLst/>
            <a:cxnLst/>
            <a:rect l="0" t="0" r="0" b="0"/>
            <a:pathLst>
              <a:path w="120000" h="120000" extrusionOk="0">
                <a:moveTo>
                  <a:pt x="0" y="0"/>
                </a:moveTo>
                <a:lnTo>
                  <a:pt x="120000" y="0"/>
                </a:lnTo>
                <a:lnTo>
                  <a:pt x="120000" y="95155"/>
                </a:lnTo>
                <a:lnTo>
                  <a:pt x="108118" y="95155"/>
                </a:lnTo>
                <a:lnTo>
                  <a:pt x="99291" y="120000"/>
                </a:lnTo>
                <a:lnTo>
                  <a:pt x="90464" y="95155"/>
                </a:lnTo>
                <a:lnTo>
                  <a:pt x="0" y="95155"/>
                </a:lnTo>
                <a:close/>
              </a:path>
            </a:pathLst>
          </a:custGeom>
          <a:solidFill>
            <a:schemeClr val="accent3"/>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83" name="Shape 583"/>
          <p:cNvSpPr/>
          <p:nvPr/>
        </p:nvSpPr>
        <p:spPr>
          <a:xfrm>
            <a:off x="4962707" y="2323771"/>
            <a:ext cx="2962800" cy="1466399"/>
          </a:xfrm>
          <a:prstGeom prst="rect">
            <a:avLst/>
          </a:prstGeom>
          <a:solidFill>
            <a:srgbClr val="EEEEEE"/>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chemeClr val="dk1"/>
              </a:solidFill>
              <a:latin typeface="Arial"/>
              <a:ea typeface="Arial"/>
              <a:cs typeface="Arial"/>
              <a:sym typeface="Arial"/>
            </a:endParaRPr>
          </a:p>
        </p:txBody>
      </p:sp>
      <p:sp>
        <p:nvSpPr>
          <p:cNvPr id="584" name="Shape 584"/>
          <p:cNvSpPr/>
          <p:nvPr/>
        </p:nvSpPr>
        <p:spPr>
          <a:xfrm>
            <a:off x="4962985" y="1537523"/>
            <a:ext cx="2962800" cy="1031099"/>
          </a:xfrm>
          <a:custGeom>
            <a:avLst/>
            <a:gdLst/>
            <a:ahLst/>
            <a:cxnLst/>
            <a:rect l="0" t="0" r="0" b="0"/>
            <a:pathLst>
              <a:path w="120000" h="120000" extrusionOk="0">
                <a:moveTo>
                  <a:pt x="0" y="0"/>
                </a:moveTo>
                <a:lnTo>
                  <a:pt x="120000" y="0"/>
                </a:lnTo>
                <a:lnTo>
                  <a:pt x="120000" y="95155"/>
                </a:lnTo>
                <a:lnTo>
                  <a:pt x="108118" y="95155"/>
                </a:lnTo>
                <a:lnTo>
                  <a:pt x="99291" y="120000"/>
                </a:lnTo>
                <a:lnTo>
                  <a:pt x="90464" y="95155"/>
                </a:lnTo>
                <a:lnTo>
                  <a:pt x="0" y="95155"/>
                </a:lnTo>
                <a:close/>
              </a:path>
            </a:pathLst>
          </a:custGeom>
          <a:solidFill>
            <a:schemeClr val="accent1"/>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585" name="Shape 585"/>
          <p:cNvSpPr/>
          <p:nvPr/>
        </p:nvSpPr>
        <p:spPr>
          <a:xfrm>
            <a:off x="2253375" y="1751700"/>
            <a:ext cx="1835699" cy="40019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Arial"/>
              <a:buNone/>
            </a:pPr>
            <a:r>
              <a:rPr lang="en" sz="2000" b="1" i="0" u="none" strike="noStrike" cap="none">
                <a:solidFill>
                  <a:schemeClr val="lt1"/>
                </a:solidFill>
                <a:latin typeface="Arial"/>
                <a:ea typeface="Arial"/>
                <a:cs typeface="Arial"/>
                <a:sym typeface="Arial"/>
              </a:rPr>
              <a:t>Developers</a:t>
            </a:r>
          </a:p>
        </p:txBody>
      </p:sp>
      <p:sp>
        <p:nvSpPr>
          <p:cNvPr id="586" name="Shape 586"/>
          <p:cNvSpPr/>
          <p:nvPr/>
        </p:nvSpPr>
        <p:spPr>
          <a:xfrm>
            <a:off x="5993132" y="1726374"/>
            <a:ext cx="1835699" cy="40019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Arial"/>
              <a:buNone/>
            </a:pPr>
            <a:r>
              <a:rPr lang="en" sz="2000" b="1" i="0" u="none" strike="noStrike" cap="none">
                <a:solidFill>
                  <a:schemeClr val="lt1"/>
                </a:solidFill>
                <a:latin typeface="Arial"/>
                <a:ea typeface="Arial"/>
                <a:cs typeface="Arial"/>
                <a:sym typeface="Arial"/>
              </a:rPr>
              <a:t>IT Operations</a:t>
            </a:r>
          </a:p>
        </p:txBody>
      </p:sp>
      <p:sp>
        <p:nvSpPr>
          <p:cNvPr id="587" name="Shape 587"/>
          <p:cNvSpPr/>
          <p:nvPr/>
        </p:nvSpPr>
        <p:spPr>
          <a:xfrm>
            <a:off x="1364504" y="2713046"/>
            <a:ext cx="2456998" cy="953999"/>
          </a:xfrm>
          <a:prstGeom prst="rect">
            <a:avLst/>
          </a:prstGeom>
          <a:noFill/>
          <a:ln>
            <a:noFill/>
          </a:ln>
        </p:spPr>
        <p:txBody>
          <a:bodyPr lIns="91425" tIns="45700" rIns="91425" bIns="45700" anchor="t" anchorCtr="0">
            <a:noAutofit/>
          </a:bodyPr>
          <a:lstStyle/>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Freedom to create and deploy apps fast</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Define and package application needs </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88" name="Shape 588"/>
          <p:cNvSpPr/>
          <p:nvPr/>
        </p:nvSpPr>
        <p:spPr>
          <a:xfrm>
            <a:off x="5215630" y="2713046"/>
            <a:ext cx="2613300" cy="1169699"/>
          </a:xfrm>
          <a:prstGeom prst="rect">
            <a:avLst/>
          </a:prstGeom>
          <a:noFill/>
          <a:ln>
            <a:noFill/>
          </a:ln>
        </p:spPr>
        <p:txBody>
          <a:bodyPr lIns="91425" tIns="45700" rIns="91425" bIns="45700" anchor="t" anchorCtr="0">
            <a:noAutofit/>
          </a:bodyPr>
          <a:lstStyle/>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Quickly and flexibly respond to changing needs</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Standardize, secure, and manage</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nvGrpSpPr>
          <p:cNvPr id="589" name="Shape 589"/>
          <p:cNvGrpSpPr/>
          <p:nvPr/>
        </p:nvGrpSpPr>
        <p:grpSpPr>
          <a:xfrm>
            <a:off x="5215630" y="1684565"/>
            <a:ext cx="627923" cy="556001"/>
            <a:chOff x="-1979613" y="1857375"/>
            <a:chExt cx="2273438" cy="2013038"/>
          </a:xfrm>
        </p:grpSpPr>
        <p:sp>
          <p:nvSpPr>
            <p:cNvPr id="590" name="Shape 590"/>
            <p:cNvSpPr/>
            <p:nvPr/>
          </p:nvSpPr>
          <p:spPr>
            <a:xfrm>
              <a:off x="-1425575" y="1890713"/>
              <a:ext cx="1154100" cy="1979700"/>
            </a:xfrm>
            <a:custGeom>
              <a:avLst/>
              <a:gdLst/>
              <a:ahLst/>
              <a:cxnLst/>
              <a:rect l="0" t="0" r="0" b="0"/>
              <a:pathLst>
                <a:path w="120000" h="120000" extrusionOk="0">
                  <a:moveTo>
                    <a:pt x="109411" y="119999"/>
                  </a:moveTo>
                  <a:cubicBezTo>
                    <a:pt x="85882" y="119999"/>
                    <a:pt x="85882" y="119999"/>
                    <a:pt x="85882" y="119999"/>
                  </a:cubicBezTo>
                  <a:cubicBezTo>
                    <a:pt x="83529" y="119999"/>
                    <a:pt x="81176" y="118628"/>
                    <a:pt x="81176" y="117257"/>
                  </a:cubicBezTo>
                  <a:cubicBezTo>
                    <a:pt x="81176" y="115885"/>
                    <a:pt x="83529" y="114514"/>
                    <a:pt x="85882" y="114514"/>
                  </a:cubicBezTo>
                  <a:cubicBezTo>
                    <a:pt x="109411" y="114514"/>
                    <a:pt x="109411" y="114514"/>
                    <a:pt x="109411" y="114514"/>
                  </a:cubicBezTo>
                  <a:cubicBezTo>
                    <a:pt x="109411" y="114514"/>
                    <a:pt x="110588" y="114514"/>
                    <a:pt x="110588" y="113828"/>
                  </a:cubicBezTo>
                  <a:cubicBezTo>
                    <a:pt x="110588" y="87085"/>
                    <a:pt x="110588" y="87085"/>
                    <a:pt x="110588" y="87085"/>
                  </a:cubicBezTo>
                  <a:cubicBezTo>
                    <a:pt x="110588" y="87085"/>
                    <a:pt x="110588" y="87085"/>
                    <a:pt x="110588" y="87085"/>
                  </a:cubicBezTo>
                  <a:cubicBezTo>
                    <a:pt x="110588" y="74057"/>
                    <a:pt x="94117" y="62399"/>
                    <a:pt x="71764" y="59657"/>
                  </a:cubicBezTo>
                  <a:cubicBezTo>
                    <a:pt x="69411" y="58971"/>
                    <a:pt x="68235" y="58285"/>
                    <a:pt x="68235" y="56914"/>
                  </a:cubicBezTo>
                  <a:cubicBezTo>
                    <a:pt x="68235" y="48685"/>
                    <a:pt x="68235" y="48685"/>
                    <a:pt x="68235" y="48685"/>
                  </a:cubicBezTo>
                  <a:cubicBezTo>
                    <a:pt x="68235" y="48000"/>
                    <a:pt x="69411" y="46628"/>
                    <a:pt x="70588" y="45942"/>
                  </a:cubicBezTo>
                  <a:cubicBezTo>
                    <a:pt x="77647" y="44571"/>
                    <a:pt x="82352" y="40457"/>
                    <a:pt x="85882" y="35657"/>
                  </a:cubicBezTo>
                  <a:cubicBezTo>
                    <a:pt x="87058" y="34971"/>
                    <a:pt x="88235" y="34285"/>
                    <a:pt x="90588" y="34285"/>
                  </a:cubicBezTo>
                  <a:cubicBezTo>
                    <a:pt x="91764" y="34285"/>
                    <a:pt x="91764" y="34285"/>
                    <a:pt x="91764" y="34285"/>
                  </a:cubicBezTo>
                  <a:cubicBezTo>
                    <a:pt x="94117" y="34285"/>
                    <a:pt x="97647" y="31542"/>
                    <a:pt x="97647" y="28114"/>
                  </a:cubicBezTo>
                  <a:cubicBezTo>
                    <a:pt x="97647" y="24685"/>
                    <a:pt x="94117" y="21942"/>
                    <a:pt x="91764" y="21942"/>
                  </a:cubicBezTo>
                  <a:cubicBezTo>
                    <a:pt x="89411" y="21942"/>
                    <a:pt x="88235" y="21257"/>
                    <a:pt x="87058" y="19885"/>
                  </a:cubicBezTo>
                  <a:cubicBezTo>
                    <a:pt x="83529" y="11657"/>
                    <a:pt x="71764" y="5485"/>
                    <a:pt x="60000" y="5485"/>
                  </a:cubicBezTo>
                  <a:cubicBezTo>
                    <a:pt x="47058" y="5485"/>
                    <a:pt x="36470" y="11657"/>
                    <a:pt x="31764" y="19885"/>
                  </a:cubicBezTo>
                  <a:cubicBezTo>
                    <a:pt x="31764" y="21257"/>
                    <a:pt x="29411" y="21942"/>
                    <a:pt x="28235" y="21942"/>
                  </a:cubicBezTo>
                  <a:cubicBezTo>
                    <a:pt x="24705" y="21942"/>
                    <a:pt x="21176" y="24685"/>
                    <a:pt x="21176" y="28114"/>
                  </a:cubicBezTo>
                  <a:cubicBezTo>
                    <a:pt x="21176" y="31542"/>
                    <a:pt x="24705" y="34285"/>
                    <a:pt x="28235" y="34285"/>
                  </a:cubicBezTo>
                  <a:cubicBezTo>
                    <a:pt x="28235" y="34285"/>
                    <a:pt x="28235" y="34285"/>
                    <a:pt x="28235" y="34285"/>
                  </a:cubicBezTo>
                  <a:cubicBezTo>
                    <a:pt x="30588" y="34285"/>
                    <a:pt x="32941" y="34971"/>
                    <a:pt x="34117" y="35657"/>
                  </a:cubicBezTo>
                  <a:cubicBezTo>
                    <a:pt x="36470" y="40457"/>
                    <a:pt x="42352" y="44571"/>
                    <a:pt x="48235" y="45942"/>
                  </a:cubicBezTo>
                  <a:cubicBezTo>
                    <a:pt x="50588" y="46628"/>
                    <a:pt x="51764" y="48000"/>
                    <a:pt x="51764" y="48685"/>
                  </a:cubicBezTo>
                  <a:cubicBezTo>
                    <a:pt x="51764" y="56914"/>
                    <a:pt x="51764" y="56914"/>
                    <a:pt x="51764" y="56914"/>
                  </a:cubicBezTo>
                  <a:cubicBezTo>
                    <a:pt x="51764" y="58285"/>
                    <a:pt x="49411" y="58971"/>
                    <a:pt x="47058" y="59657"/>
                  </a:cubicBezTo>
                  <a:cubicBezTo>
                    <a:pt x="24705" y="62399"/>
                    <a:pt x="9411" y="74057"/>
                    <a:pt x="9411" y="87085"/>
                  </a:cubicBezTo>
                  <a:cubicBezTo>
                    <a:pt x="9411" y="113828"/>
                    <a:pt x="9411" y="113828"/>
                    <a:pt x="9411" y="113828"/>
                  </a:cubicBezTo>
                  <a:cubicBezTo>
                    <a:pt x="9411" y="114514"/>
                    <a:pt x="9411" y="114514"/>
                    <a:pt x="10588" y="114514"/>
                  </a:cubicBezTo>
                  <a:cubicBezTo>
                    <a:pt x="35294" y="114514"/>
                    <a:pt x="35294" y="114514"/>
                    <a:pt x="35294" y="114514"/>
                  </a:cubicBezTo>
                  <a:cubicBezTo>
                    <a:pt x="37647" y="114514"/>
                    <a:pt x="40000" y="115885"/>
                    <a:pt x="40000" y="117257"/>
                  </a:cubicBezTo>
                  <a:cubicBezTo>
                    <a:pt x="40000" y="118628"/>
                    <a:pt x="37647" y="119999"/>
                    <a:pt x="35294" y="119999"/>
                  </a:cubicBezTo>
                  <a:cubicBezTo>
                    <a:pt x="10588" y="119999"/>
                    <a:pt x="10588" y="119999"/>
                    <a:pt x="10588" y="119999"/>
                  </a:cubicBezTo>
                  <a:cubicBezTo>
                    <a:pt x="4705" y="119999"/>
                    <a:pt x="0" y="117257"/>
                    <a:pt x="0" y="113828"/>
                  </a:cubicBezTo>
                  <a:cubicBezTo>
                    <a:pt x="0" y="87085"/>
                    <a:pt x="0" y="87085"/>
                    <a:pt x="0" y="87085"/>
                  </a:cubicBezTo>
                  <a:cubicBezTo>
                    <a:pt x="0" y="87085"/>
                    <a:pt x="0" y="87085"/>
                    <a:pt x="0" y="87085"/>
                  </a:cubicBezTo>
                  <a:cubicBezTo>
                    <a:pt x="0" y="87085"/>
                    <a:pt x="0" y="87085"/>
                    <a:pt x="0" y="87085"/>
                  </a:cubicBezTo>
                  <a:cubicBezTo>
                    <a:pt x="0" y="72000"/>
                    <a:pt x="16470" y="58971"/>
                    <a:pt x="42352" y="54857"/>
                  </a:cubicBezTo>
                  <a:cubicBezTo>
                    <a:pt x="42352" y="50057"/>
                    <a:pt x="42352" y="50057"/>
                    <a:pt x="42352" y="50057"/>
                  </a:cubicBezTo>
                  <a:cubicBezTo>
                    <a:pt x="35294" y="48000"/>
                    <a:pt x="29411" y="43885"/>
                    <a:pt x="25882" y="39771"/>
                  </a:cubicBezTo>
                  <a:cubicBezTo>
                    <a:pt x="18823" y="39085"/>
                    <a:pt x="11764" y="34285"/>
                    <a:pt x="11764" y="28114"/>
                  </a:cubicBezTo>
                  <a:cubicBezTo>
                    <a:pt x="11764" y="22628"/>
                    <a:pt x="17647" y="18514"/>
                    <a:pt x="23529" y="17142"/>
                  </a:cubicBezTo>
                  <a:cubicBezTo>
                    <a:pt x="29411" y="6857"/>
                    <a:pt x="43529" y="0"/>
                    <a:pt x="60000" y="0"/>
                  </a:cubicBezTo>
                  <a:cubicBezTo>
                    <a:pt x="75294" y="0"/>
                    <a:pt x="89411" y="6857"/>
                    <a:pt x="95294" y="17142"/>
                  </a:cubicBezTo>
                  <a:cubicBezTo>
                    <a:pt x="102352" y="18514"/>
                    <a:pt x="107058" y="22628"/>
                    <a:pt x="107058" y="28114"/>
                  </a:cubicBezTo>
                  <a:cubicBezTo>
                    <a:pt x="107058" y="34285"/>
                    <a:pt x="101176" y="39085"/>
                    <a:pt x="92941" y="39771"/>
                  </a:cubicBezTo>
                  <a:cubicBezTo>
                    <a:pt x="89411" y="43885"/>
                    <a:pt x="84705" y="48000"/>
                    <a:pt x="77647" y="50057"/>
                  </a:cubicBezTo>
                  <a:cubicBezTo>
                    <a:pt x="77647" y="54857"/>
                    <a:pt x="77647" y="54857"/>
                    <a:pt x="77647" y="54857"/>
                  </a:cubicBezTo>
                  <a:cubicBezTo>
                    <a:pt x="102352" y="58971"/>
                    <a:pt x="120000" y="72000"/>
                    <a:pt x="120000" y="87085"/>
                  </a:cubicBezTo>
                  <a:cubicBezTo>
                    <a:pt x="120000" y="87085"/>
                    <a:pt x="120000" y="87085"/>
                    <a:pt x="120000" y="87085"/>
                  </a:cubicBezTo>
                  <a:cubicBezTo>
                    <a:pt x="120000" y="113828"/>
                    <a:pt x="120000" y="113828"/>
                    <a:pt x="120000" y="113828"/>
                  </a:cubicBezTo>
                  <a:cubicBezTo>
                    <a:pt x="120000" y="117257"/>
                    <a:pt x="115294" y="119999"/>
                    <a:pt x="109411" y="119999"/>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91" name="Shape 591"/>
            <p:cNvSpPr/>
            <p:nvPr/>
          </p:nvSpPr>
          <p:spPr>
            <a:xfrm>
              <a:off x="-1063625" y="2921000"/>
              <a:ext cx="430199" cy="938100"/>
            </a:xfrm>
            <a:custGeom>
              <a:avLst/>
              <a:gdLst/>
              <a:ahLst/>
              <a:cxnLst/>
              <a:rect l="0" t="0" r="0" b="0"/>
              <a:pathLst>
                <a:path w="120000" h="120000" extrusionOk="0">
                  <a:moveTo>
                    <a:pt x="60000" y="119999"/>
                  </a:moveTo>
                  <a:cubicBezTo>
                    <a:pt x="56842" y="119999"/>
                    <a:pt x="53684" y="118554"/>
                    <a:pt x="53684" y="118554"/>
                  </a:cubicBezTo>
                  <a:cubicBezTo>
                    <a:pt x="50526" y="118554"/>
                    <a:pt x="50526" y="117108"/>
                    <a:pt x="47368" y="117108"/>
                  </a:cubicBezTo>
                  <a:cubicBezTo>
                    <a:pt x="3157" y="101204"/>
                    <a:pt x="3157" y="101204"/>
                    <a:pt x="3157" y="101204"/>
                  </a:cubicBezTo>
                  <a:cubicBezTo>
                    <a:pt x="0" y="101204"/>
                    <a:pt x="0" y="98313"/>
                    <a:pt x="0" y="95421"/>
                  </a:cubicBezTo>
                  <a:cubicBezTo>
                    <a:pt x="25263" y="34698"/>
                    <a:pt x="25263" y="34698"/>
                    <a:pt x="25263" y="34698"/>
                  </a:cubicBezTo>
                  <a:cubicBezTo>
                    <a:pt x="12631" y="21686"/>
                    <a:pt x="12631" y="21686"/>
                    <a:pt x="12631" y="21686"/>
                  </a:cubicBezTo>
                  <a:cubicBezTo>
                    <a:pt x="9473" y="18795"/>
                    <a:pt x="9473" y="17349"/>
                    <a:pt x="12631" y="15903"/>
                  </a:cubicBezTo>
                  <a:cubicBezTo>
                    <a:pt x="31578" y="4337"/>
                    <a:pt x="31578" y="4337"/>
                    <a:pt x="31578" y="4337"/>
                  </a:cubicBezTo>
                  <a:cubicBezTo>
                    <a:pt x="34736" y="1445"/>
                    <a:pt x="44210" y="1445"/>
                    <a:pt x="47368" y="2891"/>
                  </a:cubicBezTo>
                  <a:cubicBezTo>
                    <a:pt x="53684" y="5783"/>
                    <a:pt x="53684" y="8674"/>
                    <a:pt x="50526" y="11566"/>
                  </a:cubicBezTo>
                  <a:cubicBezTo>
                    <a:pt x="37894" y="18795"/>
                    <a:pt x="37894" y="18795"/>
                    <a:pt x="37894" y="18795"/>
                  </a:cubicBezTo>
                  <a:cubicBezTo>
                    <a:pt x="50526" y="31807"/>
                    <a:pt x="50526" y="31807"/>
                    <a:pt x="50526" y="31807"/>
                  </a:cubicBezTo>
                  <a:cubicBezTo>
                    <a:pt x="50526" y="31807"/>
                    <a:pt x="53684" y="33253"/>
                    <a:pt x="50526" y="34698"/>
                  </a:cubicBezTo>
                  <a:cubicBezTo>
                    <a:pt x="25263" y="95421"/>
                    <a:pt x="25263" y="95421"/>
                    <a:pt x="25263" y="95421"/>
                  </a:cubicBezTo>
                  <a:cubicBezTo>
                    <a:pt x="60000" y="105542"/>
                    <a:pt x="60000" y="105542"/>
                    <a:pt x="60000" y="105542"/>
                  </a:cubicBezTo>
                  <a:cubicBezTo>
                    <a:pt x="91578" y="95421"/>
                    <a:pt x="91578" y="95421"/>
                    <a:pt x="91578" y="95421"/>
                  </a:cubicBezTo>
                  <a:cubicBezTo>
                    <a:pt x="66315" y="34698"/>
                    <a:pt x="66315" y="34698"/>
                    <a:pt x="66315" y="34698"/>
                  </a:cubicBezTo>
                  <a:cubicBezTo>
                    <a:pt x="66315" y="33253"/>
                    <a:pt x="66315" y="31807"/>
                    <a:pt x="66315" y="31807"/>
                  </a:cubicBezTo>
                  <a:cubicBezTo>
                    <a:pt x="82105" y="20240"/>
                    <a:pt x="82105" y="20240"/>
                    <a:pt x="82105" y="20240"/>
                  </a:cubicBezTo>
                  <a:cubicBezTo>
                    <a:pt x="63157" y="10120"/>
                    <a:pt x="63157" y="10120"/>
                    <a:pt x="63157" y="10120"/>
                  </a:cubicBezTo>
                  <a:cubicBezTo>
                    <a:pt x="60000" y="7228"/>
                    <a:pt x="60000" y="4337"/>
                    <a:pt x="63157" y="1445"/>
                  </a:cubicBezTo>
                  <a:cubicBezTo>
                    <a:pt x="69473" y="0"/>
                    <a:pt x="78947" y="0"/>
                    <a:pt x="82105" y="2891"/>
                  </a:cubicBezTo>
                  <a:cubicBezTo>
                    <a:pt x="104210" y="14457"/>
                    <a:pt x="104210" y="14457"/>
                    <a:pt x="104210" y="14457"/>
                  </a:cubicBezTo>
                  <a:cubicBezTo>
                    <a:pt x="107368" y="17349"/>
                    <a:pt x="110526" y="18795"/>
                    <a:pt x="107368" y="21686"/>
                  </a:cubicBezTo>
                  <a:cubicBezTo>
                    <a:pt x="91578" y="34698"/>
                    <a:pt x="91578" y="34698"/>
                    <a:pt x="91578" y="34698"/>
                  </a:cubicBezTo>
                  <a:cubicBezTo>
                    <a:pt x="120000" y="95421"/>
                    <a:pt x="120000" y="95421"/>
                    <a:pt x="120000" y="95421"/>
                  </a:cubicBezTo>
                  <a:cubicBezTo>
                    <a:pt x="120000" y="98313"/>
                    <a:pt x="116842" y="101204"/>
                    <a:pt x="113684" y="101204"/>
                  </a:cubicBezTo>
                  <a:cubicBezTo>
                    <a:pt x="69473" y="117108"/>
                    <a:pt x="69473" y="117108"/>
                    <a:pt x="69473" y="117108"/>
                  </a:cubicBezTo>
                  <a:cubicBezTo>
                    <a:pt x="69473" y="117108"/>
                    <a:pt x="66315" y="118554"/>
                    <a:pt x="66315" y="118554"/>
                  </a:cubicBezTo>
                  <a:cubicBezTo>
                    <a:pt x="63157" y="118554"/>
                    <a:pt x="60000" y="119999"/>
                    <a:pt x="60000" y="119999"/>
                  </a:cubicBezTo>
                  <a:cubicBezTo>
                    <a:pt x="60000" y="119999"/>
                    <a:pt x="60000" y="119999"/>
                    <a:pt x="60000" y="119999"/>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92" name="Shape 592"/>
            <p:cNvSpPr/>
            <p:nvPr/>
          </p:nvSpPr>
          <p:spPr>
            <a:xfrm>
              <a:off x="-950912" y="3135313"/>
              <a:ext cx="204900" cy="90600"/>
            </a:xfrm>
            <a:custGeom>
              <a:avLst/>
              <a:gdLst/>
              <a:ahLst/>
              <a:cxnLst/>
              <a:rect l="0" t="0" r="0" b="0"/>
              <a:pathLst>
                <a:path w="120000" h="120000" extrusionOk="0">
                  <a:moveTo>
                    <a:pt x="93333" y="120000"/>
                  </a:moveTo>
                  <a:cubicBezTo>
                    <a:pt x="26666" y="120000"/>
                    <a:pt x="26666" y="120000"/>
                    <a:pt x="26666" y="120000"/>
                  </a:cubicBezTo>
                  <a:cubicBezTo>
                    <a:pt x="6666" y="120000"/>
                    <a:pt x="0" y="105000"/>
                    <a:pt x="0" y="60000"/>
                  </a:cubicBezTo>
                  <a:cubicBezTo>
                    <a:pt x="0" y="30000"/>
                    <a:pt x="6666" y="0"/>
                    <a:pt x="26666" y="0"/>
                  </a:cubicBezTo>
                  <a:cubicBezTo>
                    <a:pt x="93333" y="0"/>
                    <a:pt x="93333" y="0"/>
                    <a:pt x="93333" y="0"/>
                  </a:cubicBezTo>
                  <a:cubicBezTo>
                    <a:pt x="106666" y="0"/>
                    <a:pt x="120000" y="30000"/>
                    <a:pt x="120000" y="60000"/>
                  </a:cubicBezTo>
                  <a:cubicBezTo>
                    <a:pt x="120000" y="105000"/>
                    <a:pt x="106666" y="120000"/>
                    <a:pt x="93333"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93" name="Shape 593"/>
            <p:cNvSpPr/>
            <p:nvPr/>
          </p:nvSpPr>
          <p:spPr>
            <a:xfrm>
              <a:off x="-1108075" y="2795588"/>
              <a:ext cx="485699" cy="203099"/>
            </a:xfrm>
            <a:custGeom>
              <a:avLst/>
              <a:gdLst/>
              <a:ahLst/>
              <a:cxnLst/>
              <a:rect l="0" t="0" r="0" b="0"/>
              <a:pathLst>
                <a:path w="120000" h="120000" extrusionOk="0">
                  <a:moveTo>
                    <a:pt x="61395" y="120000"/>
                  </a:moveTo>
                  <a:cubicBezTo>
                    <a:pt x="61395" y="120000"/>
                    <a:pt x="58604" y="120000"/>
                    <a:pt x="55813" y="113333"/>
                  </a:cubicBezTo>
                  <a:cubicBezTo>
                    <a:pt x="39069" y="93333"/>
                    <a:pt x="16744" y="66666"/>
                    <a:pt x="11162" y="60000"/>
                  </a:cubicBezTo>
                  <a:cubicBezTo>
                    <a:pt x="5581" y="60000"/>
                    <a:pt x="0" y="46666"/>
                    <a:pt x="0" y="33333"/>
                  </a:cubicBezTo>
                  <a:cubicBezTo>
                    <a:pt x="0" y="20000"/>
                    <a:pt x="5581" y="6666"/>
                    <a:pt x="11162" y="6666"/>
                  </a:cubicBezTo>
                  <a:cubicBezTo>
                    <a:pt x="13953" y="6666"/>
                    <a:pt x="19534" y="6666"/>
                    <a:pt x="61395" y="60000"/>
                  </a:cubicBezTo>
                  <a:cubicBezTo>
                    <a:pt x="103255" y="6666"/>
                    <a:pt x="103255" y="6666"/>
                    <a:pt x="103255" y="6666"/>
                  </a:cubicBezTo>
                  <a:cubicBezTo>
                    <a:pt x="108837" y="0"/>
                    <a:pt x="114418" y="6666"/>
                    <a:pt x="117209" y="20000"/>
                  </a:cubicBezTo>
                  <a:cubicBezTo>
                    <a:pt x="120000" y="33333"/>
                    <a:pt x="120000" y="46666"/>
                    <a:pt x="114418" y="53333"/>
                  </a:cubicBezTo>
                  <a:cubicBezTo>
                    <a:pt x="66976" y="113333"/>
                    <a:pt x="66976" y="113333"/>
                    <a:pt x="66976" y="113333"/>
                  </a:cubicBezTo>
                  <a:cubicBezTo>
                    <a:pt x="64186" y="120000"/>
                    <a:pt x="64186" y="120000"/>
                    <a:pt x="61395"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94" name="Shape 594"/>
            <p:cNvSpPr/>
            <p:nvPr/>
          </p:nvSpPr>
          <p:spPr>
            <a:xfrm>
              <a:off x="-498475" y="1857375"/>
              <a:ext cx="792299" cy="1741500"/>
            </a:xfrm>
            <a:custGeom>
              <a:avLst/>
              <a:gdLst/>
              <a:ahLst/>
              <a:cxnLst/>
              <a:rect l="0" t="0" r="0" b="0"/>
              <a:pathLst>
                <a:path w="120000" h="120000" extrusionOk="0">
                  <a:moveTo>
                    <a:pt x="106285" y="120000"/>
                  </a:moveTo>
                  <a:cubicBezTo>
                    <a:pt x="60000" y="120000"/>
                    <a:pt x="60000" y="120000"/>
                    <a:pt x="60000" y="120000"/>
                  </a:cubicBezTo>
                  <a:cubicBezTo>
                    <a:pt x="56571" y="120000"/>
                    <a:pt x="53142" y="118441"/>
                    <a:pt x="53142" y="116883"/>
                  </a:cubicBezTo>
                  <a:cubicBezTo>
                    <a:pt x="53142" y="114545"/>
                    <a:pt x="56571" y="113766"/>
                    <a:pt x="60000" y="113766"/>
                  </a:cubicBezTo>
                  <a:cubicBezTo>
                    <a:pt x="106285" y="113766"/>
                    <a:pt x="106285" y="113766"/>
                    <a:pt x="106285" y="113766"/>
                  </a:cubicBezTo>
                  <a:cubicBezTo>
                    <a:pt x="106285" y="113766"/>
                    <a:pt x="106285" y="113766"/>
                    <a:pt x="106285" y="113766"/>
                  </a:cubicBezTo>
                  <a:cubicBezTo>
                    <a:pt x="106285" y="86493"/>
                    <a:pt x="106285" y="86493"/>
                    <a:pt x="106285" y="86493"/>
                  </a:cubicBezTo>
                  <a:cubicBezTo>
                    <a:pt x="106285" y="86493"/>
                    <a:pt x="106285" y="86493"/>
                    <a:pt x="106285" y="86493"/>
                  </a:cubicBezTo>
                  <a:cubicBezTo>
                    <a:pt x="106285" y="74025"/>
                    <a:pt x="85714" y="63116"/>
                    <a:pt x="58285" y="60000"/>
                  </a:cubicBezTo>
                  <a:cubicBezTo>
                    <a:pt x="54857" y="59220"/>
                    <a:pt x="53142" y="58441"/>
                    <a:pt x="53142" y="56883"/>
                  </a:cubicBezTo>
                  <a:cubicBezTo>
                    <a:pt x="53142" y="48311"/>
                    <a:pt x="53142" y="48311"/>
                    <a:pt x="53142" y="48311"/>
                  </a:cubicBezTo>
                  <a:cubicBezTo>
                    <a:pt x="53142" y="47532"/>
                    <a:pt x="53142" y="46753"/>
                    <a:pt x="56571" y="45974"/>
                  </a:cubicBezTo>
                  <a:cubicBezTo>
                    <a:pt x="63428" y="43636"/>
                    <a:pt x="70285" y="40519"/>
                    <a:pt x="75428" y="35844"/>
                  </a:cubicBezTo>
                  <a:cubicBezTo>
                    <a:pt x="75428" y="34285"/>
                    <a:pt x="78857" y="33506"/>
                    <a:pt x="82285" y="34285"/>
                  </a:cubicBezTo>
                  <a:cubicBezTo>
                    <a:pt x="82285" y="34285"/>
                    <a:pt x="82285" y="34285"/>
                    <a:pt x="82285" y="34285"/>
                  </a:cubicBezTo>
                  <a:cubicBezTo>
                    <a:pt x="85714" y="34285"/>
                    <a:pt x="89142" y="31948"/>
                    <a:pt x="89142" y="28051"/>
                  </a:cubicBezTo>
                  <a:cubicBezTo>
                    <a:pt x="89142" y="24935"/>
                    <a:pt x="85714" y="22597"/>
                    <a:pt x="82285" y="22597"/>
                  </a:cubicBezTo>
                  <a:cubicBezTo>
                    <a:pt x="80571" y="22597"/>
                    <a:pt x="77142" y="21818"/>
                    <a:pt x="77142" y="20259"/>
                  </a:cubicBezTo>
                  <a:cubicBezTo>
                    <a:pt x="72000" y="11688"/>
                    <a:pt x="58285" y="6233"/>
                    <a:pt x="42857" y="6233"/>
                  </a:cubicBezTo>
                  <a:cubicBezTo>
                    <a:pt x="30857" y="6233"/>
                    <a:pt x="20571" y="9350"/>
                    <a:pt x="13714" y="14805"/>
                  </a:cubicBezTo>
                  <a:cubicBezTo>
                    <a:pt x="12000" y="16363"/>
                    <a:pt x="8571" y="16363"/>
                    <a:pt x="5142" y="15584"/>
                  </a:cubicBezTo>
                  <a:cubicBezTo>
                    <a:pt x="1714" y="14805"/>
                    <a:pt x="0" y="12467"/>
                    <a:pt x="1714" y="11688"/>
                  </a:cubicBezTo>
                  <a:cubicBezTo>
                    <a:pt x="12000" y="4675"/>
                    <a:pt x="25714" y="0"/>
                    <a:pt x="42857" y="0"/>
                  </a:cubicBezTo>
                  <a:cubicBezTo>
                    <a:pt x="63428" y="0"/>
                    <a:pt x="80571" y="7012"/>
                    <a:pt x="89142" y="17142"/>
                  </a:cubicBezTo>
                  <a:cubicBezTo>
                    <a:pt x="97714" y="18701"/>
                    <a:pt x="102857" y="22597"/>
                    <a:pt x="102857" y="28051"/>
                  </a:cubicBezTo>
                  <a:cubicBezTo>
                    <a:pt x="102857" y="34285"/>
                    <a:pt x="96000" y="39740"/>
                    <a:pt x="85714" y="39740"/>
                  </a:cubicBezTo>
                  <a:cubicBezTo>
                    <a:pt x="80571" y="44415"/>
                    <a:pt x="73714" y="48311"/>
                    <a:pt x="66857" y="50649"/>
                  </a:cubicBezTo>
                  <a:cubicBezTo>
                    <a:pt x="66857" y="54545"/>
                    <a:pt x="66857" y="54545"/>
                    <a:pt x="66857" y="54545"/>
                  </a:cubicBezTo>
                  <a:cubicBezTo>
                    <a:pt x="97714" y="59220"/>
                    <a:pt x="120000" y="71688"/>
                    <a:pt x="120000" y="86493"/>
                  </a:cubicBezTo>
                  <a:cubicBezTo>
                    <a:pt x="120000" y="86493"/>
                    <a:pt x="120000" y="86493"/>
                    <a:pt x="120000" y="86493"/>
                  </a:cubicBezTo>
                  <a:cubicBezTo>
                    <a:pt x="120000" y="113766"/>
                    <a:pt x="120000" y="113766"/>
                    <a:pt x="120000" y="113766"/>
                  </a:cubicBezTo>
                  <a:cubicBezTo>
                    <a:pt x="120000" y="116883"/>
                    <a:pt x="113142" y="120000"/>
                    <a:pt x="106285"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95" name="Shape 595"/>
            <p:cNvSpPr/>
            <p:nvPr/>
          </p:nvSpPr>
          <p:spPr>
            <a:xfrm>
              <a:off x="-1979613" y="1857375"/>
              <a:ext cx="780900" cy="1741500"/>
            </a:xfrm>
            <a:custGeom>
              <a:avLst/>
              <a:gdLst/>
              <a:ahLst/>
              <a:cxnLst/>
              <a:rect l="0" t="0" r="0" b="0"/>
              <a:pathLst>
                <a:path w="120000" h="120000" extrusionOk="0">
                  <a:moveTo>
                    <a:pt x="60869" y="120000"/>
                  </a:moveTo>
                  <a:cubicBezTo>
                    <a:pt x="13913" y="120000"/>
                    <a:pt x="13913" y="120000"/>
                    <a:pt x="13913" y="120000"/>
                  </a:cubicBezTo>
                  <a:cubicBezTo>
                    <a:pt x="5217" y="120000"/>
                    <a:pt x="0" y="116883"/>
                    <a:pt x="0" y="113766"/>
                  </a:cubicBezTo>
                  <a:cubicBezTo>
                    <a:pt x="0" y="86493"/>
                    <a:pt x="0" y="86493"/>
                    <a:pt x="0" y="86493"/>
                  </a:cubicBezTo>
                  <a:cubicBezTo>
                    <a:pt x="0" y="86493"/>
                    <a:pt x="0" y="86493"/>
                    <a:pt x="0" y="86493"/>
                  </a:cubicBezTo>
                  <a:cubicBezTo>
                    <a:pt x="0" y="86493"/>
                    <a:pt x="0" y="86493"/>
                    <a:pt x="0" y="86493"/>
                  </a:cubicBezTo>
                  <a:cubicBezTo>
                    <a:pt x="0" y="71688"/>
                    <a:pt x="20869" y="59220"/>
                    <a:pt x="53913" y="54545"/>
                  </a:cubicBezTo>
                  <a:cubicBezTo>
                    <a:pt x="53913" y="50649"/>
                    <a:pt x="53913" y="50649"/>
                    <a:pt x="53913" y="50649"/>
                  </a:cubicBezTo>
                  <a:cubicBezTo>
                    <a:pt x="45217" y="48311"/>
                    <a:pt x="38260" y="44415"/>
                    <a:pt x="33043" y="39740"/>
                  </a:cubicBezTo>
                  <a:cubicBezTo>
                    <a:pt x="22608" y="39740"/>
                    <a:pt x="15652" y="34285"/>
                    <a:pt x="15652" y="28051"/>
                  </a:cubicBezTo>
                  <a:cubicBezTo>
                    <a:pt x="15652" y="22597"/>
                    <a:pt x="22608" y="18701"/>
                    <a:pt x="31304" y="17142"/>
                  </a:cubicBezTo>
                  <a:cubicBezTo>
                    <a:pt x="38260" y="7012"/>
                    <a:pt x="57391" y="0"/>
                    <a:pt x="78260" y="0"/>
                  </a:cubicBezTo>
                  <a:cubicBezTo>
                    <a:pt x="93913" y="0"/>
                    <a:pt x="109565" y="4675"/>
                    <a:pt x="118260" y="11688"/>
                  </a:cubicBezTo>
                  <a:cubicBezTo>
                    <a:pt x="120000" y="12467"/>
                    <a:pt x="120000" y="14805"/>
                    <a:pt x="116521" y="15584"/>
                  </a:cubicBezTo>
                  <a:cubicBezTo>
                    <a:pt x="113043" y="16363"/>
                    <a:pt x="107826" y="16363"/>
                    <a:pt x="106086" y="14805"/>
                  </a:cubicBezTo>
                  <a:cubicBezTo>
                    <a:pt x="99130" y="9350"/>
                    <a:pt x="88695" y="6233"/>
                    <a:pt x="78260" y="6233"/>
                  </a:cubicBezTo>
                  <a:cubicBezTo>
                    <a:pt x="62608" y="6233"/>
                    <a:pt x="48695" y="11688"/>
                    <a:pt x="43478" y="20259"/>
                  </a:cubicBezTo>
                  <a:cubicBezTo>
                    <a:pt x="41739" y="21818"/>
                    <a:pt x="40000" y="22597"/>
                    <a:pt x="36521" y="22597"/>
                  </a:cubicBezTo>
                  <a:cubicBezTo>
                    <a:pt x="33043" y="22597"/>
                    <a:pt x="29565" y="24935"/>
                    <a:pt x="29565" y="28051"/>
                  </a:cubicBezTo>
                  <a:cubicBezTo>
                    <a:pt x="29565" y="31948"/>
                    <a:pt x="33043" y="34285"/>
                    <a:pt x="36521" y="34285"/>
                  </a:cubicBezTo>
                  <a:cubicBezTo>
                    <a:pt x="36521" y="34285"/>
                    <a:pt x="36521" y="34285"/>
                    <a:pt x="36521" y="34285"/>
                  </a:cubicBezTo>
                  <a:cubicBezTo>
                    <a:pt x="40000" y="33506"/>
                    <a:pt x="43478" y="34285"/>
                    <a:pt x="45217" y="35844"/>
                  </a:cubicBezTo>
                  <a:cubicBezTo>
                    <a:pt x="48695" y="40519"/>
                    <a:pt x="55652" y="43636"/>
                    <a:pt x="64347" y="45974"/>
                  </a:cubicBezTo>
                  <a:cubicBezTo>
                    <a:pt x="66086" y="46753"/>
                    <a:pt x="67826" y="47532"/>
                    <a:pt x="67826" y="48311"/>
                  </a:cubicBezTo>
                  <a:cubicBezTo>
                    <a:pt x="67826" y="56883"/>
                    <a:pt x="67826" y="56883"/>
                    <a:pt x="67826" y="56883"/>
                  </a:cubicBezTo>
                  <a:cubicBezTo>
                    <a:pt x="67826" y="58441"/>
                    <a:pt x="66086" y="59220"/>
                    <a:pt x="62608" y="60000"/>
                  </a:cubicBezTo>
                  <a:cubicBezTo>
                    <a:pt x="33043" y="63116"/>
                    <a:pt x="13913" y="74025"/>
                    <a:pt x="13913" y="86493"/>
                  </a:cubicBezTo>
                  <a:cubicBezTo>
                    <a:pt x="13913" y="113766"/>
                    <a:pt x="13913" y="113766"/>
                    <a:pt x="13913" y="113766"/>
                  </a:cubicBezTo>
                  <a:cubicBezTo>
                    <a:pt x="13913" y="113766"/>
                    <a:pt x="13913" y="113766"/>
                    <a:pt x="13913" y="113766"/>
                  </a:cubicBezTo>
                  <a:cubicBezTo>
                    <a:pt x="60869" y="113766"/>
                    <a:pt x="60869" y="113766"/>
                    <a:pt x="60869" y="113766"/>
                  </a:cubicBezTo>
                  <a:cubicBezTo>
                    <a:pt x="64347" y="113766"/>
                    <a:pt x="67826" y="114545"/>
                    <a:pt x="67826" y="116883"/>
                  </a:cubicBezTo>
                  <a:cubicBezTo>
                    <a:pt x="67826" y="118441"/>
                    <a:pt x="64347" y="120000"/>
                    <a:pt x="60869"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grpSp>
        <p:nvGrpSpPr>
          <p:cNvPr id="596" name="Shape 596"/>
          <p:cNvGrpSpPr/>
          <p:nvPr/>
        </p:nvGrpSpPr>
        <p:grpSpPr>
          <a:xfrm>
            <a:off x="1460432" y="1709924"/>
            <a:ext cx="567170" cy="490904"/>
            <a:chOff x="-4763" y="1570037"/>
            <a:chExt cx="495300" cy="428700"/>
          </a:xfrm>
        </p:grpSpPr>
        <p:sp>
          <p:nvSpPr>
            <p:cNvPr id="597" name="Shape 597"/>
            <p:cNvSpPr/>
            <p:nvPr/>
          </p:nvSpPr>
          <p:spPr>
            <a:xfrm>
              <a:off x="-4763" y="1570037"/>
              <a:ext cx="495299" cy="428700"/>
            </a:xfrm>
            <a:custGeom>
              <a:avLst/>
              <a:gdLst/>
              <a:ahLst/>
              <a:cxnLst/>
              <a:rect l="0" t="0" r="0" b="0"/>
              <a:pathLst>
                <a:path w="120000" h="120000" extrusionOk="0">
                  <a:moveTo>
                    <a:pt x="120000" y="0"/>
                  </a:moveTo>
                  <a:cubicBezTo>
                    <a:pt x="0" y="0"/>
                    <a:pt x="0" y="0"/>
                    <a:pt x="0" y="0"/>
                  </a:cubicBezTo>
                  <a:cubicBezTo>
                    <a:pt x="0" y="120000"/>
                    <a:pt x="0" y="120000"/>
                    <a:pt x="0" y="120000"/>
                  </a:cubicBezTo>
                  <a:cubicBezTo>
                    <a:pt x="66976" y="120000"/>
                    <a:pt x="83720" y="120000"/>
                    <a:pt x="120000" y="120000"/>
                  </a:cubicBezTo>
                  <a:cubicBezTo>
                    <a:pt x="120000" y="0"/>
                    <a:pt x="120000" y="0"/>
                    <a:pt x="120000" y="0"/>
                  </a:cubicBezTo>
                  <a:close/>
                </a:path>
              </a:pathLst>
            </a:custGeom>
            <a:noFill/>
            <a:ln w="333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598" name="Shape 598"/>
            <p:cNvCxnSpPr/>
            <p:nvPr/>
          </p:nvCxnSpPr>
          <p:spPr>
            <a:xfrm rot="10800000">
              <a:off x="-4761" y="1674813"/>
              <a:ext cx="495299" cy="0"/>
            </a:xfrm>
            <a:prstGeom prst="straightConnector1">
              <a:avLst/>
            </a:prstGeom>
            <a:noFill/>
            <a:ln w="33325" cap="rnd" cmpd="sng">
              <a:solidFill>
                <a:schemeClr val="lt1"/>
              </a:solidFill>
              <a:prstDash val="solid"/>
              <a:round/>
              <a:headEnd type="none" w="med" len="med"/>
              <a:tailEnd type="none" w="med" len="med"/>
            </a:ln>
          </p:spPr>
        </p:cxnSp>
        <p:sp>
          <p:nvSpPr>
            <p:cNvPr id="599" name="Shape 599"/>
            <p:cNvSpPr/>
            <p:nvPr/>
          </p:nvSpPr>
          <p:spPr>
            <a:xfrm>
              <a:off x="409575" y="1604962"/>
              <a:ext cx="34799" cy="34799"/>
            </a:xfrm>
            <a:prstGeom prst="ellipse">
              <a:avLst/>
            </a:pr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00" name="Shape 600"/>
            <p:cNvSpPr/>
            <p:nvPr/>
          </p:nvSpPr>
          <p:spPr>
            <a:xfrm>
              <a:off x="352425" y="1604962"/>
              <a:ext cx="33299" cy="34799"/>
            </a:xfrm>
            <a:prstGeom prst="ellipse">
              <a:avLst/>
            </a:pr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01" name="Shape 601"/>
            <p:cNvSpPr/>
            <p:nvPr/>
          </p:nvSpPr>
          <p:spPr>
            <a:xfrm>
              <a:off x="87313" y="1743075"/>
              <a:ext cx="311099" cy="196800"/>
            </a:xfrm>
            <a:custGeom>
              <a:avLst/>
              <a:gdLst/>
              <a:ahLst/>
              <a:cxnLst/>
              <a:rect l="0" t="0" r="0" b="0"/>
              <a:pathLst>
                <a:path w="120000" h="120000" extrusionOk="0">
                  <a:moveTo>
                    <a:pt x="31224" y="14516"/>
                  </a:moveTo>
                  <a:lnTo>
                    <a:pt x="0" y="57096"/>
                  </a:lnTo>
                  <a:lnTo>
                    <a:pt x="31224" y="98709"/>
                  </a:lnTo>
                  <a:moveTo>
                    <a:pt x="88775" y="14516"/>
                  </a:moveTo>
                  <a:lnTo>
                    <a:pt x="119999" y="57096"/>
                  </a:lnTo>
                  <a:lnTo>
                    <a:pt x="88775" y="98709"/>
                  </a:lnTo>
                  <a:moveTo>
                    <a:pt x="71020" y="0"/>
                  </a:moveTo>
                  <a:lnTo>
                    <a:pt x="53265" y="120000"/>
                  </a:lnTo>
                </a:path>
              </a:pathLst>
            </a:custGeom>
            <a:noFill/>
            <a:ln w="333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Shape 606"/>
          <p:cNvSpPr/>
          <p:nvPr/>
        </p:nvSpPr>
        <p:spPr>
          <a:xfrm flipH="1">
            <a:off x="993335" y="2880725"/>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07" name="Shape 607"/>
          <p:cNvSpPr/>
          <p:nvPr/>
        </p:nvSpPr>
        <p:spPr>
          <a:xfrm flipH="1">
            <a:off x="993335" y="2155393"/>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08" name="Shape 608"/>
          <p:cNvSpPr/>
          <p:nvPr/>
        </p:nvSpPr>
        <p:spPr>
          <a:xfrm flipH="1">
            <a:off x="993335" y="1436778"/>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09" name="Shape 609"/>
          <p:cNvSpPr/>
          <p:nvPr/>
        </p:nvSpPr>
        <p:spPr>
          <a:xfrm flipH="1">
            <a:off x="993335" y="3605158"/>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10" name="Shape 610"/>
          <p:cNvSpPr/>
          <p:nvPr/>
        </p:nvSpPr>
        <p:spPr>
          <a:xfrm flipH="1">
            <a:off x="391864" y="2880725"/>
            <a:ext cx="819535" cy="676984"/>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a:ea typeface="Comfortaa"/>
              <a:cs typeface="Comfortaa"/>
              <a:sym typeface="Comfortaa"/>
            </a:endParaRPr>
          </a:p>
        </p:txBody>
      </p:sp>
      <p:sp>
        <p:nvSpPr>
          <p:cNvPr id="611" name="Shape 611"/>
          <p:cNvSpPr/>
          <p:nvPr/>
        </p:nvSpPr>
        <p:spPr>
          <a:xfrm flipH="1">
            <a:off x="391864" y="2155393"/>
            <a:ext cx="819535" cy="676984"/>
          </a:xfrm>
          <a:prstGeom prst="rect">
            <a:avLst/>
          </a:prstGeom>
          <a:solidFill>
            <a:schemeClr val="accent5"/>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a:ea typeface="Comfortaa"/>
              <a:cs typeface="Comfortaa"/>
              <a:sym typeface="Comfortaa"/>
            </a:endParaRPr>
          </a:p>
        </p:txBody>
      </p:sp>
      <p:sp>
        <p:nvSpPr>
          <p:cNvPr id="612" name="Shape 612"/>
          <p:cNvSpPr/>
          <p:nvPr/>
        </p:nvSpPr>
        <p:spPr>
          <a:xfrm flipH="1">
            <a:off x="391864" y="1436778"/>
            <a:ext cx="819535" cy="676984"/>
          </a:xfrm>
          <a:prstGeom prst="rect">
            <a:avLst/>
          </a:prstGeom>
          <a:solidFill>
            <a:schemeClr val="accent4"/>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a:ea typeface="Comfortaa"/>
              <a:cs typeface="Comfortaa"/>
              <a:sym typeface="Comfortaa"/>
            </a:endParaRPr>
          </a:p>
        </p:txBody>
      </p:sp>
      <p:sp>
        <p:nvSpPr>
          <p:cNvPr id="613" name="Shape 613"/>
          <p:cNvSpPr txBox="1"/>
          <p:nvPr/>
        </p:nvSpPr>
        <p:spPr>
          <a:xfrm>
            <a:off x="1343075" y="1640397"/>
            <a:ext cx="1754783"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Bare Metal</a:t>
            </a:r>
          </a:p>
        </p:txBody>
      </p:sp>
      <p:sp>
        <p:nvSpPr>
          <p:cNvPr id="614" name="Shape 614"/>
          <p:cNvSpPr/>
          <p:nvPr/>
        </p:nvSpPr>
        <p:spPr>
          <a:xfrm>
            <a:off x="634354" y="1575426"/>
            <a:ext cx="338503" cy="399690"/>
          </a:xfrm>
          <a:custGeom>
            <a:avLst/>
            <a:gdLst/>
            <a:ahLst/>
            <a:cxnLst/>
            <a:rect l="0" t="0" r="0" b="0"/>
            <a:pathLst>
              <a:path w="120000" h="120000" extrusionOk="0">
                <a:moveTo>
                  <a:pt x="37348" y="67281"/>
                </a:moveTo>
                <a:cubicBezTo>
                  <a:pt x="35359" y="67281"/>
                  <a:pt x="33812" y="68571"/>
                  <a:pt x="33812" y="70230"/>
                </a:cubicBezTo>
                <a:cubicBezTo>
                  <a:pt x="33812" y="71889"/>
                  <a:pt x="35359" y="73179"/>
                  <a:pt x="37348" y="73179"/>
                </a:cubicBezTo>
                <a:cubicBezTo>
                  <a:pt x="39337" y="73179"/>
                  <a:pt x="40883" y="71889"/>
                  <a:pt x="40883" y="70230"/>
                </a:cubicBezTo>
                <a:cubicBezTo>
                  <a:pt x="40883" y="68571"/>
                  <a:pt x="39337" y="67281"/>
                  <a:pt x="37348" y="67281"/>
                </a:cubicBezTo>
                <a:close/>
                <a:moveTo>
                  <a:pt x="36906" y="70230"/>
                </a:moveTo>
                <a:cubicBezTo>
                  <a:pt x="36906" y="70046"/>
                  <a:pt x="37127" y="69861"/>
                  <a:pt x="37348" y="69861"/>
                </a:cubicBezTo>
                <a:cubicBezTo>
                  <a:pt x="37569" y="69861"/>
                  <a:pt x="37790" y="70046"/>
                  <a:pt x="37790" y="70230"/>
                </a:cubicBezTo>
                <a:cubicBezTo>
                  <a:pt x="37790" y="70783"/>
                  <a:pt x="36906" y="70783"/>
                  <a:pt x="36906" y="70230"/>
                </a:cubicBezTo>
                <a:close/>
                <a:moveTo>
                  <a:pt x="104972" y="68571"/>
                </a:moveTo>
                <a:cubicBezTo>
                  <a:pt x="78011" y="68571"/>
                  <a:pt x="78011" y="68571"/>
                  <a:pt x="78011" y="68571"/>
                </a:cubicBezTo>
                <a:cubicBezTo>
                  <a:pt x="76906" y="68571"/>
                  <a:pt x="76022" y="69308"/>
                  <a:pt x="76022" y="70230"/>
                </a:cubicBezTo>
                <a:cubicBezTo>
                  <a:pt x="76022" y="71152"/>
                  <a:pt x="76906" y="71889"/>
                  <a:pt x="78011" y="71889"/>
                </a:cubicBezTo>
                <a:cubicBezTo>
                  <a:pt x="104972" y="71889"/>
                  <a:pt x="104972" y="71889"/>
                  <a:pt x="104972" y="71889"/>
                </a:cubicBezTo>
                <a:cubicBezTo>
                  <a:pt x="106077" y="71889"/>
                  <a:pt x="106961" y="71152"/>
                  <a:pt x="106961" y="70230"/>
                </a:cubicBezTo>
                <a:cubicBezTo>
                  <a:pt x="106961" y="69308"/>
                  <a:pt x="106077" y="68571"/>
                  <a:pt x="104972" y="68571"/>
                </a:cubicBezTo>
                <a:close/>
                <a:moveTo>
                  <a:pt x="52154" y="94746"/>
                </a:moveTo>
                <a:cubicBezTo>
                  <a:pt x="50165" y="94746"/>
                  <a:pt x="48618" y="96036"/>
                  <a:pt x="48618" y="97695"/>
                </a:cubicBezTo>
                <a:cubicBezTo>
                  <a:pt x="48618" y="99354"/>
                  <a:pt x="50165" y="100645"/>
                  <a:pt x="52154" y="100645"/>
                </a:cubicBezTo>
                <a:cubicBezTo>
                  <a:pt x="54143" y="100645"/>
                  <a:pt x="55690" y="99354"/>
                  <a:pt x="55690" y="97695"/>
                </a:cubicBezTo>
                <a:cubicBezTo>
                  <a:pt x="55690" y="96036"/>
                  <a:pt x="54143" y="94746"/>
                  <a:pt x="52154" y="94746"/>
                </a:cubicBezTo>
                <a:close/>
                <a:moveTo>
                  <a:pt x="51712" y="97695"/>
                </a:moveTo>
                <a:cubicBezTo>
                  <a:pt x="51712" y="97327"/>
                  <a:pt x="51933" y="97142"/>
                  <a:pt x="52154" y="97142"/>
                </a:cubicBezTo>
                <a:cubicBezTo>
                  <a:pt x="52596" y="97142"/>
                  <a:pt x="52817" y="97327"/>
                  <a:pt x="52817" y="97695"/>
                </a:cubicBezTo>
                <a:cubicBezTo>
                  <a:pt x="52817" y="98064"/>
                  <a:pt x="51712" y="98064"/>
                  <a:pt x="51712" y="97695"/>
                </a:cubicBezTo>
                <a:close/>
                <a:moveTo>
                  <a:pt x="104972" y="95852"/>
                </a:moveTo>
                <a:cubicBezTo>
                  <a:pt x="78011" y="95852"/>
                  <a:pt x="78011" y="95852"/>
                  <a:pt x="78011" y="95852"/>
                </a:cubicBezTo>
                <a:cubicBezTo>
                  <a:pt x="76906" y="95852"/>
                  <a:pt x="76022" y="96774"/>
                  <a:pt x="76022" y="97695"/>
                </a:cubicBezTo>
                <a:cubicBezTo>
                  <a:pt x="76022" y="98617"/>
                  <a:pt x="76906" y="99354"/>
                  <a:pt x="78011" y="99354"/>
                </a:cubicBezTo>
                <a:cubicBezTo>
                  <a:pt x="104972" y="99354"/>
                  <a:pt x="104972" y="99354"/>
                  <a:pt x="104972" y="99354"/>
                </a:cubicBezTo>
                <a:cubicBezTo>
                  <a:pt x="106077" y="99354"/>
                  <a:pt x="106961" y="98617"/>
                  <a:pt x="106961" y="97695"/>
                </a:cubicBezTo>
                <a:cubicBezTo>
                  <a:pt x="106961" y="96774"/>
                  <a:pt x="106077" y="95852"/>
                  <a:pt x="104972" y="95852"/>
                </a:cubicBezTo>
                <a:close/>
                <a:moveTo>
                  <a:pt x="52154" y="67281"/>
                </a:moveTo>
                <a:cubicBezTo>
                  <a:pt x="50165" y="67281"/>
                  <a:pt x="48618" y="68571"/>
                  <a:pt x="48618" y="70230"/>
                </a:cubicBezTo>
                <a:cubicBezTo>
                  <a:pt x="48618" y="71889"/>
                  <a:pt x="50165" y="73179"/>
                  <a:pt x="52154" y="73179"/>
                </a:cubicBezTo>
                <a:cubicBezTo>
                  <a:pt x="54143" y="73179"/>
                  <a:pt x="55690" y="71889"/>
                  <a:pt x="55690" y="70230"/>
                </a:cubicBezTo>
                <a:cubicBezTo>
                  <a:pt x="55690" y="68571"/>
                  <a:pt x="54143" y="67281"/>
                  <a:pt x="52154" y="67281"/>
                </a:cubicBezTo>
                <a:close/>
                <a:moveTo>
                  <a:pt x="51712" y="70230"/>
                </a:moveTo>
                <a:cubicBezTo>
                  <a:pt x="51712" y="70046"/>
                  <a:pt x="51933" y="69861"/>
                  <a:pt x="52154" y="69861"/>
                </a:cubicBezTo>
                <a:cubicBezTo>
                  <a:pt x="52596" y="69861"/>
                  <a:pt x="52817" y="70046"/>
                  <a:pt x="52817" y="70230"/>
                </a:cubicBezTo>
                <a:cubicBezTo>
                  <a:pt x="52817" y="70783"/>
                  <a:pt x="51712" y="70783"/>
                  <a:pt x="51712" y="70230"/>
                </a:cubicBezTo>
                <a:close/>
                <a:moveTo>
                  <a:pt x="22541" y="67281"/>
                </a:moveTo>
                <a:cubicBezTo>
                  <a:pt x="20552" y="67281"/>
                  <a:pt x="19005" y="68571"/>
                  <a:pt x="19005" y="70230"/>
                </a:cubicBezTo>
                <a:cubicBezTo>
                  <a:pt x="19005" y="71889"/>
                  <a:pt x="20552" y="73179"/>
                  <a:pt x="22541" y="73179"/>
                </a:cubicBezTo>
                <a:cubicBezTo>
                  <a:pt x="24530" y="73179"/>
                  <a:pt x="26077" y="71889"/>
                  <a:pt x="26077" y="70230"/>
                </a:cubicBezTo>
                <a:cubicBezTo>
                  <a:pt x="26077" y="68571"/>
                  <a:pt x="24530" y="67281"/>
                  <a:pt x="22541" y="67281"/>
                </a:cubicBezTo>
                <a:close/>
                <a:moveTo>
                  <a:pt x="22099" y="70230"/>
                </a:moveTo>
                <a:cubicBezTo>
                  <a:pt x="22099" y="70046"/>
                  <a:pt x="22320" y="69861"/>
                  <a:pt x="22541" y="69861"/>
                </a:cubicBezTo>
                <a:cubicBezTo>
                  <a:pt x="22762" y="69861"/>
                  <a:pt x="22983" y="70046"/>
                  <a:pt x="22983" y="70230"/>
                </a:cubicBezTo>
                <a:cubicBezTo>
                  <a:pt x="22983" y="70783"/>
                  <a:pt x="22099" y="70783"/>
                  <a:pt x="22099" y="70230"/>
                </a:cubicBezTo>
                <a:close/>
                <a:moveTo>
                  <a:pt x="37348" y="94746"/>
                </a:moveTo>
                <a:cubicBezTo>
                  <a:pt x="35359" y="94746"/>
                  <a:pt x="33812" y="96036"/>
                  <a:pt x="33812" y="97695"/>
                </a:cubicBezTo>
                <a:cubicBezTo>
                  <a:pt x="33812" y="99354"/>
                  <a:pt x="35359" y="100645"/>
                  <a:pt x="37348" y="100645"/>
                </a:cubicBezTo>
                <a:cubicBezTo>
                  <a:pt x="39337" y="100645"/>
                  <a:pt x="40883" y="99354"/>
                  <a:pt x="40883" y="97695"/>
                </a:cubicBezTo>
                <a:cubicBezTo>
                  <a:pt x="40883" y="96036"/>
                  <a:pt x="39337" y="94746"/>
                  <a:pt x="37348" y="94746"/>
                </a:cubicBezTo>
                <a:close/>
                <a:moveTo>
                  <a:pt x="36906" y="97695"/>
                </a:moveTo>
                <a:cubicBezTo>
                  <a:pt x="36906" y="97327"/>
                  <a:pt x="37127" y="97142"/>
                  <a:pt x="37348" y="97142"/>
                </a:cubicBezTo>
                <a:cubicBezTo>
                  <a:pt x="37569" y="97142"/>
                  <a:pt x="37790" y="97327"/>
                  <a:pt x="37790" y="97695"/>
                </a:cubicBezTo>
                <a:cubicBezTo>
                  <a:pt x="37790" y="98064"/>
                  <a:pt x="36906" y="98064"/>
                  <a:pt x="36906" y="97695"/>
                </a:cubicBezTo>
                <a:close/>
                <a:moveTo>
                  <a:pt x="22541" y="94746"/>
                </a:moveTo>
                <a:cubicBezTo>
                  <a:pt x="20552" y="94746"/>
                  <a:pt x="19005" y="96036"/>
                  <a:pt x="19005" y="97695"/>
                </a:cubicBezTo>
                <a:cubicBezTo>
                  <a:pt x="19005" y="99354"/>
                  <a:pt x="20552" y="100645"/>
                  <a:pt x="22541" y="100645"/>
                </a:cubicBezTo>
                <a:cubicBezTo>
                  <a:pt x="24530" y="100645"/>
                  <a:pt x="26077" y="99354"/>
                  <a:pt x="26077" y="97695"/>
                </a:cubicBezTo>
                <a:cubicBezTo>
                  <a:pt x="26077" y="96036"/>
                  <a:pt x="24530" y="94746"/>
                  <a:pt x="22541" y="94746"/>
                </a:cubicBezTo>
                <a:close/>
                <a:moveTo>
                  <a:pt x="22099" y="97695"/>
                </a:moveTo>
                <a:cubicBezTo>
                  <a:pt x="22099" y="97327"/>
                  <a:pt x="22320" y="97142"/>
                  <a:pt x="22541" y="97142"/>
                </a:cubicBezTo>
                <a:cubicBezTo>
                  <a:pt x="22762" y="97142"/>
                  <a:pt x="22983" y="97327"/>
                  <a:pt x="22983" y="97695"/>
                </a:cubicBezTo>
                <a:cubicBezTo>
                  <a:pt x="22983" y="98064"/>
                  <a:pt x="22099" y="98064"/>
                  <a:pt x="22099" y="97695"/>
                </a:cubicBezTo>
                <a:close/>
                <a:moveTo>
                  <a:pt x="52154" y="12534"/>
                </a:moveTo>
                <a:cubicBezTo>
                  <a:pt x="50165" y="12534"/>
                  <a:pt x="48618" y="13824"/>
                  <a:pt x="48618" y="15483"/>
                </a:cubicBezTo>
                <a:cubicBezTo>
                  <a:pt x="48618" y="17142"/>
                  <a:pt x="50165" y="18433"/>
                  <a:pt x="52154" y="18433"/>
                </a:cubicBezTo>
                <a:cubicBezTo>
                  <a:pt x="54143" y="18433"/>
                  <a:pt x="55690" y="17142"/>
                  <a:pt x="55690" y="15483"/>
                </a:cubicBezTo>
                <a:cubicBezTo>
                  <a:pt x="55690" y="13824"/>
                  <a:pt x="54143" y="12534"/>
                  <a:pt x="52154" y="12534"/>
                </a:cubicBezTo>
                <a:close/>
                <a:moveTo>
                  <a:pt x="51712" y="15483"/>
                </a:moveTo>
                <a:cubicBezTo>
                  <a:pt x="51712" y="15299"/>
                  <a:pt x="51933" y="15115"/>
                  <a:pt x="52154" y="15115"/>
                </a:cubicBezTo>
                <a:cubicBezTo>
                  <a:pt x="52596" y="15115"/>
                  <a:pt x="52817" y="15299"/>
                  <a:pt x="52817" y="15483"/>
                </a:cubicBezTo>
                <a:cubicBezTo>
                  <a:pt x="52817" y="16036"/>
                  <a:pt x="51712" y="16036"/>
                  <a:pt x="51712" y="15483"/>
                </a:cubicBezTo>
                <a:close/>
                <a:moveTo>
                  <a:pt x="37348" y="12534"/>
                </a:moveTo>
                <a:cubicBezTo>
                  <a:pt x="35359" y="12534"/>
                  <a:pt x="33812" y="13824"/>
                  <a:pt x="33812" y="15483"/>
                </a:cubicBezTo>
                <a:cubicBezTo>
                  <a:pt x="33812" y="17142"/>
                  <a:pt x="35359" y="18433"/>
                  <a:pt x="37348" y="18433"/>
                </a:cubicBezTo>
                <a:cubicBezTo>
                  <a:pt x="39337" y="18433"/>
                  <a:pt x="40883" y="17142"/>
                  <a:pt x="40883" y="15483"/>
                </a:cubicBezTo>
                <a:cubicBezTo>
                  <a:pt x="40883" y="13824"/>
                  <a:pt x="39337" y="12534"/>
                  <a:pt x="37348" y="12534"/>
                </a:cubicBezTo>
                <a:close/>
                <a:moveTo>
                  <a:pt x="36906" y="15483"/>
                </a:moveTo>
                <a:cubicBezTo>
                  <a:pt x="36906" y="15299"/>
                  <a:pt x="37127" y="15115"/>
                  <a:pt x="37348" y="15115"/>
                </a:cubicBezTo>
                <a:cubicBezTo>
                  <a:pt x="37569" y="15115"/>
                  <a:pt x="37790" y="15299"/>
                  <a:pt x="37790" y="15483"/>
                </a:cubicBezTo>
                <a:cubicBezTo>
                  <a:pt x="37790" y="16036"/>
                  <a:pt x="36906" y="16036"/>
                  <a:pt x="36906" y="15483"/>
                </a:cubicBezTo>
                <a:close/>
                <a:moveTo>
                  <a:pt x="104972" y="13824"/>
                </a:moveTo>
                <a:cubicBezTo>
                  <a:pt x="78011" y="13824"/>
                  <a:pt x="78011" y="13824"/>
                  <a:pt x="78011" y="13824"/>
                </a:cubicBezTo>
                <a:cubicBezTo>
                  <a:pt x="76906" y="13824"/>
                  <a:pt x="76022" y="14562"/>
                  <a:pt x="76022" y="15483"/>
                </a:cubicBezTo>
                <a:cubicBezTo>
                  <a:pt x="76022" y="16405"/>
                  <a:pt x="76906" y="17142"/>
                  <a:pt x="78011" y="17142"/>
                </a:cubicBezTo>
                <a:cubicBezTo>
                  <a:pt x="104972" y="17142"/>
                  <a:pt x="104972" y="17142"/>
                  <a:pt x="104972" y="17142"/>
                </a:cubicBezTo>
                <a:cubicBezTo>
                  <a:pt x="106077" y="17142"/>
                  <a:pt x="106961" y="16405"/>
                  <a:pt x="106961" y="15483"/>
                </a:cubicBezTo>
                <a:cubicBezTo>
                  <a:pt x="106961" y="14562"/>
                  <a:pt x="106077" y="13824"/>
                  <a:pt x="104972" y="13824"/>
                </a:cubicBezTo>
                <a:close/>
                <a:moveTo>
                  <a:pt x="120000" y="5714"/>
                </a:moveTo>
                <a:cubicBezTo>
                  <a:pt x="120000" y="2580"/>
                  <a:pt x="116906" y="0"/>
                  <a:pt x="113149" y="0"/>
                </a:cubicBezTo>
                <a:cubicBezTo>
                  <a:pt x="6850" y="0"/>
                  <a:pt x="6850" y="0"/>
                  <a:pt x="6850" y="0"/>
                </a:cubicBezTo>
                <a:cubicBezTo>
                  <a:pt x="3093" y="0"/>
                  <a:pt x="0" y="2580"/>
                  <a:pt x="0" y="5714"/>
                </a:cubicBezTo>
                <a:cubicBezTo>
                  <a:pt x="0" y="25253"/>
                  <a:pt x="0" y="25253"/>
                  <a:pt x="0" y="25253"/>
                </a:cubicBezTo>
                <a:cubicBezTo>
                  <a:pt x="0" y="26728"/>
                  <a:pt x="662" y="28202"/>
                  <a:pt x="1988" y="29124"/>
                </a:cubicBezTo>
                <a:cubicBezTo>
                  <a:pt x="662" y="30230"/>
                  <a:pt x="0" y="31520"/>
                  <a:pt x="0" y="33179"/>
                </a:cubicBezTo>
                <a:cubicBezTo>
                  <a:pt x="0" y="52534"/>
                  <a:pt x="0" y="52534"/>
                  <a:pt x="0" y="52534"/>
                </a:cubicBezTo>
                <a:cubicBezTo>
                  <a:pt x="0" y="54193"/>
                  <a:pt x="662" y="55483"/>
                  <a:pt x="1988" y="56589"/>
                </a:cubicBezTo>
                <a:cubicBezTo>
                  <a:pt x="662" y="57511"/>
                  <a:pt x="0" y="58986"/>
                  <a:pt x="0" y="60460"/>
                </a:cubicBezTo>
                <a:cubicBezTo>
                  <a:pt x="0" y="80000"/>
                  <a:pt x="0" y="80000"/>
                  <a:pt x="0" y="80000"/>
                </a:cubicBezTo>
                <a:cubicBezTo>
                  <a:pt x="0" y="81474"/>
                  <a:pt x="662" y="82949"/>
                  <a:pt x="1988" y="83870"/>
                </a:cubicBezTo>
                <a:cubicBezTo>
                  <a:pt x="662" y="84976"/>
                  <a:pt x="0" y="86451"/>
                  <a:pt x="0" y="87926"/>
                </a:cubicBezTo>
                <a:cubicBezTo>
                  <a:pt x="0" y="107281"/>
                  <a:pt x="0" y="107281"/>
                  <a:pt x="0" y="107281"/>
                </a:cubicBezTo>
                <a:cubicBezTo>
                  <a:pt x="0" y="110414"/>
                  <a:pt x="3093" y="112995"/>
                  <a:pt x="6850" y="112995"/>
                </a:cubicBezTo>
                <a:cubicBezTo>
                  <a:pt x="15027" y="112995"/>
                  <a:pt x="15027" y="112995"/>
                  <a:pt x="15027" y="112995"/>
                </a:cubicBezTo>
                <a:cubicBezTo>
                  <a:pt x="15027" y="116682"/>
                  <a:pt x="15027" y="116682"/>
                  <a:pt x="15027" y="116682"/>
                </a:cubicBezTo>
                <a:cubicBezTo>
                  <a:pt x="15027" y="118525"/>
                  <a:pt x="16795" y="120000"/>
                  <a:pt x="19005" y="120000"/>
                </a:cubicBezTo>
                <a:cubicBezTo>
                  <a:pt x="35359" y="120000"/>
                  <a:pt x="35359" y="120000"/>
                  <a:pt x="35359" y="120000"/>
                </a:cubicBezTo>
                <a:cubicBezTo>
                  <a:pt x="37790" y="120000"/>
                  <a:pt x="39558" y="118525"/>
                  <a:pt x="39558" y="116682"/>
                </a:cubicBezTo>
                <a:cubicBezTo>
                  <a:pt x="39558" y="112995"/>
                  <a:pt x="39558" y="112995"/>
                  <a:pt x="39558" y="112995"/>
                </a:cubicBezTo>
                <a:cubicBezTo>
                  <a:pt x="77790" y="112995"/>
                  <a:pt x="77790" y="112995"/>
                  <a:pt x="77790" y="112995"/>
                </a:cubicBezTo>
                <a:cubicBezTo>
                  <a:pt x="77790" y="116682"/>
                  <a:pt x="77790" y="116682"/>
                  <a:pt x="77790" y="116682"/>
                </a:cubicBezTo>
                <a:cubicBezTo>
                  <a:pt x="77790" y="118525"/>
                  <a:pt x="79558" y="120000"/>
                  <a:pt x="81988" y="120000"/>
                </a:cubicBezTo>
                <a:cubicBezTo>
                  <a:pt x="98342" y="120000"/>
                  <a:pt x="98342" y="120000"/>
                  <a:pt x="98342" y="120000"/>
                </a:cubicBezTo>
                <a:cubicBezTo>
                  <a:pt x="100552" y="120000"/>
                  <a:pt x="102320" y="118525"/>
                  <a:pt x="102320" y="116682"/>
                </a:cubicBezTo>
                <a:cubicBezTo>
                  <a:pt x="102320" y="112995"/>
                  <a:pt x="102320" y="112995"/>
                  <a:pt x="102320" y="112995"/>
                </a:cubicBezTo>
                <a:cubicBezTo>
                  <a:pt x="113149" y="112995"/>
                  <a:pt x="113149" y="112995"/>
                  <a:pt x="113149" y="112995"/>
                </a:cubicBezTo>
                <a:cubicBezTo>
                  <a:pt x="116906" y="112995"/>
                  <a:pt x="120000" y="110414"/>
                  <a:pt x="120000" y="107281"/>
                </a:cubicBezTo>
                <a:cubicBezTo>
                  <a:pt x="120000" y="87926"/>
                  <a:pt x="120000" y="87926"/>
                  <a:pt x="120000" y="87926"/>
                </a:cubicBezTo>
                <a:cubicBezTo>
                  <a:pt x="120000" y="86451"/>
                  <a:pt x="119116" y="84976"/>
                  <a:pt x="118011" y="83870"/>
                </a:cubicBezTo>
                <a:cubicBezTo>
                  <a:pt x="119116" y="82949"/>
                  <a:pt x="120000" y="81474"/>
                  <a:pt x="120000" y="80000"/>
                </a:cubicBezTo>
                <a:cubicBezTo>
                  <a:pt x="120000" y="60460"/>
                  <a:pt x="120000" y="60460"/>
                  <a:pt x="120000" y="60460"/>
                </a:cubicBezTo>
                <a:cubicBezTo>
                  <a:pt x="120000" y="58986"/>
                  <a:pt x="119116" y="57511"/>
                  <a:pt x="118011" y="56589"/>
                </a:cubicBezTo>
                <a:cubicBezTo>
                  <a:pt x="119116" y="55483"/>
                  <a:pt x="120000" y="54193"/>
                  <a:pt x="120000" y="52534"/>
                </a:cubicBezTo>
                <a:cubicBezTo>
                  <a:pt x="120000" y="33179"/>
                  <a:pt x="120000" y="33179"/>
                  <a:pt x="120000" y="33179"/>
                </a:cubicBezTo>
                <a:cubicBezTo>
                  <a:pt x="120000" y="31520"/>
                  <a:pt x="119116" y="30230"/>
                  <a:pt x="118011" y="29124"/>
                </a:cubicBezTo>
                <a:cubicBezTo>
                  <a:pt x="119116" y="28202"/>
                  <a:pt x="120000" y="26728"/>
                  <a:pt x="120000" y="25253"/>
                </a:cubicBezTo>
                <a:cubicBezTo>
                  <a:pt x="120000" y="5714"/>
                  <a:pt x="120000" y="5714"/>
                  <a:pt x="120000" y="5714"/>
                </a:cubicBezTo>
                <a:close/>
                <a:moveTo>
                  <a:pt x="35359" y="116682"/>
                </a:moveTo>
                <a:cubicBezTo>
                  <a:pt x="19005" y="116682"/>
                  <a:pt x="19005" y="116682"/>
                  <a:pt x="19005" y="116682"/>
                </a:cubicBezTo>
                <a:cubicBezTo>
                  <a:pt x="19005" y="112995"/>
                  <a:pt x="19005" y="112995"/>
                  <a:pt x="19005" y="112995"/>
                </a:cubicBezTo>
                <a:cubicBezTo>
                  <a:pt x="35359" y="112995"/>
                  <a:pt x="35359" y="112995"/>
                  <a:pt x="35359" y="112995"/>
                </a:cubicBezTo>
                <a:lnTo>
                  <a:pt x="35359" y="116682"/>
                </a:lnTo>
                <a:close/>
                <a:moveTo>
                  <a:pt x="98342" y="116682"/>
                </a:moveTo>
                <a:cubicBezTo>
                  <a:pt x="81988" y="116682"/>
                  <a:pt x="81988" y="116682"/>
                  <a:pt x="81988" y="116682"/>
                </a:cubicBezTo>
                <a:cubicBezTo>
                  <a:pt x="81988" y="112995"/>
                  <a:pt x="81988" y="112995"/>
                  <a:pt x="81988" y="112995"/>
                </a:cubicBezTo>
                <a:cubicBezTo>
                  <a:pt x="98342" y="112995"/>
                  <a:pt x="98342" y="112995"/>
                  <a:pt x="98342" y="112995"/>
                </a:cubicBezTo>
                <a:lnTo>
                  <a:pt x="98342" y="116682"/>
                </a:lnTo>
                <a:close/>
                <a:moveTo>
                  <a:pt x="115801" y="107281"/>
                </a:moveTo>
                <a:cubicBezTo>
                  <a:pt x="115801" y="108571"/>
                  <a:pt x="114696" y="109677"/>
                  <a:pt x="113149" y="109677"/>
                </a:cubicBezTo>
                <a:cubicBezTo>
                  <a:pt x="6850" y="109677"/>
                  <a:pt x="6850" y="109677"/>
                  <a:pt x="6850" y="109677"/>
                </a:cubicBezTo>
                <a:cubicBezTo>
                  <a:pt x="5303" y="109677"/>
                  <a:pt x="3977" y="108571"/>
                  <a:pt x="3977" y="107281"/>
                </a:cubicBezTo>
                <a:cubicBezTo>
                  <a:pt x="3977" y="87926"/>
                  <a:pt x="3977" y="87926"/>
                  <a:pt x="3977" y="87926"/>
                </a:cubicBezTo>
                <a:cubicBezTo>
                  <a:pt x="3977" y="86635"/>
                  <a:pt x="5303" y="85714"/>
                  <a:pt x="6850" y="85714"/>
                </a:cubicBezTo>
                <a:cubicBezTo>
                  <a:pt x="113149" y="85714"/>
                  <a:pt x="113149" y="85714"/>
                  <a:pt x="113149" y="85714"/>
                </a:cubicBezTo>
                <a:cubicBezTo>
                  <a:pt x="114696" y="85714"/>
                  <a:pt x="115801" y="86635"/>
                  <a:pt x="115801" y="87926"/>
                </a:cubicBezTo>
                <a:lnTo>
                  <a:pt x="115801" y="107281"/>
                </a:lnTo>
                <a:close/>
                <a:moveTo>
                  <a:pt x="115801" y="80000"/>
                </a:moveTo>
                <a:cubicBezTo>
                  <a:pt x="115801" y="81290"/>
                  <a:pt x="114696" y="82211"/>
                  <a:pt x="113149" y="82211"/>
                </a:cubicBezTo>
                <a:cubicBezTo>
                  <a:pt x="6850" y="82211"/>
                  <a:pt x="6850" y="82211"/>
                  <a:pt x="6850" y="82211"/>
                </a:cubicBezTo>
                <a:cubicBezTo>
                  <a:pt x="5303" y="82211"/>
                  <a:pt x="3977" y="81290"/>
                  <a:pt x="3977" y="80000"/>
                </a:cubicBezTo>
                <a:cubicBezTo>
                  <a:pt x="3977" y="60460"/>
                  <a:pt x="3977" y="60460"/>
                  <a:pt x="3977" y="60460"/>
                </a:cubicBezTo>
                <a:cubicBezTo>
                  <a:pt x="3977" y="59354"/>
                  <a:pt x="5303" y="58248"/>
                  <a:pt x="6850" y="58248"/>
                </a:cubicBezTo>
                <a:cubicBezTo>
                  <a:pt x="113149" y="58248"/>
                  <a:pt x="113149" y="58248"/>
                  <a:pt x="113149" y="58248"/>
                </a:cubicBezTo>
                <a:cubicBezTo>
                  <a:pt x="114696" y="58248"/>
                  <a:pt x="115801" y="59354"/>
                  <a:pt x="115801" y="60460"/>
                </a:cubicBezTo>
                <a:lnTo>
                  <a:pt x="115801" y="80000"/>
                </a:lnTo>
                <a:close/>
                <a:moveTo>
                  <a:pt x="115801" y="52534"/>
                </a:moveTo>
                <a:cubicBezTo>
                  <a:pt x="115801" y="53824"/>
                  <a:pt x="114696" y="54930"/>
                  <a:pt x="113149" y="54930"/>
                </a:cubicBezTo>
                <a:cubicBezTo>
                  <a:pt x="6850" y="54930"/>
                  <a:pt x="6850" y="54930"/>
                  <a:pt x="6850" y="54930"/>
                </a:cubicBezTo>
                <a:cubicBezTo>
                  <a:pt x="5303" y="54930"/>
                  <a:pt x="3977" y="53824"/>
                  <a:pt x="3977" y="52534"/>
                </a:cubicBezTo>
                <a:cubicBezTo>
                  <a:pt x="3977" y="33179"/>
                  <a:pt x="3977" y="33179"/>
                  <a:pt x="3977" y="33179"/>
                </a:cubicBezTo>
                <a:cubicBezTo>
                  <a:pt x="3977" y="31889"/>
                  <a:pt x="5303" y="30783"/>
                  <a:pt x="6850" y="30783"/>
                </a:cubicBezTo>
                <a:cubicBezTo>
                  <a:pt x="113149" y="30783"/>
                  <a:pt x="113149" y="30783"/>
                  <a:pt x="113149" y="30783"/>
                </a:cubicBezTo>
                <a:cubicBezTo>
                  <a:pt x="114696" y="30783"/>
                  <a:pt x="115801" y="31889"/>
                  <a:pt x="115801" y="33179"/>
                </a:cubicBezTo>
                <a:lnTo>
                  <a:pt x="115801" y="52534"/>
                </a:lnTo>
                <a:close/>
                <a:moveTo>
                  <a:pt x="115801" y="25253"/>
                </a:moveTo>
                <a:cubicBezTo>
                  <a:pt x="115801" y="26359"/>
                  <a:pt x="114696" y="27465"/>
                  <a:pt x="113149" y="27465"/>
                </a:cubicBezTo>
                <a:cubicBezTo>
                  <a:pt x="6850" y="27465"/>
                  <a:pt x="6850" y="27465"/>
                  <a:pt x="6850" y="27465"/>
                </a:cubicBezTo>
                <a:cubicBezTo>
                  <a:pt x="5303" y="27465"/>
                  <a:pt x="3977" y="26359"/>
                  <a:pt x="3977" y="25253"/>
                </a:cubicBezTo>
                <a:cubicBezTo>
                  <a:pt x="3977" y="5714"/>
                  <a:pt x="3977" y="5714"/>
                  <a:pt x="3977" y="5714"/>
                </a:cubicBezTo>
                <a:cubicBezTo>
                  <a:pt x="3977" y="4423"/>
                  <a:pt x="5303" y="3502"/>
                  <a:pt x="6850" y="3502"/>
                </a:cubicBezTo>
                <a:cubicBezTo>
                  <a:pt x="113149" y="3502"/>
                  <a:pt x="113149" y="3502"/>
                  <a:pt x="113149" y="3502"/>
                </a:cubicBezTo>
                <a:cubicBezTo>
                  <a:pt x="114696" y="3502"/>
                  <a:pt x="115801" y="4423"/>
                  <a:pt x="115801" y="5714"/>
                </a:cubicBezTo>
                <a:lnTo>
                  <a:pt x="115801" y="25253"/>
                </a:lnTo>
                <a:close/>
                <a:moveTo>
                  <a:pt x="37348" y="39815"/>
                </a:moveTo>
                <a:cubicBezTo>
                  <a:pt x="35359" y="39815"/>
                  <a:pt x="33812" y="41290"/>
                  <a:pt x="33812" y="42764"/>
                </a:cubicBezTo>
                <a:cubicBezTo>
                  <a:pt x="33812" y="44423"/>
                  <a:pt x="35359" y="45898"/>
                  <a:pt x="37348" y="45898"/>
                </a:cubicBezTo>
                <a:cubicBezTo>
                  <a:pt x="39337" y="45898"/>
                  <a:pt x="40883" y="44423"/>
                  <a:pt x="40883" y="42764"/>
                </a:cubicBezTo>
                <a:cubicBezTo>
                  <a:pt x="40883" y="41290"/>
                  <a:pt x="39337" y="39815"/>
                  <a:pt x="37348" y="39815"/>
                </a:cubicBezTo>
                <a:close/>
                <a:moveTo>
                  <a:pt x="36906" y="42764"/>
                </a:moveTo>
                <a:cubicBezTo>
                  <a:pt x="36906" y="42580"/>
                  <a:pt x="37127" y="42396"/>
                  <a:pt x="37348" y="42396"/>
                </a:cubicBezTo>
                <a:cubicBezTo>
                  <a:pt x="37569" y="42396"/>
                  <a:pt x="37790" y="42580"/>
                  <a:pt x="37790" y="42764"/>
                </a:cubicBezTo>
                <a:cubicBezTo>
                  <a:pt x="37790" y="43317"/>
                  <a:pt x="36906" y="43317"/>
                  <a:pt x="36906" y="42764"/>
                </a:cubicBezTo>
                <a:close/>
                <a:moveTo>
                  <a:pt x="22541" y="39815"/>
                </a:moveTo>
                <a:cubicBezTo>
                  <a:pt x="20552" y="39815"/>
                  <a:pt x="19005" y="41290"/>
                  <a:pt x="19005" y="42764"/>
                </a:cubicBezTo>
                <a:cubicBezTo>
                  <a:pt x="19005" y="44423"/>
                  <a:pt x="20552" y="45898"/>
                  <a:pt x="22541" y="45898"/>
                </a:cubicBezTo>
                <a:cubicBezTo>
                  <a:pt x="24530" y="45898"/>
                  <a:pt x="26077" y="44423"/>
                  <a:pt x="26077" y="42764"/>
                </a:cubicBezTo>
                <a:cubicBezTo>
                  <a:pt x="26077" y="41290"/>
                  <a:pt x="24530" y="39815"/>
                  <a:pt x="22541" y="39815"/>
                </a:cubicBezTo>
                <a:close/>
                <a:moveTo>
                  <a:pt x="22099" y="42764"/>
                </a:moveTo>
                <a:cubicBezTo>
                  <a:pt x="22099" y="42580"/>
                  <a:pt x="22320" y="42396"/>
                  <a:pt x="22541" y="42396"/>
                </a:cubicBezTo>
                <a:cubicBezTo>
                  <a:pt x="22762" y="42396"/>
                  <a:pt x="22983" y="42580"/>
                  <a:pt x="22983" y="42764"/>
                </a:cubicBezTo>
                <a:cubicBezTo>
                  <a:pt x="22983" y="43317"/>
                  <a:pt x="22099" y="43317"/>
                  <a:pt x="22099" y="42764"/>
                </a:cubicBezTo>
                <a:close/>
                <a:moveTo>
                  <a:pt x="52154" y="39815"/>
                </a:moveTo>
                <a:cubicBezTo>
                  <a:pt x="50165" y="39815"/>
                  <a:pt x="48618" y="41290"/>
                  <a:pt x="48618" y="42764"/>
                </a:cubicBezTo>
                <a:cubicBezTo>
                  <a:pt x="48618" y="44423"/>
                  <a:pt x="50165" y="45898"/>
                  <a:pt x="52154" y="45898"/>
                </a:cubicBezTo>
                <a:cubicBezTo>
                  <a:pt x="54143" y="45898"/>
                  <a:pt x="55690" y="44423"/>
                  <a:pt x="55690" y="42764"/>
                </a:cubicBezTo>
                <a:cubicBezTo>
                  <a:pt x="55690" y="41290"/>
                  <a:pt x="54143" y="39815"/>
                  <a:pt x="52154" y="39815"/>
                </a:cubicBezTo>
                <a:close/>
                <a:moveTo>
                  <a:pt x="51712" y="42764"/>
                </a:moveTo>
                <a:cubicBezTo>
                  <a:pt x="51712" y="42580"/>
                  <a:pt x="51933" y="42396"/>
                  <a:pt x="52154" y="42396"/>
                </a:cubicBezTo>
                <a:cubicBezTo>
                  <a:pt x="52596" y="42396"/>
                  <a:pt x="52817" y="42580"/>
                  <a:pt x="52817" y="42764"/>
                </a:cubicBezTo>
                <a:cubicBezTo>
                  <a:pt x="52817" y="43317"/>
                  <a:pt x="51712" y="43317"/>
                  <a:pt x="51712" y="42764"/>
                </a:cubicBezTo>
                <a:close/>
                <a:moveTo>
                  <a:pt x="104972" y="41105"/>
                </a:moveTo>
                <a:cubicBezTo>
                  <a:pt x="78011" y="41105"/>
                  <a:pt x="78011" y="41105"/>
                  <a:pt x="78011" y="41105"/>
                </a:cubicBezTo>
                <a:cubicBezTo>
                  <a:pt x="76906" y="41105"/>
                  <a:pt x="76022" y="41843"/>
                  <a:pt x="76022" y="42764"/>
                </a:cubicBezTo>
                <a:cubicBezTo>
                  <a:pt x="76022" y="43870"/>
                  <a:pt x="76906" y="44608"/>
                  <a:pt x="78011" y="44608"/>
                </a:cubicBezTo>
                <a:cubicBezTo>
                  <a:pt x="104972" y="44608"/>
                  <a:pt x="104972" y="44608"/>
                  <a:pt x="104972" y="44608"/>
                </a:cubicBezTo>
                <a:cubicBezTo>
                  <a:pt x="106077" y="44608"/>
                  <a:pt x="106961" y="43870"/>
                  <a:pt x="106961" y="42764"/>
                </a:cubicBezTo>
                <a:cubicBezTo>
                  <a:pt x="106961" y="41843"/>
                  <a:pt x="106077" y="41105"/>
                  <a:pt x="104972" y="41105"/>
                </a:cubicBezTo>
                <a:close/>
                <a:moveTo>
                  <a:pt x="22541" y="12534"/>
                </a:moveTo>
                <a:cubicBezTo>
                  <a:pt x="20552" y="12534"/>
                  <a:pt x="19005" y="13824"/>
                  <a:pt x="19005" y="15483"/>
                </a:cubicBezTo>
                <a:cubicBezTo>
                  <a:pt x="19005" y="17142"/>
                  <a:pt x="20552" y="18433"/>
                  <a:pt x="22541" y="18433"/>
                </a:cubicBezTo>
                <a:cubicBezTo>
                  <a:pt x="24530" y="18433"/>
                  <a:pt x="26077" y="17142"/>
                  <a:pt x="26077" y="15483"/>
                </a:cubicBezTo>
                <a:cubicBezTo>
                  <a:pt x="26077" y="13824"/>
                  <a:pt x="24530" y="12534"/>
                  <a:pt x="22541" y="12534"/>
                </a:cubicBezTo>
                <a:close/>
                <a:moveTo>
                  <a:pt x="22099" y="15483"/>
                </a:moveTo>
                <a:cubicBezTo>
                  <a:pt x="22099" y="15299"/>
                  <a:pt x="22320" y="15115"/>
                  <a:pt x="22541" y="15115"/>
                </a:cubicBezTo>
                <a:cubicBezTo>
                  <a:pt x="22762" y="15115"/>
                  <a:pt x="22983" y="15299"/>
                  <a:pt x="22983" y="15483"/>
                </a:cubicBezTo>
                <a:cubicBezTo>
                  <a:pt x="22983" y="16036"/>
                  <a:pt x="22099" y="16036"/>
                  <a:pt x="22099" y="15483"/>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15" name="Shape 615"/>
          <p:cNvSpPr txBox="1"/>
          <p:nvPr/>
        </p:nvSpPr>
        <p:spPr>
          <a:xfrm>
            <a:off x="1343075" y="3061677"/>
            <a:ext cx="2350323"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Linux</a:t>
            </a:r>
          </a:p>
        </p:txBody>
      </p:sp>
      <p:sp>
        <p:nvSpPr>
          <p:cNvPr id="616" name="Shape 616"/>
          <p:cNvSpPr txBox="1"/>
          <p:nvPr/>
        </p:nvSpPr>
        <p:spPr>
          <a:xfrm>
            <a:off x="1343075" y="2335768"/>
            <a:ext cx="2536722"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On Premises</a:t>
            </a:r>
          </a:p>
        </p:txBody>
      </p:sp>
      <p:sp>
        <p:nvSpPr>
          <p:cNvPr id="617" name="Shape 617"/>
          <p:cNvSpPr/>
          <p:nvPr/>
        </p:nvSpPr>
        <p:spPr>
          <a:xfrm>
            <a:off x="588450" y="2975185"/>
            <a:ext cx="430310" cy="489221"/>
          </a:xfrm>
          <a:custGeom>
            <a:avLst/>
            <a:gdLst/>
            <a:ahLst/>
            <a:cxnLst/>
            <a:rect l="0" t="0" r="0" b="0"/>
            <a:pathLst>
              <a:path w="120000" h="120000" extrusionOk="0">
                <a:moveTo>
                  <a:pt x="107791" y="87952"/>
                </a:moveTo>
                <a:cubicBezTo>
                  <a:pt x="108208" y="89376"/>
                  <a:pt x="108485" y="90919"/>
                  <a:pt x="108901" y="92344"/>
                </a:cubicBezTo>
                <a:cubicBezTo>
                  <a:pt x="109734" y="94599"/>
                  <a:pt x="111398" y="96379"/>
                  <a:pt x="113757" y="97566"/>
                </a:cubicBezTo>
                <a:cubicBezTo>
                  <a:pt x="115144" y="98278"/>
                  <a:pt x="116393" y="98872"/>
                  <a:pt x="117502" y="99703"/>
                </a:cubicBezTo>
                <a:cubicBezTo>
                  <a:pt x="119861" y="101364"/>
                  <a:pt x="120000" y="103382"/>
                  <a:pt x="117641" y="104925"/>
                </a:cubicBezTo>
                <a:cubicBezTo>
                  <a:pt x="115421" y="106350"/>
                  <a:pt x="113063" y="107774"/>
                  <a:pt x="110566" y="108724"/>
                </a:cubicBezTo>
                <a:cubicBezTo>
                  <a:pt x="104601" y="110979"/>
                  <a:pt x="99329" y="114302"/>
                  <a:pt x="94473" y="118100"/>
                </a:cubicBezTo>
                <a:cubicBezTo>
                  <a:pt x="91838" y="120000"/>
                  <a:pt x="88647" y="119762"/>
                  <a:pt x="85595" y="119525"/>
                </a:cubicBezTo>
                <a:cubicBezTo>
                  <a:pt x="82404" y="119287"/>
                  <a:pt x="79907" y="118100"/>
                  <a:pt x="78381" y="115489"/>
                </a:cubicBezTo>
                <a:cubicBezTo>
                  <a:pt x="77549" y="114302"/>
                  <a:pt x="76161" y="113709"/>
                  <a:pt x="74635" y="113709"/>
                </a:cubicBezTo>
                <a:cubicBezTo>
                  <a:pt x="66728" y="113709"/>
                  <a:pt x="58682" y="113709"/>
                  <a:pt x="50774" y="114065"/>
                </a:cubicBezTo>
                <a:cubicBezTo>
                  <a:pt x="47861" y="114183"/>
                  <a:pt x="45364" y="115370"/>
                  <a:pt x="43144" y="116913"/>
                </a:cubicBezTo>
                <a:cubicBezTo>
                  <a:pt x="39953" y="119287"/>
                  <a:pt x="36485" y="119881"/>
                  <a:pt x="32462" y="118813"/>
                </a:cubicBezTo>
                <a:cubicBezTo>
                  <a:pt x="27190" y="117270"/>
                  <a:pt x="21780" y="115845"/>
                  <a:pt x="16369" y="114540"/>
                </a:cubicBezTo>
                <a:cubicBezTo>
                  <a:pt x="13040" y="113709"/>
                  <a:pt x="9572" y="113353"/>
                  <a:pt x="6104" y="112759"/>
                </a:cubicBezTo>
                <a:cubicBezTo>
                  <a:pt x="5549" y="112640"/>
                  <a:pt x="5132" y="112640"/>
                  <a:pt x="4716" y="112522"/>
                </a:cubicBezTo>
                <a:cubicBezTo>
                  <a:pt x="1248" y="111572"/>
                  <a:pt x="0" y="109792"/>
                  <a:pt x="1387" y="106943"/>
                </a:cubicBezTo>
                <a:cubicBezTo>
                  <a:pt x="3190" y="103382"/>
                  <a:pt x="3468" y="100059"/>
                  <a:pt x="1942" y="96498"/>
                </a:cubicBezTo>
                <a:cubicBezTo>
                  <a:pt x="1803" y="96023"/>
                  <a:pt x="1664" y="95430"/>
                  <a:pt x="1664" y="94836"/>
                </a:cubicBezTo>
                <a:cubicBezTo>
                  <a:pt x="1526" y="93175"/>
                  <a:pt x="2219" y="92225"/>
                  <a:pt x="4161" y="91988"/>
                </a:cubicBezTo>
                <a:cubicBezTo>
                  <a:pt x="5687" y="91632"/>
                  <a:pt x="7075" y="91632"/>
                  <a:pt x="8462" y="91513"/>
                </a:cubicBezTo>
                <a:cubicBezTo>
                  <a:pt x="12208" y="91157"/>
                  <a:pt x="14843" y="89258"/>
                  <a:pt x="15815" y="86290"/>
                </a:cubicBezTo>
                <a:cubicBezTo>
                  <a:pt x="16786" y="87715"/>
                  <a:pt x="16092" y="90089"/>
                  <a:pt x="14289" y="91513"/>
                </a:cubicBezTo>
                <a:cubicBezTo>
                  <a:pt x="12485" y="92818"/>
                  <a:pt x="10404" y="93175"/>
                  <a:pt x="8046" y="93175"/>
                </a:cubicBezTo>
                <a:cubicBezTo>
                  <a:pt x="7352" y="93175"/>
                  <a:pt x="6520" y="93056"/>
                  <a:pt x="5687" y="93056"/>
                </a:cubicBezTo>
                <a:cubicBezTo>
                  <a:pt x="3606" y="93175"/>
                  <a:pt x="2774" y="94124"/>
                  <a:pt x="3190" y="95905"/>
                </a:cubicBezTo>
                <a:cubicBezTo>
                  <a:pt x="3468" y="96854"/>
                  <a:pt x="3884" y="97804"/>
                  <a:pt x="4439" y="98753"/>
                </a:cubicBezTo>
                <a:cubicBezTo>
                  <a:pt x="5965" y="101008"/>
                  <a:pt x="5965" y="103145"/>
                  <a:pt x="4578" y="105400"/>
                </a:cubicBezTo>
                <a:cubicBezTo>
                  <a:pt x="4023" y="106112"/>
                  <a:pt x="3745" y="106943"/>
                  <a:pt x="3468" y="107655"/>
                </a:cubicBezTo>
                <a:cubicBezTo>
                  <a:pt x="2913" y="109198"/>
                  <a:pt x="3190" y="109910"/>
                  <a:pt x="4994" y="110385"/>
                </a:cubicBezTo>
                <a:cubicBezTo>
                  <a:pt x="7630" y="111097"/>
                  <a:pt x="10404" y="111454"/>
                  <a:pt x="13179" y="112047"/>
                </a:cubicBezTo>
                <a:cubicBezTo>
                  <a:pt x="19283" y="113353"/>
                  <a:pt x="25248" y="114777"/>
                  <a:pt x="31352" y="116083"/>
                </a:cubicBezTo>
                <a:cubicBezTo>
                  <a:pt x="33433" y="116439"/>
                  <a:pt x="35514" y="116676"/>
                  <a:pt x="37595" y="116439"/>
                </a:cubicBezTo>
                <a:cubicBezTo>
                  <a:pt x="42173" y="115964"/>
                  <a:pt x="44531" y="113115"/>
                  <a:pt x="43421" y="109317"/>
                </a:cubicBezTo>
                <a:cubicBezTo>
                  <a:pt x="42728" y="106824"/>
                  <a:pt x="41757" y="104332"/>
                  <a:pt x="40231" y="102195"/>
                </a:cubicBezTo>
                <a:cubicBezTo>
                  <a:pt x="36624" y="97091"/>
                  <a:pt x="32601" y="92344"/>
                  <a:pt x="28578" y="87477"/>
                </a:cubicBezTo>
                <a:cubicBezTo>
                  <a:pt x="27468" y="86172"/>
                  <a:pt x="26080" y="84985"/>
                  <a:pt x="24693" y="83916"/>
                </a:cubicBezTo>
                <a:cubicBezTo>
                  <a:pt x="22612" y="82373"/>
                  <a:pt x="20254" y="81661"/>
                  <a:pt x="17618" y="83323"/>
                </a:cubicBezTo>
                <a:cubicBezTo>
                  <a:pt x="16508" y="81543"/>
                  <a:pt x="16786" y="79881"/>
                  <a:pt x="16924" y="78219"/>
                </a:cubicBezTo>
                <a:cubicBezTo>
                  <a:pt x="17063" y="77151"/>
                  <a:pt x="17479" y="75964"/>
                  <a:pt x="18173" y="75014"/>
                </a:cubicBezTo>
                <a:cubicBezTo>
                  <a:pt x="21225" y="70741"/>
                  <a:pt x="22751" y="66112"/>
                  <a:pt x="24832" y="61483"/>
                </a:cubicBezTo>
                <a:cubicBezTo>
                  <a:pt x="26497" y="58160"/>
                  <a:pt x="28439" y="55074"/>
                  <a:pt x="31075" y="52106"/>
                </a:cubicBezTo>
                <a:cubicBezTo>
                  <a:pt x="33988" y="48902"/>
                  <a:pt x="36624" y="45341"/>
                  <a:pt x="39260" y="42017"/>
                </a:cubicBezTo>
                <a:cubicBezTo>
                  <a:pt x="40369" y="40593"/>
                  <a:pt x="40508" y="39050"/>
                  <a:pt x="40369" y="37388"/>
                </a:cubicBezTo>
                <a:cubicBezTo>
                  <a:pt x="39953" y="29673"/>
                  <a:pt x="39398" y="21958"/>
                  <a:pt x="39676" y="14124"/>
                </a:cubicBezTo>
                <a:cubicBezTo>
                  <a:pt x="39953" y="5222"/>
                  <a:pt x="49109" y="0"/>
                  <a:pt x="57433" y="474"/>
                </a:cubicBezTo>
                <a:cubicBezTo>
                  <a:pt x="60208" y="593"/>
                  <a:pt x="63121" y="712"/>
                  <a:pt x="65757" y="1305"/>
                </a:cubicBezTo>
                <a:cubicBezTo>
                  <a:pt x="74635" y="3204"/>
                  <a:pt x="78936" y="8783"/>
                  <a:pt x="81156" y="15786"/>
                </a:cubicBezTo>
                <a:cubicBezTo>
                  <a:pt x="81849" y="17685"/>
                  <a:pt x="81988" y="19821"/>
                  <a:pt x="81988" y="21839"/>
                </a:cubicBezTo>
                <a:cubicBezTo>
                  <a:pt x="81849" y="32403"/>
                  <a:pt x="85317" y="41780"/>
                  <a:pt x="93641" y="49732"/>
                </a:cubicBezTo>
                <a:cubicBezTo>
                  <a:pt x="101965" y="57685"/>
                  <a:pt x="106127" y="67181"/>
                  <a:pt x="107514" y="77744"/>
                </a:cubicBezTo>
                <a:cubicBezTo>
                  <a:pt x="107653" y="79169"/>
                  <a:pt x="107375" y="80712"/>
                  <a:pt x="107098" y="82136"/>
                </a:cubicBezTo>
                <a:cubicBezTo>
                  <a:pt x="106820" y="83442"/>
                  <a:pt x="105988" y="84510"/>
                  <a:pt x="104462" y="85341"/>
                </a:cubicBezTo>
                <a:cubicBezTo>
                  <a:pt x="103213" y="86053"/>
                  <a:pt x="102242" y="87477"/>
                  <a:pt x="101271" y="88545"/>
                </a:cubicBezTo>
                <a:cubicBezTo>
                  <a:pt x="99052" y="90801"/>
                  <a:pt x="96277" y="91988"/>
                  <a:pt x="92670" y="91869"/>
                </a:cubicBezTo>
                <a:cubicBezTo>
                  <a:pt x="90173" y="91632"/>
                  <a:pt x="88508" y="90682"/>
                  <a:pt x="87398" y="88783"/>
                </a:cubicBezTo>
                <a:cubicBezTo>
                  <a:pt x="86982" y="88071"/>
                  <a:pt x="86705" y="87240"/>
                  <a:pt x="86150" y="86646"/>
                </a:cubicBezTo>
                <a:cubicBezTo>
                  <a:pt x="85317" y="85934"/>
                  <a:pt x="84208" y="84985"/>
                  <a:pt x="83514" y="84985"/>
                </a:cubicBezTo>
                <a:cubicBezTo>
                  <a:pt x="82682" y="85103"/>
                  <a:pt x="81572" y="86290"/>
                  <a:pt x="81433" y="87121"/>
                </a:cubicBezTo>
                <a:cubicBezTo>
                  <a:pt x="81017" y="89020"/>
                  <a:pt x="80601" y="91038"/>
                  <a:pt x="81156" y="92818"/>
                </a:cubicBezTo>
                <a:cubicBezTo>
                  <a:pt x="82682" y="98041"/>
                  <a:pt x="82265" y="103264"/>
                  <a:pt x="81433" y="108605"/>
                </a:cubicBezTo>
                <a:cubicBezTo>
                  <a:pt x="81294" y="109673"/>
                  <a:pt x="81433" y="110741"/>
                  <a:pt x="81710" y="111810"/>
                </a:cubicBezTo>
                <a:cubicBezTo>
                  <a:pt x="82404" y="115133"/>
                  <a:pt x="86011" y="117270"/>
                  <a:pt x="89895" y="116320"/>
                </a:cubicBezTo>
                <a:cubicBezTo>
                  <a:pt x="91838" y="115845"/>
                  <a:pt x="93919" y="115133"/>
                  <a:pt x="95445" y="114065"/>
                </a:cubicBezTo>
                <a:cubicBezTo>
                  <a:pt x="99884" y="110741"/>
                  <a:pt x="104878" y="108367"/>
                  <a:pt x="110427" y="106824"/>
                </a:cubicBezTo>
                <a:cubicBezTo>
                  <a:pt x="112508" y="106231"/>
                  <a:pt x="114450" y="105400"/>
                  <a:pt x="116254" y="104451"/>
                </a:cubicBezTo>
                <a:cubicBezTo>
                  <a:pt x="118335" y="103264"/>
                  <a:pt x="118335" y="101839"/>
                  <a:pt x="116115" y="100534"/>
                </a:cubicBezTo>
                <a:cubicBezTo>
                  <a:pt x="115144" y="99940"/>
                  <a:pt x="114034" y="99347"/>
                  <a:pt x="112924" y="99109"/>
                </a:cubicBezTo>
                <a:cubicBezTo>
                  <a:pt x="108485" y="97922"/>
                  <a:pt x="107098" y="95074"/>
                  <a:pt x="106820" y="91513"/>
                </a:cubicBezTo>
                <a:cubicBezTo>
                  <a:pt x="106682" y="90326"/>
                  <a:pt x="107098" y="89139"/>
                  <a:pt x="107236" y="87833"/>
                </a:cubicBezTo>
                <a:cubicBezTo>
                  <a:pt x="107375" y="87952"/>
                  <a:pt x="107653" y="87952"/>
                  <a:pt x="107791" y="87952"/>
                </a:cubicBezTo>
                <a:close/>
                <a:moveTo>
                  <a:pt x="47167" y="28486"/>
                </a:moveTo>
                <a:cubicBezTo>
                  <a:pt x="44393" y="27418"/>
                  <a:pt x="43421" y="24332"/>
                  <a:pt x="44947" y="22551"/>
                </a:cubicBezTo>
                <a:cubicBezTo>
                  <a:pt x="46057" y="21246"/>
                  <a:pt x="48554" y="21127"/>
                  <a:pt x="49387" y="22551"/>
                </a:cubicBezTo>
                <a:cubicBezTo>
                  <a:pt x="49942" y="23501"/>
                  <a:pt x="50219" y="24451"/>
                  <a:pt x="50358" y="25519"/>
                </a:cubicBezTo>
                <a:cubicBezTo>
                  <a:pt x="50635" y="26350"/>
                  <a:pt x="50219" y="27062"/>
                  <a:pt x="49248" y="27774"/>
                </a:cubicBezTo>
                <a:cubicBezTo>
                  <a:pt x="47445" y="28842"/>
                  <a:pt x="45919" y="30148"/>
                  <a:pt x="44254" y="31335"/>
                </a:cubicBezTo>
                <a:cubicBezTo>
                  <a:pt x="43838" y="31572"/>
                  <a:pt x="43560" y="31928"/>
                  <a:pt x="43421" y="32284"/>
                </a:cubicBezTo>
                <a:cubicBezTo>
                  <a:pt x="42728" y="33234"/>
                  <a:pt x="42728" y="33946"/>
                  <a:pt x="43976" y="34540"/>
                </a:cubicBezTo>
                <a:cubicBezTo>
                  <a:pt x="44809" y="35014"/>
                  <a:pt x="45641" y="35608"/>
                  <a:pt x="46196" y="36320"/>
                </a:cubicBezTo>
                <a:cubicBezTo>
                  <a:pt x="47306" y="37626"/>
                  <a:pt x="48693" y="38219"/>
                  <a:pt x="50358" y="38100"/>
                </a:cubicBezTo>
                <a:cubicBezTo>
                  <a:pt x="56601" y="37982"/>
                  <a:pt x="62566" y="37270"/>
                  <a:pt x="67699" y="33709"/>
                </a:cubicBezTo>
                <a:cubicBezTo>
                  <a:pt x="67976" y="33471"/>
                  <a:pt x="68531" y="33590"/>
                  <a:pt x="68947" y="33590"/>
                </a:cubicBezTo>
                <a:cubicBezTo>
                  <a:pt x="68947" y="34065"/>
                  <a:pt x="69086" y="34540"/>
                  <a:pt x="68947" y="34896"/>
                </a:cubicBezTo>
                <a:cubicBezTo>
                  <a:pt x="68809" y="35133"/>
                  <a:pt x="68254" y="35370"/>
                  <a:pt x="67838" y="35489"/>
                </a:cubicBezTo>
                <a:cubicBezTo>
                  <a:pt x="65063" y="36439"/>
                  <a:pt x="62289" y="37270"/>
                  <a:pt x="59514" y="38338"/>
                </a:cubicBezTo>
                <a:cubicBezTo>
                  <a:pt x="56046" y="39643"/>
                  <a:pt x="52439" y="40237"/>
                  <a:pt x="48693" y="39643"/>
                </a:cubicBezTo>
                <a:cubicBezTo>
                  <a:pt x="48416" y="39525"/>
                  <a:pt x="48000" y="39643"/>
                  <a:pt x="47722" y="39643"/>
                </a:cubicBezTo>
                <a:cubicBezTo>
                  <a:pt x="49109" y="41780"/>
                  <a:pt x="52161" y="43086"/>
                  <a:pt x="55213" y="42255"/>
                </a:cubicBezTo>
                <a:cubicBezTo>
                  <a:pt x="57988" y="41543"/>
                  <a:pt x="60763" y="40356"/>
                  <a:pt x="63398" y="39287"/>
                </a:cubicBezTo>
                <a:cubicBezTo>
                  <a:pt x="64647" y="38931"/>
                  <a:pt x="65757" y="38338"/>
                  <a:pt x="67005" y="37863"/>
                </a:cubicBezTo>
                <a:cubicBezTo>
                  <a:pt x="67421" y="37744"/>
                  <a:pt x="67976" y="38100"/>
                  <a:pt x="68393" y="38219"/>
                </a:cubicBezTo>
                <a:cubicBezTo>
                  <a:pt x="68254" y="38575"/>
                  <a:pt x="68115" y="39050"/>
                  <a:pt x="67838" y="39406"/>
                </a:cubicBezTo>
                <a:cubicBezTo>
                  <a:pt x="67560" y="39643"/>
                  <a:pt x="67144" y="39762"/>
                  <a:pt x="66867" y="39881"/>
                </a:cubicBezTo>
                <a:cubicBezTo>
                  <a:pt x="64092" y="41305"/>
                  <a:pt x="61317" y="42848"/>
                  <a:pt x="58543" y="44272"/>
                </a:cubicBezTo>
                <a:cubicBezTo>
                  <a:pt x="57294" y="44985"/>
                  <a:pt x="56046" y="45816"/>
                  <a:pt x="54797" y="46409"/>
                </a:cubicBezTo>
                <a:cubicBezTo>
                  <a:pt x="52578" y="47359"/>
                  <a:pt x="51052" y="47240"/>
                  <a:pt x="49387" y="45578"/>
                </a:cubicBezTo>
                <a:cubicBezTo>
                  <a:pt x="47861" y="44272"/>
                  <a:pt x="46751" y="42729"/>
                  <a:pt x="45364" y="41305"/>
                </a:cubicBezTo>
                <a:cubicBezTo>
                  <a:pt x="44947" y="40949"/>
                  <a:pt x="44531" y="40593"/>
                  <a:pt x="44115" y="40237"/>
                </a:cubicBezTo>
                <a:cubicBezTo>
                  <a:pt x="43560" y="41899"/>
                  <a:pt x="43144" y="43442"/>
                  <a:pt x="42450" y="44866"/>
                </a:cubicBezTo>
                <a:cubicBezTo>
                  <a:pt x="41757" y="46172"/>
                  <a:pt x="40924" y="47359"/>
                  <a:pt x="40092" y="48664"/>
                </a:cubicBezTo>
                <a:cubicBezTo>
                  <a:pt x="38566" y="51157"/>
                  <a:pt x="37734" y="53649"/>
                  <a:pt x="39398" y="56261"/>
                </a:cubicBezTo>
                <a:cubicBezTo>
                  <a:pt x="38705" y="56854"/>
                  <a:pt x="38150" y="57329"/>
                  <a:pt x="37595" y="57922"/>
                </a:cubicBezTo>
                <a:cubicBezTo>
                  <a:pt x="37040" y="58516"/>
                  <a:pt x="36624" y="59109"/>
                  <a:pt x="36208" y="59821"/>
                </a:cubicBezTo>
                <a:cubicBezTo>
                  <a:pt x="32739" y="65281"/>
                  <a:pt x="30104" y="70860"/>
                  <a:pt x="30797" y="77270"/>
                </a:cubicBezTo>
                <a:cubicBezTo>
                  <a:pt x="30936" y="78219"/>
                  <a:pt x="30797" y="79169"/>
                  <a:pt x="30520" y="80118"/>
                </a:cubicBezTo>
                <a:cubicBezTo>
                  <a:pt x="30104" y="81305"/>
                  <a:pt x="29271" y="81543"/>
                  <a:pt x="28300" y="80593"/>
                </a:cubicBezTo>
                <a:cubicBezTo>
                  <a:pt x="27606" y="80000"/>
                  <a:pt x="26913" y="79287"/>
                  <a:pt x="26497" y="78456"/>
                </a:cubicBezTo>
                <a:cubicBezTo>
                  <a:pt x="25387" y="76439"/>
                  <a:pt x="25109" y="74183"/>
                  <a:pt x="25387" y="71928"/>
                </a:cubicBezTo>
                <a:cubicBezTo>
                  <a:pt x="25526" y="71216"/>
                  <a:pt x="25664" y="70385"/>
                  <a:pt x="25803" y="69317"/>
                </a:cubicBezTo>
                <a:cubicBezTo>
                  <a:pt x="25387" y="69673"/>
                  <a:pt x="25248" y="69673"/>
                  <a:pt x="25248" y="69792"/>
                </a:cubicBezTo>
                <a:cubicBezTo>
                  <a:pt x="23028" y="72997"/>
                  <a:pt x="24277" y="79643"/>
                  <a:pt x="27329" y="82136"/>
                </a:cubicBezTo>
                <a:cubicBezTo>
                  <a:pt x="29549" y="83798"/>
                  <a:pt x="31630" y="85459"/>
                  <a:pt x="33849" y="87121"/>
                </a:cubicBezTo>
                <a:cubicBezTo>
                  <a:pt x="37456" y="89732"/>
                  <a:pt x="41202" y="92225"/>
                  <a:pt x="44809" y="94836"/>
                </a:cubicBezTo>
                <a:cubicBezTo>
                  <a:pt x="46335" y="95786"/>
                  <a:pt x="46751" y="97210"/>
                  <a:pt x="46473" y="98753"/>
                </a:cubicBezTo>
                <a:cubicBezTo>
                  <a:pt x="46057" y="100296"/>
                  <a:pt x="44947" y="101246"/>
                  <a:pt x="43144" y="101839"/>
                </a:cubicBezTo>
                <a:cubicBezTo>
                  <a:pt x="42728" y="101839"/>
                  <a:pt x="42450" y="101958"/>
                  <a:pt x="41895" y="102077"/>
                </a:cubicBezTo>
                <a:cubicBezTo>
                  <a:pt x="44809" y="105400"/>
                  <a:pt x="47445" y="108724"/>
                  <a:pt x="47167" y="112997"/>
                </a:cubicBezTo>
                <a:cubicBezTo>
                  <a:pt x="50635" y="109792"/>
                  <a:pt x="47306" y="107418"/>
                  <a:pt x="45780" y="104925"/>
                </a:cubicBezTo>
                <a:cubicBezTo>
                  <a:pt x="46612" y="103976"/>
                  <a:pt x="47445" y="103976"/>
                  <a:pt x="48693" y="104688"/>
                </a:cubicBezTo>
                <a:cubicBezTo>
                  <a:pt x="50080" y="105519"/>
                  <a:pt x="51745" y="106468"/>
                  <a:pt x="53410" y="106587"/>
                </a:cubicBezTo>
                <a:cubicBezTo>
                  <a:pt x="56462" y="106824"/>
                  <a:pt x="59653" y="106824"/>
                  <a:pt x="62705" y="106587"/>
                </a:cubicBezTo>
                <a:cubicBezTo>
                  <a:pt x="68115" y="105994"/>
                  <a:pt x="72971" y="104332"/>
                  <a:pt x="75745" y="99940"/>
                </a:cubicBezTo>
                <a:cubicBezTo>
                  <a:pt x="75884" y="99821"/>
                  <a:pt x="76023" y="99703"/>
                  <a:pt x="76161" y="99584"/>
                </a:cubicBezTo>
                <a:cubicBezTo>
                  <a:pt x="76578" y="99347"/>
                  <a:pt x="76994" y="98991"/>
                  <a:pt x="77410" y="98991"/>
                </a:cubicBezTo>
                <a:cubicBezTo>
                  <a:pt x="77826" y="99109"/>
                  <a:pt x="78242" y="99703"/>
                  <a:pt x="78242" y="100059"/>
                </a:cubicBezTo>
                <a:cubicBezTo>
                  <a:pt x="78104" y="101839"/>
                  <a:pt x="78104" y="103620"/>
                  <a:pt x="77687" y="105400"/>
                </a:cubicBezTo>
                <a:cubicBezTo>
                  <a:pt x="77410" y="106943"/>
                  <a:pt x="76578" y="108486"/>
                  <a:pt x="76161" y="110148"/>
                </a:cubicBezTo>
                <a:cubicBezTo>
                  <a:pt x="75884" y="111454"/>
                  <a:pt x="76439" y="111928"/>
                  <a:pt x="77965" y="111928"/>
                </a:cubicBezTo>
                <a:cubicBezTo>
                  <a:pt x="78242" y="110979"/>
                  <a:pt x="78381" y="110148"/>
                  <a:pt x="78658" y="109198"/>
                </a:cubicBezTo>
                <a:cubicBezTo>
                  <a:pt x="79630" y="104925"/>
                  <a:pt x="80739" y="100652"/>
                  <a:pt x="79768" y="96142"/>
                </a:cubicBezTo>
                <a:cubicBezTo>
                  <a:pt x="79213" y="94005"/>
                  <a:pt x="79213" y="91869"/>
                  <a:pt x="79075" y="89732"/>
                </a:cubicBezTo>
                <a:cubicBezTo>
                  <a:pt x="79075" y="85934"/>
                  <a:pt x="80601" y="84391"/>
                  <a:pt x="84901" y="83560"/>
                </a:cubicBezTo>
                <a:cubicBezTo>
                  <a:pt x="85179" y="80830"/>
                  <a:pt x="87398" y="79881"/>
                  <a:pt x="90173" y="79525"/>
                </a:cubicBezTo>
                <a:cubicBezTo>
                  <a:pt x="92809" y="79169"/>
                  <a:pt x="95167" y="79762"/>
                  <a:pt x="97664" y="80593"/>
                </a:cubicBezTo>
                <a:cubicBezTo>
                  <a:pt x="96693" y="79762"/>
                  <a:pt x="95583" y="79287"/>
                  <a:pt x="94473" y="78575"/>
                </a:cubicBezTo>
                <a:cubicBezTo>
                  <a:pt x="94196" y="78338"/>
                  <a:pt x="93780" y="77744"/>
                  <a:pt x="93919" y="77388"/>
                </a:cubicBezTo>
                <a:cubicBezTo>
                  <a:pt x="95028" y="73946"/>
                  <a:pt x="94890" y="70504"/>
                  <a:pt x="94057" y="66943"/>
                </a:cubicBezTo>
                <a:cubicBezTo>
                  <a:pt x="93225" y="62670"/>
                  <a:pt x="91283" y="58872"/>
                  <a:pt x="88092" y="55430"/>
                </a:cubicBezTo>
                <a:cubicBezTo>
                  <a:pt x="87260" y="54599"/>
                  <a:pt x="86289" y="53887"/>
                  <a:pt x="85456" y="53056"/>
                </a:cubicBezTo>
                <a:cubicBezTo>
                  <a:pt x="85317" y="53412"/>
                  <a:pt x="85595" y="53649"/>
                  <a:pt x="85734" y="53887"/>
                </a:cubicBezTo>
                <a:cubicBezTo>
                  <a:pt x="89479" y="58753"/>
                  <a:pt x="92393" y="63976"/>
                  <a:pt x="93225" y="69792"/>
                </a:cubicBezTo>
                <a:cubicBezTo>
                  <a:pt x="93641" y="72166"/>
                  <a:pt x="93502" y="74658"/>
                  <a:pt x="92531" y="76913"/>
                </a:cubicBezTo>
                <a:cubicBezTo>
                  <a:pt x="91699" y="78575"/>
                  <a:pt x="90034" y="79406"/>
                  <a:pt x="87815" y="79169"/>
                </a:cubicBezTo>
                <a:cubicBezTo>
                  <a:pt x="86289" y="79050"/>
                  <a:pt x="85872" y="78456"/>
                  <a:pt x="85456" y="76320"/>
                </a:cubicBezTo>
                <a:cubicBezTo>
                  <a:pt x="85317" y="75727"/>
                  <a:pt x="85317" y="75133"/>
                  <a:pt x="85317" y="74540"/>
                </a:cubicBezTo>
                <a:cubicBezTo>
                  <a:pt x="85040" y="72047"/>
                  <a:pt x="85179" y="69554"/>
                  <a:pt x="84624" y="67062"/>
                </a:cubicBezTo>
                <a:cubicBezTo>
                  <a:pt x="83791" y="62670"/>
                  <a:pt x="82682" y="58160"/>
                  <a:pt x="78797" y="54718"/>
                </a:cubicBezTo>
                <a:cubicBezTo>
                  <a:pt x="78520" y="54480"/>
                  <a:pt x="78381" y="54124"/>
                  <a:pt x="78242" y="53768"/>
                </a:cubicBezTo>
                <a:cubicBezTo>
                  <a:pt x="77132" y="49495"/>
                  <a:pt x="75329" y="45459"/>
                  <a:pt x="72138" y="42017"/>
                </a:cubicBezTo>
                <a:cubicBezTo>
                  <a:pt x="70612" y="40237"/>
                  <a:pt x="70335" y="38219"/>
                  <a:pt x="71028" y="36083"/>
                </a:cubicBezTo>
                <a:cubicBezTo>
                  <a:pt x="71306" y="35370"/>
                  <a:pt x="71583" y="34540"/>
                  <a:pt x="71722" y="33709"/>
                </a:cubicBezTo>
                <a:cubicBezTo>
                  <a:pt x="71861" y="31928"/>
                  <a:pt x="71306" y="31335"/>
                  <a:pt x="69364" y="30860"/>
                </a:cubicBezTo>
                <a:cubicBezTo>
                  <a:pt x="67421" y="30148"/>
                  <a:pt x="65479" y="29317"/>
                  <a:pt x="63398" y="28842"/>
                </a:cubicBezTo>
                <a:cubicBezTo>
                  <a:pt x="61317" y="28249"/>
                  <a:pt x="60901" y="27062"/>
                  <a:pt x="61040" y="25519"/>
                </a:cubicBezTo>
                <a:cubicBezTo>
                  <a:pt x="61179" y="24807"/>
                  <a:pt x="61317" y="24094"/>
                  <a:pt x="61595" y="23382"/>
                </a:cubicBezTo>
                <a:cubicBezTo>
                  <a:pt x="62011" y="22195"/>
                  <a:pt x="62982" y="21483"/>
                  <a:pt x="64508" y="21364"/>
                </a:cubicBezTo>
                <a:cubicBezTo>
                  <a:pt x="66173" y="21246"/>
                  <a:pt x="67560" y="21721"/>
                  <a:pt x="68254" y="23026"/>
                </a:cubicBezTo>
                <a:cubicBezTo>
                  <a:pt x="69086" y="24569"/>
                  <a:pt x="69364" y="25994"/>
                  <a:pt x="68531" y="27537"/>
                </a:cubicBezTo>
                <a:cubicBezTo>
                  <a:pt x="67976" y="28724"/>
                  <a:pt x="68531" y="29317"/>
                  <a:pt x="70057" y="29198"/>
                </a:cubicBezTo>
                <a:cubicBezTo>
                  <a:pt x="71167" y="29080"/>
                  <a:pt x="71722" y="28605"/>
                  <a:pt x="71861" y="27655"/>
                </a:cubicBezTo>
                <a:cubicBezTo>
                  <a:pt x="72138" y="25163"/>
                  <a:pt x="72000" y="22551"/>
                  <a:pt x="70612" y="20296"/>
                </a:cubicBezTo>
                <a:cubicBezTo>
                  <a:pt x="69225" y="18041"/>
                  <a:pt x="66173" y="16854"/>
                  <a:pt x="63398" y="17566"/>
                </a:cubicBezTo>
                <a:cubicBezTo>
                  <a:pt x="60069" y="18278"/>
                  <a:pt x="58404" y="20296"/>
                  <a:pt x="58265" y="23264"/>
                </a:cubicBezTo>
                <a:cubicBezTo>
                  <a:pt x="58265" y="24451"/>
                  <a:pt x="58265" y="25637"/>
                  <a:pt x="58265" y="26824"/>
                </a:cubicBezTo>
                <a:cubicBezTo>
                  <a:pt x="56878" y="26706"/>
                  <a:pt x="55491" y="26468"/>
                  <a:pt x="54104" y="26468"/>
                </a:cubicBezTo>
                <a:cubicBezTo>
                  <a:pt x="52716" y="26587"/>
                  <a:pt x="52161" y="26350"/>
                  <a:pt x="52161" y="25044"/>
                </a:cubicBezTo>
                <a:cubicBezTo>
                  <a:pt x="52161" y="22908"/>
                  <a:pt x="51884" y="20890"/>
                  <a:pt x="50219" y="19109"/>
                </a:cubicBezTo>
                <a:cubicBezTo>
                  <a:pt x="48416" y="17329"/>
                  <a:pt x="45780" y="17566"/>
                  <a:pt x="44393" y="19584"/>
                </a:cubicBezTo>
                <a:cubicBezTo>
                  <a:pt x="42589" y="22551"/>
                  <a:pt x="42589" y="25519"/>
                  <a:pt x="44254" y="28605"/>
                </a:cubicBezTo>
                <a:cubicBezTo>
                  <a:pt x="44531" y="28961"/>
                  <a:pt x="45086" y="29554"/>
                  <a:pt x="45364" y="29554"/>
                </a:cubicBezTo>
                <a:cubicBezTo>
                  <a:pt x="45919" y="29436"/>
                  <a:pt x="46335" y="28961"/>
                  <a:pt x="47167" y="28486"/>
                </a:cubicBezTo>
                <a:close/>
                <a:moveTo>
                  <a:pt x="76439" y="35964"/>
                </a:moveTo>
                <a:cubicBezTo>
                  <a:pt x="76439" y="36557"/>
                  <a:pt x="76161" y="37388"/>
                  <a:pt x="76439" y="37744"/>
                </a:cubicBezTo>
                <a:cubicBezTo>
                  <a:pt x="77271" y="38813"/>
                  <a:pt x="78242" y="39762"/>
                  <a:pt x="79352" y="40593"/>
                </a:cubicBezTo>
                <a:cubicBezTo>
                  <a:pt x="79907" y="41068"/>
                  <a:pt x="80878" y="41186"/>
                  <a:pt x="81294" y="40237"/>
                </a:cubicBezTo>
                <a:cubicBezTo>
                  <a:pt x="81849" y="39525"/>
                  <a:pt x="81849" y="38694"/>
                  <a:pt x="80739" y="38219"/>
                </a:cubicBezTo>
                <a:cubicBezTo>
                  <a:pt x="79491" y="37507"/>
                  <a:pt x="78104" y="36795"/>
                  <a:pt x="76439" y="35964"/>
                </a:cubicBezTo>
                <a:close/>
                <a:moveTo>
                  <a:pt x="66589" y="11275"/>
                </a:moveTo>
                <a:cubicBezTo>
                  <a:pt x="68531" y="10563"/>
                  <a:pt x="70196" y="9970"/>
                  <a:pt x="72138" y="9258"/>
                </a:cubicBezTo>
                <a:cubicBezTo>
                  <a:pt x="71028" y="8545"/>
                  <a:pt x="70196" y="7952"/>
                  <a:pt x="69225" y="7477"/>
                </a:cubicBezTo>
                <a:cubicBezTo>
                  <a:pt x="68254" y="6884"/>
                  <a:pt x="67560" y="7240"/>
                  <a:pt x="67421" y="8308"/>
                </a:cubicBezTo>
                <a:cubicBezTo>
                  <a:pt x="67283" y="8902"/>
                  <a:pt x="67005" y="9614"/>
                  <a:pt x="66867" y="10207"/>
                </a:cubicBezTo>
                <a:cubicBezTo>
                  <a:pt x="66728" y="10563"/>
                  <a:pt x="66728" y="10801"/>
                  <a:pt x="66589" y="11275"/>
                </a:cubicBezTo>
                <a:close/>
                <a:moveTo>
                  <a:pt x="28994" y="60652"/>
                </a:moveTo>
                <a:cubicBezTo>
                  <a:pt x="30936" y="60059"/>
                  <a:pt x="31907" y="58516"/>
                  <a:pt x="31213" y="56973"/>
                </a:cubicBezTo>
                <a:cubicBezTo>
                  <a:pt x="30520" y="58160"/>
                  <a:pt x="29826" y="59347"/>
                  <a:pt x="28994" y="60652"/>
                </a:cubicBezTo>
                <a:close/>
                <a:moveTo>
                  <a:pt x="65479" y="22433"/>
                </a:moveTo>
                <a:cubicBezTo>
                  <a:pt x="65479" y="22551"/>
                  <a:pt x="65479" y="22670"/>
                  <a:pt x="65479" y="22789"/>
                </a:cubicBezTo>
                <a:cubicBezTo>
                  <a:pt x="66034" y="23620"/>
                  <a:pt x="66728" y="24332"/>
                  <a:pt x="67283" y="25163"/>
                </a:cubicBezTo>
                <a:cubicBezTo>
                  <a:pt x="67421" y="25044"/>
                  <a:pt x="67560" y="25044"/>
                  <a:pt x="67699" y="25044"/>
                </a:cubicBezTo>
                <a:cubicBezTo>
                  <a:pt x="67560" y="24451"/>
                  <a:pt x="67421" y="23738"/>
                  <a:pt x="67005" y="23264"/>
                </a:cubicBezTo>
                <a:cubicBezTo>
                  <a:pt x="66728" y="22908"/>
                  <a:pt x="65895" y="22670"/>
                  <a:pt x="65479" y="22433"/>
                </a:cubicBezTo>
                <a:close/>
                <a:moveTo>
                  <a:pt x="47306" y="23145"/>
                </a:moveTo>
                <a:cubicBezTo>
                  <a:pt x="47583" y="23620"/>
                  <a:pt x="48000" y="24094"/>
                  <a:pt x="48138" y="24569"/>
                </a:cubicBezTo>
                <a:cubicBezTo>
                  <a:pt x="48416" y="25044"/>
                  <a:pt x="48277" y="25637"/>
                  <a:pt x="48416" y="26112"/>
                </a:cubicBezTo>
                <a:cubicBezTo>
                  <a:pt x="49387" y="24332"/>
                  <a:pt x="48832" y="23145"/>
                  <a:pt x="47306" y="23145"/>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18" name="Shape 618"/>
          <p:cNvSpPr/>
          <p:nvPr/>
        </p:nvSpPr>
        <p:spPr>
          <a:xfrm flipH="1">
            <a:off x="391864" y="3605157"/>
            <a:ext cx="819535" cy="676984"/>
          </a:xfrm>
          <a:prstGeom prst="rect">
            <a:avLst/>
          </a:prstGeom>
          <a:solidFill>
            <a:schemeClr val="accent3"/>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a:ea typeface="Comfortaa"/>
              <a:cs typeface="Comfortaa"/>
              <a:sym typeface="Comfortaa"/>
            </a:endParaRPr>
          </a:p>
        </p:txBody>
      </p:sp>
      <p:sp>
        <p:nvSpPr>
          <p:cNvPr id="619" name="Shape 619"/>
          <p:cNvSpPr txBox="1"/>
          <p:nvPr/>
        </p:nvSpPr>
        <p:spPr>
          <a:xfrm>
            <a:off x="1343075" y="3808776"/>
            <a:ext cx="1140056"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Traditional</a:t>
            </a:r>
          </a:p>
        </p:txBody>
      </p:sp>
      <p:grpSp>
        <p:nvGrpSpPr>
          <p:cNvPr id="620" name="Shape 620"/>
          <p:cNvGrpSpPr/>
          <p:nvPr/>
        </p:nvGrpSpPr>
        <p:grpSpPr>
          <a:xfrm>
            <a:off x="566369" y="3828602"/>
            <a:ext cx="459310" cy="257446"/>
            <a:chOff x="3425274" y="3519069"/>
            <a:chExt cx="596198" cy="334173"/>
          </a:xfrm>
        </p:grpSpPr>
        <p:sp>
          <p:nvSpPr>
            <p:cNvPr id="621" name="Shape 621"/>
            <p:cNvSpPr/>
            <p:nvPr/>
          </p:nvSpPr>
          <p:spPr>
            <a:xfrm>
              <a:off x="3425276" y="3519069"/>
              <a:ext cx="297849" cy="117217"/>
            </a:xfrm>
            <a:prstGeom prst="rect">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22" name="Shape 622"/>
            <p:cNvSpPr/>
            <p:nvPr/>
          </p:nvSpPr>
          <p:spPr>
            <a:xfrm>
              <a:off x="3723623" y="3519069"/>
              <a:ext cx="297849" cy="117217"/>
            </a:xfrm>
            <a:prstGeom prst="rect">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23" name="Shape 623"/>
            <p:cNvSpPr/>
            <p:nvPr/>
          </p:nvSpPr>
          <p:spPr>
            <a:xfrm>
              <a:off x="3425276" y="3743898"/>
              <a:ext cx="596196" cy="109345"/>
            </a:xfrm>
            <a:prstGeom prst="rect">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grpSp>
          <p:nvGrpSpPr>
            <p:cNvPr id="624" name="Shape 624"/>
            <p:cNvGrpSpPr/>
            <p:nvPr/>
          </p:nvGrpSpPr>
          <p:grpSpPr>
            <a:xfrm>
              <a:off x="3425274" y="3638783"/>
              <a:ext cx="596196" cy="107152"/>
              <a:chOff x="3518603" y="4150428"/>
              <a:chExt cx="522817" cy="107152"/>
            </a:xfrm>
          </p:grpSpPr>
          <p:sp>
            <p:nvSpPr>
              <p:cNvPr id="625" name="Shape 625"/>
              <p:cNvSpPr/>
              <p:nvPr/>
            </p:nvSpPr>
            <p:spPr>
              <a:xfrm>
                <a:off x="3518603" y="4150428"/>
                <a:ext cx="174738" cy="107152"/>
              </a:xfrm>
              <a:prstGeom prst="rect">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26" name="Shape 626"/>
              <p:cNvSpPr/>
              <p:nvPr/>
            </p:nvSpPr>
            <p:spPr>
              <a:xfrm>
                <a:off x="3692635" y="4150428"/>
                <a:ext cx="174738" cy="107152"/>
              </a:xfrm>
              <a:prstGeom prst="rect">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27" name="Shape 627"/>
              <p:cNvSpPr/>
              <p:nvPr/>
            </p:nvSpPr>
            <p:spPr>
              <a:xfrm>
                <a:off x="3866682" y="4150428"/>
                <a:ext cx="174738" cy="107152"/>
              </a:xfrm>
              <a:prstGeom prst="rect">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grpSp>
      </p:grpSp>
      <p:grpSp>
        <p:nvGrpSpPr>
          <p:cNvPr id="628" name="Shape 628"/>
          <p:cNvGrpSpPr/>
          <p:nvPr/>
        </p:nvGrpSpPr>
        <p:grpSpPr>
          <a:xfrm>
            <a:off x="611008" y="2297330"/>
            <a:ext cx="443846" cy="340761"/>
            <a:chOff x="5844268" y="4033428"/>
            <a:chExt cx="443846" cy="340761"/>
          </a:xfrm>
        </p:grpSpPr>
        <p:sp>
          <p:nvSpPr>
            <p:cNvPr id="629" name="Shape 629"/>
            <p:cNvSpPr/>
            <p:nvPr/>
          </p:nvSpPr>
          <p:spPr>
            <a:xfrm>
              <a:off x="5906853" y="4041098"/>
              <a:ext cx="227002" cy="321994"/>
            </a:xfrm>
            <a:prstGeom prst="rect">
              <a:avLst/>
            </a:prstGeom>
            <a:noFill/>
            <a:ln w="9525"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30" name="Shape 630"/>
            <p:cNvSpPr/>
            <p:nvPr/>
          </p:nvSpPr>
          <p:spPr>
            <a:xfrm>
              <a:off x="6112637" y="4162000"/>
              <a:ext cx="116076" cy="208851"/>
            </a:xfrm>
            <a:prstGeom prst="rect">
              <a:avLst/>
            </a:prstGeom>
            <a:noFill/>
            <a:ln w="9525"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grpSp>
          <p:nvGrpSpPr>
            <p:cNvPr id="631" name="Shape 631"/>
            <p:cNvGrpSpPr/>
            <p:nvPr/>
          </p:nvGrpSpPr>
          <p:grpSpPr>
            <a:xfrm>
              <a:off x="5844268" y="4033428"/>
              <a:ext cx="443846" cy="340761"/>
              <a:chOff x="964" y="149"/>
              <a:chExt cx="3832" cy="2942"/>
            </a:xfrm>
          </p:grpSpPr>
          <p:sp>
            <p:nvSpPr>
              <p:cNvPr id="632" name="Shape 632"/>
              <p:cNvSpPr/>
              <p:nvPr/>
            </p:nvSpPr>
            <p:spPr>
              <a:xfrm>
                <a:off x="964" y="149"/>
                <a:ext cx="3832" cy="2942"/>
              </a:xfrm>
              <a:custGeom>
                <a:avLst/>
                <a:gdLst/>
                <a:ahLst/>
                <a:cxnLst/>
                <a:rect l="0" t="0" r="0" b="0"/>
                <a:pathLst>
                  <a:path w="120000" h="120000" extrusionOk="0">
                    <a:moveTo>
                      <a:pt x="105939" y="116410"/>
                    </a:moveTo>
                    <a:lnTo>
                      <a:pt x="105939" y="42501"/>
                    </a:lnTo>
                    <a:lnTo>
                      <a:pt x="81075" y="42501"/>
                    </a:lnTo>
                    <a:lnTo>
                      <a:pt x="81075" y="0"/>
                    </a:lnTo>
                    <a:lnTo>
                      <a:pt x="14060" y="0"/>
                    </a:lnTo>
                    <a:lnTo>
                      <a:pt x="14060" y="116410"/>
                    </a:lnTo>
                    <a:lnTo>
                      <a:pt x="0" y="116410"/>
                    </a:lnTo>
                    <a:lnTo>
                      <a:pt x="0" y="120000"/>
                    </a:lnTo>
                    <a:lnTo>
                      <a:pt x="120000" y="120000"/>
                    </a:lnTo>
                    <a:lnTo>
                      <a:pt x="120000" y="116410"/>
                    </a:lnTo>
                    <a:lnTo>
                      <a:pt x="105939" y="116410"/>
                    </a:lnTo>
                    <a:close/>
                    <a:moveTo>
                      <a:pt x="103183" y="46091"/>
                    </a:moveTo>
                    <a:lnTo>
                      <a:pt x="103183" y="116410"/>
                    </a:lnTo>
                    <a:lnTo>
                      <a:pt x="81075" y="116410"/>
                    </a:lnTo>
                    <a:lnTo>
                      <a:pt x="81075" y="46091"/>
                    </a:lnTo>
                    <a:lnTo>
                      <a:pt x="103183" y="46091"/>
                    </a:lnTo>
                    <a:close/>
                    <a:moveTo>
                      <a:pt x="16816" y="3589"/>
                    </a:moveTo>
                    <a:lnTo>
                      <a:pt x="78319" y="3589"/>
                    </a:lnTo>
                    <a:lnTo>
                      <a:pt x="78319" y="116410"/>
                    </a:lnTo>
                    <a:lnTo>
                      <a:pt x="58997" y="116410"/>
                    </a:lnTo>
                    <a:lnTo>
                      <a:pt x="58997" y="95159"/>
                    </a:lnTo>
                    <a:lnTo>
                      <a:pt x="48945" y="95159"/>
                    </a:lnTo>
                    <a:lnTo>
                      <a:pt x="46189" y="95159"/>
                    </a:lnTo>
                    <a:lnTo>
                      <a:pt x="36137" y="95159"/>
                    </a:lnTo>
                    <a:lnTo>
                      <a:pt x="36137" y="116410"/>
                    </a:lnTo>
                    <a:lnTo>
                      <a:pt x="16816" y="116410"/>
                    </a:lnTo>
                    <a:lnTo>
                      <a:pt x="16816" y="3589"/>
                    </a:lnTo>
                    <a:close/>
                    <a:moveTo>
                      <a:pt x="46189" y="116410"/>
                    </a:moveTo>
                    <a:lnTo>
                      <a:pt x="38924" y="116410"/>
                    </a:lnTo>
                    <a:lnTo>
                      <a:pt x="38924" y="98749"/>
                    </a:lnTo>
                    <a:lnTo>
                      <a:pt x="46189" y="98749"/>
                    </a:lnTo>
                    <a:lnTo>
                      <a:pt x="46189" y="116410"/>
                    </a:lnTo>
                    <a:close/>
                    <a:moveTo>
                      <a:pt x="56242" y="116410"/>
                    </a:moveTo>
                    <a:lnTo>
                      <a:pt x="48945" y="116410"/>
                    </a:lnTo>
                    <a:lnTo>
                      <a:pt x="48945" y="98749"/>
                    </a:lnTo>
                    <a:lnTo>
                      <a:pt x="56242" y="98749"/>
                    </a:lnTo>
                    <a:lnTo>
                      <a:pt x="56242" y="116410"/>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3" name="Shape 633"/>
              <p:cNvSpPr/>
              <p:nvPr/>
            </p:nvSpPr>
            <p:spPr>
              <a:xfrm>
                <a:off x="2895" y="1704"/>
                <a:ext cx="385" cy="385"/>
              </a:xfrm>
              <a:custGeom>
                <a:avLst/>
                <a:gdLst/>
                <a:ahLst/>
                <a:cxnLst/>
                <a:rect l="0" t="0" r="0" b="0"/>
                <a:pathLst>
                  <a:path w="120000" h="120000" extrusionOk="0">
                    <a:moveTo>
                      <a:pt x="120000" y="0"/>
                    </a:moveTo>
                    <a:lnTo>
                      <a:pt x="0" y="0"/>
                    </a:lnTo>
                    <a:lnTo>
                      <a:pt x="0" y="120000"/>
                    </a:lnTo>
                    <a:lnTo>
                      <a:pt x="120000" y="120000"/>
                    </a:lnTo>
                    <a:lnTo>
                      <a:pt x="120000" y="0"/>
                    </a:lnTo>
                    <a:close/>
                    <a:moveTo>
                      <a:pt x="92571" y="92571"/>
                    </a:moveTo>
                    <a:lnTo>
                      <a:pt x="27428" y="92571"/>
                    </a:lnTo>
                    <a:lnTo>
                      <a:pt x="27428" y="27428"/>
                    </a:lnTo>
                    <a:lnTo>
                      <a:pt x="92571" y="27428"/>
                    </a:lnTo>
                    <a:lnTo>
                      <a:pt x="92571" y="92571"/>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4" name="Shape 634"/>
              <p:cNvSpPr/>
              <p:nvPr/>
            </p:nvSpPr>
            <p:spPr>
              <a:xfrm>
                <a:off x="2295" y="1704"/>
                <a:ext cx="377" cy="385"/>
              </a:xfrm>
              <a:custGeom>
                <a:avLst/>
                <a:gdLst/>
                <a:ahLst/>
                <a:cxnLst/>
                <a:rect l="0" t="0" r="0" b="0"/>
                <a:pathLst>
                  <a:path w="120000" h="120000" extrusionOk="0">
                    <a:moveTo>
                      <a:pt x="120000" y="0"/>
                    </a:moveTo>
                    <a:lnTo>
                      <a:pt x="0" y="0"/>
                    </a:lnTo>
                    <a:lnTo>
                      <a:pt x="0" y="120000"/>
                    </a:lnTo>
                    <a:lnTo>
                      <a:pt x="120000" y="120000"/>
                    </a:lnTo>
                    <a:lnTo>
                      <a:pt x="120000" y="0"/>
                    </a:lnTo>
                    <a:close/>
                    <a:moveTo>
                      <a:pt x="91671" y="92571"/>
                    </a:moveTo>
                    <a:lnTo>
                      <a:pt x="28010" y="92571"/>
                    </a:lnTo>
                    <a:lnTo>
                      <a:pt x="28010" y="27428"/>
                    </a:lnTo>
                    <a:lnTo>
                      <a:pt x="91671" y="27428"/>
                    </a:lnTo>
                    <a:lnTo>
                      <a:pt x="91671" y="92571"/>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5" name="Shape 635"/>
              <p:cNvSpPr/>
              <p:nvPr/>
            </p:nvSpPr>
            <p:spPr>
              <a:xfrm>
                <a:off x="1694" y="1704"/>
                <a:ext cx="375" cy="385"/>
              </a:xfrm>
              <a:custGeom>
                <a:avLst/>
                <a:gdLst/>
                <a:ahLst/>
                <a:cxnLst/>
                <a:rect l="0" t="0" r="0" b="0"/>
                <a:pathLst>
                  <a:path w="120000" h="120000" extrusionOk="0">
                    <a:moveTo>
                      <a:pt x="0" y="120000"/>
                    </a:moveTo>
                    <a:lnTo>
                      <a:pt x="120000" y="120000"/>
                    </a:lnTo>
                    <a:lnTo>
                      <a:pt x="120000" y="0"/>
                    </a:lnTo>
                    <a:lnTo>
                      <a:pt x="0" y="0"/>
                    </a:lnTo>
                    <a:lnTo>
                      <a:pt x="0" y="120000"/>
                    </a:lnTo>
                    <a:close/>
                    <a:moveTo>
                      <a:pt x="28085" y="27428"/>
                    </a:moveTo>
                    <a:lnTo>
                      <a:pt x="91914" y="27428"/>
                    </a:lnTo>
                    <a:lnTo>
                      <a:pt x="91914" y="92571"/>
                    </a:lnTo>
                    <a:lnTo>
                      <a:pt x="28085" y="92571"/>
                    </a:lnTo>
                    <a:lnTo>
                      <a:pt x="28085" y="27428"/>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6" name="Shape 636"/>
              <p:cNvSpPr/>
              <p:nvPr/>
            </p:nvSpPr>
            <p:spPr>
              <a:xfrm>
                <a:off x="2895" y="1102"/>
                <a:ext cx="385" cy="377"/>
              </a:xfrm>
              <a:custGeom>
                <a:avLst/>
                <a:gdLst/>
                <a:ahLst/>
                <a:cxnLst/>
                <a:rect l="0" t="0" r="0" b="0"/>
                <a:pathLst>
                  <a:path w="120000" h="120000" extrusionOk="0">
                    <a:moveTo>
                      <a:pt x="120000" y="0"/>
                    </a:moveTo>
                    <a:lnTo>
                      <a:pt x="0" y="0"/>
                    </a:lnTo>
                    <a:lnTo>
                      <a:pt x="0" y="120000"/>
                    </a:lnTo>
                    <a:lnTo>
                      <a:pt x="120000" y="120000"/>
                    </a:lnTo>
                    <a:lnTo>
                      <a:pt x="120000" y="0"/>
                    </a:lnTo>
                    <a:close/>
                    <a:moveTo>
                      <a:pt x="92571" y="91671"/>
                    </a:moveTo>
                    <a:lnTo>
                      <a:pt x="27428" y="91671"/>
                    </a:lnTo>
                    <a:lnTo>
                      <a:pt x="27428" y="28010"/>
                    </a:lnTo>
                    <a:lnTo>
                      <a:pt x="92571" y="28010"/>
                    </a:lnTo>
                    <a:lnTo>
                      <a:pt x="92571" y="91671"/>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7" name="Shape 637"/>
              <p:cNvSpPr/>
              <p:nvPr/>
            </p:nvSpPr>
            <p:spPr>
              <a:xfrm>
                <a:off x="2295" y="1102"/>
                <a:ext cx="377" cy="377"/>
              </a:xfrm>
              <a:custGeom>
                <a:avLst/>
                <a:gdLst/>
                <a:ahLst/>
                <a:cxnLst/>
                <a:rect l="0" t="0" r="0" b="0"/>
                <a:pathLst>
                  <a:path w="120000" h="120000" extrusionOk="0">
                    <a:moveTo>
                      <a:pt x="120000" y="0"/>
                    </a:moveTo>
                    <a:lnTo>
                      <a:pt x="0" y="0"/>
                    </a:lnTo>
                    <a:lnTo>
                      <a:pt x="0" y="120000"/>
                    </a:lnTo>
                    <a:lnTo>
                      <a:pt x="120000" y="120000"/>
                    </a:lnTo>
                    <a:lnTo>
                      <a:pt x="120000" y="0"/>
                    </a:lnTo>
                    <a:close/>
                    <a:moveTo>
                      <a:pt x="91671" y="91671"/>
                    </a:moveTo>
                    <a:lnTo>
                      <a:pt x="28010" y="91671"/>
                    </a:lnTo>
                    <a:lnTo>
                      <a:pt x="28010" y="28010"/>
                    </a:lnTo>
                    <a:lnTo>
                      <a:pt x="91671" y="28010"/>
                    </a:lnTo>
                    <a:lnTo>
                      <a:pt x="91671" y="91671"/>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8" name="Shape 638"/>
              <p:cNvSpPr/>
              <p:nvPr/>
            </p:nvSpPr>
            <p:spPr>
              <a:xfrm>
                <a:off x="1694" y="1102"/>
                <a:ext cx="375" cy="377"/>
              </a:xfrm>
              <a:custGeom>
                <a:avLst/>
                <a:gdLst/>
                <a:ahLst/>
                <a:cxnLst/>
                <a:rect l="0" t="0" r="0" b="0"/>
                <a:pathLst>
                  <a:path w="120000" h="120000" extrusionOk="0">
                    <a:moveTo>
                      <a:pt x="0" y="120000"/>
                    </a:moveTo>
                    <a:lnTo>
                      <a:pt x="120000" y="120000"/>
                    </a:lnTo>
                    <a:lnTo>
                      <a:pt x="120000" y="0"/>
                    </a:lnTo>
                    <a:lnTo>
                      <a:pt x="0" y="0"/>
                    </a:lnTo>
                    <a:lnTo>
                      <a:pt x="0" y="120000"/>
                    </a:lnTo>
                    <a:close/>
                    <a:moveTo>
                      <a:pt x="28085" y="28010"/>
                    </a:moveTo>
                    <a:lnTo>
                      <a:pt x="91914" y="28010"/>
                    </a:lnTo>
                    <a:lnTo>
                      <a:pt x="91914" y="91671"/>
                    </a:lnTo>
                    <a:lnTo>
                      <a:pt x="28085" y="91671"/>
                    </a:lnTo>
                    <a:lnTo>
                      <a:pt x="28085" y="28010"/>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39" name="Shape 639"/>
              <p:cNvSpPr/>
              <p:nvPr/>
            </p:nvSpPr>
            <p:spPr>
              <a:xfrm>
                <a:off x="2895" y="501"/>
                <a:ext cx="385" cy="375"/>
              </a:xfrm>
              <a:custGeom>
                <a:avLst/>
                <a:gdLst/>
                <a:ahLst/>
                <a:cxnLst/>
                <a:rect l="0" t="0" r="0" b="0"/>
                <a:pathLst>
                  <a:path w="120000" h="120000" extrusionOk="0">
                    <a:moveTo>
                      <a:pt x="120000" y="0"/>
                    </a:moveTo>
                    <a:lnTo>
                      <a:pt x="0" y="0"/>
                    </a:lnTo>
                    <a:lnTo>
                      <a:pt x="0" y="120000"/>
                    </a:lnTo>
                    <a:lnTo>
                      <a:pt x="120000" y="120000"/>
                    </a:lnTo>
                    <a:lnTo>
                      <a:pt x="120000" y="0"/>
                    </a:lnTo>
                    <a:close/>
                    <a:moveTo>
                      <a:pt x="92571" y="91914"/>
                    </a:moveTo>
                    <a:lnTo>
                      <a:pt x="27428" y="91914"/>
                    </a:lnTo>
                    <a:lnTo>
                      <a:pt x="27428" y="28085"/>
                    </a:lnTo>
                    <a:lnTo>
                      <a:pt x="92571" y="28085"/>
                    </a:lnTo>
                    <a:lnTo>
                      <a:pt x="92571" y="91914"/>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40" name="Shape 640"/>
              <p:cNvSpPr/>
              <p:nvPr/>
            </p:nvSpPr>
            <p:spPr>
              <a:xfrm>
                <a:off x="2295" y="501"/>
                <a:ext cx="377" cy="375"/>
              </a:xfrm>
              <a:custGeom>
                <a:avLst/>
                <a:gdLst/>
                <a:ahLst/>
                <a:cxnLst/>
                <a:rect l="0" t="0" r="0" b="0"/>
                <a:pathLst>
                  <a:path w="120000" h="120000" extrusionOk="0">
                    <a:moveTo>
                      <a:pt x="120000" y="0"/>
                    </a:moveTo>
                    <a:lnTo>
                      <a:pt x="0" y="0"/>
                    </a:lnTo>
                    <a:lnTo>
                      <a:pt x="0" y="120000"/>
                    </a:lnTo>
                    <a:lnTo>
                      <a:pt x="120000" y="120000"/>
                    </a:lnTo>
                    <a:lnTo>
                      <a:pt x="120000" y="0"/>
                    </a:lnTo>
                    <a:close/>
                    <a:moveTo>
                      <a:pt x="91671" y="91914"/>
                    </a:moveTo>
                    <a:lnTo>
                      <a:pt x="28010" y="91914"/>
                    </a:lnTo>
                    <a:lnTo>
                      <a:pt x="28010" y="28085"/>
                    </a:lnTo>
                    <a:lnTo>
                      <a:pt x="91671" y="28085"/>
                    </a:lnTo>
                    <a:lnTo>
                      <a:pt x="91671" y="91914"/>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41" name="Shape 641"/>
              <p:cNvSpPr/>
              <p:nvPr/>
            </p:nvSpPr>
            <p:spPr>
              <a:xfrm>
                <a:off x="1694" y="501"/>
                <a:ext cx="375" cy="375"/>
              </a:xfrm>
              <a:custGeom>
                <a:avLst/>
                <a:gdLst/>
                <a:ahLst/>
                <a:cxnLst/>
                <a:rect l="0" t="0" r="0" b="0"/>
                <a:pathLst>
                  <a:path w="120000" h="120000" extrusionOk="0">
                    <a:moveTo>
                      <a:pt x="0" y="0"/>
                    </a:moveTo>
                    <a:lnTo>
                      <a:pt x="0" y="120000"/>
                    </a:lnTo>
                    <a:lnTo>
                      <a:pt x="120000" y="120000"/>
                    </a:lnTo>
                    <a:lnTo>
                      <a:pt x="120000" y="0"/>
                    </a:lnTo>
                    <a:lnTo>
                      <a:pt x="0" y="0"/>
                    </a:lnTo>
                    <a:close/>
                    <a:moveTo>
                      <a:pt x="91914" y="91914"/>
                    </a:moveTo>
                    <a:lnTo>
                      <a:pt x="28085" y="91914"/>
                    </a:lnTo>
                    <a:lnTo>
                      <a:pt x="28085" y="28085"/>
                    </a:lnTo>
                    <a:lnTo>
                      <a:pt x="91914" y="28085"/>
                    </a:lnTo>
                    <a:lnTo>
                      <a:pt x="91914" y="91914"/>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42" name="Shape 642"/>
              <p:cNvSpPr/>
              <p:nvPr/>
            </p:nvSpPr>
            <p:spPr>
              <a:xfrm>
                <a:off x="3722" y="2062"/>
                <a:ext cx="377" cy="385"/>
              </a:xfrm>
              <a:custGeom>
                <a:avLst/>
                <a:gdLst/>
                <a:ahLst/>
                <a:cxnLst/>
                <a:rect l="0" t="0" r="0" b="0"/>
                <a:pathLst>
                  <a:path w="120000" h="120000" extrusionOk="0">
                    <a:moveTo>
                      <a:pt x="120000" y="120000"/>
                    </a:moveTo>
                    <a:lnTo>
                      <a:pt x="120000" y="0"/>
                    </a:lnTo>
                    <a:lnTo>
                      <a:pt x="0" y="0"/>
                    </a:lnTo>
                    <a:lnTo>
                      <a:pt x="0" y="120000"/>
                    </a:lnTo>
                    <a:lnTo>
                      <a:pt x="120000" y="120000"/>
                    </a:lnTo>
                    <a:close/>
                    <a:moveTo>
                      <a:pt x="28010" y="27428"/>
                    </a:moveTo>
                    <a:lnTo>
                      <a:pt x="91671" y="27428"/>
                    </a:lnTo>
                    <a:lnTo>
                      <a:pt x="91671" y="92571"/>
                    </a:lnTo>
                    <a:lnTo>
                      <a:pt x="28010" y="92571"/>
                    </a:lnTo>
                    <a:lnTo>
                      <a:pt x="28010" y="27428"/>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43" name="Shape 643"/>
              <p:cNvSpPr/>
              <p:nvPr/>
            </p:nvSpPr>
            <p:spPr>
              <a:xfrm>
                <a:off x="3722" y="1464"/>
                <a:ext cx="377" cy="375"/>
              </a:xfrm>
              <a:custGeom>
                <a:avLst/>
                <a:gdLst/>
                <a:ahLst/>
                <a:cxnLst/>
                <a:rect l="0" t="0" r="0" b="0"/>
                <a:pathLst>
                  <a:path w="120000" h="120000" extrusionOk="0">
                    <a:moveTo>
                      <a:pt x="120000" y="0"/>
                    </a:moveTo>
                    <a:lnTo>
                      <a:pt x="0" y="0"/>
                    </a:lnTo>
                    <a:lnTo>
                      <a:pt x="0" y="120000"/>
                    </a:lnTo>
                    <a:lnTo>
                      <a:pt x="120000" y="120000"/>
                    </a:lnTo>
                    <a:lnTo>
                      <a:pt x="120000" y="0"/>
                    </a:lnTo>
                    <a:close/>
                    <a:moveTo>
                      <a:pt x="91671" y="91914"/>
                    </a:moveTo>
                    <a:lnTo>
                      <a:pt x="28010" y="91914"/>
                    </a:lnTo>
                    <a:lnTo>
                      <a:pt x="28010" y="28085"/>
                    </a:lnTo>
                    <a:lnTo>
                      <a:pt x="91671" y="28085"/>
                    </a:lnTo>
                    <a:lnTo>
                      <a:pt x="91671" y="91914"/>
                    </a:lnTo>
                    <a:close/>
                  </a:path>
                </a:pathLst>
              </a:custGeom>
              <a:noFill/>
              <a:ln w="9525" cap="flat"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grpSp>
      <p:sp>
        <p:nvSpPr>
          <p:cNvPr id="644" name="Shape 644"/>
          <p:cNvSpPr/>
          <p:nvPr/>
        </p:nvSpPr>
        <p:spPr>
          <a:xfrm flipH="1">
            <a:off x="5999181" y="2880725"/>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45" name="Shape 645"/>
          <p:cNvSpPr/>
          <p:nvPr/>
        </p:nvSpPr>
        <p:spPr>
          <a:xfrm flipH="1">
            <a:off x="5999181" y="2155393"/>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46" name="Shape 646"/>
          <p:cNvSpPr/>
          <p:nvPr/>
        </p:nvSpPr>
        <p:spPr>
          <a:xfrm flipH="1">
            <a:off x="5999181" y="1436778"/>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47" name="Shape 647"/>
          <p:cNvSpPr/>
          <p:nvPr/>
        </p:nvSpPr>
        <p:spPr>
          <a:xfrm flipH="1">
            <a:off x="5999181" y="3605158"/>
            <a:ext cx="2108716" cy="676984"/>
          </a:xfrm>
          <a:prstGeom prst="rect">
            <a:avLst/>
          </a:prstGeom>
          <a:solidFill>
            <a:srgbClr val="E2E6E9"/>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48" name="Shape 648"/>
          <p:cNvSpPr/>
          <p:nvPr/>
        </p:nvSpPr>
        <p:spPr>
          <a:xfrm flipH="1">
            <a:off x="5397709" y="2880725"/>
            <a:ext cx="819535" cy="676984"/>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49" name="Shape 649"/>
          <p:cNvSpPr/>
          <p:nvPr/>
        </p:nvSpPr>
        <p:spPr>
          <a:xfrm flipH="1">
            <a:off x="5397709" y="2155393"/>
            <a:ext cx="819535" cy="676984"/>
          </a:xfrm>
          <a:prstGeom prst="rect">
            <a:avLst/>
          </a:prstGeom>
          <a:solidFill>
            <a:schemeClr val="accent5"/>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50" name="Shape 650"/>
          <p:cNvSpPr/>
          <p:nvPr/>
        </p:nvSpPr>
        <p:spPr>
          <a:xfrm flipH="1">
            <a:off x="5397709" y="1436778"/>
            <a:ext cx="819535" cy="676984"/>
          </a:xfrm>
          <a:prstGeom prst="rect">
            <a:avLst/>
          </a:prstGeom>
          <a:solidFill>
            <a:schemeClr val="accent4"/>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51" name="Shape 651"/>
          <p:cNvSpPr txBox="1"/>
          <p:nvPr/>
        </p:nvSpPr>
        <p:spPr>
          <a:xfrm>
            <a:off x="6348919" y="1578408"/>
            <a:ext cx="2655128"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Virtual</a:t>
            </a:r>
          </a:p>
        </p:txBody>
      </p:sp>
      <p:sp>
        <p:nvSpPr>
          <p:cNvPr id="652" name="Shape 652"/>
          <p:cNvSpPr txBox="1"/>
          <p:nvPr/>
        </p:nvSpPr>
        <p:spPr>
          <a:xfrm>
            <a:off x="6348919" y="3084921"/>
            <a:ext cx="2350323"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Windows</a:t>
            </a:r>
          </a:p>
        </p:txBody>
      </p:sp>
      <p:sp>
        <p:nvSpPr>
          <p:cNvPr id="653" name="Shape 653"/>
          <p:cNvSpPr txBox="1"/>
          <p:nvPr/>
        </p:nvSpPr>
        <p:spPr>
          <a:xfrm>
            <a:off x="6348919" y="2297023"/>
            <a:ext cx="2536722"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Cloud</a:t>
            </a:r>
          </a:p>
        </p:txBody>
      </p:sp>
      <p:sp>
        <p:nvSpPr>
          <p:cNvPr id="654" name="Shape 654"/>
          <p:cNvSpPr/>
          <p:nvPr/>
        </p:nvSpPr>
        <p:spPr>
          <a:xfrm flipH="1">
            <a:off x="5397709" y="3605157"/>
            <a:ext cx="819535" cy="676984"/>
          </a:xfrm>
          <a:prstGeom prst="rect">
            <a:avLst/>
          </a:prstGeom>
          <a:solidFill>
            <a:schemeClr val="accent3"/>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Arial"/>
              <a:ea typeface="Arial"/>
              <a:cs typeface="Arial"/>
              <a:sym typeface="Arial"/>
            </a:endParaRPr>
          </a:p>
        </p:txBody>
      </p:sp>
      <p:sp>
        <p:nvSpPr>
          <p:cNvPr id="655" name="Shape 655"/>
          <p:cNvSpPr txBox="1"/>
          <p:nvPr/>
        </p:nvSpPr>
        <p:spPr>
          <a:xfrm>
            <a:off x="6348919" y="3808776"/>
            <a:ext cx="1438212" cy="33855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394E55"/>
              </a:buClr>
              <a:buSzPct val="25000"/>
              <a:buFont typeface="Arial"/>
              <a:buNone/>
            </a:pPr>
            <a:r>
              <a:rPr lang="en" sz="1600" b="0" i="0" u="none" strike="noStrike" cap="none">
                <a:solidFill>
                  <a:srgbClr val="394E55"/>
                </a:solidFill>
                <a:latin typeface="Arial"/>
                <a:ea typeface="Arial"/>
                <a:cs typeface="Arial"/>
                <a:sym typeface="Arial"/>
              </a:rPr>
              <a:t>Microservices</a:t>
            </a:r>
          </a:p>
        </p:txBody>
      </p:sp>
      <p:sp>
        <p:nvSpPr>
          <p:cNvPr id="656" name="Shape 656"/>
          <p:cNvSpPr/>
          <p:nvPr/>
        </p:nvSpPr>
        <p:spPr>
          <a:xfrm>
            <a:off x="5599880" y="3014553"/>
            <a:ext cx="399300" cy="393616"/>
          </a:xfrm>
          <a:custGeom>
            <a:avLst/>
            <a:gdLst/>
            <a:ahLst/>
            <a:cxnLst/>
            <a:rect l="0" t="0" r="0" b="0"/>
            <a:pathLst>
              <a:path w="120000" h="120000" extrusionOk="0">
                <a:moveTo>
                  <a:pt x="0" y="103028"/>
                </a:moveTo>
                <a:lnTo>
                  <a:pt x="48866" y="110016"/>
                </a:lnTo>
                <a:lnTo>
                  <a:pt x="48866" y="63494"/>
                </a:lnTo>
                <a:lnTo>
                  <a:pt x="0" y="63494"/>
                </a:lnTo>
                <a:lnTo>
                  <a:pt x="0" y="103028"/>
                </a:lnTo>
                <a:close/>
                <a:moveTo>
                  <a:pt x="0" y="56306"/>
                </a:moveTo>
                <a:lnTo>
                  <a:pt x="48866" y="56306"/>
                </a:lnTo>
                <a:lnTo>
                  <a:pt x="48866" y="9783"/>
                </a:lnTo>
                <a:lnTo>
                  <a:pt x="0" y="16971"/>
                </a:lnTo>
                <a:lnTo>
                  <a:pt x="0" y="56306"/>
                </a:lnTo>
                <a:close/>
                <a:moveTo>
                  <a:pt x="54384" y="111414"/>
                </a:moveTo>
                <a:lnTo>
                  <a:pt x="119802" y="119800"/>
                </a:lnTo>
                <a:lnTo>
                  <a:pt x="119802" y="63494"/>
                </a:lnTo>
                <a:lnTo>
                  <a:pt x="54384" y="63494"/>
                </a:lnTo>
                <a:lnTo>
                  <a:pt x="54384" y="111414"/>
                </a:lnTo>
                <a:close/>
                <a:moveTo>
                  <a:pt x="54384" y="9783"/>
                </a:moveTo>
                <a:lnTo>
                  <a:pt x="54384" y="56306"/>
                </a:lnTo>
                <a:lnTo>
                  <a:pt x="119802" y="56306"/>
                </a:lnTo>
                <a:lnTo>
                  <a:pt x="119802" y="0"/>
                </a:lnTo>
                <a:lnTo>
                  <a:pt x="54384" y="9783"/>
                </a:lnTo>
                <a:close/>
              </a:path>
            </a:pathLst>
          </a:custGeom>
          <a:solidFill>
            <a:schemeClr val="lt1"/>
          </a:solid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57" name="Shape 657"/>
          <p:cNvSpPr/>
          <p:nvPr/>
        </p:nvSpPr>
        <p:spPr>
          <a:xfrm>
            <a:off x="5560928" y="2347868"/>
            <a:ext cx="475275" cy="313105"/>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lt1"/>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58" name="Shape 658"/>
          <p:cNvSpPr/>
          <p:nvPr/>
        </p:nvSpPr>
        <p:spPr>
          <a:xfrm rot="5400000">
            <a:off x="5538163" y="3951139"/>
            <a:ext cx="178461" cy="163486"/>
          </a:xfrm>
          <a:prstGeom prst="hexagon">
            <a:avLst>
              <a:gd name="adj" fmla="val 25000"/>
              <a:gd name="vf" fmla="val 115470"/>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59" name="Shape 659"/>
          <p:cNvSpPr/>
          <p:nvPr/>
        </p:nvSpPr>
        <p:spPr>
          <a:xfrm rot="5400000">
            <a:off x="5746372" y="3989357"/>
            <a:ext cx="178461" cy="163486"/>
          </a:xfrm>
          <a:prstGeom prst="hexagon">
            <a:avLst>
              <a:gd name="adj" fmla="val 25000"/>
              <a:gd name="vf" fmla="val 115470"/>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60" name="Shape 660"/>
          <p:cNvSpPr/>
          <p:nvPr/>
        </p:nvSpPr>
        <p:spPr>
          <a:xfrm rot="5400000">
            <a:off x="5865230" y="3807080"/>
            <a:ext cx="178461" cy="163486"/>
          </a:xfrm>
          <a:prstGeom prst="hexagon">
            <a:avLst>
              <a:gd name="adj" fmla="val 25000"/>
              <a:gd name="vf" fmla="val 115470"/>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61" name="Shape 661"/>
          <p:cNvSpPr/>
          <p:nvPr/>
        </p:nvSpPr>
        <p:spPr>
          <a:xfrm rot="5400000">
            <a:off x="5664628" y="3789503"/>
            <a:ext cx="178461" cy="163486"/>
          </a:xfrm>
          <a:prstGeom prst="hexagon">
            <a:avLst>
              <a:gd name="adj" fmla="val 25000"/>
              <a:gd name="vf" fmla="val 115470"/>
            </a:avLst>
          </a:prstGeom>
          <a:noFill/>
          <a:ln w="12700" cap="flat" cmpd="sng">
            <a:solidFill>
              <a:schemeClr val="lt1"/>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grpSp>
        <p:nvGrpSpPr>
          <p:cNvPr id="662" name="Shape 662"/>
          <p:cNvGrpSpPr/>
          <p:nvPr/>
        </p:nvGrpSpPr>
        <p:grpSpPr>
          <a:xfrm>
            <a:off x="5664704" y="1615470"/>
            <a:ext cx="343446" cy="333238"/>
            <a:chOff x="5845264" y="3732096"/>
            <a:chExt cx="343446" cy="341048"/>
          </a:xfrm>
        </p:grpSpPr>
        <p:sp>
          <p:nvSpPr>
            <p:cNvPr id="663" name="Shape 663"/>
            <p:cNvSpPr/>
            <p:nvPr/>
          </p:nvSpPr>
          <p:spPr>
            <a:xfrm>
              <a:off x="5845264" y="3732096"/>
              <a:ext cx="228964" cy="233198"/>
            </a:xfrm>
            <a:prstGeom prst="rect">
              <a:avLst/>
            </a:prstGeom>
            <a:noFill/>
            <a:ln w="12700"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64" name="Shape 664"/>
            <p:cNvSpPr/>
            <p:nvPr/>
          </p:nvSpPr>
          <p:spPr>
            <a:xfrm>
              <a:off x="5959746" y="3839946"/>
              <a:ext cx="228964" cy="233198"/>
            </a:xfrm>
            <a:prstGeom prst="rect">
              <a:avLst/>
            </a:prstGeom>
            <a:noFill/>
            <a:ln w="12700"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grpSp>
      <p:sp>
        <p:nvSpPr>
          <p:cNvPr id="665" name="Shape 665"/>
          <p:cNvSpPr/>
          <p:nvPr/>
        </p:nvSpPr>
        <p:spPr>
          <a:xfrm>
            <a:off x="3821735" y="2503618"/>
            <a:ext cx="933450" cy="896734"/>
          </a:xfrm>
          <a:prstGeom prst="mathPlus">
            <a:avLst>
              <a:gd name="adj1" fmla="val 23520"/>
            </a:avLst>
          </a:prstGeom>
          <a:solidFill>
            <a:schemeClr val="dk2"/>
          </a:solidFill>
          <a:ln w="12700" cap="flat" cmpd="sng">
            <a:solidFill>
              <a:schemeClr val="dk2"/>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666" name="Shape 666"/>
          <p:cNvSpPr txBox="1"/>
          <p:nvPr/>
        </p:nvSpPr>
        <p:spPr>
          <a:xfrm>
            <a:off x="242887" y="207982"/>
            <a:ext cx="8643899" cy="613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Arial"/>
              <a:buNone/>
            </a:pPr>
            <a:r>
              <a:rPr lang="en" sz="2800" b="0" i="0" u="none" strike="noStrike" cap="none">
                <a:solidFill>
                  <a:srgbClr val="708491"/>
                </a:solidFill>
                <a:latin typeface="Arial"/>
                <a:ea typeface="Arial"/>
                <a:cs typeface="Arial"/>
                <a:sym typeface="Arial"/>
              </a:rPr>
              <a:t>Organizations Must Deal with Diverse Technology</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Shape 672"/>
          <p:cNvSpPr/>
          <p:nvPr/>
        </p:nvSpPr>
        <p:spPr>
          <a:xfrm>
            <a:off x="1176562" y="2323771"/>
            <a:ext cx="2962800" cy="1466398"/>
          </a:xfrm>
          <a:prstGeom prst="rect">
            <a:avLst/>
          </a:prstGeom>
          <a:solidFill>
            <a:srgbClr val="EEEEEE"/>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rgbClr val="254356"/>
              </a:solidFill>
              <a:latin typeface="Arial"/>
              <a:ea typeface="Arial"/>
              <a:cs typeface="Arial"/>
              <a:sym typeface="Arial"/>
            </a:endParaRPr>
          </a:p>
        </p:txBody>
      </p:sp>
      <p:sp>
        <p:nvSpPr>
          <p:cNvPr id="673" name="Shape 673"/>
          <p:cNvSpPr/>
          <p:nvPr/>
        </p:nvSpPr>
        <p:spPr>
          <a:xfrm>
            <a:off x="1176840" y="1537523"/>
            <a:ext cx="2962800" cy="1031098"/>
          </a:xfrm>
          <a:custGeom>
            <a:avLst/>
            <a:gdLst/>
            <a:ahLst/>
            <a:cxnLst/>
            <a:rect l="0" t="0" r="0" b="0"/>
            <a:pathLst>
              <a:path w="120000" h="120000" extrusionOk="0">
                <a:moveTo>
                  <a:pt x="0" y="0"/>
                </a:moveTo>
                <a:lnTo>
                  <a:pt x="120000" y="0"/>
                </a:lnTo>
                <a:lnTo>
                  <a:pt x="120000" y="95155"/>
                </a:lnTo>
                <a:lnTo>
                  <a:pt x="108118" y="95155"/>
                </a:lnTo>
                <a:lnTo>
                  <a:pt x="99291" y="120000"/>
                </a:lnTo>
                <a:lnTo>
                  <a:pt x="90464" y="95155"/>
                </a:lnTo>
                <a:lnTo>
                  <a:pt x="0" y="95155"/>
                </a:lnTo>
                <a:close/>
              </a:path>
            </a:pathLst>
          </a:custGeom>
          <a:solidFill>
            <a:schemeClr val="accent6"/>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674" name="Shape 674"/>
          <p:cNvSpPr/>
          <p:nvPr/>
        </p:nvSpPr>
        <p:spPr>
          <a:xfrm>
            <a:off x="4962707" y="2323771"/>
            <a:ext cx="2962800" cy="1466398"/>
          </a:xfrm>
          <a:prstGeom prst="rect">
            <a:avLst/>
          </a:prstGeom>
          <a:solidFill>
            <a:srgbClr val="EEEEEE"/>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rgbClr val="254356"/>
              </a:solidFill>
              <a:latin typeface="Arial"/>
              <a:ea typeface="Arial"/>
              <a:cs typeface="Arial"/>
              <a:sym typeface="Arial"/>
            </a:endParaRPr>
          </a:p>
        </p:txBody>
      </p:sp>
      <p:sp>
        <p:nvSpPr>
          <p:cNvPr id="675" name="Shape 675"/>
          <p:cNvSpPr/>
          <p:nvPr/>
        </p:nvSpPr>
        <p:spPr>
          <a:xfrm>
            <a:off x="4962985" y="1537523"/>
            <a:ext cx="2962800" cy="1031098"/>
          </a:xfrm>
          <a:custGeom>
            <a:avLst/>
            <a:gdLst/>
            <a:ahLst/>
            <a:cxnLst/>
            <a:rect l="0" t="0" r="0" b="0"/>
            <a:pathLst>
              <a:path w="120000" h="120000" extrusionOk="0">
                <a:moveTo>
                  <a:pt x="0" y="0"/>
                </a:moveTo>
                <a:lnTo>
                  <a:pt x="120000" y="0"/>
                </a:lnTo>
                <a:lnTo>
                  <a:pt x="120000" y="95155"/>
                </a:lnTo>
                <a:lnTo>
                  <a:pt x="108118" y="95155"/>
                </a:lnTo>
                <a:lnTo>
                  <a:pt x="99291" y="120000"/>
                </a:lnTo>
                <a:lnTo>
                  <a:pt x="90464" y="95155"/>
                </a:lnTo>
                <a:lnTo>
                  <a:pt x="0" y="95155"/>
                </a:lnTo>
                <a:close/>
              </a:path>
            </a:pathLst>
          </a:custGeom>
          <a:solidFill>
            <a:schemeClr val="accent3"/>
          </a:solidFill>
          <a:ln>
            <a:noFill/>
          </a:ln>
        </p:spPr>
        <p:txBody>
          <a:bodyPr lIns="576000" tIns="144000" rIns="252000" bIns="108000" anchor="t" anchorCtr="0">
            <a:noAutofit/>
          </a:bodyPr>
          <a:lstStyle/>
          <a:p>
            <a:pPr marL="0" marR="0" lvl="0" indent="0" algn="l" rtl="0">
              <a:lnSpc>
                <a:spcPct val="90000"/>
              </a:lnSpc>
              <a:spcBef>
                <a:spcPts val="0"/>
              </a:spcBef>
              <a:spcAft>
                <a:spcPts val="0"/>
              </a:spcAft>
              <a:buClr>
                <a:srgbClr val="000000"/>
              </a:buClr>
              <a:buFont typeface="Arial"/>
              <a:buNone/>
            </a:pPr>
            <a:endParaRPr sz="1100" b="0" i="0" u="none" strike="noStrike" cap="none">
              <a:solidFill>
                <a:srgbClr val="FFFFFF"/>
              </a:solidFill>
              <a:latin typeface="Arial"/>
              <a:ea typeface="Arial"/>
              <a:cs typeface="Arial"/>
              <a:sym typeface="Arial"/>
            </a:endParaRPr>
          </a:p>
        </p:txBody>
      </p:sp>
      <p:sp>
        <p:nvSpPr>
          <p:cNvPr id="676" name="Shape 676"/>
          <p:cNvSpPr/>
          <p:nvPr/>
        </p:nvSpPr>
        <p:spPr>
          <a:xfrm>
            <a:off x="2253375" y="1751700"/>
            <a:ext cx="1835699" cy="40019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2000" b="1" i="0" u="none" strike="noStrike" cap="none">
                <a:solidFill>
                  <a:srgbClr val="FFFFFF"/>
                </a:solidFill>
                <a:latin typeface="Arial"/>
                <a:ea typeface="Arial"/>
                <a:cs typeface="Arial"/>
                <a:sym typeface="Arial"/>
              </a:rPr>
              <a:t>Developers</a:t>
            </a:r>
          </a:p>
        </p:txBody>
      </p:sp>
      <p:sp>
        <p:nvSpPr>
          <p:cNvPr id="677" name="Shape 677"/>
          <p:cNvSpPr/>
          <p:nvPr/>
        </p:nvSpPr>
        <p:spPr>
          <a:xfrm>
            <a:off x="5993132" y="1726374"/>
            <a:ext cx="1835699" cy="40019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2000" b="1" i="0" u="none" strike="noStrike" cap="none">
                <a:solidFill>
                  <a:srgbClr val="FFFFFF"/>
                </a:solidFill>
                <a:latin typeface="Arial"/>
                <a:ea typeface="Arial"/>
                <a:cs typeface="Arial"/>
                <a:sym typeface="Arial"/>
              </a:rPr>
              <a:t>IT Operations</a:t>
            </a:r>
          </a:p>
        </p:txBody>
      </p:sp>
      <p:sp>
        <p:nvSpPr>
          <p:cNvPr id="678" name="Shape 678"/>
          <p:cNvSpPr/>
          <p:nvPr/>
        </p:nvSpPr>
        <p:spPr>
          <a:xfrm>
            <a:off x="1364504" y="2713046"/>
            <a:ext cx="2456998" cy="953998"/>
          </a:xfrm>
          <a:prstGeom prst="rect">
            <a:avLst/>
          </a:prstGeom>
          <a:noFill/>
          <a:ln>
            <a:noFill/>
          </a:ln>
        </p:spPr>
        <p:txBody>
          <a:bodyPr lIns="91425" tIns="45700" rIns="91425" bIns="45700" anchor="t" anchorCtr="0">
            <a:noAutofit/>
          </a:bodyPr>
          <a:lstStyle/>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254356"/>
                </a:solidFill>
                <a:latin typeface="Arial"/>
                <a:ea typeface="Arial"/>
                <a:cs typeface="Arial"/>
                <a:sym typeface="Arial"/>
              </a:rPr>
              <a:t>Freedom to create and deploy apps fast</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254356"/>
                </a:solidFill>
                <a:latin typeface="Arial"/>
                <a:ea typeface="Arial"/>
                <a:cs typeface="Arial"/>
                <a:sym typeface="Arial"/>
              </a:rPr>
              <a:t>Define and package application needs </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254356"/>
              </a:solidFill>
              <a:latin typeface="Arial"/>
              <a:ea typeface="Arial"/>
              <a:cs typeface="Arial"/>
              <a:sym typeface="Arial"/>
            </a:endParaRPr>
          </a:p>
        </p:txBody>
      </p:sp>
      <p:sp>
        <p:nvSpPr>
          <p:cNvPr id="679" name="Shape 679"/>
          <p:cNvSpPr/>
          <p:nvPr/>
        </p:nvSpPr>
        <p:spPr>
          <a:xfrm>
            <a:off x="5215630" y="2713046"/>
            <a:ext cx="2613300" cy="1169699"/>
          </a:xfrm>
          <a:prstGeom prst="rect">
            <a:avLst/>
          </a:prstGeom>
          <a:noFill/>
          <a:ln>
            <a:noFill/>
          </a:ln>
        </p:spPr>
        <p:txBody>
          <a:bodyPr lIns="91425" tIns="45700" rIns="91425" bIns="45700" anchor="t" anchorCtr="0">
            <a:noAutofit/>
          </a:bodyPr>
          <a:lstStyle/>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254356"/>
                </a:solidFill>
                <a:latin typeface="Arial"/>
                <a:ea typeface="Arial"/>
                <a:cs typeface="Arial"/>
                <a:sym typeface="Arial"/>
              </a:rPr>
              <a:t>Quickly and flexibly respond to changing needs</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254356"/>
                </a:solidFill>
                <a:latin typeface="Arial"/>
                <a:ea typeface="Arial"/>
                <a:cs typeface="Arial"/>
                <a:sym typeface="Arial"/>
              </a:rPr>
              <a:t>Standardize, secure, and manage</a:t>
            </a:r>
          </a:p>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254356"/>
              </a:solidFill>
              <a:latin typeface="Arial"/>
              <a:ea typeface="Arial"/>
              <a:cs typeface="Arial"/>
              <a:sym typeface="Arial"/>
            </a:endParaRPr>
          </a:p>
        </p:txBody>
      </p:sp>
      <p:grpSp>
        <p:nvGrpSpPr>
          <p:cNvPr id="680" name="Shape 680"/>
          <p:cNvGrpSpPr/>
          <p:nvPr/>
        </p:nvGrpSpPr>
        <p:grpSpPr>
          <a:xfrm>
            <a:off x="5215629" y="1684565"/>
            <a:ext cx="627922" cy="556001"/>
            <a:chOff x="-1979613" y="1857375"/>
            <a:chExt cx="2273437" cy="2013038"/>
          </a:xfrm>
        </p:grpSpPr>
        <p:sp>
          <p:nvSpPr>
            <p:cNvPr id="681" name="Shape 681"/>
            <p:cNvSpPr/>
            <p:nvPr/>
          </p:nvSpPr>
          <p:spPr>
            <a:xfrm>
              <a:off x="-1425575" y="1890713"/>
              <a:ext cx="1154100" cy="1979700"/>
            </a:xfrm>
            <a:custGeom>
              <a:avLst/>
              <a:gdLst/>
              <a:ahLst/>
              <a:cxnLst/>
              <a:rect l="0" t="0" r="0" b="0"/>
              <a:pathLst>
                <a:path w="120000" h="120000" extrusionOk="0">
                  <a:moveTo>
                    <a:pt x="109411" y="119999"/>
                  </a:moveTo>
                  <a:cubicBezTo>
                    <a:pt x="85882" y="119999"/>
                    <a:pt x="85882" y="119999"/>
                    <a:pt x="85882" y="119999"/>
                  </a:cubicBezTo>
                  <a:cubicBezTo>
                    <a:pt x="83529" y="119999"/>
                    <a:pt x="81176" y="118628"/>
                    <a:pt x="81176" y="117257"/>
                  </a:cubicBezTo>
                  <a:cubicBezTo>
                    <a:pt x="81176" y="115885"/>
                    <a:pt x="83529" y="114514"/>
                    <a:pt x="85882" y="114514"/>
                  </a:cubicBezTo>
                  <a:cubicBezTo>
                    <a:pt x="109411" y="114514"/>
                    <a:pt x="109411" y="114514"/>
                    <a:pt x="109411" y="114514"/>
                  </a:cubicBezTo>
                  <a:cubicBezTo>
                    <a:pt x="109411" y="114514"/>
                    <a:pt x="110588" y="114514"/>
                    <a:pt x="110588" y="113828"/>
                  </a:cubicBezTo>
                  <a:cubicBezTo>
                    <a:pt x="110588" y="87085"/>
                    <a:pt x="110588" y="87085"/>
                    <a:pt x="110588" y="87085"/>
                  </a:cubicBezTo>
                  <a:cubicBezTo>
                    <a:pt x="110588" y="87085"/>
                    <a:pt x="110588" y="87085"/>
                    <a:pt x="110588" y="87085"/>
                  </a:cubicBezTo>
                  <a:cubicBezTo>
                    <a:pt x="110588" y="74057"/>
                    <a:pt x="94117" y="62399"/>
                    <a:pt x="71764" y="59657"/>
                  </a:cubicBezTo>
                  <a:cubicBezTo>
                    <a:pt x="69411" y="58971"/>
                    <a:pt x="68235" y="58285"/>
                    <a:pt x="68235" y="56914"/>
                  </a:cubicBezTo>
                  <a:cubicBezTo>
                    <a:pt x="68235" y="48685"/>
                    <a:pt x="68235" y="48685"/>
                    <a:pt x="68235" y="48685"/>
                  </a:cubicBezTo>
                  <a:cubicBezTo>
                    <a:pt x="68235" y="48000"/>
                    <a:pt x="69411" y="46628"/>
                    <a:pt x="70588" y="45942"/>
                  </a:cubicBezTo>
                  <a:cubicBezTo>
                    <a:pt x="77647" y="44571"/>
                    <a:pt x="82352" y="40457"/>
                    <a:pt x="85882" y="35657"/>
                  </a:cubicBezTo>
                  <a:cubicBezTo>
                    <a:pt x="87058" y="34971"/>
                    <a:pt x="88235" y="34285"/>
                    <a:pt x="90588" y="34285"/>
                  </a:cubicBezTo>
                  <a:cubicBezTo>
                    <a:pt x="91764" y="34285"/>
                    <a:pt x="91764" y="34285"/>
                    <a:pt x="91764" y="34285"/>
                  </a:cubicBezTo>
                  <a:cubicBezTo>
                    <a:pt x="94117" y="34285"/>
                    <a:pt x="97647" y="31542"/>
                    <a:pt x="97647" y="28114"/>
                  </a:cubicBezTo>
                  <a:cubicBezTo>
                    <a:pt x="97647" y="24685"/>
                    <a:pt x="94117" y="21942"/>
                    <a:pt x="91764" y="21942"/>
                  </a:cubicBezTo>
                  <a:cubicBezTo>
                    <a:pt x="89411" y="21942"/>
                    <a:pt x="88235" y="21257"/>
                    <a:pt x="87058" y="19885"/>
                  </a:cubicBezTo>
                  <a:cubicBezTo>
                    <a:pt x="83529" y="11657"/>
                    <a:pt x="71764" y="5485"/>
                    <a:pt x="60000" y="5485"/>
                  </a:cubicBezTo>
                  <a:cubicBezTo>
                    <a:pt x="47058" y="5485"/>
                    <a:pt x="36470" y="11657"/>
                    <a:pt x="31764" y="19885"/>
                  </a:cubicBezTo>
                  <a:cubicBezTo>
                    <a:pt x="31764" y="21257"/>
                    <a:pt x="29411" y="21942"/>
                    <a:pt x="28235" y="21942"/>
                  </a:cubicBezTo>
                  <a:cubicBezTo>
                    <a:pt x="24705" y="21942"/>
                    <a:pt x="21176" y="24685"/>
                    <a:pt x="21176" y="28114"/>
                  </a:cubicBezTo>
                  <a:cubicBezTo>
                    <a:pt x="21176" y="31542"/>
                    <a:pt x="24705" y="34285"/>
                    <a:pt x="28235" y="34285"/>
                  </a:cubicBezTo>
                  <a:cubicBezTo>
                    <a:pt x="28235" y="34285"/>
                    <a:pt x="28235" y="34285"/>
                    <a:pt x="28235" y="34285"/>
                  </a:cubicBezTo>
                  <a:cubicBezTo>
                    <a:pt x="30588" y="34285"/>
                    <a:pt x="32941" y="34971"/>
                    <a:pt x="34117" y="35657"/>
                  </a:cubicBezTo>
                  <a:cubicBezTo>
                    <a:pt x="36470" y="40457"/>
                    <a:pt x="42352" y="44571"/>
                    <a:pt x="48235" y="45942"/>
                  </a:cubicBezTo>
                  <a:cubicBezTo>
                    <a:pt x="50588" y="46628"/>
                    <a:pt x="51764" y="48000"/>
                    <a:pt x="51764" y="48685"/>
                  </a:cubicBezTo>
                  <a:cubicBezTo>
                    <a:pt x="51764" y="56914"/>
                    <a:pt x="51764" y="56914"/>
                    <a:pt x="51764" y="56914"/>
                  </a:cubicBezTo>
                  <a:cubicBezTo>
                    <a:pt x="51764" y="58285"/>
                    <a:pt x="49411" y="58971"/>
                    <a:pt x="47058" y="59657"/>
                  </a:cubicBezTo>
                  <a:cubicBezTo>
                    <a:pt x="24705" y="62399"/>
                    <a:pt x="9411" y="74057"/>
                    <a:pt x="9411" y="87085"/>
                  </a:cubicBezTo>
                  <a:cubicBezTo>
                    <a:pt x="9411" y="113828"/>
                    <a:pt x="9411" y="113828"/>
                    <a:pt x="9411" y="113828"/>
                  </a:cubicBezTo>
                  <a:cubicBezTo>
                    <a:pt x="9411" y="114514"/>
                    <a:pt x="9411" y="114514"/>
                    <a:pt x="10588" y="114514"/>
                  </a:cubicBezTo>
                  <a:cubicBezTo>
                    <a:pt x="35294" y="114514"/>
                    <a:pt x="35294" y="114514"/>
                    <a:pt x="35294" y="114514"/>
                  </a:cubicBezTo>
                  <a:cubicBezTo>
                    <a:pt x="37647" y="114514"/>
                    <a:pt x="40000" y="115885"/>
                    <a:pt x="40000" y="117257"/>
                  </a:cubicBezTo>
                  <a:cubicBezTo>
                    <a:pt x="40000" y="118628"/>
                    <a:pt x="37647" y="119999"/>
                    <a:pt x="35294" y="119999"/>
                  </a:cubicBezTo>
                  <a:cubicBezTo>
                    <a:pt x="10588" y="119999"/>
                    <a:pt x="10588" y="119999"/>
                    <a:pt x="10588" y="119999"/>
                  </a:cubicBezTo>
                  <a:cubicBezTo>
                    <a:pt x="4705" y="119999"/>
                    <a:pt x="0" y="117257"/>
                    <a:pt x="0" y="113828"/>
                  </a:cubicBezTo>
                  <a:cubicBezTo>
                    <a:pt x="0" y="87085"/>
                    <a:pt x="0" y="87085"/>
                    <a:pt x="0" y="87085"/>
                  </a:cubicBezTo>
                  <a:cubicBezTo>
                    <a:pt x="0" y="87085"/>
                    <a:pt x="0" y="87085"/>
                    <a:pt x="0" y="87085"/>
                  </a:cubicBezTo>
                  <a:cubicBezTo>
                    <a:pt x="0" y="87085"/>
                    <a:pt x="0" y="87085"/>
                    <a:pt x="0" y="87085"/>
                  </a:cubicBezTo>
                  <a:cubicBezTo>
                    <a:pt x="0" y="72000"/>
                    <a:pt x="16470" y="58971"/>
                    <a:pt x="42352" y="54857"/>
                  </a:cubicBezTo>
                  <a:cubicBezTo>
                    <a:pt x="42352" y="50057"/>
                    <a:pt x="42352" y="50057"/>
                    <a:pt x="42352" y="50057"/>
                  </a:cubicBezTo>
                  <a:cubicBezTo>
                    <a:pt x="35294" y="48000"/>
                    <a:pt x="29411" y="43885"/>
                    <a:pt x="25882" y="39771"/>
                  </a:cubicBezTo>
                  <a:cubicBezTo>
                    <a:pt x="18823" y="39085"/>
                    <a:pt x="11764" y="34285"/>
                    <a:pt x="11764" y="28114"/>
                  </a:cubicBezTo>
                  <a:cubicBezTo>
                    <a:pt x="11764" y="22628"/>
                    <a:pt x="17647" y="18514"/>
                    <a:pt x="23529" y="17142"/>
                  </a:cubicBezTo>
                  <a:cubicBezTo>
                    <a:pt x="29411" y="6857"/>
                    <a:pt x="43529" y="0"/>
                    <a:pt x="60000" y="0"/>
                  </a:cubicBezTo>
                  <a:cubicBezTo>
                    <a:pt x="75294" y="0"/>
                    <a:pt x="89411" y="6857"/>
                    <a:pt x="95294" y="17142"/>
                  </a:cubicBezTo>
                  <a:cubicBezTo>
                    <a:pt x="102352" y="18514"/>
                    <a:pt x="107058" y="22628"/>
                    <a:pt x="107058" y="28114"/>
                  </a:cubicBezTo>
                  <a:cubicBezTo>
                    <a:pt x="107058" y="34285"/>
                    <a:pt x="101176" y="39085"/>
                    <a:pt x="92941" y="39771"/>
                  </a:cubicBezTo>
                  <a:cubicBezTo>
                    <a:pt x="89411" y="43885"/>
                    <a:pt x="84705" y="48000"/>
                    <a:pt x="77647" y="50057"/>
                  </a:cubicBezTo>
                  <a:cubicBezTo>
                    <a:pt x="77647" y="54857"/>
                    <a:pt x="77647" y="54857"/>
                    <a:pt x="77647" y="54857"/>
                  </a:cubicBezTo>
                  <a:cubicBezTo>
                    <a:pt x="102352" y="58971"/>
                    <a:pt x="120000" y="72000"/>
                    <a:pt x="120000" y="87085"/>
                  </a:cubicBezTo>
                  <a:cubicBezTo>
                    <a:pt x="120000" y="87085"/>
                    <a:pt x="120000" y="87085"/>
                    <a:pt x="120000" y="87085"/>
                  </a:cubicBezTo>
                  <a:cubicBezTo>
                    <a:pt x="120000" y="113828"/>
                    <a:pt x="120000" y="113828"/>
                    <a:pt x="120000" y="113828"/>
                  </a:cubicBezTo>
                  <a:cubicBezTo>
                    <a:pt x="120000" y="117257"/>
                    <a:pt x="115294" y="119999"/>
                    <a:pt x="109411" y="119999"/>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82" name="Shape 682"/>
            <p:cNvSpPr/>
            <p:nvPr/>
          </p:nvSpPr>
          <p:spPr>
            <a:xfrm>
              <a:off x="-1063625" y="2921000"/>
              <a:ext cx="430199" cy="938100"/>
            </a:xfrm>
            <a:custGeom>
              <a:avLst/>
              <a:gdLst/>
              <a:ahLst/>
              <a:cxnLst/>
              <a:rect l="0" t="0" r="0" b="0"/>
              <a:pathLst>
                <a:path w="120000" h="120000" extrusionOk="0">
                  <a:moveTo>
                    <a:pt x="60000" y="119999"/>
                  </a:moveTo>
                  <a:cubicBezTo>
                    <a:pt x="56842" y="119999"/>
                    <a:pt x="53684" y="118554"/>
                    <a:pt x="53684" y="118554"/>
                  </a:cubicBezTo>
                  <a:cubicBezTo>
                    <a:pt x="50526" y="118554"/>
                    <a:pt x="50526" y="117108"/>
                    <a:pt x="47368" y="117108"/>
                  </a:cubicBezTo>
                  <a:cubicBezTo>
                    <a:pt x="3157" y="101204"/>
                    <a:pt x="3157" y="101204"/>
                    <a:pt x="3157" y="101204"/>
                  </a:cubicBezTo>
                  <a:cubicBezTo>
                    <a:pt x="0" y="101204"/>
                    <a:pt x="0" y="98313"/>
                    <a:pt x="0" y="95421"/>
                  </a:cubicBezTo>
                  <a:cubicBezTo>
                    <a:pt x="25263" y="34698"/>
                    <a:pt x="25263" y="34698"/>
                    <a:pt x="25263" y="34698"/>
                  </a:cubicBezTo>
                  <a:cubicBezTo>
                    <a:pt x="12631" y="21686"/>
                    <a:pt x="12631" y="21686"/>
                    <a:pt x="12631" y="21686"/>
                  </a:cubicBezTo>
                  <a:cubicBezTo>
                    <a:pt x="9473" y="18795"/>
                    <a:pt x="9473" y="17349"/>
                    <a:pt x="12631" y="15903"/>
                  </a:cubicBezTo>
                  <a:cubicBezTo>
                    <a:pt x="31578" y="4337"/>
                    <a:pt x="31578" y="4337"/>
                    <a:pt x="31578" y="4337"/>
                  </a:cubicBezTo>
                  <a:cubicBezTo>
                    <a:pt x="34736" y="1445"/>
                    <a:pt x="44210" y="1445"/>
                    <a:pt x="47368" y="2891"/>
                  </a:cubicBezTo>
                  <a:cubicBezTo>
                    <a:pt x="53684" y="5783"/>
                    <a:pt x="53684" y="8674"/>
                    <a:pt x="50526" y="11566"/>
                  </a:cubicBezTo>
                  <a:cubicBezTo>
                    <a:pt x="37894" y="18795"/>
                    <a:pt x="37894" y="18795"/>
                    <a:pt x="37894" y="18795"/>
                  </a:cubicBezTo>
                  <a:cubicBezTo>
                    <a:pt x="50526" y="31807"/>
                    <a:pt x="50526" y="31807"/>
                    <a:pt x="50526" y="31807"/>
                  </a:cubicBezTo>
                  <a:cubicBezTo>
                    <a:pt x="50526" y="31807"/>
                    <a:pt x="53684" y="33253"/>
                    <a:pt x="50526" y="34698"/>
                  </a:cubicBezTo>
                  <a:cubicBezTo>
                    <a:pt x="25263" y="95421"/>
                    <a:pt x="25263" y="95421"/>
                    <a:pt x="25263" y="95421"/>
                  </a:cubicBezTo>
                  <a:cubicBezTo>
                    <a:pt x="60000" y="105542"/>
                    <a:pt x="60000" y="105542"/>
                    <a:pt x="60000" y="105542"/>
                  </a:cubicBezTo>
                  <a:cubicBezTo>
                    <a:pt x="91578" y="95421"/>
                    <a:pt x="91578" y="95421"/>
                    <a:pt x="91578" y="95421"/>
                  </a:cubicBezTo>
                  <a:cubicBezTo>
                    <a:pt x="66315" y="34698"/>
                    <a:pt x="66315" y="34698"/>
                    <a:pt x="66315" y="34698"/>
                  </a:cubicBezTo>
                  <a:cubicBezTo>
                    <a:pt x="66315" y="33253"/>
                    <a:pt x="66315" y="31807"/>
                    <a:pt x="66315" y="31807"/>
                  </a:cubicBezTo>
                  <a:cubicBezTo>
                    <a:pt x="82105" y="20240"/>
                    <a:pt x="82105" y="20240"/>
                    <a:pt x="82105" y="20240"/>
                  </a:cubicBezTo>
                  <a:cubicBezTo>
                    <a:pt x="63157" y="10120"/>
                    <a:pt x="63157" y="10120"/>
                    <a:pt x="63157" y="10120"/>
                  </a:cubicBezTo>
                  <a:cubicBezTo>
                    <a:pt x="60000" y="7228"/>
                    <a:pt x="60000" y="4337"/>
                    <a:pt x="63157" y="1445"/>
                  </a:cubicBezTo>
                  <a:cubicBezTo>
                    <a:pt x="69473" y="0"/>
                    <a:pt x="78947" y="0"/>
                    <a:pt x="82105" y="2891"/>
                  </a:cubicBezTo>
                  <a:cubicBezTo>
                    <a:pt x="104210" y="14457"/>
                    <a:pt x="104210" y="14457"/>
                    <a:pt x="104210" y="14457"/>
                  </a:cubicBezTo>
                  <a:cubicBezTo>
                    <a:pt x="107368" y="17349"/>
                    <a:pt x="110526" y="18795"/>
                    <a:pt x="107368" y="21686"/>
                  </a:cubicBezTo>
                  <a:cubicBezTo>
                    <a:pt x="91578" y="34698"/>
                    <a:pt x="91578" y="34698"/>
                    <a:pt x="91578" y="34698"/>
                  </a:cubicBezTo>
                  <a:cubicBezTo>
                    <a:pt x="120000" y="95421"/>
                    <a:pt x="120000" y="95421"/>
                    <a:pt x="120000" y="95421"/>
                  </a:cubicBezTo>
                  <a:cubicBezTo>
                    <a:pt x="120000" y="98313"/>
                    <a:pt x="116842" y="101204"/>
                    <a:pt x="113684" y="101204"/>
                  </a:cubicBezTo>
                  <a:cubicBezTo>
                    <a:pt x="69473" y="117108"/>
                    <a:pt x="69473" y="117108"/>
                    <a:pt x="69473" y="117108"/>
                  </a:cubicBezTo>
                  <a:cubicBezTo>
                    <a:pt x="69473" y="117108"/>
                    <a:pt x="66315" y="118554"/>
                    <a:pt x="66315" y="118554"/>
                  </a:cubicBezTo>
                  <a:cubicBezTo>
                    <a:pt x="63157" y="118554"/>
                    <a:pt x="60000" y="119999"/>
                    <a:pt x="60000" y="119999"/>
                  </a:cubicBezTo>
                  <a:cubicBezTo>
                    <a:pt x="60000" y="119999"/>
                    <a:pt x="60000" y="119999"/>
                    <a:pt x="60000" y="119999"/>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83" name="Shape 683"/>
            <p:cNvSpPr/>
            <p:nvPr/>
          </p:nvSpPr>
          <p:spPr>
            <a:xfrm>
              <a:off x="-950912" y="3135313"/>
              <a:ext cx="204900" cy="90600"/>
            </a:xfrm>
            <a:custGeom>
              <a:avLst/>
              <a:gdLst/>
              <a:ahLst/>
              <a:cxnLst/>
              <a:rect l="0" t="0" r="0" b="0"/>
              <a:pathLst>
                <a:path w="120000" h="120000" extrusionOk="0">
                  <a:moveTo>
                    <a:pt x="93333" y="120000"/>
                  </a:moveTo>
                  <a:cubicBezTo>
                    <a:pt x="26666" y="120000"/>
                    <a:pt x="26666" y="120000"/>
                    <a:pt x="26666" y="120000"/>
                  </a:cubicBezTo>
                  <a:cubicBezTo>
                    <a:pt x="6666" y="120000"/>
                    <a:pt x="0" y="105000"/>
                    <a:pt x="0" y="60000"/>
                  </a:cubicBezTo>
                  <a:cubicBezTo>
                    <a:pt x="0" y="30000"/>
                    <a:pt x="6666" y="0"/>
                    <a:pt x="26666" y="0"/>
                  </a:cubicBezTo>
                  <a:cubicBezTo>
                    <a:pt x="93333" y="0"/>
                    <a:pt x="93333" y="0"/>
                    <a:pt x="93333" y="0"/>
                  </a:cubicBezTo>
                  <a:cubicBezTo>
                    <a:pt x="106666" y="0"/>
                    <a:pt x="120000" y="30000"/>
                    <a:pt x="120000" y="60000"/>
                  </a:cubicBezTo>
                  <a:cubicBezTo>
                    <a:pt x="120000" y="105000"/>
                    <a:pt x="106666" y="120000"/>
                    <a:pt x="93333"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84" name="Shape 684"/>
            <p:cNvSpPr/>
            <p:nvPr/>
          </p:nvSpPr>
          <p:spPr>
            <a:xfrm>
              <a:off x="-1108075" y="2795588"/>
              <a:ext cx="485699" cy="203098"/>
            </a:xfrm>
            <a:custGeom>
              <a:avLst/>
              <a:gdLst/>
              <a:ahLst/>
              <a:cxnLst/>
              <a:rect l="0" t="0" r="0" b="0"/>
              <a:pathLst>
                <a:path w="120000" h="120000" extrusionOk="0">
                  <a:moveTo>
                    <a:pt x="61395" y="120000"/>
                  </a:moveTo>
                  <a:cubicBezTo>
                    <a:pt x="61395" y="120000"/>
                    <a:pt x="58604" y="120000"/>
                    <a:pt x="55813" y="113333"/>
                  </a:cubicBezTo>
                  <a:cubicBezTo>
                    <a:pt x="39069" y="93333"/>
                    <a:pt x="16744" y="66666"/>
                    <a:pt x="11162" y="60000"/>
                  </a:cubicBezTo>
                  <a:cubicBezTo>
                    <a:pt x="5581" y="60000"/>
                    <a:pt x="0" y="46666"/>
                    <a:pt x="0" y="33333"/>
                  </a:cubicBezTo>
                  <a:cubicBezTo>
                    <a:pt x="0" y="20000"/>
                    <a:pt x="5581" y="6666"/>
                    <a:pt x="11162" y="6666"/>
                  </a:cubicBezTo>
                  <a:cubicBezTo>
                    <a:pt x="13953" y="6666"/>
                    <a:pt x="19534" y="6666"/>
                    <a:pt x="61395" y="60000"/>
                  </a:cubicBezTo>
                  <a:cubicBezTo>
                    <a:pt x="103255" y="6666"/>
                    <a:pt x="103255" y="6666"/>
                    <a:pt x="103255" y="6666"/>
                  </a:cubicBezTo>
                  <a:cubicBezTo>
                    <a:pt x="108837" y="0"/>
                    <a:pt x="114418" y="6666"/>
                    <a:pt x="117209" y="20000"/>
                  </a:cubicBezTo>
                  <a:cubicBezTo>
                    <a:pt x="120000" y="33333"/>
                    <a:pt x="120000" y="46666"/>
                    <a:pt x="114418" y="53333"/>
                  </a:cubicBezTo>
                  <a:cubicBezTo>
                    <a:pt x="66976" y="113333"/>
                    <a:pt x="66976" y="113333"/>
                    <a:pt x="66976" y="113333"/>
                  </a:cubicBezTo>
                  <a:cubicBezTo>
                    <a:pt x="64186" y="120000"/>
                    <a:pt x="64186" y="120000"/>
                    <a:pt x="61395"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85" name="Shape 685"/>
            <p:cNvSpPr/>
            <p:nvPr/>
          </p:nvSpPr>
          <p:spPr>
            <a:xfrm>
              <a:off x="-498475" y="1857375"/>
              <a:ext cx="792298" cy="1741500"/>
            </a:xfrm>
            <a:custGeom>
              <a:avLst/>
              <a:gdLst/>
              <a:ahLst/>
              <a:cxnLst/>
              <a:rect l="0" t="0" r="0" b="0"/>
              <a:pathLst>
                <a:path w="120000" h="120000" extrusionOk="0">
                  <a:moveTo>
                    <a:pt x="106285" y="120000"/>
                  </a:moveTo>
                  <a:cubicBezTo>
                    <a:pt x="60000" y="120000"/>
                    <a:pt x="60000" y="120000"/>
                    <a:pt x="60000" y="120000"/>
                  </a:cubicBezTo>
                  <a:cubicBezTo>
                    <a:pt x="56571" y="120000"/>
                    <a:pt x="53142" y="118441"/>
                    <a:pt x="53142" y="116883"/>
                  </a:cubicBezTo>
                  <a:cubicBezTo>
                    <a:pt x="53142" y="114545"/>
                    <a:pt x="56571" y="113766"/>
                    <a:pt x="60000" y="113766"/>
                  </a:cubicBezTo>
                  <a:cubicBezTo>
                    <a:pt x="106285" y="113766"/>
                    <a:pt x="106285" y="113766"/>
                    <a:pt x="106285" y="113766"/>
                  </a:cubicBezTo>
                  <a:cubicBezTo>
                    <a:pt x="106285" y="113766"/>
                    <a:pt x="106285" y="113766"/>
                    <a:pt x="106285" y="113766"/>
                  </a:cubicBezTo>
                  <a:cubicBezTo>
                    <a:pt x="106285" y="86493"/>
                    <a:pt x="106285" y="86493"/>
                    <a:pt x="106285" y="86493"/>
                  </a:cubicBezTo>
                  <a:cubicBezTo>
                    <a:pt x="106285" y="86493"/>
                    <a:pt x="106285" y="86493"/>
                    <a:pt x="106285" y="86493"/>
                  </a:cubicBezTo>
                  <a:cubicBezTo>
                    <a:pt x="106285" y="74025"/>
                    <a:pt x="85714" y="63116"/>
                    <a:pt x="58285" y="60000"/>
                  </a:cubicBezTo>
                  <a:cubicBezTo>
                    <a:pt x="54857" y="59220"/>
                    <a:pt x="53142" y="58441"/>
                    <a:pt x="53142" y="56883"/>
                  </a:cubicBezTo>
                  <a:cubicBezTo>
                    <a:pt x="53142" y="48311"/>
                    <a:pt x="53142" y="48311"/>
                    <a:pt x="53142" y="48311"/>
                  </a:cubicBezTo>
                  <a:cubicBezTo>
                    <a:pt x="53142" y="47532"/>
                    <a:pt x="53142" y="46753"/>
                    <a:pt x="56571" y="45974"/>
                  </a:cubicBezTo>
                  <a:cubicBezTo>
                    <a:pt x="63428" y="43636"/>
                    <a:pt x="70285" y="40519"/>
                    <a:pt x="75428" y="35844"/>
                  </a:cubicBezTo>
                  <a:cubicBezTo>
                    <a:pt x="75428" y="34285"/>
                    <a:pt x="78857" y="33506"/>
                    <a:pt x="82285" y="34285"/>
                  </a:cubicBezTo>
                  <a:cubicBezTo>
                    <a:pt x="82285" y="34285"/>
                    <a:pt x="82285" y="34285"/>
                    <a:pt x="82285" y="34285"/>
                  </a:cubicBezTo>
                  <a:cubicBezTo>
                    <a:pt x="85714" y="34285"/>
                    <a:pt x="89142" y="31948"/>
                    <a:pt x="89142" y="28051"/>
                  </a:cubicBezTo>
                  <a:cubicBezTo>
                    <a:pt x="89142" y="24935"/>
                    <a:pt x="85714" y="22597"/>
                    <a:pt x="82285" y="22597"/>
                  </a:cubicBezTo>
                  <a:cubicBezTo>
                    <a:pt x="80571" y="22597"/>
                    <a:pt x="77142" y="21818"/>
                    <a:pt x="77142" y="20259"/>
                  </a:cubicBezTo>
                  <a:cubicBezTo>
                    <a:pt x="72000" y="11688"/>
                    <a:pt x="58285" y="6233"/>
                    <a:pt x="42857" y="6233"/>
                  </a:cubicBezTo>
                  <a:cubicBezTo>
                    <a:pt x="30857" y="6233"/>
                    <a:pt x="20571" y="9350"/>
                    <a:pt x="13714" y="14805"/>
                  </a:cubicBezTo>
                  <a:cubicBezTo>
                    <a:pt x="12000" y="16363"/>
                    <a:pt x="8571" y="16363"/>
                    <a:pt x="5142" y="15584"/>
                  </a:cubicBezTo>
                  <a:cubicBezTo>
                    <a:pt x="1714" y="14805"/>
                    <a:pt x="0" y="12467"/>
                    <a:pt x="1714" y="11688"/>
                  </a:cubicBezTo>
                  <a:cubicBezTo>
                    <a:pt x="12000" y="4675"/>
                    <a:pt x="25714" y="0"/>
                    <a:pt x="42857" y="0"/>
                  </a:cubicBezTo>
                  <a:cubicBezTo>
                    <a:pt x="63428" y="0"/>
                    <a:pt x="80571" y="7012"/>
                    <a:pt x="89142" y="17142"/>
                  </a:cubicBezTo>
                  <a:cubicBezTo>
                    <a:pt x="97714" y="18701"/>
                    <a:pt x="102857" y="22597"/>
                    <a:pt x="102857" y="28051"/>
                  </a:cubicBezTo>
                  <a:cubicBezTo>
                    <a:pt x="102857" y="34285"/>
                    <a:pt x="96000" y="39740"/>
                    <a:pt x="85714" y="39740"/>
                  </a:cubicBezTo>
                  <a:cubicBezTo>
                    <a:pt x="80571" y="44415"/>
                    <a:pt x="73714" y="48311"/>
                    <a:pt x="66857" y="50649"/>
                  </a:cubicBezTo>
                  <a:cubicBezTo>
                    <a:pt x="66857" y="54545"/>
                    <a:pt x="66857" y="54545"/>
                    <a:pt x="66857" y="54545"/>
                  </a:cubicBezTo>
                  <a:cubicBezTo>
                    <a:pt x="97714" y="59220"/>
                    <a:pt x="120000" y="71688"/>
                    <a:pt x="120000" y="86493"/>
                  </a:cubicBezTo>
                  <a:cubicBezTo>
                    <a:pt x="120000" y="86493"/>
                    <a:pt x="120000" y="86493"/>
                    <a:pt x="120000" y="86493"/>
                  </a:cubicBezTo>
                  <a:cubicBezTo>
                    <a:pt x="120000" y="113766"/>
                    <a:pt x="120000" y="113766"/>
                    <a:pt x="120000" y="113766"/>
                  </a:cubicBezTo>
                  <a:cubicBezTo>
                    <a:pt x="120000" y="116883"/>
                    <a:pt x="113142" y="120000"/>
                    <a:pt x="106285"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86" name="Shape 686"/>
            <p:cNvSpPr/>
            <p:nvPr/>
          </p:nvSpPr>
          <p:spPr>
            <a:xfrm>
              <a:off x="-1979613" y="1857375"/>
              <a:ext cx="780900" cy="1741500"/>
            </a:xfrm>
            <a:custGeom>
              <a:avLst/>
              <a:gdLst/>
              <a:ahLst/>
              <a:cxnLst/>
              <a:rect l="0" t="0" r="0" b="0"/>
              <a:pathLst>
                <a:path w="120000" h="120000" extrusionOk="0">
                  <a:moveTo>
                    <a:pt x="60869" y="120000"/>
                  </a:moveTo>
                  <a:cubicBezTo>
                    <a:pt x="13913" y="120000"/>
                    <a:pt x="13913" y="120000"/>
                    <a:pt x="13913" y="120000"/>
                  </a:cubicBezTo>
                  <a:cubicBezTo>
                    <a:pt x="5217" y="120000"/>
                    <a:pt x="0" y="116883"/>
                    <a:pt x="0" y="113766"/>
                  </a:cubicBezTo>
                  <a:cubicBezTo>
                    <a:pt x="0" y="86493"/>
                    <a:pt x="0" y="86493"/>
                    <a:pt x="0" y="86493"/>
                  </a:cubicBezTo>
                  <a:cubicBezTo>
                    <a:pt x="0" y="86493"/>
                    <a:pt x="0" y="86493"/>
                    <a:pt x="0" y="86493"/>
                  </a:cubicBezTo>
                  <a:cubicBezTo>
                    <a:pt x="0" y="86493"/>
                    <a:pt x="0" y="86493"/>
                    <a:pt x="0" y="86493"/>
                  </a:cubicBezTo>
                  <a:cubicBezTo>
                    <a:pt x="0" y="71688"/>
                    <a:pt x="20869" y="59220"/>
                    <a:pt x="53913" y="54545"/>
                  </a:cubicBezTo>
                  <a:cubicBezTo>
                    <a:pt x="53913" y="50649"/>
                    <a:pt x="53913" y="50649"/>
                    <a:pt x="53913" y="50649"/>
                  </a:cubicBezTo>
                  <a:cubicBezTo>
                    <a:pt x="45217" y="48311"/>
                    <a:pt x="38260" y="44415"/>
                    <a:pt x="33043" y="39740"/>
                  </a:cubicBezTo>
                  <a:cubicBezTo>
                    <a:pt x="22608" y="39740"/>
                    <a:pt x="15652" y="34285"/>
                    <a:pt x="15652" y="28051"/>
                  </a:cubicBezTo>
                  <a:cubicBezTo>
                    <a:pt x="15652" y="22597"/>
                    <a:pt x="22608" y="18701"/>
                    <a:pt x="31304" y="17142"/>
                  </a:cubicBezTo>
                  <a:cubicBezTo>
                    <a:pt x="38260" y="7012"/>
                    <a:pt x="57391" y="0"/>
                    <a:pt x="78260" y="0"/>
                  </a:cubicBezTo>
                  <a:cubicBezTo>
                    <a:pt x="93913" y="0"/>
                    <a:pt x="109565" y="4675"/>
                    <a:pt x="118260" y="11688"/>
                  </a:cubicBezTo>
                  <a:cubicBezTo>
                    <a:pt x="120000" y="12467"/>
                    <a:pt x="120000" y="14805"/>
                    <a:pt x="116521" y="15584"/>
                  </a:cubicBezTo>
                  <a:cubicBezTo>
                    <a:pt x="113043" y="16363"/>
                    <a:pt x="107826" y="16363"/>
                    <a:pt x="106086" y="14805"/>
                  </a:cubicBezTo>
                  <a:cubicBezTo>
                    <a:pt x="99130" y="9350"/>
                    <a:pt x="88695" y="6233"/>
                    <a:pt x="78260" y="6233"/>
                  </a:cubicBezTo>
                  <a:cubicBezTo>
                    <a:pt x="62608" y="6233"/>
                    <a:pt x="48695" y="11688"/>
                    <a:pt x="43478" y="20259"/>
                  </a:cubicBezTo>
                  <a:cubicBezTo>
                    <a:pt x="41739" y="21818"/>
                    <a:pt x="40000" y="22597"/>
                    <a:pt x="36521" y="22597"/>
                  </a:cubicBezTo>
                  <a:cubicBezTo>
                    <a:pt x="33043" y="22597"/>
                    <a:pt x="29565" y="24935"/>
                    <a:pt x="29565" y="28051"/>
                  </a:cubicBezTo>
                  <a:cubicBezTo>
                    <a:pt x="29565" y="31948"/>
                    <a:pt x="33043" y="34285"/>
                    <a:pt x="36521" y="34285"/>
                  </a:cubicBezTo>
                  <a:cubicBezTo>
                    <a:pt x="36521" y="34285"/>
                    <a:pt x="36521" y="34285"/>
                    <a:pt x="36521" y="34285"/>
                  </a:cubicBezTo>
                  <a:cubicBezTo>
                    <a:pt x="40000" y="33506"/>
                    <a:pt x="43478" y="34285"/>
                    <a:pt x="45217" y="35844"/>
                  </a:cubicBezTo>
                  <a:cubicBezTo>
                    <a:pt x="48695" y="40519"/>
                    <a:pt x="55652" y="43636"/>
                    <a:pt x="64347" y="45974"/>
                  </a:cubicBezTo>
                  <a:cubicBezTo>
                    <a:pt x="66086" y="46753"/>
                    <a:pt x="67826" y="47532"/>
                    <a:pt x="67826" y="48311"/>
                  </a:cubicBezTo>
                  <a:cubicBezTo>
                    <a:pt x="67826" y="56883"/>
                    <a:pt x="67826" y="56883"/>
                    <a:pt x="67826" y="56883"/>
                  </a:cubicBezTo>
                  <a:cubicBezTo>
                    <a:pt x="67826" y="58441"/>
                    <a:pt x="66086" y="59220"/>
                    <a:pt x="62608" y="60000"/>
                  </a:cubicBezTo>
                  <a:cubicBezTo>
                    <a:pt x="33043" y="63116"/>
                    <a:pt x="13913" y="74025"/>
                    <a:pt x="13913" y="86493"/>
                  </a:cubicBezTo>
                  <a:cubicBezTo>
                    <a:pt x="13913" y="113766"/>
                    <a:pt x="13913" y="113766"/>
                    <a:pt x="13913" y="113766"/>
                  </a:cubicBezTo>
                  <a:cubicBezTo>
                    <a:pt x="13913" y="113766"/>
                    <a:pt x="13913" y="113766"/>
                    <a:pt x="13913" y="113766"/>
                  </a:cubicBezTo>
                  <a:cubicBezTo>
                    <a:pt x="60869" y="113766"/>
                    <a:pt x="60869" y="113766"/>
                    <a:pt x="60869" y="113766"/>
                  </a:cubicBezTo>
                  <a:cubicBezTo>
                    <a:pt x="64347" y="113766"/>
                    <a:pt x="67826" y="114545"/>
                    <a:pt x="67826" y="116883"/>
                  </a:cubicBezTo>
                  <a:cubicBezTo>
                    <a:pt x="67826" y="118441"/>
                    <a:pt x="64347" y="120000"/>
                    <a:pt x="60869" y="120000"/>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grpSp>
        <p:nvGrpSpPr>
          <p:cNvPr id="687" name="Shape 687"/>
          <p:cNvGrpSpPr/>
          <p:nvPr/>
        </p:nvGrpSpPr>
        <p:grpSpPr>
          <a:xfrm>
            <a:off x="1460432" y="1709924"/>
            <a:ext cx="567171" cy="490904"/>
            <a:chOff x="-4763" y="1570037"/>
            <a:chExt cx="495300" cy="428700"/>
          </a:xfrm>
        </p:grpSpPr>
        <p:sp>
          <p:nvSpPr>
            <p:cNvPr id="688" name="Shape 688"/>
            <p:cNvSpPr/>
            <p:nvPr/>
          </p:nvSpPr>
          <p:spPr>
            <a:xfrm>
              <a:off x="-4763" y="1570037"/>
              <a:ext cx="495298" cy="428700"/>
            </a:xfrm>
            <a:custGeom>
              <a:avLst/>
              <a:gdLst/>
              <a:ahLst/>
              <a:cxnLst/>
              <a:rect l="0" t="0" r="0" b="0"/>
              <a:pathLst>
                <a:path w="120000" h="120000" extrusionOk="0">
                  <a:moveTo>
                    <a:pt x="120000" y="0"/>
                  </a:moveTo>
                  <a:cubicBezTo>
                    <a:pt x="0" y="0"/>
                    <a:pt x="0" y="0"/>
                    <a:pt x="0" y="0"/>
                  </a:cubicBezTo>
                  <a:cubicBezTo>
                    <a:pt x="0" y="120000"/>
                    <a:pt x="0" y="120000"/>
                    <a:pt x="0" y="120000"/>
                  </a:cubicBezTo>
                  <a:cubicBezTo>
                    <a:pt x="66976" y="120000"/>
                    <a:pt x="83720" y="120000"/>
                    <a:pt x="120000" y="120000"/>
                  </a:cubicBezTo>
                  <a:cubicBezTo>
                    <a:pt x="120000" y="0"/>
                    <a:pt x="120000" y="0"/>
                    <a:pt x="120000" y="0"/>
                  </a:cubicBezTo>
                  <a:close/>
                </a:path>
              </a:pathLst>
            </a:custGeom>
            <a:noFill/>
            <a:ln w="333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89" name="Shape 689"/>
            <p:cNvCxnSpPr/>
            <p:nvPr/>
          </p:nvCxnSpPr>
          <p:spPr>
            <a:xfrm rot="10800000">
              <a:off x="-4761" y="1674813"/>
              <a:ext cx="495298" cy="0"/>
            </a:xfrm>
            <a:prstGeom prst="straightConnector1">
              <a:avLst/>
            </a:prstGeom>
            <a:noFill/>
            <a:ln w="33325" cap="rnd" cmpd="sng">
              <a:solidFill>
                <a:schemeClr val="lt1"/>
              </a:solidFill>
              <a:prstDash val="solid"/>
              <a:round/>
              <a:headEnd type="none" w="med" len="med"/>
              <a:tailEnd type="none" w="med" len="med"/>
            </a:ln>
          </p:spPr>
        </p:cxnSp>
        <p:sp>
          <p:nvSpPr>
            <p:cNvPr id="690" name="Shape 690"/>
            <p:cNvSpPr/>
            <p:nvPr/>
          </p:nvSpPr>
          <p:spPr>
            <a:xfrm>
              <a:off x="409575" y="1604962"/>
              <a:ext cx="34798" cy="34798"/>
            </a:xfrm>
            <a:prstGeom prst="ellipse">
              <a:avLst/>
            </a:pr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91" name="Shape 691"/>
            <p:cNvSpPr/>
            <p:nvPr/>
          </p:nvSpPr>
          <p:spPr>
            <a:xfrm>
              <a:off x="352425" y="1604962"/>
              <a:ext cx="33298" cy="34798"/>
            </a:xfrm>
            <a:prstGeom prst="ellipse">
              <a:avLst/>
            </a:pr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92" name="Shape 692"/>
            <p:cNvSpPr/>
            <p:nvPr/>
          </p:nvSpPr>
          <p:spPr>
            <a:xfrm>
              <a:off x="87313" y="1743075"/>
              <a:ext cx="311099" cy="196800"/>
            </a:xfrm>
            <a:custGeom>
              <a:avLst/>
              <a:gdLst/>
              <a:ahLst/>
              <a:cxnLst/>
              <a:rect l="0" t="0" r="0" b="0"/>
              <a:pathLst>
                <a:path w="120000" h="120000" extrusionOk="0">
                  <a:moveTo>
                    <a:pt x="31224" y="14516"/>
                  </a:moveTo>
                  <a:lnTo>
                    <a:pt x="0" y="57096"/>
                  </a:lnTo>
                  <a:lnTo>
                    <a:pt x="31224" y="98709"/>
                  </a:lnTo>
                  <a:moveTo>
                    <a:pt x="88775" y="14516"/>
                  </a:moveTo>
                  <a:lnTo>
                    <a:pt x="119999" y="57096"/>
                  </a:lnTo>
                  <a:lnTo>
                    <a:pt x="88775" y="98709"/>
                  </a:lnTo>
                  <a:moveTo>
                    <a:pt x="71020" y="0"/>
                  </a:moveTo>
                  <a:lnTo>
                    <a:pt x="53265" y="120000"/>
                  </a:lnTo>
                </a:path>
              </a:pathLst>
            </a:custGeom>
            <a:noFill/>
            <a:ln w="333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sp>
        <p:nvSpPr>
          <p:cNvPr id="693" name="Shape 693"/>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2800" b="0" i="0" u="none" strike="noStrike" cap="none">
                <a:solidFill>
                  <a:schemeClr val="dk2"/>
                </a:solidFill>
                <a:latin typeface="Arial"/>
                <a:ea typeface="Arial"/>
                <a:cs typeface="Arial"/>
                <a:sym typeface="Arial"/>
              </a:rPr>
              <a:t>…and Diverse Organizations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Shape 698"/>
          <p:cNvSpPr txBox="1">
            <a:spLocks noGrp="1"/>
          </p:cNvSpPr>
          <p:nvPr>
            <p:ph type="body" idx="1"/>
          </p:nvPr>
        </p:nvSpPr>
        <p:spPr>
          <a:xfrm>
            <a:off x="281709" y="161981"/>
            <a:ext cx="6852868" cy="685893"/>
          </a:xfrm>
          <a:prstGeom prst="rect">
            <a:avLst/>
          </a:prstGeom>
          <a:noFill/>
          <a:ln>
            <a:noFill/>
          </a:ln>
        </p:spPr>
        <p:txBody>
          <a:bodyPr lIns="91425" tIns="45700" rIns="91425" bIns="45700" anchor="ctr" anchorCtr="0">
            <a:noAutofit/>
          </a:bodyPr>
          <a:lstStyle/>
          <a:p>
            <a:pPr marL="0" marR="0" lvl="0" indent="0" algn="l" rtl="0">
              <a:lnSpc>
                <a:spcPct val="162500"/>
              </a:lnSpc>
              <a:spcBef>
                <a:spcPts val="0"/>
              </a:spcBef>
              <a:spcAft>
                <a:spcPts val="0"/>
              </a:spcAft>
              <a:buClr>
                <a:srgbClr val="189AD1"/>
              </a:buClr>
              <a:buSzPct val="25000"/>
              <a:buFont typeface="Arial"/>
              <a:buNone/>
            </a:pPr>
            <a:r>
              <a:rPr lang="en" sz="3200" b="0" i="0" u="none" strike="noStrike" cap="none">
                <a:solidFill>
                  <a:srgbClr val="189AD1"/>
                </a:solidFill>
                <a:latin typeface="Arial"/>
                <a:ea typeface="Arial"/>
                <a:cs typeface="Arial"/>
                <a:sym typeface="Arial"/>
              </a:rPr>
              <a:t>The Myth of Bi-Modal IT</a:t>
            </a:r>
          </a:p>
        </p:txBody>
      </p:sp>
      <p:graphicFrame>
        <p:nvGraphicFramePr>
          <p:cNvPr id="699" name="Shape 699"/>
          <p:cNvGraphicFramePr/>
          <p:nvPr/>
        </p:nvGraphicFramePr>
        <p:xfrm>
          <a:off x="668214" y="1604725"/>
          <a:ext cx="3000000" cy="3000000"/>
        </p:xfrm>
        <a:graphic>
          <a:graphicData uri="http://schemas.openxmlformats.org/drawingml/2006/table">
            <a:tbl>
              <a:tblPr>
                <a:noFill/>
                <a:tableStyleId>{7A126FEB-CCE2-421E-9581-00FE6B4DD3B9}</a:tableStyleId>
              </a:tblPr>
              <a:tblGrid>
                <a:gridCol w="2014025">
                  <a:extLst>
                    <a:ext uri="{9D8B030D-6E8A-4147-A177-3AD203B41FA5}">
                      <a16:colId xmlns:a16="http://schemas.microsoft.com/office/drawing/2014/main" val="20000"/>
                    </a:ext>
                  </a:extLst>
                </a:gridCol>
                <a:gridCol w="2363950">
                  <a:extLst>
                    <a:ext uri="{9D8B030D-6E8A-4147-A177-3AD203B41FA5}">
                      <a16:colId xmlns:a16="http://schemas.microsoft.com/office/drawing/2014/main" val="20001"/>
                    </a:ext>
                  </a:extLst>
                </a:gridCol>
                <a:gridCol w="2365725">
                  <a:extLst>
                    <a:ext uri="{9D8B030D-6E8A-4147-A177-3AD203B41FA5}">
                      <a16:colId xmlns:a16="http://schemas.microsoft.com/office/drawing/2014/main" val="20002"/>
                    </a:ext>
                  </a:extLst>
                </a:gridCol>
              </a:tblGrid>
              <a:tr h="479900">
                <a:tc>
                  <a:txBody>
                    <a:bodyPr/>
                    <a:lstStyle/>
                    <a:p>
                      <a:pPr marL="0" marR="0" lvl="0" indent="0" algn="l" rtl="0">
                        <a:lnSpc>
                          <a:spcPct val="100000"/>
                        </a:lnSpc>
                        <a:spcBef>
                          <a:spcPts val="0"/>
                        </a:spcBef>
                        <a:spcAft>
                          <a:spcPts val="0"/>
                        </a:spcAft>
                        <a:buClr>
                          <a:srgbClr val="000000"/>
                        </a:buClr>
                        <a:buSzPct val="25000"/>
                        <a:buFont typeface="Arial"/>
                        <a:buNone/>
                      </a:pPr>
                      <a:endParaRPr sz="1400" b="0" u="none" strike="noStrike" cap="none">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med" len="med"/>
                      <a:tailEnd type="none" w="med" len="med"/>
                    </a:lnL>
                    <a:lnR w="28575" cap="flat" cmpd="sng">
                      <a:solidFill>
                        <a:srgbClr val="7F7F7F"/>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28575" cap="flat" cmpd="sng">
                      <a:solidFill>
                        <a:srgbClr val="7F7F7F"/>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chemeClr val="lt1"/>
                        </a:buClr>
                        <a:buSzPct val="25000"/>
                        <a:buFont typeface="Arial"/>
                        <a:buNone/>
                      </a:pPr>
                      <a:r>
                        <a:rPr lang="en" sz="1400" b="0" u="none" strike="noStrike" cap="none">
                          <a:solidFill>
                            <a:schemeClr val="lt1"/>
                          </a:solidFill>
                          <a:latin typeface="Arial"/>
                          <a:ea typeface="Arial"/>
                          <a:cs typeface="Arial"/>
                          <a:sym typeface="Arial"/>
                        </a:rPr>
                        <a:t>MICROSERVICES</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24ACFF"/>
                    </a:solidFill>
                  </a:tcPr>
                </a:tc>
                <a:tc>
                  <a:txBody>
                    <a:bodyPr/>
                    <a:lstStyle/>
                    <a:p>
                      <a:pPr marL="0" marR="0" lvl="0" indent="0" algn="ctr" rtl="0">
                        <a:lnSpc>
                          <a:spcPct val="100000"/>
                        </a:lnSpc>
                        <a:spcBef>
                          <a:spcPts val="0"/>
                        </a:spcBef>
                        <a:spcAft>
                          <a:spcPts val="0"/>
                        </a:spcAft>
                        <a:buClr>
                          <a:schemeClr val="lt1"/>
                        </a:buClr>
                        <a:buSzPct val="25000"/>
                        <a:buFont typeface="Arial"/>
                        <a:buNone/>
                      </a:pPr>
                      <a:r>
                        <a:rPr lang="en" sz="1400" b="0" u="none" strike="noStrike" cap="none">
                          <a:solidFill>
                            <a:schemeClr val="lt1"/>
                          </a:solidFill>
                          <a:latin typeface="Arial"/>
                          <a:ea typeface="Arial"/>
                          <a:cs typeface="Arial"/>
                          <a:sym typeface="Arial"/>
                        </a:rPr>
                        <a:t>TRADITIONAL APPS</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24ACFF"/>
                    </a:solidFill>
                  </a:tcPr>
                </a:tc>
                <a:extLst>
                  <a:ext uri="{0D108BD9-81ED-4DB2-BD59-A6C34878D82A}">
                    <a16:rowId xmlns:a16="http://schemas.microsoft.com/office/drawing/2014/main" val="10000"/>
                  </a:ext>
                </a:extLst>
              </a:tr>
              <a:tr h="563150">
                <a:tc>
                  <a:txBody>
                    <a:bodyPr/>
                    <a:lstStyle/>
                    <a:p>
                      <a:pPr marL="0" marR="0" lvl="0" indent="0" algn="l" rtl="0">
                        <a:lnSpc>
                          <a:spcPct val="100000"/>
                        </a:lnSpc>
                        <a:spcBef>
                          <a:spcPts val="0"/>
                        </a:spcBef>
                        <a:spcAft>
                          <a:spcPts val="0"/>
                        </a:spcAft>
                        <a:buClr>
                          <a:srgbClr val="3F3F3F"/>
                        </a:buClr>
                        <a:buSzPct val="25000"/>
                        <a:buFont typeface="Arial"/>
                        <a:buNone/>
                      </a:pPr>
                      <a:r>
                        <a:rPr lang="en" sz="1400" b="0" u="none" strike="noStrike" cap="none">
                          <a:solidFill>
                            <a:srgbClr val="3F3F3F"/>
                          </a:solidFill>
                          <a:latin typeface="Arial"/>
                          <a:ea typeface="Arial"/>
                          <a:cs typeface="Arial"/>
                          <a:sym typeface="Arial"/>
                        </a:rPr>
                        <a:t>Cloud or New Infrastructure</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ct val="25000"/>
                        <a:buFont typeface="Arial"/>
                        <a:buNone/>
                      </a:pPr>
                      <a:r>
                        <a:rPr lang="en" sz="1400" b="0" u="none" strike="noStrike" cap="none">
                          <a:latin typeface="Arial"/>
                          <a:ea typeface="Arial"/>
                          <a:cs typeface="Arial"/>
                          <a:sym typeface="Arial"/>
                        </a:rPr>
                        <a:t>You are either here..</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ct val="25000"/>
                        <a:buFont typeface="Arial"/>
                        <a:buNone/>
                      </a:pPr>
                      <a:endParaRPr sz="1400" b="0" u="none" strike="noStrike" cap="none">
                        <a:latin typeface="Arial"/>
                        <a:ea typeface="Arial"/>
                        <a:cs typeface="Arial"/>
                        <a:sym typeface="Arial"/>
                      </a:endParaRP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757070"/>
                    </a:solidFill>
                  </a:tcPr>
                </a:tc>
                <a:extLst>
                  <a:ext uri="{0D108BD9-81ED-4DB2-BD59-A6C34878D82A}">
                    <a16:rowId xmlns:a16="http://schemas.microsoft.com/office/drawing/2014/main" val="10001"/>
                  </a:ext>
                </a:extLst>
              </a:tr>
              <a:tr h="599925">
                <a:tc>
                  <a:txBody>
                    <a:bodyPr/>
                    <a:lstStyle/>
                    <a:p>
                      <a:pPr marL="0" marR="0" lvl="0" indent="0" algn="l" rtl="0">
                        <a:lnSpc>
                          <a:spcPct val="100000"/>
                        </a:lnSpc>
                        <a:spcBef>
                          <a:spcPts val="0"/>
                        </a:spcBef>
                        <a:spcAft>
                          <a:spcPts val="0"/>
                        </a:spcAft>
                        <a:buClr>
                          <a:srgbClr val="3F3F3F"/>
                        </a:buClr>
                        <a:buSzPct val="25000"/>
                        <a:buFont typeface="Arial"/>
                        <a:buNone/>
                      </a:pPr>
                      <a:r>
                        <a:rPr lang="en" sz="1400" b="0" u="none" strike="noStrike" cap="none">
                          <a:solidFill>
                            <a:srgbClr val="3F3F3F"/>
                          </a:solidFill>
                          <a:latin typeface="Arial"/>
                          <a:ea typeface="Arial"/>
                          <a:cs typeface="Arial"/>
                          <a:sym typeface="Arial"/>
                        </a:rPr>
                        <a:t>Old Infrastructure</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ct val="25000"/>
                        <a:buFont typeface="Arial"/>
                        <a:buNone/>
                      </a:pPr>
                      <a:endParaRPr sz="1400" b="0" u="none" strike="noStrike" cap="none">
                        <a:latin typeface="Arial"/>
                        <a:ea typeface="Arial"/>
                        <a:cs typeface="Arial"/>
                        <a:sym typeface="Arial"/>
                      </a:endParaRP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757070"/>
                    </a:solidFill>
                  </a:tcPr>
                </a:tc>
                <a:tc>
                  <a:txBody>
                    <a:bodyPr/>
                    <a:lstStyle/>
                    <a:p>
                      <a:pPr marL="0" marR="0" lvl="0" indent="0" algn="ctr" rtl="0">
                        <a:lnSpc>
                          <a:spcPct val="100000"/>
                        </a:lnSpc>
                        <a:spcBef>
                          <a:spcPts val="0"/>
                        </a:spcBef>
                        <a:spcAft>
                          <a:spcPts val="0"/>
                        </a:spcAft>
                        <a:buClr>
                          <a:srgbClr val="000000"/>
                        </a:buClr>
                        <a:buSzPct val="25000"/>
                        <a:buFont typeface="Arial"/>
                        <a:buNone/>
                      </a:pPr>
                      <a:r>
                        <a:rPr lang="en" sz="1400" b="0" u="none" strike="noStrike" cap="none">
                          <a:latin typeface="Arial"/>
                          <a:ea typeface="Arial"/>
                          <a:cs typeface="Arial"/>
                          <a:sym typeface="Arial"/>
                        </a:rPr>
                        <a:t>…or here</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Shape 704"/>
          <p:cNvSpPr txBox="1">
            <a:spLocks noGrp="1"/>
          </p:cNvSpPr>
          <p:nvPr>
            <p:ph type="body" idx="1"/>
          </p:nvPr>
        </p:nvSpPr>
        <p:spPr>
          <a:xfrm>
            <a:off x="250179" y="157006"/>
            <a:ext cx="8862291" cy="703398"/>
          </a:xfrm>
          <a:prstGeom prst="rect">
            <a:avLst/>
          </a:prstGeom>
          <a:noFill/>
          <a:ln>
            <a:noFill/>
          </a:ln>
        </p:spPr>
        <p:txBody>
          <a:bodyPr lIns="91425" tIns="45700" rIns="91425" bIns="45700" anchor="ctr" anchorCtr="0">
            <a:noAutofit/>
          </a:bodyPr>
          <a:lstStyle/>
          <a:p>
            <a:pPr marL="0" marR="0" lvl="0" indent="0" algn="l" rtl="0">
              <a:lnSpc>
                <a:spcPct val="136842"/>
              </a:lnSpc>
              <a:spcBef>
                <a:spcPts val="0"/>
              </a:spcBef>
              <a:spcAft>
                <a:spcPts val="0"/>
              </a:spcAft>
              <a:buClr>
                <a:srgbClr val="189AD1"/>
              </a:buClr>
              <a:buSzPct val="25000"/>
              <a:buFont typeface="Arial"/>
              <a:buNone/>
            </a:pPr>
            <a:r>
              <a:rPr lang="en" sz="3800" b="0" i="0" u="none" strike="noStrike" cap="none">
                <a:solidFill>
                  <a:srgbClr val="189AD1"/>
                </a:solidFill>
                <a:latin typeface="Arial"/>
                <a:ea typeface="Arial"/>
                <a:cs typeface="Arial"/>
                <a:sym typeface="Arial"/>
              </a:rPr>
              <a:t>Enabling a Journey</a:t>
            </a:r>
          </a:p>
        </p:txBody>
      </p:sp>
      <p:graphicFrame>
        <p:nvGraphicFramePr>
          <p:cNvPr id="705" name="Shape 705"/>
          <p:cNvGraphicFramePr/>
          <p:nvPr/>
        </p:nvGraphicFramePr>
        <p:xfrm>
          <a:off x="381000" y="1612120"/>
          <a:ext cx="3000000" cy="3000000"/>
        </p:xfrm>
        <a:graphic>
          <a:graphicData uri="http://schemas.openxmlformats.org/drawingml/2006/table">
            <a:tbl>
              <a:tblPr>
                <a:noFill/>
                <a:tableStyleId>{7A126FEB-CCE2-421E-9581-00FE6B4DD3B9}</a:tableStyleId>
              </a:tblPr>
              <a:tblGrid>
                <a:gridCol w="1964875">
                  <a:extLst>
                    <a:ext uri="{9D8B030D-6E8A-4147-A177-3AD203B41FA5}">
                      <a16:colId xmlns:a16="http://schemas.microsoft.com/office/drawing/2014/main" val="20000"/>
                    </a:ext>
                  </a:extLst>
                </a:gridCol>
                <a:gridCol w="1923050">
                  <a:extLst>
                    <a:ext uri="{9D8B030D-6E8A-4147-A177-3AD203B41FA5}">
                      <a16:colId xmlns:a16="http://schemas.microsoft.com/office/drawing/2014/main" val="20001"/>
                    </a:ext>
                  </a:extLst>
                </a:gridCol>
                <a:gridCol w="2100925">
                  <a:extLst>
                    <a:ext uri="{9D8B030D-6E8A-4147-A177-3AD203B41FA5}">
                      <a16:colId xmlns:a16="http://schemas.microsoft.com/office/drawing/2014/main" val="20002"/>
                    </a:ext>
                  </a:extLst>
                </a:gridCol>
                <a:gridCol w="2100925">
                  <a:extLst>
                    <a:ext uri="{9D8B030D-6E8A-4147-A177-3AD203B41FA5}">
                      <a16:colId xmlns:a16="http://schemas.microsoft.com/office/drawing/2014/main" val="20003"/>
                    </a:ext>
                  </a:extLst>
                </a:gridCol>
              </a:tblGrid>
              <a:tr h="458225">
                <a:tc>
                  <a:txBody>
                    <a:bodyPr/>
                    <a:lstStyle/>
                    <a:p>
                      <a:pPr marL="0" marR="0" lvl="0" indent="0" algn="l" rtl="0">
                        <a:lnSpc>
                          <a:spcPct val="100000"/>
                        </a:lnSpc>
                        <a:spcBef>
                          <a:spcPts val="0"/>
                        </a:spcBef>
                        <a:spcAft>
                          <a:spcPts val="0"/>
                        </a:spcAft>
                        <a:buClr>
                          <a:srgbClr val="000000"/>
                        </a:buClr>
                        <a:buSzPct val="25000"/>
                        <a:buFont typeface="Arial"/>
                        <a:buNone/>
                      </a:pPr>
                      <a:endParaRPr sz="1400" b="0" u="none" strike="noStrike" cap="none">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med" len="med"/>
                      <a:tailEnd type="none" w="med" len="med"/>
                    </a:lnL>
                    <a:lnR w="28575" cap="flat" cmpd="sng">
                      <a:solidFill>
                        <a:srgbClr val="7F7F7F"/>
                      </a:solidFill>
                      <a:prstDash val="solid"/>
                      <a:round/>
                      <a:headEnd type="none" w="med" len="med"/>
                      <a:tailEnd type="none" w="med" len="med"/>
                    </a:lnR>
                    <a:lnT w="9525" cap="flat" cmpd="sng">
                      <a:solidFill>
                        <a:srgbClr val="000000">
                          <a:alpha val="0"/>
                        </a:srgbClr>
                      </a:solidFill>
                      <a:prstDash val="solid"/>
                      <a:round/>
                      <a:headEnd type="none" w="med" len="med"/>
                      <a:tailEnd type="none" w="med" len="med"/>
                    </a:lnT>
                    <a:lnB w="28575" cap="flat" cmpd="sng">
                      <a:solidFill>
                        <a:srgbClr val="7F7F7F"/>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chemeClr val="lt1"/>
                        </a:buClr>
                        <a:buSzPct val="25000"/>
                        <a:buFont typeface="Arial"/>
                        <a:buNone/>
                      </a:pPr>
                      <a:r>
                        <a:rPr lang="en" sz="1400" b="0" u="none" strike="noStrike" cap="none">
                          <a:solidFill>
                            <a:schemeClr val="lt1"/>
                          </a:solidFill>
                          <a:latin typeface="Arial"/>
                          <a:ea typeface="Arial"/>
                          <a:cs typeface="Arial"/>
                          <a:sym typeface="Arial"/>
                        </a:rPr>
                        <a:t>MICROSERVICES</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24ACFF"/>
                    </a:solidFill>
                  </a:tcPr>
                </a:tc>
                <a:tc>
                  <a:txBody>
                    <a:bodyPr/>
                    <a:lstStyle/>
                    <a:p>
                      <a:pPr marL="0" marR="0" lvl="0" indent="0" algn="ctr" rtl="0">
                        <a:lnSpc>
                          <a:spcPct val="100000"/>
                        </a:lnSpc>
                        <a:spcBef>
                          <a:spcPts val="0"/>
                        </a:spcBef>
                        <a:spcAft>
                          <a:spcPts val="0"/>
                        </a:spcAft>
                        <a:buClr>
                          <a:schemeClr val="lt1"/>
                        </a:buClr>
                        <a:buSzPct val="25000"/>
                        <a:buFont typeface="Arial"/>
                        <a:buNone/>
                      </a:pPr>
                      <a:r>
                        <a:rPr lang="en" sz="1400" b="0" u="none" strike="noStrike" cap="none">
                          <a:solidFill>
                            <a:schemeClr val="lt1"/>
                          </a:solidFill>
                          <a:latin typeface="Arial"/>
                          <a:ea typeface="Arial"/>
                          <a:cs typeface="Arial"/>
                          <a:sym typeface="Arial"/>
                        </a:rPr>
                        <a:t>AGILE TRADITIONAL APPS</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24ACFF"/>
                    </a:solidFill>
                  </a:tcPr>
                </a:tc>
                <a:tc>
                  <a:txBody>
                    <a:bodyPr/>
                    <a:lstStyle/>
                    <a:p>
                      <a:pPr marL="0" marR="0" lvl="0" indent="0" algn="ctr" rtl="0">
                        <a:lnSpc>
                          <a:spcPct val="100000"/>
                        </a:lnSpc>
                        <a:spcBef>
                          <a:spcPts val="0"/>
                        </a:spcBef>
                        <a:spcAft>
                          <a:spcPts val="0"/>
                        </a:spcAft>
                        <a:buClr>
                          <a:schemeClr val="lt1"/>
                        </a:buClr>
                        <a:buSzPct val="25000"/>
                        <a:buFont typeface="Arial"/>
                        <a:buNone/>
                      </a:pPr>
                      <a:r>
                        <a:rPr lang="en" sz="1400" b="0" u="none" strike="noStrike" cap="none">
                          <a:solidFill>
                            <a:schemeClr val="lt1"/>
                          </a:solidFill>
                          <a:latin typeface="Arial"/>
                          <a:ea typeface="Arial"/>
                          <a:cs typeface="Arial"/>
                          <a:sym typeface="Arial"/>
                        </a:rPr>
                        <a:t>TRADITIONAL APPS</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solidFill>
                      <a:srgbClr val="24ACFF"/>
                    </a:solidFill>
                  </a:tcPr>
                </a:tc>
                <a:extLst>
                  <a:ext uri="{0D108BD9-81ED-4DB2-BD59-A6C34878D82A}">
                    <a16:rowId xmlns:a16="http://schemas.microsoft.com/office/drawing/2014/main" val="10000"/>
                  </a:ext>
                </a:extLst>
              </a:tr>
              <a:tr h="537700">
                <a:tc>
                  <a:txBody>
                    <a:bodyPr/>
                    <a:lstStyle/>
                    <a:p>
                      <a:pPr marL="0" marR="0" lvl="0" indent="0" algn="l" rtl="0">
                        <a:lnSpc>
                          <a:spcPct val="100000"/>
                        </a:lnSpc>
                        <a:spcBef>
                          <a:spcPts val="0"/>
                        </a:spcBef>
                        <a:spcAft>
                          <a:spcPts val="0"/>
                        </a:spcAft>
                        <a:buClr>
                          <a:srgbClr val="3F3F3F"/>
                        </a:buClr>
                        <a:buSzPct val="25000"/>
                        <a:buFont typeface="Arial"/>
                        <a:buNone/>
                      </a:pPr>
                      <a:r>
                        <a:rPr lang="en" sz="1400" b="0" u="none" strike="noStrike" cap="none">
                          <a:solidFill>
                            <a:srgbClr val="3F3F3F"/>
                          </a:solidFill>
                          <a:latin typeface="Arial"/>
                          <a:ea typeface="Arial"/>
                          <a:cs typeface="Arial"/>
                          <a:sym typeface="Arial"/>
                        </a:rPr>
                        <a:t>Cloud or New Infrastructure</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tc rowSpan="2" gridSpan="3">
                  <a:txBody>
                    <a:bodyPr/>
                    <a:lstStyle/>
                    <a:p>
                      <a:pPr marL="0" marR="0" lvl="0" indent="0" algn="ctr" rtl="0">
                        <a:lnSpc>
                          <a:spcPct val="100000"/>
                        </a:lnSpc>
                        <a:spcBef>
                          <a:spcPts val="0"/>
                        </a:spcBef>
                        <a:spcAft>
                          <a:spcPts val="0"/>
                        </a:spcAft>
                        <a:buClr>
                          <a:srgbClr val="000000"/>
                        </a:buClr>
                        <a:buSzPct val="25000"/>
                        <a:buFont typeface="Arial"/>
                        <a:buNone/>
                      </a:pPr>
                      <a:endParaRPr sz="1400" b="0" u="none" strike="noStrike" cap="none">
                        <a:latin typeface="Arial"/>
                        <a:ea typeface="Arial"/>
                        <a:cs typeface="Arial"/>
                        <a:sym typeface="Arial"/>
                      </a:endParaRP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tc rowSpan="2" hMerge="1">
                  <a:txBody>
                    <a:bodyPr/>
                    <a:lstStyle/>
                    <a:p>
                      <a:endParaRPr lang="ko-KR"/>
                    </a:p>
                  </a:txBody>
                  <a:tcPr/>
                </a:tc>
                <a:tc rowSpan="2" hMerge="1">
                  <a:txBody>
                    <a:bodyPr/>
                    <a:lstStyle/>
                    <a:p>
                      <a:endParaRPr lang="ko-KR"/>
                    </a:p>
                  </a:txBody>
                  <a:tcPr/>
                </a:tc>
                <a:extLst>
                  <a:ext uri="{0D108BD9-81ED-4DB2-BD59-A6C34878D82A}">
                    <a16:rowId xmlns:a16="http://schemas.microsoft.com/office/drawing/2014/main" val="10001"/>
                  </a:ext>
                </a:extLst>
              </a:tr>
              <a:tr h="572825">
                <a:tc>
                  <a:txBody>
                    <a:bodyPr/>
                    <a:lstStyle/>
                    <a:p>
                      <a:pPr marL="0" marR="0" lvl="0" indent="0" algn="l" rtl="0">
                        <a:lnSpc>
                          <a:spcPct val="100000"/>
                        </a:lnSpc>
                        <a:spcBef>
                          <a:spcPts val="0"/>
                        </a:spcBef>
                        <a:spcAft>
                          <a:spcPts val="0"/>
                        </a:spcAft>
                        <a:buClr>
                          <a:srgbClr val="3F3F3F"/>
                        </a:buClr>
                        <a:buSzPct val="25000"/>
                        <a:buFont typeface="Arial"/>
                        <a:buNone/>
                      </a:pPr>
                      <a:r>
                        <a:rPr lang="en" sz="1400" b="0" u="none" strike="noStrike" cap="none">
                          <a:solidFill>
                            <a:srgbClr val="3F3F3F"/>
                          </a:solidFill>
                          <a:latin typeface="Arial"/>
                          <a:ea typeface="Arial"/>
                          <a:cs typeface="Arial"/>
                          <a:sym typeface="Arial"/>
                        </a:rPr>
                        <a:t>Old Infrastructure</a:t>
                      </a:r>
                    </a:p>
                  </a:txBody>
                  <a:tcPr marL="91450" marR="91450" marT="45725" marB="45725" anchor="ctr">
                    <a:lnL w="28575" cap="flat" cmpd="sng">
                      <a:solidFill>
                        <a:srgbClr val="7F7F7F"/>
                      </a:solidFill>
                      <a:prstDash val="solid"/>
                      <a:round/>
                      <a:headEnd type="none" w="med" len="med"/>
                      <a:tailEnd type="none" w="med" len="med"/>
                    </a:lnL>
                    <a:lnR w="28575" cap="flat" cmpd="sng">
                      <a:solidFill>
                        <a:srgbClr val="7F7F7F"/>
                      </a:solidFill>
                      <a:prstDash val="solid"/>
                      <a:round/>
                      <a:headEnd type="none" w="med" len="med"/>
                      <a:tailEnd type="none" w="med" len="med"/>
                    </a:lnR>
                    <a:lnT w="28575" cap="flat" cmpd="sng">
                      <a:solidFill>
                        <a:srgbClr val="7F7F7F"/>
                      </a:solidFill>
                      <a:prstDash val="solid"/>
                      <a:round/>
                      <a:headEnd type="none" w="med" len="med"/>
                      <a:tailEnd type="none" w="med" len="med"/>
                    </a:lnT>
                    <a:lnB w="28575" cap="flat" cmpd="sng">
                      <a:solidFill>
                        <a:srgbClr val="7F7F7F"/>
                      </a:solidFill>
                      <a:prstDash val="solid"/>
                      <a:round/>
                      <a:headEnd type="none" w="med" len="med"/>
                      <a:tailEnd type="none" w="med" len="med"/>
                    </a:lnB>
                  </a:tcPr>
                </a:tc>
                <a:tc gridSpan="3" vMerge="1">
                  <a:txBody>
                    <a:bodyPr/>
                    <a:lstStyle/>
                    <a:p>
                      <a:endParaRPr lang="ko-KR"/>
                    </a:p>
                  </a:txBody>
                  <a:tcPr/>
                </a:tc>
                <a:tc hMerge="1" vMerge="1">
                  <a:txBody>
                    <a:bodyPr/>
                    <a:lstStyle/>
                    <a:p>
                      <a:endParaRPr lang="ko-KR"/>
                    </a:p>
                  </a:txBody>
                  <a:tcPr/>
                </a:tc>
                <a:tc hMerge="1" vMerge="1">
                  <a:txBody>
                    <a:bodyPr/>
                    <a:lstStyle/>
                    <a:p>
                      <a:endParaRPr lang="ko-KR"/>
                    </a:p>
                  </a:txBody>
                  <a:tcPr/>
                </a:tc>
                <a:extLst>
                  <a:ext uri="{0D108BD9-81ED-4DB2-BD59-A6C34878D82A}">
                    <a16:rowId xmlns:a16="http://schemas.microsoft.com/office/drawing/2014/main" val="10002"/>
                  </a:ext>
                </a:extLst>
              </a:tr>
            </a:tbl>
          </a:graphicData>
        </a:graphic>
      </p:graphicFrame>
      <p:grpSp>
        <p:nvGrpSpPr>
          <p:cNvPr id="706" name="Shape 706"/>
          <p:cNvGrpSpPr/>
          <p:nvPr/>
        </p:nvGrpSpPr>
        <p:grpSpPr>
          <a:xfrm>
            <a:off x="3016728" y="2330175"/>
            <a:ext cx="545444" cy="520372"/>
            <a:chOff x="2114360" y="3051161"/>
            <a:chExt cx="704816" cy="672419"/>
          </a:xfrm>
        </p:grpSpPr>
        <p:sp>
          <p:nvSpPr>
            <p:cNvPr id="707" name="Shape 707"/>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Arial"/>
                <a:ea typeface="Arial"/>
                <a:cs typeface="Arial"/>
                <a:sym typeface="Arial"/>
              </a:endParaRPr>
            </a:p>
          </p:txBody>
        </p:sp>
        <p:grpSp>
          <p:nvGrpSpPr>
            <p:cNvPr id="708" name="Shape 708"/>
            <p:cNvGrpSpPr/>
            <p:nvPr/>
          </p:nvGrpSpPr>
          <p:grpSpPr>
            <a:xfrm>
              <a:off x="2114360" y="3444417"/>
              <a:ext cx="279161" cy="279162"/>
              <a:chOff x="-4901926" y="-20638"/>
              <a:chExt cx="442912" cy="442912"/>
            </a:xfrm>
          </p:grpSpPr>
          <p:sp>
            <p:nvSpPr>
              <p:cNvPr id="709" name="Shape 709"/>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10" name="Shape 710"/>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11" name="Shape 711"/>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12" name="Shape 712"/>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13" name="Shape 713"/>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714" name="Shape 714"/>
            <p:cNvGrpSpPr/>
            <p:nvPr/>
          </p:nvGrpSpPr>
          <p:grpSpPr>
            <a:xfrm>
              <a:off x="2540014" y="3433349"/>
              <a:ext cx="279161" cy="279162"/>
              <a:chOff x="-4901926" y="-20638"/>
              <a:chExt cx="442912" cy="442912"/>
            </a:xfrm>
          </p:grpSpPr>
          <p:sp>
            <p:nvSpPr>
              <p:cNvPr id="715" name="Shape 715"/>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16" name="Shape 716"/>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17" name="Shape 717"/>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18" name="Shape 718"/>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19" name="Shape 719"/>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720" name="Shape 720"/>
            <p:cNvGrpSpPr/>
            <p:nvPr/>
          </p:nvGrpSpPr>
          <p:grpSpPr>
            <a:xfrm>
              <a:off x="2338080" y="3051161"/>
              <a:ext cx="279161" cy="279162"/>
              <a:chOff x="-4901926" y="-20638"/>
              <a:chExt cx="442912" cy="442912"/>
            </a:xfrm>
          </p:grpSpPr>
          <p:sp>
            <p:nvSpPr>
              <p:cNvPr id="721" name="Shape 721"/>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22" name="Shape 722"/>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23" name="Shape 723"/>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24" name="Shape 724"/>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725" name="Shape 725"/>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726" name="Shape 726"/>
          <p:cNvGrpSpPr/>
          <p:nvPr/>
        </p:nvGrpSpPr>
        <p:grpSpPr>
          <a:xfrm>
            <a:off x="7153370" y="2385245"/>
            <a:ext cx="407387" cy="410230"/>
            <a:chOff x="7054078" y="2935996"/>
            <a:chExt cx="407387" cy="410230"/>
          </a:xfrm>
        </p:grpSpPr>
        <p:grpSp>
          <p:nvGrpSpPr>
            <p:cNvPr id="727" name="Shape 727"/>
            <p:cNvGrpSpPr/>
            <p:nvPr/>
          </p:nvGrpSpPr>
          <p:grpSpPr>
            <a:xfrm>
              <a:off x="7054078" y="2935996"/>
              <a:ext cx="398280" cy="398279"/>
              <a:chOff x="-4901926" y="-20638"/>
              <a:chExt cx="442912" cy="442912"/>
            </a:xfrm>
          </p:grpSpPr>
          <p:sp>
            <p:nvSpPr>
              <p:cNvPr id="728" name="Shape 72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29" name="Shape 729"/>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30" name="Shape 730"/>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31" name="Shape 731"/>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32" name="Shape 732"/>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733" name="Shape 733"/>
            <p:cNvGrpSpPr/>
            <p:nvPr/>
          </p:nvGrpSpPr>
          <p:grpSpPr>
            <a:xfrm>
              <a:off x="7063185" y="2947596"/>
              <a:ext cx="398280" cy="398279"/>
              <a:chOff x="-4901926" y="-20638"/>
              <a:chExt cx="442912" cy="442912"/>
            </a:xfrm>
          </p:grpSpPr>
          <p:sp>
            <p:nvSpPr>
              <p:cNvPr id="734" name="Shape 73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35" name="Shape 735"/>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36" name="Shape 736"/>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37" name="Shape 737"/>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38" name="Shape 738"/>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739" name="Shape 739"/>
            <p:cNvGrpSpPr/>
            <p:nvPr/>
          </p:nvGrpSpPr>
          <p:grpSpPr>
            <a:xfrm>
              <a:off x="7054078" y="2947947"/>
              <a:ext cx="398280" cy="398279"/>
              <a:chOff x="-4901926" y="-20638"/>
              <a:chExt cx="442912" cy="442912"/>
            </a:xfrm>
          </p:grpSpPr>
          <p:sp>
            <p:nvSpPr>
              <p:cNvPr id="740" name="Shape 740"/>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41" name="Shape 741"/>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42" name="Shape 742"/>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43" name="Shape 743"/>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44" name="Shape 744"/>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grpSp>
        <p:nvGrpSpPr>
          <p:cNvPr id="745" name="Shape 745"/>
          <p:cNvGrpSpPr/>
          <p:nvPr/>
        </p:nvGrpSpPr>
        <p:grpSpPr>
          <a:xfrm>
            <a:off x="5236949" y="2316705"/>
            <a:ext cx="241648" cy="547309"/>
            <a:chOff x="5003577" y="2737603"/>
            <a:chExt cx="241648" cy="547309"/>
          </a:xfrm>
        </p:grpSpPr>
        <p:grpSp>
          <p:nvGrpSpPr>
            <p:cNvPr id="746" name="Shape 746"/>
            <p:cNvGrpSpPr/>
            <p:nvPr/>
          </p:nvGrpSpPr>
          <p:grpSpPr>
            <a:xfrm>
              <a:off x="5009244" y="3053495"/>
              <a:ext cx="231418" cy="231417"/>
              <a:chOff x="-4901926" y="-20638"/>
              <a:chExt cx="442912" cy="442912"/>
            </a:xfrm>
          </p:grpSpPr>
          <p:sp>
            <p:nvSpPr>
              <p:cNvPr id="747" name="Shape 747"/>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48" name="Shape 748"/>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49" name="Shape 749"/>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50" name="Shape 750"/>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51" name="Shape 751"/>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752" name="Shape 752"/>
            <p:cNvGrpSpPr/>
            <p:nvPr/>
          </p:nvGrpSpPr>
          <p:grpSpPr>
            <a:xfrm rot="10800000" flipH="1">
              <a:off x="5003577" y="2737603"/>
              <a:ext cx="241648" cy="241647"/>
              <a:chOff x="-4901923" y="-20638"/>
              <a:chExt cx="442912" cy="442912"/>
            </a:xfrm>
          </p:grpSpPr>
          <p:sp>
            <p:nvSpPr>
              <p:cNvPr id="753" name="Shape 753"/>
              <p:cNvSpPr/>
              <p:nvPr/>
            </p:nvSpPr>
            <p:spPr>
              <a:xfrm>
                <a:off x="-4901923"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754" name="Shape 754"/>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55" name="Shape 755"/>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56" name="Shape 756"/>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757" name="Shape 757"/>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sp>
        <p:nvSpPr>
          <p:cNvPr id="758" name="Shape 758"/>
          <p:cNvSpPr txBox="1">
            <a:spLocks noGrp="1"/>
          </p:cNvSpPr>
          <p:nvPr>
            <p:ph type="body" idx="1"/>
          </p:nvPr>
        </p:nvSpPr>
        <p:spPr>
          <a:xfrm>
            <a:off x="402579" y="3777237"/>
            <a:ext cx="8329941" cy="685893"/>
          </a:xfrm>
          <a:prstGeom prst="rect">
            <a:avLst/>
          </a:prstGeom>
          <a:noFill/>
          <a:ln>
            <a:noFill/>
          </a:ln>
        </p:spPr>
        <p:txBody>
          <a:bodyPr lIns="91425" tIns="45700" rIns="91425" bIns="45700" anchor="ctr" anchorCtr="0">
            <a:noAutofit/>
          </a:bodyPr>
          <a:lstStyle/>
          <a:p>
            <a:pPr marL="0" marR="0" lvl="0" indent="0" algn="ctr" rtl="0">
              <a:lnSpc>
                <a:spcPct val="162500"/>
              </a:lnSpc>
              <a:spcBef>
                <a:spcPts val="0"/>
              </a:spcBef>
              <a:spcAft>
                <a:spcPts val="0"/>
              </a:spcAft>
              <a:buClr>
                <a:srgbClr val="189AD1"/>
              </a:buClr>
              <a:buSzPct val="25000"/>
              <a:buFont typeface="Arial"/>
              <a:buNone/>
            </a:pPr>
            <a:r>
              <a:rPr lang="en" sz="3200" b="0" i="0" u="none" strike="noStrike" cap="none">
                <a:solidFill>
                  <a:srgbClr val="189AD1"/>
                </a:solidFill>
                <a:latin typeface="Arial"/>
                <a:ea typeface="Arial"/>
                <a:cs typeface="Arial"/>
                <a:sym typeface="Arial"/>
              </a:rPr>
              <a:t>…that is past AND future proof</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Shape 763"/>
          <p:cNvSpPr txBox="1">
            <a:spLocks noGrp="1"/>
          </p:cNvSpPr>
          <p:nvPr>
            <p:ph type="title"/>
          </p:nvPr>
        </p:nvSpPr>
        <p:spPr>
          <a:xfrm>
            <a:off x="71612" y="1235557"/>
            <a:ext cx="8643900" cy="613200"/>
          </a:xfrm>
          <a:prstGeom prst="rect">
            <a:avLst/>
          </a:prstGeom>
        </p:spPr>
        <p:txBody>
          <a:bodyPr lIns="91425" tIns="91425" rIns="91425" bIns="91425" anchor="ctr" anchorCtr="0">
            <a:noAutofit/>
          </a:bodyPr>
          <a:lstStyle/>
          <a:p>
            <a:pPr lvl="0" algn="ctr" rtl="0">
              <a:spcBef>
                <a:spcPts val="0"/>
              </a:spcBef>
              <a:buNone/>
            </a:pPr>
            <a:endParaRPr sz="6000">
              <a:solidFill>
                <a:schemeClr val="accent1"/>
              </a:solidFill>
            </a:endParaRPr>
          </a:p>
          <a:p>
            <a:pPr lvl="0" algn="ctr" rtl="0">
              <a:spcBef>
                <a:spcPts val="0"/>
              </a:spcBef>
              <a:buNone/>
            </a:pPr>
            <a:endParaRPr sz="6000">
              <a:solidFill>
                <a:schemeClr val="accent1"/>
              </a:solidFill>
            </a:endParaRPr>
          </a:p>
          <a:p>
            <a:pPr lvl="0" algn="ctr" rtl="0">
              <a:spcBef>
                <a:spcPts val="0"/>
              </a:spcBef>
              <a:buNone/>
            </a:pPr>
            <a:endParaRPr sz="6000">
              <a:solidFill>
                <a:schemeClr val="accent1"/>
              </a:solidFill>
            </a:endParaRPr>
          </a:p>
          <a:p>
            <a:pPr lvl="0" algn="ctr" rtl="0">
              <a:spcBef>
                <a:spcPts val="0"/>
              </a:spcBef>
              <a:buNone/>
            </a:pPr>
            <a:r>
              <a:rPr lang="en" sz="6000">
                <a:solidFill>
                  <a:schemeClr val="accent1"/>
                </a:solidFill>
              </a:rPr>
              <a:t>Docker and Container Overview</a:t>
            </a:r>
          </a:p>
          <a:p>
            <a:pPr lvl="0" algn="ctr" rtl="0">
              <a:spcBef>
                <a:spcPts val="0"/>
              </a:spcBef>
              <a:buNone/>
            </a:pPr>
            <a:endParaRPr sz="6000">
              <a:solidFill>
                <a:schemeClr val="accent1"/>
              </a:solidFill>
            </a:endParaRPr>
          </a:p>
          <a:p>
            <a:pPr lvl="0" algn="ctr" rtl="0">
              <a:spcBef>
                <a:spcPts val="0"/>
              </a:spcBef>
              <a:buNone/>
            </a:pPr>
            <a:endParaRPr/>
          </a:p>
        </p:txBody>
      </p:sp>
      <p:pic>
        <p:nvPicPr>
          <p:cNvPr id="764" name="Shape 764" descr="docker1.png"/>
          <p:cNvPicPr preferRelativeResize="0"/>
          <p:nvPr/>
        </p:nvPicPr>
        <p:blipFill>
          <a:blip r:embed="rId3">
            <a:alphaModFix/>
          </a:blip>
          <a:stretch>
            <a:fillRect/>
          </a:stretch>
        </p:blipFill>
        <p:spPr>
          <a:xfrm>
            <a:off x="7351677" y="4166625"/>
            <a:ext cx="1792325" cy="9768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Shape 769"/>
          <p:cNvSpPr txBox="1">
            <a:spLocks noGrp="1"/>
          </p:cNvSpPr>
          <p:nvPr>
            <p:ph type="title"/>
          </p:nvPr>
        </p:nvSpPr>
        <p:spPr>
          <a:xfrm>
            <a:off x="381000" y="426242"/>
            <a:ext cx="8686800" cy="480000"/>
          </a:xfrm>
          <a:prstGeom prst="rect">
            <a:avLst/>
          </a:prstGeom>
          <a:noFill/>
          <a:ln>
            <a:noFill/>
          </a:ln>
        </p:spPr>
        <p:txBody>
          <a:bodyPr lIns="91425" tIns="91425" rIns="91425" bIns="91425" anchor="t" anchorCtr="0">
            <a:noAutofit/>
          </a:bodyPr>
          <a:lstStyle/>
          <a:p>
            <a:pPr marL="0" marR="0" lvl="0" indent="0" algn="l" rtl="0">
              <a:lnSpc>
                <a:spcPct val="90000"/>
              </a:lnSpc>
              <a:spcBef>
                <a:spcPts val="0"/>
              </a:spcBef>
              <a:spcAft>
                <a:spcPts val="0"/>
              </a:spcAft>
              <a:buClr>
                <a:schemeClr val="accent1"/>
              </a:buClr>
              <a:buSzPct val="25000"/>
              <a:buFont typeface="Arial"/>
              <a:buNone/>
            </a:pPr>
            <a:r>
              <a:rPr lang="en" sz="3200" b="0" i="0" u="none" strike="noStrike" cap="none">
                <a:solidFill>
                  <a:schemeClr val="accent1"/>
                </a:solidFill>
                <a:latin typeface="Arial"/>
                <a:ea typeface="Arial"/>
                <a:cs typeface="Arial"/>
                <a:sym typeface="Arial"/>
              </a:rPr>
              <a:t>History of Docker</a:t>
            </a:r>
          </a:p>
        </p:txBody>
      </p:sp>
      <p:sp>
        <p:nvSpPr>
          <p:cNvPr id="770" name="Shape 770"/>
          <p:cNvSpPr/>
          <p:nvPr/>
        </p:nvSpPr>
        <p:spPr>
          <a:xfrm>
            <a:off x="478239" y="2431577"/>
            <a:ext cx="8492400" cy="477600"/>
          </a:xfrm>
          <a:prstGeom prst="rightArrow">
            <a:avLst>
              <a:gd name="adj1" fmla="val 50000"/>
              <a:gd name="adj2" fmla="val 50000"/>
            </a:avLst>
          </a:prstGeom>
          <a:solidFill>
            <a:schemeClr val="accent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71" name="Shape 771"/>
          <p:cNvSpPr/>
          <p:nvPr/>
        </p:nvSpPr>
        <p:spPr>
          <a:xfrm>
            <a:off x="889379" y="2670413"/>
            <a:ext cx="273000" cy="286500"/>
          </a:xfrm>
          <a:prstGeom prst="triangle">
            <a:avLst>
              <a:gd name="adj" fmla="val 50000"/>
            </a:avLst>
          </a:prstGeom>
          <a:solidFill>
            <a:srgbClr val="FFC000"/>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72" name="Shape 772"/>
          <p:cNvSpPr/>
          <p:nvPr/>
        </p:nvSpPr>
        <p:spPr>
          <a:xfrm rot="10800000" flipH="1">
            <a:off x="2133599" y="2390733"/>
            <a:ext cx="273000" cy="286500"/>
          </a:xfrm>
          <a:prstGeom prst="triangle">
            <a:avLst>
              <a:gd name="adj" fmla="val 50000"/>
            </a:avLst>
          </a:prstGeom>
          <a:solidFill>
            <a:srgbClr val="FFC000"/>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73" name="Shape 773"/>
          <p:cNvSpPr/>
          <p:nvPr/>
        </p:nvSpPr>
        <p:spPr>
          <a:xfrm>
            <a:off x="4665833" y="2677235"/>
            <a:ext cx="273000" cy="286500"/>
          </a:xfrm>
          <a:prstGeom prst="triangle">
            <a:avLst>
              <a:gd name="adj" fmla="val 50000"/>
            </a:avLst>
          </a:prstGeom>
          <a:solidFill>
            <a:srgbClr val="FFC000"/>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74" name="Shape 774"/>
          <p:cNvSpPr/>
          <p:nvPr/>
        </p:nvSpPr>
        <p:spPr>
          <a:xfrm>
            <a:off x="6996753" y="2677235"/>
            <a:ext cx="273000" cy="286500"/>
          </a:xfrm>
          <a:prstGeom prst="triangle">
            <a:avLst>
              <a:gd name="adj" fmla="val 50000"/>
            </a:avLst>
          </a:prstGeom>
          <a:solidFill>
            <a:srgbClr val="FFC000"/>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75" name="Shape 775"/>
          <p:cNvSpPr txBox="1"/>
          <p:nvPr/>
        </p:nvSpPr>
        <p:spPr>
          <a:xfrm>
            <a:off x="135338" y="3133966"/>
            <a:ext cx="1781100" cy="95399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2004</a:t>
            </a:r>
          </a:p>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Solaris Containers / Zones technology introduced</a:t>
            </a:r>
          </a:p>
        </p:txBody>
      </p:sp>
      <p:sp>
        <p:nvSpPr>
          <p:cNvPr id="776" name="Shape 776"/>
          <p:cNvSpPr txBox="1"/>
          <p:nvPr/>
        </p:nvSpPr>
        <p:spPr>
          <a:xfrm>
            <a:off x="1532526" y="1345016"/>
            <a:ext cx="1475100" cy="9540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2008</a:t>
            </a:r>
          </a:p>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Linux containers (LXC 1.0) introduced</a:t>
            </a:r>
          </a:p>
        </p:txBody>
      </p:sp>
      <p:sp>
        <p:nvSpPr>
          <p:cNvPr id="777" name="Shape 777"/>
          <p:cNvSpPr txBox="1"/>
          <p:nvPr/>
        </p:nvSpPr>
        <p:spPr>
          <a:xfrm>
            <a:off x="3626326" y="1227900"/>
            <a:ext cx="1712100" cy="11697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2013</a:t>
            </a:r>
          </a:p>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Solomon Hykes starts Docker as an internal project within dotCloud</a:t>
            </a:r>
          </a:p>
        </p:txBody>
      </p:sp>
      <p:sp>
        <p:nvSpPr>
          <p:cNvPr id="778" name="Shape 778"/>
          <p:cNvSpPr txBox="1"/>
          <p:nvPr/>
        </p:nvSpPr>
        <p:spPr>
          <a:xfrm>
            <a:off x="4035757" y="3107655"/>
            <a:ext cx="1499100" cy="73859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Mar 2013</a:t>
            </a:r>
          </a:p>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Docker released to open source </a:t>
            </a:r>
          </a:p>
        </p:txBody>
      </p:sp>
      <p:sp>
        <p:nvSpPr>
          <p:cNvPr id="779" name="Shape 779"/>
          <p:cNvSpPr txBox="1"/>
          <p:nvPr/>
        </p:nvSpPr>
        <p:spPr>
          <a:xfrm>
            <a:off x="5458821" y="1156866"/>
            <a:ext cx="2256900" cy="11697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Feb 2016</a:t>
            </a:r>
          </a:p>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Docker introduces first commercial product – now called Docker Enterprise Edition</a:t>
            </a:r>
          </a:p>
        </p:txBody>
      </p:sp>
      <p:sp>
        <p:nvSpPr>
          <p:cNvPr id="780" name="Shape 780"/>
          <p:cNvSpPr txBox="1"/>
          <p:nvPr/>
        </p:nvSpPr>
        <p:spPr>
          <a:xfrm>
            <a:off x="5784660" y="3026243"/>
            <a:ext cx="2938500" cy="11697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Today</a:t>
            </a:r>
          </a:p>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Open source community includes:</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3,300+ contributors</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43,000+ stars</a:t>
            </a:r>
          </a:p>
          <a:p>
            <a:pPr marL="285750" marR="0" lvl="0" indent="-285750" algn="l" rtl="0">
              <a:lnSpc>
                <a:spcPct val="100000"/>
              </a:lnSpc>
              <a:spcBef>
                <a:spcPts val="0"/>
              </a:spcBef>
              <a:spcAft>
                <a:spcPts val="0"/>
              </a:spcAft>
              <a:buClr>
                <a:srgbClr val="000000"/>
              </a:buClr>
              <a:buSzPct val="100000"/>
              <a:buFont typeface="Arial"/>
              <a:buChar char="-"/>
            </a:pPr>
            <a:r>
              <a:rPr lang="en" sz="1400" b="0" i="0" u="none" strike="noStrike" cap="none">
                <a:solidFill>
                  <a:srgbClr val="000000"/>
                </a:solidFill>
                <a:latin typeface="Arial"/>
                <a:ea typeface="Arial"/>
                <a:cs typeface="Arial"/>
                <a:sym typeface="Arial"/>
              </a:rPr>
              <a:t>12,000+ forks</a:t>
            </a:r>
          </a:p>
        </p:txBody>
      </p:sp>
      <p:sp>
        <p:nvSpPr>
          <p:cNvPr id="781" name="Shape 781"/>
          <p:cNvSpPr/>
          <p:nvPr/>
        </p:nvSpPr>
        <p:spPr>
          <a:xfrm rot="10800000" flipH="1">
            <a:off x="4284264" y="2393910"/>
            <a:ext cx="273000" cy="286500"/>
          </a:xfrm>
          <a:prstGeom prst="triangle">
            <a:avLst>
              <a:gd name="adj" fmla="val 50000"/>
            </a:avLst>
          </a:prstGeom>
          <a:solidFill>
            <a:srgbClr val="FFC000"/>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82" name="Shape 782"/>
          <p:cNvSpPr/>
          <p:nvPr/>
        </p:nvSpPr>
        <p:spPr>
          <a:xfrm rot="10800000" flipH="1">
            <a:off x="6450842" y="2366057"/>
            <a:ext cx="273000" cy="286500"/>
          </a:xfrm>
          <a:prstGeom prst="triangle">
            <a:avLst>
              <a:gd name="adj" fmla="val 50000"/>
            </a:avLst>
          </a:prstGeom>
          <a:solidFill>
            <a:srgbClr val="FFC000"/>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Shape 788"/>
          <p:cNvSpPr txBox="1">
            <a:spLocks noGrp="1"/>
          </p:cNvSpPr>
          <p:nvPr>
            <p:ph type="title"/>
          </p:nvPr>
        </p:nvSpPr>
        <p:spPr>
          <a:xfrm>
            <a:off x="242887" y="207982"/>
            <a:ext cx="8643899" cy="613200"/>
          </a:xfrm>
          <a:prstGeom prst="rect">
            <a:avLst/>
          </a:prstGeom>
          <a:noFill/>
          <a:ln>
            <a:noFill/>
          </a:ln>
        </p:spPr>
        <p:txBody>
          <a:bodyPr lIns="91425" tIns="91425" rIns="91425" bIns="91425" anchor="ctr" anchorCtr="0">
            <a:noAutofit/>
          </a:bodyPr>
          <a:lstStyle/>
          <a:p>
            <a:pPr marL="0" marR="0" lvl="0" indent="0" algn="l" rtl="0">
              <a:lnSpc>
                <a:spcPct val="9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Incredible adoption in just 4 years</a:t>
            </a:r>
          </a:p>
        </p:txBody>
      </p:sp>
      <p:pic>
        <p:nvPicPr>
          <p:cNvPr id="789" name="Shape 789"/>
          <p:cNvPicPr preferRelativeResize="0"/>
          <p:nvPr/>
        </p:nvPicPr>
        <p:blipFill rotWithShape="1">
          <a:blip r:embed="rId3">
            <a:alphaModFix/>
          </a:blip>
          <a:srcRect/>
          <a:stretch/>
        </p:blipFill>
        <p:spPr>
          <a:xfrm>
            <a:off x="171136" y="1337995"/>
            <a:ext cx="8801724" cy="28281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pic>
        <p:nvPicPr>
          <p:cNvPr id="795" name="Shape 795"/>
          <p:cNvPicPr preferRelativeResize="0"/>
          <p:nvPr/>
        </p:nvPicPr>
        <p:blipFill rotWithShape="1">
          <a:blip r:embed="rId3">
            <a:alphaModFix/>
          </a:blip>
          <a:srcRect/>
          <a:stretch/>
        </p:blipFill>
        <p:spPr>
          <a:xfrm>
            <a:off x="508600" y="1738700"/>
            <a:ext cx="2133598" cy="769506"/>
          </a:xfrm>
          <a:prstGeom prst="rect">
            <a:avLst/>
          </a:prstGeom>
          <a:noFill/>
          <a:ln>
            <a:noFill/>
          </a:ln>
        </p:spPr>
      </p:pic>
      <p:pic>
        <p:nvPicPr>
          <p:cNvPr id="796" name="Shape 796"/>
          <p:cNvPicPr preferRelativeResize="0"/>
          <p:nvPr/>
        </p:nvPicPr>
        <p:blipFill rotWithShape="1">
          <a:blip r:embed="rId4">
            <a:alphaModFix/>
          </a:blip>
          <a:srcRect/>
          <a:stretch/>
        </p:blipFill>
        <p:spPr>
          <a:xfrm>
            <a:off x="4170873" y="3350200"/>
            <a:ext cx="1907000" cy="527599"/>
          </a:xfrm>
          <a:prstGeom prst="rect">
            <a:avLst/>
          </a:prstGeom>
          <a:noFill/>
          <a:ln>
            <a:noFill/>
          </a:ln>
        </p:spPr>
      </p:pic>
      <p:pic>
        <p:nvPicPr>
          <p:cNvPr id="797" name="Shape 797"/>
          <p:cNvPicPr preferRelativeResize="0"/>
          <p:nvPr/>
        </p:nvPicPr>
        <p:blipFill rotWithShape="1">
          <a:blip r:embed="rId4">
            <a:alphaModFix/>
          </a:blip>
          <a:srcRect/>
          <a:stretch/>
        </p:blipFill>
        <p:spPr>
          <a:xfrm>
            <a:off x="4170873" y="1240944"/>
            <a:ext cx="1907000" cy="527599"/>
          </a:xfrm>
          <a:prstGeom prst="rect">
            <a:avLst/>
          </a:prstGeom>
          <a:noFill/>
          <a:ln>
            <a:noFill/>
          </a:ln>
        </p:spPr>
      </p:pic>
      <p:sp>
        <p:nvSpPr>
          <p:cNvPr id="798" name="Shape 798"/>
          <p:cNvSpPr txBox="1"/>
          <p:nvPr/>
        </p:nvSpPr>
        <p:spPr>
          <a:xfrm>
            <a:off x="4170873" y="3791412"/>
            <a:ext cx="1953225" cy="2741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Community Edition</a:t>
            </a:r>
          </a:p>
        </p:txBody>
      </p:sp>
      <p:sp>
        <p:nvSpPr>
          <p:cNvPr id="799" name="Shape 799"/>
          <p:cNvSpPr txBox="1"/>
          <p:nvPr/>
        </p:nvSpPr>
        <p:spPr>
          <a:xfrm>
            <a:off x="4170875" y="1685825"/>
            <a:ext cx="1953225" cy="2741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Enterprise Edition</a:t>
            </a:r>
          </a:p>
        </p:txBody>
      </p:sp>
      <p:sp>
        <p:nvSpPr>
          <p:cNvPr id="800" name="Shape 800"/>
          <p:cNvSpPr txBox="1"/>
          <p:nvPr/>
        </p:nvSpPr>
        <p:spPr>
          <a:xfrm>
            <a:off x="458275" y="2691310"/>
            <a:ext cx="2443200" cy="12183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Open source </a:t>
            </a:r>
            <a:r>
              <a:rPr lang="en" sz="1400" b="1" i="0" u="none" strike="noStrike" cap="none">
                <a:solidFill>
                  <a:srgbClr val="000000"/>
                </a:solidFill>
                <a:latin typeface="Arial"/>
                <a:ea typeface="Arial"/>
                <a:cs typeface="Arial"/>
                <a:sym typeface="Arial"/>
              </a:rPr>
              <a:t>framework</a:t>
            </a:r>
            <a:r>
              <a:rPr lang="en" sz="1400" b="0" i="0" u="none" strike="noStrike" cap="none">
                <a:solidFill>
                  <a:srgbClr val="000000"/>
                </a:solidFill>
                <a:latin typeface="Arial"/>
                <a:ea typeface="Arial"/>
                <a:cs typeface="Arial"/>
                <a:sym typeface="Arial"/>
              </a:rPr>
              <a:t> for assembling core components that make a container platform</a:t>
            </a:r>
          </a:p>
        </p:txBody>
      </p:sp>
      <p:sp>
        <p:nvSpPr>
          <p:cNvPr id="801" name="Shape 801"/>
          <p:cNvSpPr txBox="1"/>
          <p:nvPr/>
        </p:nvSpPr>
        <p:spPr>
          <a:xfrm>
            <a:off x="6388825" y="3403975"/>
            <a:ext cx="2321699" cy="8331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 sz="1200" b="0" i="0" u="none" strike="noStrike" cap="none">
                <a:solidFill>
                  <a:srgbClr val="000000"/>
                </a:solidFill>
                <a:latin typeface="Arial"/>
                <a:ea typeface="Arial"/>
                <a:cs typeface="Arial"/>
                <a:sym typeface="Arial"/>
              </a:rPr>
              <a:t>Free, community-supported </a:t>
            </a:r>
            <a:r>
              <a:rPr lang="en" sz="1200" b="1" i="0" u="none" strike="noStrike" cap="none">
                <a:solidFill>
                  <a:srgbClr val="000000"/>
                </a:solidFill>
                <a:latin typeface="Arial"/>
                <a:ea typeface="Arial"/>
                <a:cs typeface="Arial"/>
                <a:sym typeface="Arial"/>
              </a:rPr>
              <a:t>product</a:t>
            </a:r>
            <a:r>
              <a:rPr lang="en" sz="1200" b="0" i="0" u="none" strike="noStrike" cap="none">
                <a:solidFill>
                  <a:srgbClr val="000000"/>
                </a:solidFill>
                <a:latin typeface="Arial"/>
                <a:ea typeface="Arial"/>
                <a:cs typeface="Arial"/>
                <a:sym typeface="Arial"/>
              </a:rPr>
              <a:t> for delivering a container solution</a:t>
            </a:r>
          </a:p>
        </p:txBody>
      </p:sp>
      <p:sp>
        <p:nvSpPr>
          <p:cNvPr id="802" name="Shape 802"/>
          <p:cNvSpPr txBox="1"/>
          <p:nvPr/>
        </p:nvSpPr>
        <p:spPr>
          <a:xfrm>
            <a:off x="6406225" y="1211100"/>
            <a:ext cx="2286900" cy="10491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 sz="1200" b="0" i="0" u="none" strike="noStrike" cap="none">
                <a:solidFill>
                  <a:srgbClr val="000000"/>
                </a:solidFill>
                <a:latin typeface="Arial"/>
                <a:ea typeface="Arial"/>
                <a:cs typeface="Arial"/>
                <a:sym typeface="Arial"/>
              </a:rPr>
              <a:t>Subscription-based, commercially supported </a:t>
            </a:r>
            <a:r>
              <a:rPr lang="en" sz="1200" b="1" i="0" u="none" strike="noStrike" cap="none">
                <a:solidFill>
                  <a:srgbClr val="000000"/>
                </a:solidFill>
                <a:latin typeface="Arial"/>
                <a:ea typeface="Arial"/>
                <a:cs typeface="Arial"/>
                <a:sym typeface="Arial"/>
              </a:rPr>
              <a:t>products</a:t>
            </a:r>
            <a:r>
              <a:rPr lang="en" sz="1200" b="0" i="0" u="none" strike="noStrike" cap="none">
                <a:solidFill>
                  <a:srgbClr val="000000"/>
                </a:solidFill>
                <a:latin typeface="Arial"/>
                <a:ea typeface="Arial"/>
                <a:cs typeface="Arial"/>
                <a:sym typeface="Arial"/>
              </a:rPr>
              <a:t> for delivering a secure software supply chain</a:t>
            </a:r>
          </a:p>
        </p:txBody>
      </p:sp>
      <p:sp>
        <p:nvSpPr>
          <p:cNvPr id="803" name="Shape 803"/>
          <p:cNvSpPr txBox="1"/>
          <p:nvPr/>
        </p:nvSpPr>
        <p:spPr>
          <a:xfrm>
            <a:off x="6406225" y="2163625"/>
            <a:ext cx="2118900" cy="527699"/>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4A86E8"/>
              </a:buClr>
              <a:buSzPct val="25000"/>
              <a:buFont typeface="Arial"/>
              <a:buNone/>
            </a:pPr>
            <a:r>
              <a:rPr lang="en" sz="1000" b="0" i="0" u="none" strike="noStrike" cap="none">
                <a:solidFill>
                  <a:srgbClr val="4A86E8"/>
                </a:solidFill>
                <a:latin typeface="Arial"/>
                <a:ea typeface="Arial"/>
                <a:cs typeface="Arial"/>
                <a:sym typeface="Arial"/>
              </a:rPr>
              <a:t>Intended for: </a:t>
            </a:r>
          </a:p>
          <a:p>
            <a:pPr marL="0" marR="0" lvl="0" indent="0" algn="l" rtl="0">
              <a:lnSpc>
                <a:spcPct val="100000"/>
              </a:lnSpc>
              <a:spcBef>
                <a:spcPts val="0"/>
              </a:spcBef>
              <a:spcAft>
                <a:spcPts val="0"/>
              </a:spcAft>
              <a:buClr>
                <a:srgbClr val="4A86E8"/>
              </a:buClr>
              <a:buSzPct val="25000"/>
              <a:buFont typeface="Arial"/>
              <a:buNone/>
            </a:pPr>
            <a:r>
              <a:rPr lang="en" sz="1000" b="0" i="0" u="none" strike="noStrike" cap="none">
                <a:solidFill>
                  <a:srgbClr val="4A86E8"/>
                </a:solidFill>
                <a:latin typeface="Arial"/>
                <a:ea typeface="Arial"/>
                <a:cs typeface="Arial"/>
                <a:sym typeface="Arial"/>
              </a:rPr>
              <a:t>Production deployments + Enterprise customers</a:t>
            </a:r>
          </a:p>
        </p:txBody>
      </p:sp>
      <p:cxnSp>
        <p:nvCxnSpPr>
          <p:cNvPr id="804" name="Shape 804"/>
          <p:cNvCxnSpPr/>
          <p:nvPr/>
        </p:nvCxnSpPr>
        <p:spPr>
          <a:xfrm rot="10800000" flipH="1">
            <a:off x="2907050" y="1781999"/>
            <a:ext cx="1164299" cy="1047899"/>
          </a:xfrm>
          <a:prstGeom prst="bentConnector3">
            <a:avLst>
              <a:gd name="adj1" fmla="val 50000"/>
            </a:avLst>
          </a:prstGeom>
          <a:noFill/>
          <a:ln w="9525" cap="flat" cmpd="sng">
            <a:solidFill>
              <a:schemeClr val="dk2"/>
            </a:solidFill>
            <a:prstDash val="solid"/>
            <a:round/>
            <a:headEnd type="none" w="med" len="med"/>
            <a:tailEnd type="stealth" w="lg" len="lg"/>
          </a:ln>
        </p:spPr>
      </p:cxnSp>
      <p:cxnSp>
        <p:nvCxnSpPr>
          <p:cNvPr id="805" name="Shape 805"/>
          <p:cNvCxnSpPr/>
          <p:nvPr/>
        </p:nvCxnSpPr>
        <p:spPr>
          <a:xfrm>
            <a:off x="2926650" y="2829900"/>
            <a:ext cx="1164299" cy="1047899"/>
          </a:xfrm>
          <a:prstGeom prst="bentConnector3">
            <a:avLst>
              <a:gd name="adj1" fmla="val 48074"/>
            </a:avLst>
          </a:prstGeom>
          <a:noFill/>
          <a:ln w="9525" cap="flat" cmpd="sng">
            <a:solidFill>
              <a:schemeClr val="dk2"/>
            </a:solidFill>
            <a:prstDash val="solid"/>
            <a:round/>
            <a:headEnd type="none" w="med" len="med"/>
            <a:tailEnd type="stealth" w="lg" len="lg"/>
          </a:ln>
        </p:spPr>
      </p:cxnSp>
      <p:sp>
        <p:nvSpPr>
          <p:cNvPr id="806" name="Shape 806"/>
          <p:cNvSpPr txBox="1"/>
          <p:nvPr/>
        </p:nvSpPr>
        <p:spPr>
          <a:xfrm>
            <a:off x="6406225" y="4142275"/>
            <a:ext cx="2118900" cy="527699"/>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4A86E8"/>
              </a:buClr>
              <a:buSzPct val="25000"/>
              <a:buFont typeface="Arial"/>
              <a:buNone/>
            </a:pPr>
            <a:r>
              <a:rPr lang="en" sz="1000" b="0" i="0" u="none" strike="noStrike" cap="none">
                <a:solidFill>
                  <a:srgbClr val="4A86E8"/>
                </a:solidFill>
                <a:latin typeface="Arial"/>
                <a:ea typeface="Arial"/>
                <a:cs typeface="Arial"/>
                <a:sym typeface="Arial"/>
              </a:rPr>
              <a:t>Intended for: </a:t>
            </a:r>
          </a:p>
          <a:p>
            <a:pPr marL="0" marR="0" lvl="0" indent="0" algn="l" rtl="0">
              <a:lnSpc>
                <a:spcPct val="100000"/>
              </a:lnSpc>
              <a:spcBef>
                <a:spcPts val="0"/>
              </a:spcBef>
              <a:spcAft>
                <a:spcPts val="0"/>
              </a:spcAft>
              <a:buClr>
                <a:srgbClr val="4A86E8"/>
              </a:buClr>
              <a:buSzPct val="25000"/>
              <a:buFont typeface="Arial"/>
              <a:buNone/>
            </a:pPr>
            <a:r>
              <a:rPr lang="en" sz="1000" b="0" i="0" u="none" strike="noStrike" cap="none">
                <a:solidFill>
                  <a:srgbClr val="4A86E8"/>
                </a:solidFill>
                <a:latin typeface="Arial"/>
                <a:ea typeface="Arial"/>
                <a:cs typeface="Arial"/>
                <a:sym typeface="Arial"/>
              </a:rPr>
              <a:t>Software dev &amp; test</a:t>
            </a:r>
          </a:p>
        </p:txBody>
      </p:sp>
      <p:sp>
        <p:nvSpPr>
          <p:cNvPr id="807" name="Shape 807"/>
          <p:cNvSpPr txBox="1"/>
          <p:nvPr/>
        </p:nvSpPr>
        <p:spPr>
          <a:xfrm>
            <a:off x="458275" y="3733875"/>
            <a:ext cx="2118900" cy="527699"/>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4A86E8"/>
              </a:buClr>
              <a:buSzPct val="25000"/>
              <a:buFont typeface="Arial"/>
              <a:buNone/>
            </a:pPr>
            <a:r>
              <a:rPr lang="en" sz="1000" b="0" i="0" u="none" strike="noStrike" cap="none">
                <a:solidFill>
                  <a:srgbClr val="4A86E8"/>
                </a:solidFill>
                <a:latin typeface="Arial"/>
                <a:ea typeface="Arial"/>
                <a:cs typeface="Arial"/>
                <a:sym typeface="Arial"/>
              </a:rPr>
              <a:t>Intended for: </a:t>
            </a:r>
          </a:p>
          <a:p>
            <a:pPr marL="0" marR="0" lvl="0" indent="0" algn="l" rtl="0">
              <a:lnSpc>
                <a:spcPct val="100000"/>
              </a:lnSpc>
              <a:spcBef>
                <a:spcPts val="0"/>
              </a:spcBef>
              <a:spcAft>
                <a:spcPts val="0"/>
              </a:spcAft>
              <a:buClr>
                <a:srgbClr val="4A86E8"/>
              </a:buClr>
              <a:buSzPct val="25000"/>
              <a:buFont typeface="Arial"/>
              <a:buNone/>
            </a:pPr>
            <a:r>
              <a:rPr lang="en" sz="1000" b="0" i="0" u="none" strike="noStrike" cap="none">
                <a:solidFill>
                  <a:srgbClr val="4A86E8"/>
                </a:solidFill>
                <a:latin typeface="Arial"/>
                <a:ea typeface="Arial"/>
                <a:cs typeface="Arial"/>
                <a:sym typeface="Arial"/>
              </a:rPr>
              <a:t>Open source contributors + ecosystem developers</a:t>
            </a:r>
          </a:p>
        </p:txBody>
      </p:sp>
      <p:sp>
        <p:nvSpPr>
          <p:cNvPr id="808" name="Shape 808"/>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The Docker Family Tree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Shape 814"/>
          <p:cNvSpPr txBox="1">
            <a:spLocks noGrp="1"/>
          </p:cNvSpPr>
          <p:nvPr>
            <p:ph type="title"/>
          </p:nvPr>
        </p:nvSpPr>
        <p:spPr>
          <a:xfrm>
            <a:off x="228600" y="207982"/>
            <a:ext cx="8643937" cy="61317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A History Lesson</a:t>
            </a:r>
          </a:p>
        </p:txBody>
      </p:sp>
      <p:sp>
        <p:nvSpPr>
          <p:cNvPr id="815" name="Shape 815"/>
          <p:cNvSpPr txBox="1">
            <a:spLocks noGrp="1"/>
          </p:cNvSpPr>
          <p:nvPr>
            <p:ph type="body" idx="1"/>
          </p:nvPr>
        </p:nvSpPr>
        <p:spPr>
          <a:xfrm>
            <a:off x="228600" y="1352550"/>
            <a:ext cx="8643937" cy="3244077"/>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dk2"/>
              </a:buClr>
              <a:buSzPct val="25000"/>
              <a:buFont typeface="Arial"/>
              <a:buNone/>
            </a:pPr>
            <a:r>
              <a:rPr lang="en" sz="3600" b="1" i="0" u="none" strike="noStrike" cap="none">
                <a:solidFill>
                  <a:schemeClr val="dk2"/>
                </a:solidFill>
                <a:latin typeface="Arial"/>
                <a:ea typeface="Arial"/>
                <a:cs typeface="Arial"/>
                <a:sym typeface="Arial"/>
              </a:rPr>
              <a:t>One application on one physical server </a:t>
            </a:r>
          </a:p>
        </p:txBody>
      </p:sp>
      <p:sp>
        <p:nvSpPr>
          <p:cNvPr id="816" name="Shape 816"/>
          <p:cNvSpPr txBox="1">
            <a:spLocks noGrp="1"/>
          </p:cNvSpPr>
          <p:nvPr>
            <p:ph type="body" idx="2"/>
          </p:nvPr>
        </p:nvSpPr>
        <p:spPr>
          <a:xfrm>
            <a:off x="228600" y="819150"/>
            <a:ext cx="8686800"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5"/>
              </a:buClr>
              <a:buSzPct val="25000"/>
              <a:buFont typeface="Arial"/>
              <a:buNone/>
            </a:pPr>
            <a:r>
              <a:rPr lang="en" sz="2000" b="0" i="0" u="none" strike="noStrike" cap="none">
                <a:solidFill>
                  <a:schemeClr val="accent5"/>
                </a:solidFill>
                <a:latin typeface="Arial"/>
                <a:ea typeface="Arial"/>
                <a:cs typeface="Arial"/>
                <a:sym typeface="Arial"/>
              </a:rPr>
              <a:t>In the Dark Ages</a:t>
            </a:r>
          </a:p>
        </p:txBody>
      </p:sp>
      <p:pic>
        <p:nvPicPr>
          <p:cNvPr id="817" name="Shape 817"/>
          <p:cNvPicPr preferRelativeResize="0"/>
          <p:nvPr/>
        </p:nvPicPr>
        <p:blipFill rotWithShape="1">
          <a:blip r:embed="rId3">
            <a:alphaModFix/>
          </a:blip>
          <a:srcRect l="17321" t="12007"/>
          <a:stretch/>
        </p:blipFill>
        <p:spPr>
          <a:xfrm>
            <a:off x="2550083" y="2444775"/>
            <a:ext cx="4043832" cy="20876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Shape 823"/>
          <p:cNvSpPr txBox="1">
            <a:spLocks noGrp="1"/>
          </p:cNvSpPr>
          <p:nvPr>
            <p:ph type="title"/>
          </p:nvPr>
        </p:nvSpPr>
        <p:spPr>
          <a:xfrm>
            <a:off x="242887" y="207982"/>
            <a:ext cx="8643937" cy="61317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Historical limitations of application deployment</a:t>
            </a:r>
          </a:p>
        </p:txBody>
      </p:sp>
      <p:sp>
        <p:nvSpPr>
          <p:cNvPr id="824" name="Shape 824"/>
          <p:cNvSpPr txBox="1">
            <a:spLocks noGrp="1"/>
          </p:cNvSpPr>
          <p:nvPr>
            <p:ph type="body" idx="1"/>
          </p:nvPr>
        </p:nvSpPr>
        <p:spPr>
          <a:xfrm>
            <a:off x="242887" y="971550"/>
            <a:ext cx="8643937" cy="3625077"/>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Slow deployment times</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Huge costs</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Wasted resources</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Difficult to scale</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Difficult to migrate</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Vendor lock in</a:t>
            </a:r>
          </a:p>
          <a:p>
            <a:pPr marL="342900" marR="0" lvl="0" indent="-342900" algn="l" rtl="0">
              <a:lnSpc>
                <a:spcPct val="100000"/>
              </a:lnSpc>
              <a:spcBef>
                <a:spcPts val="400"/>
              </a:spcBef>
              <a:spcAft>
                <a:spcPts val="0"/>
              </a:spcAft>
              <a:buClr>
                <a:schemeClr val="dk2"/>
              </a:buClr>
              <a:buSzPct val="25000"/>
              <a:buFont typeface="Arial"/>
              <a:buNone/>
            </a:pPr>
            <a:endParaRPr sz="2000" b="0" i="0" u="none" strike="noStrike" cap="none">
              <a:solidFill>
                <a:schemeClr val="dk2"/>
              </a:solidFill>
              <a:latin typeface="Arial"/>
              <a:ea typeface="Arial"/>
              <a:cs typeface="Arial"/>
              <a:sym typeface="Arial"/>
            </a:endParaRPr>
          </a:p>
        </p:txBody>
      </p:sp>
      <p:sp>
        <p:nvSpPr>
          <p:cNvPr id="825" name="Shape 825"/>
          <p:cNvSpPr txBox="1">
            <a:spLocks noGrp="1"/>
          </p:cNvSpPr>
          <p:nvPr>
            <p:ph type="sldNum" idx="12"/>
          </p:nvPr>
        </p:nvSpPr>
        <p:spPr>
          <a:xfrm>
            <a:off x="242887" y="4769267"/>
            <a:ext cx="2133598" cy="274318"/>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797979"/>
              </a:buClr>
              <a:buSzPct val="25000"/>
              <a:buFont typeface="Arial"/>
              <a:buNone/>
            </a:pPr>
            <a:fld id="{00000000-1234-1234-1234-123412341234}" type="slidenum">
              <a:rPr lang="en" sz="900" b="0" i="0" u="none" strike="noStrike" cap="none">
                <a:solidFill>
                  <a:srgbClr val="797979"/>
                </a:solidFill>
                <a:latin typeface="Arial"/>
                <a:ea typeface="Arial"/>
                <a:cs typeface="Arial"/>
                <a:sym typeface="Arial"/>
              </a:rPr>
              <a:t>17</a:t>
            </a:fld>
            <a:endParaRPr lang="en" sz="900" b="0" i="0" u="none" strike="noStrike" cap="none">
              <a:solidFill>
                <a:srgbClr val="797979"/>
              </a:solidFill>
              <a:latin typeface="Arial"/>
              <a:ea typeface="Arial"/>
              <a:cs typeface="Arial"/>
              <a:sym typeface="Arial"/>
            </a:endParaRPr>
          </a:p>
        </p:txBody>
      </p:sp>
      <p:pic>
        <p:nvPicPr>
          <p:cNvPr id="826" name="Shape 826"/>
          <p:cNvPicPr preferRelativeResize="0"/>
          <p:nvPr/>
        </p:nvPicPr>
        <p:blipFill rotWithShape="1">
          <a:blip r:embed="rId3">
            <a:alphaModFix/>
          </a:blip>
          <a:srcRect l="17321" t="12007"/>
          <a:stretch/>
        </p:blipFill>
        <p:spPr>
          <a:xfrm>
            <a:off x="3625514" y="1080091"/>
            <a:ext cx="4458201" cy="230153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Shape 832"/>
          <p:cNvSpPr txBox="1">
            <a:spLocks noGrp="1"/>
          </p:cNvSpPr>
          <p:nvPr>
            <p:ph type="title"/>
          </p:nvPr>
        </p:nvSpPr>
        <p:spPr>
          <a:xfrm>
            <a:off x="228600" y="207982"/>
            <a:ext cx="8643937" cy="61317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A History Lesson</a:t>
            </a:r>
          </a:p>
        </p:txBody>
      </p:sp>
      <p:sp>
        <p:nvSpPr>
          <p:cNvPr id="833" name="Shape 833"/>
          <p:cNvSpPr txBox="1">
            <a:spLocks noGrp="1"/>
          </p:cNvSpPr>
          <p:nvPr>
            <p:ph type="body" idx="1"/>
          </p:nvPr>
        </p:nvSpPr>
        <p:spPr>
          <a:xfrm>
            <a:off x="228600" y="1352550"/>
            <a:ext cx="8643937" cy="3244077"/>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One physical server can contain multiple applications</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Each application runs in a virtual machine (VM)</a:t>
            </a:r>
          </a:p>
          <a:p>
            <a:pPr marL="342900" marR="0" lvl="0" indent="-342900" algn="l" rtl="0">
              <a:lnSpc>
                <a:spcPct val="100000"/>
              </a:lnSpc>
              <a:spcBef>
                <a:spcPts val="400"/>
              </a:spcBef>
              <a:spcAft>
                <a:spcPts val="0"/>
              </a:spcAft>
              <a:buClr>
                <a:schemeClr val="dk2"/>
              </a:buClr>
              <a:buSzPct val="25000"/>
              <a:buFont typeface="Arial"/>
              <a:buNone/>
            </a:pPr>
            <a:endParaRPr sz="2000" b="0" i="0" u="none" strike="noStrike" cap="none">
              <a:solidFill>
                <a:schemeClr val="dk2"/>
              </a:solidFill>
              <a:latin typeface="Arial"/>
              <a:ea typeface="Arial"/>
              <a:cs typeface="Arial"/>
              <a:sym typeface="Arial"/>
            </a:endParaRPr>
          </a:p>
        </p:txBody>
      </p:sp>
      <p:sp>
        <p:nvSpPr>
          <p:cNvPr id="834" name="Shape 834"/>
          <p:cNvSpPr txBox="1">
            <a:spLocks noGrp="1"/>
          </p:cNvSpPr>
          <p:nvPr>
            <p:ph type="body" idx="2"/>
          </p:nvPr>
        </p:nvSpPr>
        <p:spPr>
          <a:xfrm>
            <a:off x="228600" y="819150"/>
            <a:ext cx="8686800"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5"/>
              </a:buClr>
              <a:buSzPct val="25000"/>
              <a:buFont typeface="Arial"/>
              <a:buNone/>
            </a:pPr>
            <a:r>
              <a:rPr lang="en" sz="2000" b="0" i="0" u="none" strike="noStrike" cap="none">
                <a:solidFill>
                  <a:schemeClr val="accent5"/>
                </a:solidFill>
                <a:latin typeface="Arial"/>
                <a:ea typeface="Arial"/>
                <a:cs typeface="Arial"/>
                <a:sym typeface="Arial"/>
              </a:rPr>
              <a:t>Hypervisor-based Virtualization</a:t>
            </a:r>
          </a:p>
        </p:txBody>
      </p:sp>
      <p:pic>
        <p:nvPicPr>
          <p:cNvPr id="835" name="Shape 835"/>
          <p:cNvPicPr preferRelativeResize="0"/>
          <p:nvPr/>
        </p:nvPicPr>
        <p:blipFill rotWithShape="1">
          <a:blip r:embed="rId3">
            <a:alphaModFix/>
          </a:blip>
          <a:srcRect/>
          <a:stretch/>
        </p:blipFill>
        <p:spPr>
          <a:xfrm>
            <a:off x="2494960" y="2194558"/>
            <a:ext cx="3676167" cy="25321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Shape 841"/>
          <p:cNvSpPr txBox="1">
            <a:spLocks noGrp="1"/>
          </p:cNvSpPr>
          <p:nvPr>
            <p:ph type="title"/>
          </p:nvPr>
        </p:nvSpPr>
        <p:spPr>
          <a:xfrm>
            <a:off x="242887" y="207982"/>
            <a:ext cx="8643937" cy="61317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Benefits of VMs</a:t>
            </a:r>
          </a:p>
        </p:txBody>
      </p:sp>
      <p:sp>
        <p:nvSpPr>
          <p:cNvPr id="842" name="Shape 842"/>
          <p:cNvSpPr txBox="1">
            <a:spLocks noGrp="1"/>
          </p:cNvSpPr>
          <p:nvPr>
            <p:ph type="body" idx="1"/>
          </p:nvPr>
        </p:nvSpPr>
        <p:spPr>
          <a:xfrm>
            <a:off x="242887" y="971550"/>
            <a:ext cx="8643937" cy="3625077"/>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Better resource pooling</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One physical machine divided into multiple virtual machines</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Easier to scale</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VMs in the cloud</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Rapid elasticity</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Pay as you go model</a:t>
            </a:r>
          </a:p>
          <a:p>
            <a:pPr marL="742950" marR="0" lvl="1" indent="-285750" algn="l" rtl="0">
              <a:lnSpc>
                <a:spcPct val="100000"/>
              </a:lnSpc>
              <a:spcBef>
                <a:spcPts val="360"/>
              </a:spcBef>
              <a:spcAft>
                <a:spcPts val="0"/>
              </a:spcAft>
              <a:buClr>
                <a:schemeClr val="dk2"/>
              </a:buClr>
              <a:buSzPct val="25000"/>
              <a:buFont typeface="Arial"/>
              <a:buNone/>
            </a:pPr>
            <a:endParaRPr sz="1800" b="0" i="0" u="none" strike="noStrike" cap="none">
              <a:solidFill>
                <a:schemeClr val="dk2"/>
              </a:solidFill>
              <a:latin typeface="Arial"/>
              <a:ea typeface="Arial"/>
              <a:cs typeface="Arial"/>
              <a:sym typeface="Arial"/>
            </a:endParaRPr>
          </a:p>
        </p:txBody>
      </p:sp>
      <p:pic>
        <p:nvPicPr>
          <p:cNvPr id="843" name="Shape 843"/>
          <p:cNvPicPr preferRelativeResize="0"/>
          <p:nvPr/>
        </p:nvPicPr>
        <p:blipFill rotWithShape="1">
          <a:blip r:embed="rId3">
            <a:alphaModFix/>
          </a:blip>
          <a:srcRect/>
          <a:stretch/>
        </p:blipFill>
        <p:spPr>
          <a:xfrm>
            <a:off x="4893012" y="2928025"/>
            <a:ext cx="1694780" cy="619526"/>
          </a:xfrm>
          <a:prstGeom prst="rect">
            <a:avLst/>
          </a:prstGeom>
          <a:noFill/>
          <a:ln>
            <a:noFill/>
          </a:ln>
        </p:spPr>
      </p:pic>
      <p:pic>
        <p:nvPicPr>
          <p:cNvPr id="844" name="Shape 844"/>
          <p:cNvPicPr preferRelativeResize="0"/>
          <p:nvPr/>
        </p:nvPicPr>
        <p:blipFill rotWithShape="1">
          <a:blip r:embed="rId4">
            <a:alphaModFix/>
          </a:blip>
          <a:srcRect/>
          <a:stretch/>
        </p:blipFill>
        <p:spPr>
          <a:xfrm>
            <a:off x="5621146" y="2325896"/>
            <a:ext cx="2423627" cy="337369"/>
          </a:xfrm>
          <a:prstGeom prst="rect">
            <a:avLst/>
          </a:prstGeom>
          <a:noFill/>
          <a:ln>
            <a:noFill/>
          </a:ln>
        </p:spPr>
      </p:pic>
      <p:pic>
        <p:nvPicPr>
          <p:cNvPr id="845" name="Shape 845"/>
          <p:cNvPicPr preferRelativeResize="0"/>
          <p:nvPr/>
        </p:nvPicPr>
        <p:blipFill rotWithShape="1">
          <a:blip r:embed="rId5">
            <a:alphaModFix/>
          </a:blip>
          <a:srcRect/>
          <a:stretch/>
        </p:blipFill>
        <p:spPr>
          <a:xfrm>
            <a:off x="6828815" y="2856214"/>
            <a:ext cx="1975255" cy="69133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Shape 851"/>
          <p:cNvSpPr txBox="1">
            <a:spLocks noGrp="1"/>
          </p:cNvSpPr>
          <p:nvPr>
            <p:ph type="title"/>
          </p:nvPr>
        </p:nvSpPr>
        <p:spPr>
          <a:xfrm>
            <a:off x="242887" y="207982"/>
            <a:ext cx="8643937" cy="613170"/>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Limitations of VMs</a:t>
            </a:r>
          </a:p>
        </p:txBody>
      </p:sp>
      <p:sp>
        <p:nvSpPr>
          <p:cNvPr id="852" name="Shape 852"/>
          <p:cNvSpPr txBox="1">
            <a:spLocks noGrp="1"/>
          </p:cNvSpPr>
          <p:nvPr>
            <p:ph type="body" idx="1"/>
          </p:nvPr>
        </p:nvSpPr>
        <p:spPr>
          <a:xfrm>
            <a:off x="242887" y="971550"/>
            <a:ext cx="8643937" cy="3625077"/>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Each VM stills requires</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CPU allocation</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Storage</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RAM</a:t>
            </a:r>
          </a:p>
          <a:p>
            <a:pPr marL="742950" marR="0" lvl="1" indent="-285750" algn="l" rtl="0">
              <a:lnSpc>
                <a:spcPct val="100000"/>
              </a:lnSpc>
              <a:spcBef>
                <a:spcPts val="360"/>
              </a:spcBef>
              <a:spcAft>
                <a:spcPts val="0"/>
              </a:spcAft>
              <a:buClr>
                <a:schemeClr val="dk2"/>
              </a:buClr>
              <a:buSzPct val="100000"/>
              <a:buFont typeface="Arial"/>
              <a:buChar char="–"/>
            </a:pPr>
            <a:r>
              <a:rPr lang="en" sz="1800" b="0" i="0" u="none" strike="noStrike" cap="none">
                <a:solidFill>
                  <a:schemeClr val="dk2"/>
                </a:solidFill>
                <a:latin typeface="Arial"/>
                <a:ea typeface="Arial"/>
                <a:cs typeface="Arial"/>
                <a:sym typeface="Arial"/>
              </a:rPr>
              <a:t>An entire guest operating system</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The more VMs you run, the more resources you need</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Guest OS means wasted resources</a:t>
            </a:r>
          </a:p>
          <a:p>
            <a:pPr marL="342900" marR="0" lvl="0" indent="-342900" algn="l" rtl="0">
              <a:lnSpc>
                <a:spcPct val="100000"/>
              </a:lnSpc>
              <a:spcBef>
                <a:spcPts val="400"/>
              </a:spcBef>
              <a:spcAft>
                <a:spcPts val="0"/>
              </a:spcAft>
              <a:buClr>
                <a:schemeClr val="dk2"/>
              </a:buClr>
              <a:buSzPct val="100000"/>
              <a:buFont typeface="Arial"/>
              <a:buChar char="•"/>
            </a:pPr>
            <a:r>
              <a:rPr lang="en" sz="2000" b="0" i="0" u="none" strike="noStrike" cap="none">
                <a:solidFill>
                  <a:schemeClr val="dk2"/>
                </a:solidFill>
                <a:latin typeface="Arial"/>
                <a:ea typeface="Arial"/>
                <a:cs typeface="Arial"/>
                <a:sym typeface="Arial"/>
              </a:rPr>
              <a:t>Application portability not guaranteed</a:t>
            </a:r>
          </a:p>
          <a:p>
            <a:pPr marL="342900" marR="0" lvl="0" indent="-342900" algn="l" rtl="0">
              <a:lnSpc>
                <a:spcPct val="100000"/>
              </a:lnSpc>
              <a:spcBef>
                <a:spcPts val="400"/>
              </a:spcBef>
              <a:spcAft>
                <a:spcPts val="0"/>
              </a:spcAft>
              <a:buClr>
                <a:schemeClr val="dk2"/>
              </a:buClr>
              <a:buSzPct val="25000"/>
              <a:buFont typeface="Arial"/>
              <a:buNone/>
            </a:pPr>
            <a:endParaRPr sz="2000" b="0" i="0" u="none" strike="noStrike" cap="none">
              <a:solidFill>
                <a:schemeClr val="dk2"/>
              </a:solidFill>
              <a:latin typeface="Arial"/>
              <a:ea typeface="Arial"/>
              <a:cs typeface="Arial"/>
              <a:sym typeface="Arial"/>
            </a:endParaRPr>
          </a:p>
        </p:txBody>
      </p:sp>
      <p:pic>
        <p:nvPicPr>
          <p:cNvPr id="853" name="Shape 853"/>
          <p:cNvPicPr preferRelativeResize="0"/>
          <p:nvPr/>
        </p:nvPicPr>
        <p:blipFill rotWithShape="1">
          <a:blip r:embed="rId3">
            <a:alphaModFix/>
          </a:blip>
          <a:srcRect/>
          <a:stretch/>
        </p:blipFill>
        <p:spPr>
          <a:xfrm>
            <a:off x="4217119" y="1055075"/>
            <a:ext cx="1059234" cy="1059234"/>
          </a:xfrm>
          <a:prstGeom prst="rect">
            <a:avLst/>
          </a:prstGeom>
          <a:noFill/>
          <a:ln>
            <a:noFill/>
          </a:ln>
        </p:spPr>
      </p:pic>
      <p:pic>
        <p:nvPicPr>
          <p:cNvPr id="854" name="Shape 854"/>
          <p:cNvPicPr preferRelativeResize="0"/>
          <p:nvPr/>
        </p:nvPicPr>
        <p:blipFill rotWithShape="1">
          <a:blip r:embed="rId4">
            <a:alphaModFix/>
          </a:blip>
          <a:srcRect/>
          <a:stretch/>
        </p:blipFill>
        <p:spPr>
          <a:xfrm>
            <a:off x="5721962" y="1183545"/>
            <a:ext cx="1029210" cy="802296"/>
          </a:xfrm>
          <a:prstGeom prst="rect">
            <a:avLst/>
          </a:prstGeom>
          <a:noFill/>
          <a:ln>
            <a:noFill/>
          </a:ln>
        </p:spPr>
      </p:pic>
      <p:pic>
        <p:nvPicPr>
          <p:cNvPr id="855" name="Shape 855"/>
          <p:cNvPicPr preferRelativeResize="0"/>
          <p:nvPr/>
        </p:nvPicPr>
        <p:blipFill rotWithShape="1">
          <a:blip r:embed="rId5">
            <a:alphaModFix/>
          </a:blip>
          <a:srcRect/>
          <a:stretch/>
        </p:blipFill>
        <p:spPr>
          <a:xfrm>
            <a:off x="7182142" y="1137019"/>
            <a:ext cx="1276349" cy="8953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Shape 861"/>
          <p:cNvSpPr txBox="1">
            <a:spLocks noGrp="1"/>
          </p:cNvSpPr>
          <p:nvPr>
            <p:ph type="body" idx="1"/>
          </p:nvPr>
        </p:nvSpPr>
        <p:spPr>
          <a:xfrm>
            <a:off x="4572000" y="845075"/>
            <a:ext cx="4343400" cy="3787500"/>
          </a:xfrm>
          <a:prstGeom prst="rect">
            <a:avLst/>
          </a:prstGeom>
          <a:noFill/>
          <a:ln>
            <a:noFill/>
          </a:ln>
        </p:spPr>
        <p:txBody>
          <a:bodyPr lIns="91425" tIns="45700" rIns="91425" bIns="45700" anchor="t" anchorCtr="0">
            <a:noAutofit/>
          </a:bodyPr>
          <a:lstStyle/>
          <a:p>
            <a:pPr marL="171450" marR="0" lvl="0" indent="-171450" algn="l" rtl="0">
              <a:lnSpc>
                <a:spcPct val="90000"/>
              </a:lnSpc>
              <a:spcBef>
                <a:spcPts val="0"/>
              </a:spcBef>
              <a:spcAft>
                <a:spcPts val="0"/>
              </a:spcAft>
              <a:buClr>
                <a:schemeClr val="accent1"/>
              </a:buClr>
              <a:buSzPct val="100000"/>
              <a:buFont typeface="Arial"/>
              <a:buChar char="•"/>
            </a:pPr>
            <a:r>
              <a:rPr lang="en" sz="2000" b="0" i="0" u="none" strike="noStrike" cap="none">
                <a:solidFill>
                  <a:schemeClr val="dk2"/>
                </a:solidFill>
                <a:latin typeface="Arial"/>
                <a:ea typeface="Arial"/>
                <a:cs typeface="Arial"/>
                <a:sym typeface="Arial"/>
              </a:rPr>
              <a:t>Standardized packaging for software and dependencies</a:t>
            </a:r>
          </a:p>
          <a:p>
            <a:pPr marL="171450" marR="0" lvl="0" indent="-171450" algn="l" rtl="0">
              <a:lnSpc>
                <a:spcPct val="90000"/>
              </a:lnSpc>
              <a:spcBef>
                <a:spcPts val="1200"/>
              </a:spcBef>
              <a:spcAft>
                <a:spcPts val="0"/>
              </a:spcAft>
              <a:buClr>
                <a:schemeClr val="accent1"/>
              </a:buClr>
              <a:buSzPct val="100000"/>
              <a:buFont typeface="Arial"/>
              <a:buChar char="•"/>
            </a:pPr>
            <a:r>
              <a:rPr lang="en" sz="2000" b="0" i="0" u="none" strike="noStrike" cap="none">
                <a:solidFill>
                  <a:schemeClr val="dk2"/>
                </a:solidFill>
                <a:latin typeface="Arial"/>
                <a:ea typeface="Arial"/>
                <a:cs typeface="Arial"/>
                <a:sym typeface="Arial"/>
              </a:rPr>
              <a:t>Isolate apps from each other</a:t>
            </a:r>
          </a:p>
          <a:p>
            <a:pPr marL="171450" marR="0" lvl="0" indent="-171450" algn="l" rtl="0">
              <a:lnSpc>
                <a:spcPct val="90000"/>
              </a:lnSpc>
              <a:spcBef>
                <a:spcPts val="1200"/>
              </a:spcBef>
              <a:spcAft>
                <a:spcPts val="0"/>
              </a:spcAft>
              <a:buClr>
                <a:schemeClr val="accent1"/>
              </a:buClr>
              <a:buSzPct val="100000"/>
              <a:buFont typeface="Arial"/>
              <a:buChar char="•"/>
            </a:pPr>
            <a:r>
              <a:rPr lang="en" sz="2000" b="0" i="0" u="none" strike="noStrike" cap="none">
                <a:solidFill>
                  <a:schemeClr val="dk2"/>
                </a:solidFill>
                <a:latin typeface="Arial"/>
                <a:ea typeface="Arial"/>
                <a:cs typeface="Arial"/>
                <a:sym typeface="Arial"/>
              </a:rPr>
              <a:t>Share the same OS kernel</a:t>
            </a:r>
          </a:p>
          <a:p>
            <a:pPr marL="171450" marR="0" lvl="0" indent="-171450" algn="l" rtl="0">
              <a:lnSpc>
                <a:spcPct val="90000"/>
              </a:lnSpc>
              <a:spcBef>
                <a:spcPts val="1200"/>
              </a:spcBef>
              <a:spcAft>
                <a:spcPts val="0"/>
              </a:spcAft>
              <a:buClr>
                <a:schemeClr val="accent1"/>
              </a:buClr>
              <a:buSzPct val="100000"/>
              <a:buFont typeface="Arial"/>
              <a:buChar char="•"/>
            </a:pPr>
            <a:r>
              <a:rPr lang="en" sz="2000" b="0" i="0" u="none" strike="noStrike" cap="none">
                <a:solidFill>
                  <a:schemeClr val="dk2"/>
                </a:solidFill>
                <a:latin typeface="Arial"/>
                <a:ea typeface="Arial"/>
                <a:cs typeface="Arial"/>
                <a:sym typeface="Arial"/>
              </a:rPr>
              <a:t>Works with all major Linux and Windows Server</a:t>
            </a:r>
          </a:p>
          <a:p>
            <a:pPr marL="171450" marR="0" lvl="0" indent="-171450" algn="l" rtl="0">
              <a:lnSpc>
                <a:spcPct val="90000"/>
              </a:lnSpc>
              <a:spcBef>
                <a:spcPts val="1200"/>
              </a:spcBef>
              <a:spcAft>
                <a:spcPts val="0"/>
              </a:spcAft>
              <a:buClr>
                <a:schemeClr val="accent1"/>
              </a:buClr>
              <a:buSzPct val="25000"/>
              <a:buFont typeface="Arial"/>
              <a:buNone/>
            </a:pPr>
            <a:endParaRPr sz="2000" b="0" i="0" u="none" strike="noStrike" cap="none">
              <a:solidFill>
                <a:schemeClr val="dk2"/>
              </a:solidFill>
              <a:latin typeface="Arial"/>
              <a:ea typeface="Arial"/>
              <a:cs typeface="Arial"/>
              <a:sym typeface="Arial"/>
            </a:endParaRPr>
          </a:p>
        </p:txBody>
      </p:sp>
      <p:sp>
        <p:nvSpPr>
          <p:cNvPr id="862" name="Shape 862"/>
          <p:cNvSpPr txBox="1">
            <a:spLocks noGrp="1"/>
          </p:cNvSpPr>
          <p:nvPr>
            <p:ph type="title"/>
          </p:nvPr>
        </p:nvSpPr>
        <p:spPr>
          <a:xfrm>
            <a:off x="228600" y="273842"/>
            <a:ext cx="8686800" cy="480000"/>
          </a:xfrm>
          <a:prstGeom prst="rect">
            <a:avLst/>
          </a:prstGeom>
          <a:noFill/>
          <a:ln>
            <a:noFill/>
          </a:ln>
        </p:spPr>
        <p:txBody>
          <a:bodyPr lIns="91425" tIns="45700" rIns="91425" bIns="45700" anchor="t" anchorCtr="0">
            <a:noAutofit/>
          </a:bodyPr>
          <a:lstStyle/>
          <a:p>
            <a:pPr marL="0" marR="0" lvl="0" indent="0" algn="l" rtl="0">
              <a:lnSpc>
                <a:spcPct val="90000"/>
              </a:lnSpc>
              <a:spcBef>
                <a:spcPts val="0"/>
              </a:spcBef>
              <a:spcAft>
                <a:spcPts val="0"/>
              </a:spcAft>
              <a:buClr>
                <a:schemeClr val="accent1"/>
              </a:buClr>
              <a:buSzPct val="25000"/>
              <a:buFont typeface="Arial"/>
              <a:buNone/>
            </a:pPr>
            <a:r>
              <a:rPr lang="en" sz="2880" b="0" i="0" u="none" strike="noStrike" cap="none">
                <a:solidFill>
                  <a:schemeClr val="accent1"/>
                </a:solidFill>
                <a:latin typeface="Arial"/>
                <a:ea typeface="Arial"/>
                <a:cs typeface="Arial"/>
                <a:sym typeface="Arial"/>
              </a:rPr>
              <a:t>What is a container?</a:t>
            </a:r>
          </a:p>
        </p:txBody>
      </p:sp>
      <p:pic>
        <p:nvPicPr>
          <p:cNvPr id="863" name="Shape 863"/>
          <p:cNvPicPr preferRelativeResize="0"/>
          <p:nvPr/>
        </p:nvPicPr>
        <p:blipFill rotWithShape="1">
          <a:blip r:embed="rId3">
            <a:alphaModFix/>
          </a:blip>
          <a:srcRect/>
          <a:stretch/>
        </p:blipFill>
        <p:spPr>
          <a:xfrm>
            <a:off x="302771" y="1193533"/>
            <a:ext cx="3962700" cy="3232500"/>
          </a:xfrm>
          <a:prstGeom prst="rect">
            <a:avLst/>
          </a:prstGeom>
          <a:noFill/>
          <a:ln>
            <a:noFill/>
          </a:ln>
        </p:spPr>
      </p:pic>
      <p:sp>
        <p:nvSpPr>
          <p:cNvPr id="864" name="Shape 864"/>
          <p:cNvSpPr/>
          <p:nvPr/>
        </p:nvSpPr>
        <p:spPr>
          <a:xfrm>
            <a:off x="1535175" y="3269575"/>
            <a:ext cx="450300" cy="385800"/>
          </a:xfrm>
          <a:prstGeom prst="downArrow">
            <a:avLst>
              <a:gd name="adj1" fmla="val 50000"/>
              <a:gd name="adj2" fmla="val 50000"/>
            </a:avLst>
          </a:prstGeom>
          <a:solidFill>
            <a:srgbClr val="4A86E8"/>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Shape 870"/>
          <p:cNvSpPr txBox="1">
            <a:spLocks noGrp="1"/>
          </p:cNvSpPr>
          <p:nvPr>
            <p:ph type="title"/>
          </p:nvPr>
        </p:nvSpPr>
        <p:spPr>
          <a:xfrm>
            <a:off x="228600" y="273842"/>
            <a:ext cx="8686800" cy="480000"/>
          </a:xfrm>
          <a:prstGeom prst="rect">
            <a:avLst/>
          </a:prstGeom>
          <a:noFill/>
          <a:ln>
            <a:noFill/>
          </a:ln>
        </p:spPr>
        <p:txBody>
          <a:bodyPr lIns="91425" tIns="45700" rIns="91425" bIns="45700" anchor="t" anchorCtr="0">
            <a:noAutofit/>
          </a:bodyPr>
          <a:lstStyle/>
          <a:p>
            <a:pPr marL="0" marR="0" lvl="0" indent="0" algn="l" rtl="0">
              <a:lnSpc>
                <a:spcPct val="90000"/>
              </a:lnSpc>
              <a:spcBef>
                <a:spcPts val="0"/>
              </a:spcBef>
              <a:spcAft>
                <a:spcPts val="0"/>
              </a:spcAft>
              <a:buClr>
                <a:schemeClr val="accent1"/>
              </a:buClr>
              <a:buSzPct val="25000"/>
              <a:buFont typeface="Arial"/>
              <a:buNone/>
            </a:pPr>
            <a:r>
              <a:rPr lang="en" sz="2880" b="0" i="0" u="none" strike="noStrike" cap="none">
                <a:solidFill>
                  <a:schemeClr val="accent1"/>
                </a:solidFill>
                <a:latin typeface="Arial"/>
                <a:ea typeface="Arial"/>
                <a:cs typeface="Arial"/>
                <a:sym typeface="Arial"/>
              </a:rPr>
              <a:t>Comparing Containers and VMs</a:t>
            </a:r>
          </a:p>
        </p:txBody>
      </p:sp>
      <p:pic>
        <p:nvPicPr>
          <p:cNvPr id="871" name="Shape 871"/>
          <p:cNvPicPr preferRelativeResize="0"/>
          <p:nvPr/>
        </p:nvPicPr>
        <p:blipFill rotWithShape="1">
          <a:blip r:embed="rId3">
            <a:alphaModFix/>
          </a:blip>
          <a:srcRect/>
          <a:stretch/>
        </p:blipFill>
        <p:spPr>
          <a:xfrm>
            <a:off x="856648" y="977920"/>
            <a:ext cx="3014399" cy="2702400"/>
          </a:xfrm>
          <a:prstGeom prst="rect">
            <a:avLst/>
          </a:prstGeom>
          <a:noFill/>
          <a:ln>
            <a:noFill/>
          </a:ln>
        </p:spPr>
      </p:pic>
      <p:pic>
        <p:nvPicPr>
          <p:cNvPr id="872" name="Shape 872"/>
          <p:cNvPicPr preferRelativeResize="0"/>
          <p:nvPr/>
        </p:nvPicPr>
        <p:blipFill rotWithShape="1">
          <a:blip r:embed="rId4">
            <a:alphaModFix/>
          </a:blip>
          <a:srcRect/>
          <a:stretch/>
        </p:blipFill>
        <p:spPr>
          <a:xfrm>
            <a:off x="4955860" y="977920"/>
            <a:ext cx="3007200" cy="2702400"/>
          </a:xfrm>
          <a:prstGeom prst="rect">
            <a:avLst/>
          </a:prstGeom>
          <a:noFill/>
          <a:ln>
            <a:noFill/>
          </a:ln>
        </p:spPr>
      </p:pic>
      <p:sp>
        <p:nvSpPr>
          <p:cNvPr id="873" name="Shape 873"/>
          <p:cNvSpPr txBox="1"/>
          <p:nvPr/>
        </p:nvSpPr>
        <p:spPr>
          <a:xfrm>
            <a:off x="981778" y="4071485"/>
            <a:ext cx="2791200" cy="6462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dk1"/>
              </a:buClr>
              <a:buSzPct val="25000"/>
              <a:buFont typeface="Arial"/>
              <a:buNone/>
            </a:pPr>
            <a:r>
              <a:rPr lang="en" sz="1800" b="0" i="0" u="none" strike="noStrike" cap="none">
                <a:solidFill>
                  <a:schemeClr val="dk1"/>
                </a:solidFill>
                <a:latin typeface="Arial"/>
                <a:ea typeface="Arial"/>
                <a:cs typeface="Arial"/>
                <a:sym typeface="Arial"/>
              </a:rPr>
              <a:t>Containers are an app level construct</a:t>
            </a:r>
          </a:p>
        </p:txBody>
      </p:sp>
      <p:sp>
        <p:nvSpPr>
          <p:cNvPr id="874" name="Shape 874"/>
          <p:cNvSpPr txBox="1"/>
          <p:nvPr/>
        </p:nvSpPr>
        <p:spPr>
          <a:xfrm>
            <a:off x="4823135" y="4032985"/>
            <a:ext cx="3387300" cy="9234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dk1"/>
              </a:buClr>
              <a:buSzPct val="25000"/>
              <a:buFont typeface="Arial"/>
              <a:buNone/>
            </a:pPr>
            <a:r>
              <a:rPr lang="en" sz="1800" b="0" i="0" u="none" strike="noStrike" cap="none">
                <a:solidFill>
                  <a:schemeClr val="dk1"/>
                </a:solidFill>
                <a:latin typeface="Arial"/>
                <a:ea typeface="Arial"/>
                <a:cs typeface="Arial"/>
                <a:sym typeface="Arial"/>
              </a:rPr>
              <a:t>VMs are an infrastructure level construct to turn one machine into many servers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Shape 880"/>
          <p:cNvSpPr txBox="1">
            <a:spLocks noGrp="1"/>
          </p:cNvSpPr>
          <p:nvPr>
            <p:ph type="title"/>
          </p:nvPr>
        </p:nvSpPr>
        <p:spPr>
          <a:xfrm>
            <a:off x="228600" y="273842"/>
            <a:ext cx="8686800" cy="480000"/>
          </a:xfrm>
          <a:prstGeom prst="rect">
            <a:avLst/>
          </a:prstGeom>
          <a:noFill/>
          <a:ln>
            <a:noFill/>
          </a:ln>
        </p:spPr>
        <p:txBody>
          <a:bodyPr lIns="91425" tIns="45700" rIns="91425" bIns="45700" anchor="t" anchorCtr="0">
            <a:noAutofit/>
          </a:bodyPr>
          <a:lstStyle/>
          <a:p>
            <a:pPr marL="0" marR="0" lvl="0" indent="0" algn="l" rtl="0">
              <a:lnSpc>
                <a:spcPct val="90000"/>
              </a:lnSpc>
              <a:spcBef>
                <a:spcPts val="0"/>
              </a:spcBef>
              <a:spcAft>
                <a:spcPts val="0"/>
              </a:spcAft>
              <a:buClr>
                <a:schemeClr val="accent1"/>
              </a:buClr>
              <a:buSzPct val="25000"/>
              <a:buFont typeface="Arial"/>
              <a:buNone/>
            </a:pPr>
            <a:r>
              <a:rPr lang="en" sz="2880" b="0" i="0" u="none" strike="noStrike" cap="none">
                <a:solidFill>
                  <a:schemeClr val="accent1"/>
                </a:solidFill>
                <a:latin typeface="Arial"/>
                <a:ea typeface="Arial"/>
                <a:cs typeface="Arial"/>
                <a:sym typeface="Arial"/>
              </a:rPr>
              <a:t>Containers and VMs together</a:t>
            </a:r>
          </a:p>
        </p:txBody>
      </p:sp>
      <p:pic>
        <p:nvPicPr>
          <p:cNvPr id="881" name="Shape 881"/>
          <p:cNvPicPr preferRelativeResize="0"/>
          <p:nvPr/>
        </p:nvPicPr>
        <p:blipFill rotWithShape="1">
          <a:blip r:embed="rId3">
            <a:alphaModFix/>
          </a:blip>
          <a:srcRect/>
          <a:stretch/>
        </p:blipFill>
        <p:spPr>
          <a:xfrm>
            <a:off x="1518383" y="1042508"/>
            <a:ext cx="6107099" cy="2943600"/>
          </a:xfrm>
          <a:prstGeom prst="rect">
            <a:avLst/>
          </a:prstGeom>
          <a:noFill/>
          <a:ln>
            <a:noFill/>
          </a:ln>
        </p:spPr>
      </p:pic>
      <p:sp>
        <p:nvSpPr>
          <p:cNvPr id="882" name="Shape 882"/>
          <p:cNvSpPr txBox="1"/>
          <p:nvPr/>
        </p:nvSpPr>
        <p:spPr>
          <a:xfrm>
            <a:off x="1039529" y="4206239"/>
            <a:ext cx="7228500" cy="6462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dk1"/>
              </a:buClr>
              <a:buSzPct val="25000"/>
              <a:buFont typeface="Arial"/>
              <a:buNone/>
            </a:pPr>
            <a:r>
              <a:rPr lang="en" sz="1800" b="0" i="0" u="none" strike="noStrike" cap="none">
                <a:solidFill>
                  <a:schemeClr val="dk1"/>
                </a:solidFill>
                <a:latin typeface="Arial"/>
                <a:ea typeface="Arial"/>
                <a:cs typeface="Arial"/>
                <a:sym typeface="Arial"/>
              </a:rPr>
              <a:t>Containers and VMs together provide a tremendous amount of flexibility for IT to optimally deploy and manage apps.</a:t>
            </a:r>
          </a:p>
        </p:txBody>
      </p:sp>
      <p:sp>
        <p:nvSpPr>
          <p:cNvPr id="883" name="Shape 883"/>
          <p:cNvSpPr txBox="1"/>
          <p:nvPr/>
        </p:nvSpPr>
        <p:spPr>
          <a:xfrm>
            <a:off x="2326316" y="1342416"/>
            <a:ext cx="953399" cy="3078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DEV</a:t>
            </a:r>
          </a:p>
        </p:txBody>
      </p:sp>
      <p:sp>
        <p:nvSpPr>
          <p:cNvPr id="884" name="Shape 884"/>
          <p:cNvSpPr txBox="1"/>
          <p:nvPr/>
        </p:nvSpPr>
        <p:spPr>
          <a:xfrm>
            <a:off x="5435925" y="708166"/>
            <a:ext cx="953400" cy="3078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0" i="0" u="none" strike="noStrike" cap="none">
                <a:solidFill>
                  <a:srgbClr val="000000"/>
                </a:solidFill>
                <a:latin typeface="Arial"/>
                <a:ea typeface="Arial"/>
                <a:cs typeface="Arial"/>
                <a:sym typeface="Arial"/>
              </a:rPr>
              <a:t>PROD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Shape 890"/>
          <p:cNvSpPr txBox="1">
            <a:spLocks noGrp="1"/>
          </p:cNvSpPr>
          <p:nvPr>
            <p:ph type="title"/>
          </p:nvPr>
        </p:nvSpPr>
        <p:spPr>
          <a:xfrm>
            <a:off x="228600" y="273842"/>
            <a:ext cx="8686800" cy="480000"/>
          </a:xfrm>
          <a:prstGeom prst="rect">
            <a:avLst/>
          </a:prstGeom>
          <a:noFill/>
          <a:ln>
            <a:noFill/>
          </a:ln>
        </p:spPr>
        <p:txBody>
          <a:bodyPr lIns="91425" tIns="91425" rIns="91425" bIns="91425" anchor="t" anchorCtr="0">
            <a:noAutofit/>
          </a:bodyPr>
          <a:lstStyle/>
          <a:p>
            <a:pPr marL="0" marR="0" lvl="0" indent="0" algn="l" rtl="0">
              <a:lnSpc>
                <a:spcPct val="90000"/>
              </a:lnSpc>
              <a:spcBef>
                <a:spcPts val="0"/>
              </a:spcBef>
              <a:spcAft>
                <a:spcPts val="0"/>
              </a:spcAft>
              <a:buClr>
                <a:schemeClr val="accent1"/>
              </a:buClr>
              <a:buSzPct val="25000"/>
              <a:buFont typeface="Arial"/>
              <a:buNone/>
            </a:pPr>
            <a:r>
              <a:rPr lang="en" sz="3200" b="0" i="0" u="none" strike="noStrike" cap="none">
                <a:solidFill>
                  <a:schemeClr val="accent1"/>
                </a:solidFill>
                <a:latin typeface="Arial"/>
                <a:ea typeface="Arial"/>
                <a:cs typeface="Arial"/>
                <a:sym typeface="Arial"/>
              </a:rPr>
              <a:t>Key Benefits of Docker Containers</a:t>
            </a:r>
          </a:p>
        </p:txBody>
      </p:sp>
      <p:grpSp>
        <p:nvGrpSpPr>
          <p:cNvPr id="891" name="Shape 891"/>
          <p:cNvGrpSpPr/>
          <p:nvPr/>
        </p:nvGrpSpPr>
        <p:grpSpPr>
          <a:xfrm>
            <a:off x="229641" y="1118679"/>
            <a:ext cx="8534050" cy="3501957"/>
            <a:chOff x="1042" y="0"/>
            <a:chExt cx="8534050" cy="3501957"/>
          </a:xfrm>
        </p:grpSpPr>
        <p:sp>
          <p:nvSpPr>
            <p:cNvPr id="892" name="Shape 892"/>
            <p:cNvSpPr/>
            <p:nvPr/>
          </p:nvSpPr>
          <p:spPr>
            <a:xfrm rot="-5400000">
              <a:off x="-395342" y="396385"/>
              <a:ext cx="3501957" cy="2709186"/>
            </a:xfrm>
            <a:prstGeom prst="flowChartManualOperation">
              <a:avLst/>
            </a:prstGeom>
            <a:solidFill>
              <a:srgbClr val="1188C6">
                <a:alpha val="89800"/>
              </a:srgbClr>
            </a:solidFill>
            <a:ln w="25400" cap="flat" cmpd="sng">
              <a:solidFill>
                <a:schemeClr val="lt1"/>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93" name="Shape 893"/>
            <p:cNvSpPr txBox="1"/>
            <p:nvPr/>
          </p:nvSpPr>
          <p:spPr>
            <a:xfrm>
              <a:off x="1043" y="700389"/>
              <a:ext cx="2709300" cy="2101200"/>
            </a:xfrm>
            <a:prstGeom prst="rect">
              <a:avLst/>
            </a:prstGeom>
            <a:noFill/>
            <a:ln>
              <a:noFill/>
            </a:ln>
          </p:spPr>
          <p:txBody>
            <a:bodyPr lIns="203200" tIns="0" rIns="203200" bIns="0" anchor="t" anchorCtr="0">
              <a:noAutofit/>
            </a:bodyPr>
            <a:lstStyle/>
            <a:p>
              <a:pPr marL="0" marR="0" lvl="0" indent="0" algn="l" rtl="0">
                <a:lnSpc>
                  <a:spcPct val="90000"/>
                </a:lnSpc>
                <a:spcBef>
                  <a:spcPts val="0"/>
                </a:spcBef>
                <a:spcAft>
                  <a:spcPts val="0"/>
                </a:spcAft>
                <a:buClr>
                  <a:schemeClr val="lt1"/>
                </a:buClr>
                <a:buSzPct val="25000"/>
                <a:buFont typeface="Arial"/>
                <a:buNone/>
              </a:pPr>
              <a:r>
                <a:rPr lang="en" sz="3200" b="0" i="0" u="none" strike="noStrike" cap="none">
                  <a:solidFill>
                    <a:schemeClr val="lt1"/>
                  </a:solidFill>
                  <a:latin typeface="Arial"/>
                  <a:ea typeface="Arial"/>
                  <a:cs typeface="Arial"/>
                  <a:sym typeface="Arial"/>
                </a:rPr>
                <a:t>Speed</a:t>
              </a:r>
            </a:p>
            <a:p>
              <a:pPr marL="228600" marR="0" lvl="1" indent="-228600" algn="l" rtl="0">
                <a:lnSpc>
                  <a:spcPct val="90000"/>
                </a:lnSpc>
                <a:spcBef>
                  <a:spcPts val="1120"/>
                </a:spcBef>
                <a:spcAft>
                  <a:spcPts val="0"/>
                </a:spcAft>
                <a:buClr>
                  <a:schemeClr val="lt1"/>
                </a:buClr>
                <a:buSzPct val="100000"/>
                <a:buFont typeface="Arial"/>
                <a:buChar char="•"/>
              </a:pPr>
              <a:r>
                <a:rPr lang="en" sz="2000" b="0" i="0" u="none" strike="noStrike" cap="none">
                  <a:solidFill>
                    <a:schemeClr val="lt1"/>
                  </a:solidFill>
                  <a:latin typeface="Arial"/>
                  <a:ea typeface="Arial"/>
                  <a:cs typeface="Arial"/>
                  <a:sym typeface="Arial"/>
                </a:rPr>
                <a:t>No OS to boot = applications online in seconds</a:t>
              </a:r>
            </a:p>
          </p:txBody>
        </p:sp>
        <p:sp>
          <p:nvSpPr>
            <p:cNvPr id="894" name="Shape 894"/>
            <p:cNvSpPr/>
            <p:nvPr/>
          </p:nvSpPr>
          <p:spPr>
            <a:xfrm rot="-5400000">
              <a:off x="2517032" y="396385"/>
              <a:ext cx="3501957" cy="2709186"/>
            </a:xfrm>
            <a:prstGeom prst="flowChartManualOperation">
              <a:avLst/>
            </a:prstGeom>
            <a:solidFill>
              <a:srgbClr val="1188C6">
                <a:alpha val="69800"/>
              </a:srgbClr>
            </a:solidFill>
            <a:ln w="25400" cap="flat" cmpd="sng">
              <a:solidFill>
                <a:schemeClr val="lt1"/>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95" name="Shape 895"/>
            <p:cNvSpPr txBox="1"/>
            <p:nvPr/>
          </p:nvSpPr>
          <p:spPr>
            <a:xfrm>
              <a:off x="2913417" y="700389"/>
              <a:ext cx="2709300" cy="2101200"/>
            </a:xfrm>
            <a:prstGeom prst="rect">
              <a:avLst/>
            </a:prstGeom>
            <a:noFill/>
            <a:ln>
              <a:noFill/>
            </a:ln>
          </p:spPr>
          <p:txBody>
            <a:bodyPr lIns="203200" tIns="0" rIns="203200" bIns="0" anchor="t" anchorCtr="0">
              <a:noAutofit/>
            </a:bodyPr>
            <a:lstStyle/>
            <a:p>
              <a:pPr marL="0" marR="0" lvl="0" indent="0" algn="l" rtl="0">
                <a:lnSpc>
                  <a:spcPct val="90000"/>
                </a:lnSpc>
                <a:spcBef>
                  <a:spcPts val="0"/>
                </a:spcBef>
                <a:spcAft>
                  <a:spcPts val="0"/>
                </a:spcAft>
                <a:buClr>
                  <a:schemeClr val="lt1"/>
                </a:buClr>
                <a:buSzPct val="25000"/>
                <a:buFont typeface="Arial"/>
                <a:buNone/>
              </a:pPr>
              <a:r>
                <a:rPr lang="en" sz="3200" b="0" i="0" u="none" strike="noStrike" cap="none">
                  <a:solidFill>
                    <a:schemeClr val="lt1"/>
                  </a:solidFill>
                  <a:latin typeface="Arial"/>
                  <a:ea typeface="Arial"/>
                  <a:cs typeface="Arial"/>
                  <a:sym typeface="Arial"/>
                </a:rPr>
                <a:t>Portability</a:t>
              </a:r>
            </a:p>
            <a:p>
              <a:pPr marL="228600" marR="0" lvl="1" indent="-228600" algn="l" rtl="0">
                <a:lnSpc>
                  <a:spcPct val="90000"/>
                </a:lnSpc>
                <a:spcBef>
                  <a:spcPts val="1120"/>
                </a:spcBef>
                <a:spcAft>
                  <a:spcPts val="0"/>
                </a:spcAft>
                <a:buClr>
                  <a:schemeClr val="lt1"/>
                </a:buClr>
                <a:buSzPct val="100000"/>
                <a:buFont typeface="Arial"/>
                <a:buChar char="•"/>
              </a:pPr>
              <a:r>
                <a:rPr lang="en" sz="2000" b="0" i="0" u="none" strike="noStrike" cap="none">
                  <a:solidFill>
                    <a:schemeClr val="lt1"/>
                  </a:solidFill>
                  <a:latin typeface="Arial"/>
                  <a:ea typeface="Arial"/>
                  <a:cs typeface="Arial"/>
                  <a:sym typeface="Arial"/>
                </a:rPr>
                <a:t>Less dependencies between process layers = ability to move between infrastructure</a:t>
              </a:r>
            </a:p>
          </p:txBody>
        </p:sp>
        <p:sp>
          <p:nvSpPr>
            <p:cNvPr id="896" name="Shape 896"/>
            <p:cNvSpPr/>
            <p:nvPr/>
          </p:nvSpPr>
          <p:spPr>
            <a:xfrm rot="-5400000">
              <a:off x="5429407" y="396385"/>
              <a:ext cx="3501957" cy="2709186"/>
            </a:xfrm>
            <a:prstGeom prst="flowChartManualOperation">
              <a:avLst/>
            </a:prstGeom>
            <a:solidFill>
              <a:srgbClr val="1188C6">
                <a:alpha val="49800"/>
              </a:srgbClr>
            </a:solidFill>
            <a:ln w="25400" cap="flat" cmpd="sng">
              <a:solidFill>
                <a:schemeClr val="lt1"/>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97" name="Shape 897"/>
            <p:cNvSpPr txBox="1"/>
            <p:nvPr/>
          </p:nvSpPr>
          <p:spPr>
            <a:xfrm>
              <a:off x="5825792" y="700389"/>
              <a:ext cx="2709300" cy="2101200"/>
            </a:xfrm>
            <a:prstGeom prst="rect">
              <a:avLst/>
            </a:prstGeom>
            <a:noFill/>
            <a:ln>
              <a:noFill/>
            </a:ln>
          </p:spPr>
          <p:txBody>
            <a:bodyPr lIns="203200" tIns="0" rIns="203200" bIns="0" anchor="t" anchorCtr="0">
              <a:noAutofit/>
            </a:bodyPr>
            <a:lstStyle/>
            <a:p>
              <a:pPr marL="0" marR="0" lvl="0" indent="0" algn="l" rtl="0">
                <a:lnSpc>
                  <a:spcPct val="90000"/>
                </a:lnSpc>
                <a:spcBef>
                  <a:spcPts val="0"/>
                </a:spcBef>
                <a:spcAft>
                  <a:spcPts val="0"/>
                </a:spcAft>
                <a:buClr>
                  <a:schemeClr val="lt1"/>
                </a:buClr>
                <a:buSzPct val="25000"/>
                <a:buFont typeface="Arial"/>
                <a:buNone/>
              </a:pPr>
              <a:r>
                <a:rPr lang="en" sz="3200" b="0" i="0" u="none" strike="noStrike" cap="none">
                  <a:solidFill>
                    <a:schemeClr val="lt1"/>
                  </a:solidFill>
                  <a:latin typeface="Arial"/>
                  <a:ea typeface="Arial"/>
                  <a:cs typeface="Arial"/>
                  <a:sym typeface="Arial"/>
                </a:rPr>
                <a:t>Efficiency</a:t>
              </a:r>
            </a:p>
            <a:p>
              <a:pPr marL="228600" marR="0" lvl="1" indent="-228600" algn="l" rtl="0">
                <a:lnSpc>
                  <a:spcPct val="90000"/>
                </a:lnSpc>
                <a:spcBef>
                  <a:spcPts val="1120"/>
                </a:spcBef>
                <a:spcAft>
                  <a:spcPts val="0"/>
                </a:spcAft>
                <a:buClr>
                  <a:schemeClr val="lt1"/>
                </a:buClr>
                <a:buSzPct val="100000"/>
                <a:buFont typeface="Arial"/>
                <a:buChar char="•"/>
              </a:pPr>
              <a:r>
                <a:rPr lang="en" sz="2000" b="0" i="0" u="none" strike="noStrike" cap="none">
                  <a:solidFill>
                    <a:schemeClr val="lt1"/>
                  </a:solidFill>
                  <a:latin typeface="Arial"/>
                  <a:ea typeface="Arial"/>
                  <a:cs typeface="Arial"/>
                  <a:sym typeface="Arial"/>
                </a:rPr>
                <a:t>Less OS overhead</a:t>
              </a:r>
            </a:p>
            <a:p>
              <a:pPr marL="228600" marR="0" lvl="1" indent="-228600" algn="l" rtl="0">
                <a:lnSpc>
                  <a:spcPct val="90000"/>
                </a:lnSpc>
                <a:spcBef>
                  <a:spcPts val="300"/>
                </a:spcBef>
                <a:spcAft>
                  <a:spcPts val="0"/>
                </a:spcAft>
                <a:buClr>
                  <a:schemeClr val="lt1"/>
                </a:buClr>
                <a:buSzPct val="100000"/>
                <a:buFont typeface="Arial"/>
                <a:buChar char="•"/>
              </a:pPr>
              <a:r>
                <a:rPr lang="en" sz="2000" b="0" i="0" u="none" strike="noStrike" cap="none">
                  <a:solidFill>
                    <a:schemeClr val="lt1"/>
                  </a:solidFill>
                  <a:latin typeface="Arial"/>
                  <a:ea typeface="Arial"/>
                  <a:cs typeface="Arial"/>
                  <a:sym typeface="Arial"/>
                </a:rPr>
                <a:t>Improved VM density</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Shape 902"/>
          <p:cNvSpPr txBox="1">
            <a:spLocks noGrp="1"/>
          </p:cNvSpPr>
          <p:nvPr>
            <p:ph type="title"/>
          </p:nvPr>
        </p:nvSpPr>
        <p:spPr>
          <a:xfrm>
            <a:off x="71612" y="1235557"/>
            <a:ext cx="8643900" cy="613200"/>
          </a:xfrm>
          <a:prstGeom prst="rect">
            <a:avLst/>
          </a:prstGeom>
        </p:spPr>
        <p:txBody>
          <a:bodyPr lIns="91425" tIns="91425" rIns="91425" bIns="91425" anchor="ctr" anchorCtr="0">
            <a:noAutofit/>
          </a:bodyPr>
          <a:lstStyle/>
          <a:p>
            <a:pPr lvl="0" algn="ctr" rtl="0">
              <a:spcBef>
                <a:spcPts val="0"/>
              </a:spcBef>
              <a:buNone/>
            </a:pPr>
            <a:endParaRPr sz="6000">
              <a:solidFill>
                <a:schemeClr val="accent1"/>
              </a:solidFill>
            </a:endParaRPr>
          </a:p>
          <a:p>
            <a:pPr lvl="0" algn="ctr" rtl="0">
              <a:spcBef>
                <a:spcPts val="0"/>
              </a:spcBef>
              <a:buNone/>
            </a:pPr>
            <a:endParaRPr sz="6000">
              <a:solidFill>
                <a:schemeClr val="accent1"/>
              </a:solidFill>
            </a:endParaRPr>
          </a:p>
          <a:p>
            <a:pPr lvl="0" algn="ctr" rtl="0">
              <a:spcBef>
                <a:spcPts val="0"/>
              </a:spcBef>
              <a:buNone/>
            </a:pPr>
            <a:endParaRPr sz="6000">
              <a:solidFill>
                <a:schemeClr val="accent1"/>
              </a:solidFill>
            </a:endParaRPr>
          </a:p>
          <a:p>
            <a:pPr lvl="0" algn="ctr" rtl="0">
              <a:spcBef>
                <a:spcPts val="0"/>
              </a:spcBef>
              <a:buNone/>
            </a:pPr>
            <a:r>
              <a:rPr lang="en" sz="6000">
                <a:solidFill>
                  <a:schemeClr val="accent1"/>
                </a:solidFill>
              </a:rPr>
              <a:t>Container Solutions &amp; Landscape</a:t>
            </a:r>
          </a:p>
          <a:p>
            <a:pPr lvl="0" algn="ctr" rtl="0">
              <a:spcBef>
                <a:spcPts val="0"/>
              </a:spcBef>
              <a:buNone/>
            </a:pPr>
            <a:endParaRPr sz="6000">
              <a:solidFill>
                <a:schemeClr val="accent1"/>
              </a:solidFill>
            </a:endParaRPr>
          </a:p>
          <a:p>
            <a:pPr lvl="0" algn="ctr" rtl="0">
              <a:spcBef>
                <a:spcPts val="0"/>
              </a:spcBef>
              <a:buNone/>
            </a:pPr>
            <a:endParaRPr/>
          </a:p>
        </p:txBody>
      </p:sp>
      <p:pic>
        <p:nvPicPr>
          <p:cNvPr id="903" name="Shape 903" descr="docker1.png"/>
          <p:cNvPicPr preferRelativeResize="0"/>
          <p:nvPr/>
        </p:nvPicPr>
        <p:blipFill>
          <a:blip r:embed="rId3">
            <a:alphaModFix/>
          </a:blip>
          <a:stretch>
            <a:fillRect/>
          </a:stretch>
        </p:blipFill>
        <p:spPr>
          <a:xfrm>
            <a:off x="7351677" y="4166625"/>
            <a:ext cx="1792325" cy="9768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Shape 909"/>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3200" b="0" i="0" u="none" strike="noStrike" cap="none">
                <a:solidFill>
                  <a:schemeClr val="dk2"/>
                </a:solidFill>
                <a:latin typeface="Arial"/>
                <a:ea typeface="Arial"/>
                <a:cs typeface="Arial"/>
                <a:sym typeface="Arial"/>
              </a:rPr>
              <a:t>Docker Basics</a:t>
            </a:r>
          </a:p>
        </p:txBody>
      </p:sp>
      <p:sp>
        <p:nvSpPr>
          <p:cNvPr id="910" name="Shape 910"/>
          <p:cNvSpPr txBox="1">
            <a:spLocks noGrp="1"/>
          </p:cNvSpPr>
          <p:nvPr>
            <p:ph type="body" idx="1"/>
          </p:nvPr>
        </p:nvSpPr>
        <p:spPr>
          <a:xfrm>
            <a:off x="1083733" y="918629"/>
            <a:ext cx="7874000" cy="393052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accent5"/>
              </a:buClr>
              <a:buSzPct val="25000"/>
              <a:buFont typeface="Arial"/>
              <a:buNone/>
            </a:pPr>
            <a:r>
              <a:rPr lang="en" sz="1400" b="1" i="0" u="none" strike="noStrike" cap="none">
                <a:solidFill>
                  <a:srgbClr val="000000"/>
                </a:solidFill>
                <a:latin typeface="Arial"/>
                <a:ea typeface="Arial"/>
                <a:cs typeface="Arial"/>
                <a:sym typeface="Arial"/>
              </a:rPr>
              <a:t>Image</a:t>
            </a:r>
          </a:p>
          <a:p>
            <a:pPr marL="0" marR="0" lvl="0" indent="0" algn="l" rtl="0">
              <a:lnSpc>
                <a:spcPct val="100000"/>
              </a:lnSpc>
              <a:spcBef>
                <a:spcPts val="400"/>
              </a:spcBef>
              <a:spcAft>
                <a:spcPts val="0"/>
              </a:spcAft>
              <a:buClr>
                <a:schemeClr val="accent5"/>
              </a:buClr>
              <a:buSzPct val="25000"/>
              <a:buFont typeface="Arial"/>
              <a:buNone/>
            </a:pPr>
            <a:r>
              <a:rPr lang="en" sz="1400" b="0" i="0" u="none" strike="noStrike" cap="none">
                <a:solidFill>
                  <a:srgbClr val="000000"/>
                </a:solidFill>
                <a:latin typeface="Arial"/>
                <a:ea typeface="Arial"/>
                <a:cs typeface="Arial"/>
                <a:sym typeface="Arial"/>
              </a:rPr>
              <a:t>The basis of a Docker container.  The content at rest.</a:t>
            </a:r>
          </a:p>
          <a:p>
            <a:pPr marL="0" marR="0" lvl="0" indent="0" algn="l" rtl="0">
              <a:lnSpc>
                <a:spcPct val="100000"/>
              </a:lnSpc>
              <a:spcBef>
                <a:spcPts val="400"/>
              </a:spcBef>
              <a:spcAft>
                <a:spcPts val="0"/>
              </a:spcAft>
              <a:buClr>
                <a:schemeClr val="accent5"/>
              </a:buClr>
              <a:buSzPct val="250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accent5"/>
              </a:buClr>
              <a:buSzPct val="25000"/>
              <a:buFont typeface="Arial"/>
              <a:buNone/>
            </a:pPr>
            <a:r>
              <a:rPr lang="en" sz="1400" b="1" i="0" u="none" strike="noStrike" cap="none">
                <a:solidFill>
                  <a:srgbClr val="000000"/>
                </a:solidFill>
                <a:latin typeface="Arial"/>
                <a:ea typeface="Arial"/>
                <a:cs typeface="Arial"/>
                <a:sym typeface="Arial"/>
              </a:rPr>
              <a:t>Container</a:t>
            </a:r>
          </a:p>
          <a:p>
            <a:pPr marL="0" marR="0" lvl="0" indent="0" algn="l" rtl="0">
              <a:lnSpc>
                <a:spcPct val="100000"/>
              </a:lnSpc>
              <a:spcBef>
                <a:spcPts val="400"/>
              </a:spcBef>
              <a:spcAft>
                <a:spcPts val="0"/>
              </a:spcAft>
              <a:buClr>
                <a:schemeClr val="accent5"/>
              </a:buClr>
              <a:buSzPct val="25000"/>
              <a:buFont typeface="Arial"/>
              <a:buNone/>
            </a:pPr>
            <a:r>
              <a:rPr lang="en" sz="1400" b="0" i="0" u="none" strike="noStrike" cap="none">
                <a:solidFill>
                  <a:srgbClr val="000000"/>
                </a:solidFill>
                <a:latin typeface="Arial"/>
                <a:ea typeface="Arial"/>
                <a:cs typeface="Arial"/>
                <a:sym typeface="Arial"/>
              </a:rPr>
              <a:t>The image when it is ‘running.’ The standard unit for app service</a:t>
            </a:r>
          </a:p>
          <a:p>
            <a:pPr marL="0" marR="0" lvl="0" indent="0" algn="l" rtl="0">
              <a:lnSpc>
                <a:spcPct val="100000"/>
              </a:lnSpc>
              <a:spcBef>
                <a:spcPts val="400"/>
              </a:spcBef>
              <a:spcAft>
                <a:spcPts val="0"/>
              </a:spcAft>
              <a:buClr>
                <a:schemeClr val="accent5"/>
              </a:buClr>
              <a:buSzPct val="25000"/>
              <a:buFont typeface="Arial"/>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accent5"/>
              </a:buClr>
              <a:buSzPct val="25000"/>
              <a:buFont typeface="Arial"/>
              <a:buNone/>
            </a:pPr>
            <a:r>
              <a:rPr lang="en" sz="1400" b="1" i="0" u="none" strike="noStrike" cap="none">
                <a:solidFill>
                  <a:srgbClr val="000000"/>
                </a:solidFill>
                <a:latin typeface="Arial"/>
                <a:ea typeface="Arial"/>
                <a:cs typeface="Arial"/>
                <a:sym typeface="Arial"/>
              </a:rPr>
              <a:t>Engine </a:t>
            </a:r>
          </a:p>
          <a:p>
            <a:pPr marL="0" marR="0" lvl="0" indent="0" algn="l" rtl="0">
              <a:lnSpc>
                <a:spcPct val="100000"/>
              </a:lnSpc>
              <a:spcBef>
                <a:spcPts val="400"/>
              </a:spcBef>
              <a:spcAft>
                <a:spcPts val="0"/>
              </a:spcAft>
              <a:buClr>
                <a:schemeClr val="accent5"/>
              </a:buClr>
              <a:buSzPct val="25000"/>
              <a:buFont typeface="Arial"/>
              <a:buNone/>
            </a:pPr>
            <a:r>
              <a:rPr lang="en" sz="1400" b="0" i="0" u="none" strike="noStrike" cap="none">
                <a:solidFill>
                  <a:srgbClr val="000000"/>
                </a:solidFill>
                <a:latin typeface="Arial"/>
                <a:ea typeface="Arial"/>
                <a:cs typeface="Arial"/>
                <a:sym typeface="Arial"/>
              </a:rPr>
              <a:t>The software that executes commands for containers.  Networking and volumes are part of Engine. Can be clustered together.</a:t>
            </a:r>
          </a:p>
          <a:p>
            <a:pPr marL="0" marR="0" lvl="0" indent="0" algn="l" rtl="0">
              <a:lnSpc>
                <a:spcPct val="100000"/>
              </a:lnSpc>
              <a:spcBef>
                <a:spcPts val="400"/>
              </a:spcBef>
              <a:spcAft>
                <a:spcPts val="0"/>
              </a:spcAft>
              <a:buClr>
                <a:schemeClr val="accent5"/>
              </a:buClr>
              <a:buSzPct val="25000"/>
              <a:buFont typeface="Arial"/>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accent5"/>
              </a:buClr>
              <a:buSzPct val="25000"/>
              <a:buFont typeface="Arial"/>
              <a:buNone/>
            </a:pPr>
            <a:r>
              <a:rPr lang="en" sz="1400" b="1" i="0" u="none" strike="noStrike" cap="none">
                <a:solidFill>
                  <a:srgbClr val="000000"/>
                </a:solidFill>
                <a:latin typeface="Arial"/>
                <a:ea typeface="Arial"/>
                <a:cs typeface="Arial"/>
                <a:sym typeface="Arial"/>
              </a:rPr>
              <a:t>Registry </a:t>
            </a:r>
          </a:p>
          <a:p>
            <a:pPr marL="0" marR="0" lvl="0" indent="0" algn="l" rtl="0">
              <a:lnSpc>
                <a:spcPct val="100000"/>
              </a:lnSpc>
              <a:spcBef>
                <a:spcPts val="400"/>
              </a:spcBef>
              <a:spcAft>
                <a:spcPts val="0"/>
              </a:spcAft>
              <a:buClr>
                <a:schemeClr val="accent5"/>
              </a:buClr>
              <a:buSzPct val="25000"/>
              <a:buFont typeface="Arial"/>
              <a:buNone/>
            </a:pPr>
            <a:r>
              <a:rPr lang="en" sz="1400" b="0" i="0" u="none" strike="noStrike" cap="none">
                <a:solidFill>
                  <a:srgbClr val="000000"/>
                </a:solidFill>
                <a:latin typeface="Arial"/>
                <a:ea typeface="Arial"/>
                <a:cs typeface="Arial"/>
                <a:sym typeface="Arial"/>
              </a:rPr>
              <a:t>Stores, distributes and manages Docker images</a:t>
            </a:r>
          </a:p>
          <a:p>
            <a:pPr marL="0" marR="0" lvl="0" indent="0" algn="l" rtl="0">
              <a:lnSpc>
                <a:spcPct val="100000"/>
              </a:lnSpc>
              <a:spcBef>
                <a:spcPts val="400"/>
              </a:spcBef>
              <a:spcAft>
                <a:spcPts val="0"/>
              </a:spcAft>
              <a:buClr>
                <a:schemeClr val="accent5"/>
              </a:buClr>
              <a:buSzPct val="250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accent5"/>
              </a:buClr>
              <a:buSzPct val="25000"/>
              <a:buFont typeface="Arial"/>
              <a:buNone/>
            </a:pPr>
            <a:r>
              <a:rPr lang="en" sz="1400" b="1" i="0" u="none" strike="noStrike" cap="none">
                <a:solidFill>
                  <a:srgbClr val="000000"/>
                </a:solidFill>
                <a:latin typeface="Arial"/>
                <a:ea typeface="Arial"/>
                <a:cs typeface="Arial"/>
                <a:sym typeface="Arial"/>
              </a:rPr>
              <a:t>Control Plane</a:t>
            </a:r>
          </a:p>
          <a:p>
            <a:pPr marL="0" marR="0" lvl="0" indent="0" algn="l" rtl="0">
              <a:lnSpc>
                <a:spcPct val="100000"/>
              </a:lnSpc>
              <a:spcBef>
                <a:spcPts val="400"/>
              </a:spcBef>
              <a:spcAft>
                <a:spcPts val="0"/>
              </a:spcAft>
              <a:buClr>
                <a:schemeClr val="accent5"/>
              </a:buClr>
              <a:buSzPct val="25000"/>
              <a:buFont typeface="Arial"/>
              <a:buNone/>
            </a:pPr>
            <a:r>
              <a:rPr lang="en" sz="1400" b="0" i="0" u="none" strike="noStrike" cap="none">
                <a:solidFill>
                  <a:srgbClr val="000000"/>
                </a:solidFill>
                <a:latin typeface="Arial"/>
                <a:ea typeface="Arial"/>
                <a:cs typeface="Arial"/>
                <a:sym typeface="Arial"/>
              </a:rPr>
              <a:t>Management plane for container and cluster orchestration</a:t>
            </a:r>
          </a:p>
        </p:txBody>
      </p:sp>
      <p:pic>
        <p:nvPicPr>
          <p:cNvPr id="911" name="Shape 911"/>
          <p:cNvPicPr preferRelativeResize="0"/>
          <p:nvPr/>
        </p:nvPicPr>
        <p:blipFill rotWithShape="1">
          <a:blip r:embed="rId3">
            <a:alphaModFix/>
          </a:blip>
          <a:srcRect/>
          <a:stretch/>
        </p:blipFill>
        <p:spPr>
          <a:xfrm>
            <a:off x="401530" y="1784281"/>
            <a:ext cx="631200" cy="631200"/>
          </a:xfrm>
          <a:prstGeom prst="rect">
            <a:avLst/>
          </a:prstGeom>
          <a:noFill/>
          <a:ln>
            <a:noFill/>
          </a:ln>
        </p:spPr>
      </p:pic>
      <p:pic>
        <p:nvPicPr>
          <p:cNvPr id="912" name="Shape 912"/>
          <p:cNvPicPr preferRelativeResize="0"/>
          <p:nvPr/>
        </p:nvPicPr>
        <p:blipFill rotWithShape="1">
          <a:blip r:embed="rId4">
            <a:alphaModFix/>
          </a:blip>
          <a:srcRect/>
          <a:stretch/>
        </p:blipFill>
        <p:spPr>
          <a:xfrm>
            <a:off x="381687" y="988483"/>
            <a:ext cx="631200" cy="631200"/>
          </a:xfrm>
          <a:prstGeom prst="rect">
            <a:avLst/>
          </a:prstGeom>
          <a:noFill/>
          <a:ln>
            <a:noFill/>
          </a:ln>
        </p:spPr>
      </p:pic>
      <p:pic>
        <p:nvPicPr>
          <p:cNvPr id="913" name="Shape 913"/>
          <p:cNvPicPr preferRelativeResize="0"/>
          <p:nvPr/>
        </p:nvPicPr>
        <p:blipFill rotWithShape="1">
          <a:blip r:embed="rId5">
            <a:alphaModFix/>
          </a:blip>
          <a:srcRect/>
          <a:stretch/>
        </p:blipFill>
        <p:spPr>
          <a:xfrm>
            <a:off x="381687" y="2593850"/>
            <a:ext cx="690669" cy="690669"/>
          </a:xfrm>
          <a:prstGeom prst="rect">
            <a:avLst/>
          </a:prstGeom>
          <a:noFill/>
          <a:ln>
            <a:noFill/>
          </a:ln>
        </p:spPr>
      </p:pic>
      <p:pic>
        <p:nvPicPr>
          <p:cNvPr id="914" name="Shape 914"/>
          <p:cNvPicPr preferRelativeResize="0"/>
          <p:nvPr/>
        </p:nvPicPr>
        <p:blipFill rotWithShape="1">
          <a:blip r:embed="rId6">
            <a:alphaModFix/>
          </a:blip>
          <a:srcRect/>
          <a:stretch/>
        </p:blipFill>
        <p:spPr>
          <a:xfrm>
            <a:off x="403430" y="3532414"/>
            <a:ext cx="631200" cy="631200"/>
          </a:xfrm>
          <a:prstGeom prst="rect">
            <a:avLst/>
          </a:prstGeom>
          <a:noFill/>
          <a:ln>
            <a:noFill/>
          </a:ln>
        </p:spPr>
      </p:pic>
      <p:pic>
        <p:nvPicPr>
          <p:cNvPr id="915" name="Shape 915"/>
          <p:cNvPicPr preferRelativeResize="0"/>
          <p:nvPr/>
        </p:nvPicPr>
        <p:blipFill rotWithShape="1">
          <a:blip r:embed="rId7">
            <a:alphaModFix/>
          </a:blip>
          <a:srcRect/>
          <a:stretch/>
        </p:blipFill>
        <p:spPr>
          <a:xfrm>
            <a:off x="520085" y="4433389"/>
            <a:ext cx="436625" cy="35474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Shape 920"/>
          <p:cNvSpPr/>
          <p:nvPr/>
        </p:nvSpPr>
        <p:spPr>
          <a:xfrm>
            <a:off x="394877" y="3050434"/>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1" i="0" u="none" strike="noStrike" cap="none">
                <a:solidFill>
                  <a:srgbClr val="FFFFFF"/>
                </a:solidFill>
                <a:latin typeface="Arial"/>
                <a:ea typeface="Arial"/>
                <a:cs typeface="Arial"/>
                <a:sym typeface="Arial"/>
              </a:rPr>
              <a:t>Security</a:t>
            </a:r>
          </a:p>
        </p:txBody>
      </p:sp>
      <p:sp>
        <p:nvSpPr>
          <p:cNvPr id="921" name="Shape 921"/>
          <p:cNvSpPr/>
          <p:nvPr/>
        </p:nvSpPr>
        <p:spPr>
          <a:xfrm>
            <a:off x="394877" y="3552191"/>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1" i="0" u="none" strike="noStrike" cap="none">
                <a:solidFill>
                  <a:srgbClr val="FFFFFF"/>
                </a:solidFill>
                <a:latin typeface="Arial"/>
                <a:ea typeface="Arial"/>
                <a:cs typeface="Arial"/>
                <a:sym typeface="Arial"/>
              </a:rPr>
              <a:t>Distributed State</a:t>
            </a:r>
          </a:p>
        </p:txBody>
      </p:sp>
      <p:sp>
        <p:nvSpPr>
          <p:cNvPr id="922" name="Shape 922"/>
          <p:cNvSpPr/>
          <p:nvPr/>
        </p:nvSpPr>
        <p:spPr>
          <a:xfrm>
            <a:off x="2264940" y="3050434"/>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1" i="0" u="none" strike="noStrike" cap="none">
                <a:solidFill>
                  <a:srgbClr val="FFFFFF"/>
                </a:solidFill>
                <a:latin typeface="Arial"/>
                <a:ea typeface="Arial"/>
                <a:cs typeface="Arial"/>
                <a:sym typeface="Arial"/>
              </a:rPr>
              <a:t>Network</a:t>
            </a:r>
          </a:p>
        </p:txBody>
      </p:sp>
      <p:sp>
        <p:nvSpPr>
          <p:cNvPr id="923" name="Shape 923"/>
          <p:cNvSpPr/>
          <p:nvPr/>
        </p:nvSpPr>
        <p:spPr>
          <a:xfrm>
            <a:off x="2264940" y="3552191"/>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1" i="0" u="none" strike="noStrike" cap="none">
                <a:solidFill>
                  <a:srgbClr val="FFFFFF"/>
                </a:solidFill>
                <a:latin typeface="Arial"/>
                <a:ea typeface="Arial"/>
                <a:cs typeface="Arial"/>
                <a:sym typeface="Arial"/>
              </a:rPr>
              <a:t>Container Runtime</a:t>
            </a:r>
          </a:p>
        </p:txBody>
      </p:sp>
      <p:sp>
        <p:nvSpPr>
          <p:cNvPr id="924" name="Shape 924"/>
          <p:cNvSpPr/>
          <p:nvPr/>
        </p:nvSpPr>
        <p:spPr>
          <a:xfrm>
            <a:off x="4146732" y="3050434"/>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1" i="0" u="none" strike="noStrike" cap="none">
                <a:solidFill>
                  <a:srgbClr val="FFFFFF"/>
                </a:solidFill>
                <a:latin typeface="Arial"/>
                <a:ea typeface="Arial"/>
                <a:cs typeface="Arial"/>
                <a:sym typeface="Arial"/>
              </a:rPr>
              <a:t>Volumes</a:t>
            </a:r>
          </a:p>
        </p:txBody>
      </p:sp>
      <p:sp>
        <p:nvSpPr>
          <p:cNvPr id="925" name="Shape 925"/>
          <p:cNvSpPr/>
          <p:nvPr/>
        </p:nvSpPr>
        <p:spPr>
          <a:xfrm>
            <a:off x="4146732" y="3552191"/>
            <a:ext cx="1843418" cy="468720"/>
          </a:xfrm>
          <a:prstGeom prst="rect">
            <a:avLst/>
          </a:prstGeom>
          <a:solidFill>
            <a:schemeClr val="accent5"/>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1" i="0" u="none" strike="noStrike" cap="none">
                <a:solidFill>
                  <a:srgbClr val="FFFFFF"/>
                </a:solidFill>
                <a:latin typeface="Arial"/>
                <a:ea typeface="Arial"/>
                <a:cs typeface="Arial"/>
                <a:sym typeface="Arial"/>
              </a:rPr>
              <a:t>Orchestration</a:t>
            </a:r>
          </a:p>
        </p:txBody>
      </p:sp>
      <p:sp>
        <p:nvSpPr>
          <p:cNvPr id="926" name="Shape 926"/>
          <p:cNvSpPr/>
          <p:nvPr/>
        </p:nvSpPr>
        <p:spPr>
          <a:xfrm>
            <a:off x="6269248" y="3280332"/>
            <a:ext cx="495761" cy="327842"/>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dk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927" name="Shape 927"/>
          <p:cNvSpPr/>
          <p:nvPr/>
        </p:nvSpPr>
        <p:spPr>
          <a:xfrm>
            <a:off x="6455776" y="3305753"/>
            <a:ext cx="2059880" cy="27699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394E55"/>
              </a:buClr>
              <a:buSzPct val="25000"/>
              <a:buFont typeface="Comfortaa"/>
              <a:buNone/>
            </a:pPr>
            <a:r>
              <a:rPr lang="en" sz="1200" b="0" i="0" u="none" strike="noStrike" cap="none">
                <a:solidFill>
                  <a:srgbClr val="394E55"/>
                </a:solidFill>
                <a:latin typeface="Arial"/>
                <a:ea typeface="Arial"/>
                <a:cs typeface="Arial"/>
                <a:sym typeface="Arial"/>
              </a:rPr>
              <a:t>Docker Engine</a:t>
            </a:r>
          </a:p>
        </p:txBody>
      </p:sp>
      <p:sp>
        <p:nvSpPr>
          <p:cNvPr id="928" name="Shape 928"/>
          <p:cNvSpPr/>
          <p:nvPr/>
        </p:nvSpPr>
        <p:spPr>
          <a:xfrm>
            <a:off x="249795" y="2679846"/>
            <a:ext cx="5897001" cy="1528816"/>
          </a:xfrm>
          <a:prstGeom prst="roundRect">
            <a:avLst>
              <a:gd name="adj" fmla="val 0"/>
            </a:avLst>
          </a:prstGeom>
          <a:noFill/>
          <a:ln w="12700" cap="flat" cmpd="sng">
            <a:solidFill>
              <a:schemeClr val="accent5"/>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929" name="Shape 929"/>
          <p:cNvSpPr/>
          <p:nvPr/>
        </p:nvSpPr>
        <p:spPr>
          <a:xfrm>
            <a:off x="2360576" y="2740400"/>
            <a:ext cx="2319899" cy="27689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89AD1"/>
              </a:buClr>
              <a:buSzPct val="25000"/>
              <a:buFont typeface="Comfortaa"/>
              <a:buNone/>
            </a:pPr>
            <a:r>
              <a:rPr lang="en" sz="1200" b="0" i="0" u="none" strike="noStrike" cap="none">
                <a:solidFill>
                  <a:srgbClr val="189AD1"/>
                </a:solidFill>
                <a:latin typeface="Arial"/>
                <a:ea typeface="Arial"/>
                <a:cs typeface="Arial"/>
                <a:sym typeface="Arial"/>
              </a:rPr>
              <a:t>Integrated Security </a:t>
            </a:r>
          </a:p>
        </p:txBody>
      </p:sp>
      <p:sp>
        <p:nvSpPr>
          <p:cNvPr id="930" name="Shape 930"/>
          <p:cNvSpPr txBox="1">
            <a:spLocks noGrp="1"/>
          </p:cNvSpPr>
          <p:nvPr>
            <p:ph type="body" idx="1"/>
          </p:nvPr>
        </p:nvSpPr>
        <p:spPr>
          <a:xfrm>
            <a:off x="271200" y="147250"/>
            <a:ext cx="7902600" cy="1261799"/>
          </a:xfrm>
          <a:prstGeom prst="rect">
            <a:avLst/>
          </a:prstGeom>
          <a:noFill/>
          <a:ln>
            <a:noFill/>
          </a:ln>
        </p:spPr>
        <p:txBody>
          <a:bodyPr lIns="91425" tIns="45700" rIns="91425" bIns="45700" anchor="ctr" anchorCtr="0">
            <a:noAutofit/>
          </a:bodyPr>
          <a:lstStyle/>
          <a:p>
            <a:pPr marL="457200" marR="0" lvl="0" indent="-431800" algn="l" rtl="0">
              <a:lnSpc>
                <a:spcPct val="100000"/>
              </a:lnSpc>
              <a:spcBef>
                <a:spcPts val="0"/>
              </a:spcBef>
              <a:spcAft>
                <a:spcPts val="0"/>
              </a:spcAft>
              <a:buClr>
                <a:srgbClr val="189AD1"/>
              </a:buClr>
              <a:buSzPct val="25000"/>
              <a:buFont typeface="Arial"/>
              <a:buNone/>
            </a:pPr>
            <a:r>
              <a:rPr lang="en" sz="3200" b="0" i="0" u="none" strike="noStrike" cap="none">
                <a:solidFill>
                  <a:srgbClr val="189AD1"/>
                </a:solidFill>
                <a:latin typeface="Arial"/>
                <a:ea typeface="Arial"/>
                <a:cs typeface="Arial"/>
                <a:sym typeface="Arial"/>
              </a:rPr>
              <a:t>Foundation: Docker Engine</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grpSp>
        <p:nvGrpSpPr>
          <p:cNvPr id="936" name="Shape 936"/>
          <p:cNvGrpSpPr/>
          <p:nvPr/>
        </p:nvGrpSpPr>
        <p:grpSpPr>
          <a:xfrm>
            <a:off x="352916" y="2976004"/>
            <a:ext cx="2067444" cy="619791"/>
            <a:chOff x="352916" y="2801832"/>
            <a:chExt cx="2067444" cy="619791"/>
          </a:xfrm>
        </p:grpSpPr>
        <p:sp>
          <p:nvSpPr>
            <p:cNvPr id="937" name="Shape 937"/>
            <p:cNvSpPr/>
            <p:nvPr/>
          </p:nvSpPr>
          <p:spPr>
            <a:xfrm>
              <a:off x="352916" y="2801832"/>
              <a:ext cx="2067444" cy="619791"/>
            </a:xfrm>
            <a:prstGeom prst="rect">
              <a:avLst/>
            </a:prstGeom>
            <a:solidFill>
              <a:srgbClr val="FFFFFF"/>
            </a:solidFill>
            <a:ln w="12700" cap="flat" cmpd="sng">
              <a:solidFill>
                <a:srgbClr val="5AC68D"/>
              </a:solidFill>
              <a:prstDash val="solid"/>
              <a:round/>
              <a:headEnd type="none" w="med" len="med"/>
              <a:tailEnd type="none" w="med" len="med"/>
            </a:ln>
          </p:spPr>
          <p:txBody>
            <a:bodyPr lIns="51425" tIns="25700" rIns="51425" bIns="25700" anchor="ctr" anchorCtr="0">
              <a:noAutofit/>
            </a:bodyPr>
            <a:lstStyle/>
            <a:p>
              <a:pPr marL="0" marR="0" lvl="0" indent="0" algn="ctr" rtl="0">
                <a:lnSpc>
                  <a:spcPct val="100000"/>
                </a:lnSpc>
                <a:spcBef>
                  <a:spcPts val="0"/>
                </a:spcBef>
                <a:spcAft>
                  <a:spcPts val="0"/>
                </a:spcAft>
                <a:buClr>
                  <a:srgbClr val="000000"/>
                </a:buClr>
                <a:buFont typeface="Arial"/>
                <a:buNone/>
              </a:pPr>
              <a:endParaRPr sz="825" b="0" i="0" u="none" strike="noStrike" cap="none">
                <a:solidFill>
                  <a:srgbClr val="000000"/>
                </a:solidFill>
                <a:latin typeface="Comfortaa"/>
                <a:ea typeface="Comfortaa"/>
                <a:cs typeface="Comfortaa"/>
                <a:sym typeface="Comfortaa"/>
              </a:endParaRPr>
            </a:p>
          </p:txBody>
        </p:sp>
        <p:sp>
          <p:nvSpPr>
            <p:cNvPr id="938" name="Shape 938"/>
            <p:cNvSpPr/>
            <p:nvPr/>
          </p:nvSpPr>
          <p:spPr>
            <a:xfrm>
              <a:off x="427897" y="2996310"/>
              <a:ext cx="798617" cy="230832"/>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708491"/>
                </a:buClr>
                <a:buSzPct val="25000"/>
                <a:buFont typeface="Comfortaa"/>
                <a:buNone/>
              </a:pPr>
              <a:r>
                <a:rPr lang="en" sz="900" b="1" i="0" u="none" strike="noStrike" cap="none">
                  <a:solidFill>
                    <a:srgbClr val="708491"/>
                  </a:solidFill>
                  <a:latin typeface="Arial"/>
                  <a:ea typeface="Arial"/>
                  <a:cs typeface="Arial"/>
                  <a:sym typeface="Arial"/>
                </a:rPr>
                <a:t>Traditional</a:t>
              </a:r>
            </a:p>
          </p:txBody>
        </p:sp>
        <p:grpSp>
          <p:nvGrpSpPr>
            <p:cNvPr id="939" name="Shape 939"/>
            <p:cNvGrpSpPr/>
            <p:nvPr/>
          </p:nvGrpSpPr>
          <p:grpSpPr>
            <a:xfrm>
              <a:off x="1976897" y="3027978"/>
              <a:ext cx="167496" cy="167496"/>
              <a:chOff x="-4901926" y="-20638"/>
              <a:chExt cx="442912" cy="442912"/>
            </a:xfrm>
          </p:grpSpPr>
          <p:sp>
            <p:nvSpPr>
              <p:cNvPr id="940" name="Shape 940"/>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41" name="Shape 941"/>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942" name="Shape 942"/>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943" name="Shape 943"/>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944" name="Shape 944"/>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945" name="Shape 945"/>
            <p:cNvGrpSpPr/>
            <p:nvPr/>
          </p:nvGrpSpPr>
          <p:grpSpPr>
            <a:xfrm>
              <a:off x="1311309" y="2997102"/>
              <a:ext cx="403088" cy="229251"/>
              <a:chOff x="1432415" y="3867643"/>
              <a:chExt cx="537450" cy="305668"/>
            </a:xfrm>
          </p:grpSpPr>
          <p:sp>
            <p:nvSpPr>
              <p:cNvPr id="946" name="Shape 946"/>
              <p:cNvSpPr/>
              <p:nvPr/>
            </p:nvSpPr>
            <p:spPr>
              <a:xfrm>
                <a:off x="1593250" y="3934557"/>
                <a:ext cx="255089" cy="168688"/>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nvGrpSpPr>
              <p:cNvPr id="947" name="Shape 947"/>
              <p:cNvGrpSpPr/>
              <p:nvPr/>
            </p:nvGrpSpPr>
            <p:grpSpPr>
              <a:xfrm>
                <a:off x="1432415" y="3867643"/>
                <a:ext cx="537450" cy="305668"/>
                <a:chOff x="1522412" y="2301875"/>
                <a:chExt cx="842963" cy="479425"/>
              </a:xfrm>
            </p:grpSpPr>
            <p:sp>
              <p:nvSpPr>
                <p:cNvPr id="948" name="Shape 948"/>
                <p:cNvSpPr/>
                <p:nvPr/>
              </p:nvSpPr>
              <p:spPr>
                <a:xfrm>
                  <a:off x="1654175" y="2344738"/>
                  <a:ext cx="579438" cy="376238"/>
                </a:xfrm>
                <a:custGeom>
                  <a:avLst/>
                  <a:gdLst/>
                  <a:ahLst/>
                  <a:cxnLst/>
                  <a:rect l="0" t="0" r="0" b="0"/>
                  <a:pathLst>
                    <a:path w="120000" h="120000" extrusionOk="0">
                      <a:moveTo>
                        <a:pt x="657" y="120000"/>
                      </a:moveTo>
                      <a:lnTo>
                        <a:pt x="0" y="120000"/>
                      </a:lnTo>
                      <a:lnTo>
                        <a:pt x="0" y="0"/>
                      </a:lnTo>
                      <a:lnTo>
                        <a:pt x="119999" y="0"/>
                      </a:lnTo>
                      <a:lnTo>
                        <a:pt x="119999" y="120000"/>
                      </a:lnTo>
                      <a:lnTo>
                        <a:pt x="657" y="120000"/>
                      </a:lnTo>
                      <a:lnTo>
                        <a:pt x="657" y="120000"/>
                      </a:lnTo>
                      <a:close/>
                      <a:moveTo>
                        <a:pt x="118356" y="117974"/>
                      </a:moveTo>
                      <a:lnTo>
                        <a:pt x="118356" y="1518"/>
                      </a:lnTo>
                      <a:lnTo>
                        <a:pt x="1643" y="1518"/>
                      </a:lnTo>
                      <a:lnTo>
                        <a:pt x="1643" y="117974"/>
                      </a:lnTo>
                      <a:lnTo>
                        <a:pt x="118356" y="117974"/>
                      </a:lnTo>
                      <a:lnTo>
                        <a:pt x="118356" y="117974"/>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949" name="Shape 949"/>
                <p:cNvSpPr/>
                <p:nvPr/>
              </p:nvSpPr>
              <p:spPr>
                <a:xfrm>
                  <a:off x="1933575" y="2316163"/>
                  <a:ext cx="22225" cy="22225"/>
                </a:xfrm>
                <a:custGeom>
                  <a:avLst/>
                  <a:gdLst/>
                  <a:ahLst/>
                  <a:cxnLst/>
                  <a:rect l="0" t="0" r="0" b="0"/>
                  <a:pathLst>
                    <a:path w="120000" h="120000" extrusionOk="0">
                      <a:moveTo>
                        <a:pt x="0" y="60000"/>
                      </a:moveTo>
                      <a:cubicBezTo>
                        <a:pt x="0" y="30000"/>
                        <a:pt x="20000" y="0"/>
                        <a:pt x="60000" y="0"/>
                      </a:cubicBezTo>
                      <a:cubicBezTo>
                        <a:pt x="60000" y="0"/>
                        <a:pt x="60000" y="0"/>
                        <a:pt x="60000" y="0"/>
                      </a:cubicBezTo>
                      <a:cubicBezTo>
                        <a:pt x="90000" y="0"/>
                        <a:pt x="120000" y="30000"/>
                        <a:pt x="120000" y="60000"/>
                      </a:cubicBezTo>
                      <a:cubicBezTo>
                        <a:pt x="120000" y="60000"/>
                        <a:pt x="120000" y="60000"/>
                        <a:pt x="120000" y="60000"/>
                      </a:cubicBezTo>
                      <a:cubicBezTo>
                        <a:pt x="120000" y="100000"/>
                        <a:pt x="90000" y="120000"/>
                        <a:pt x="60000" y="120000"/>
                      </a:cubicBezTo>
                      <a:cubicBezTo>
                        <a:pt x="60000" y="120000"/>
                        <a:pt x="60000" y="120000"/>
                        <a:pt x="60000" y="120000"/>
                      </a:cubicBezTo>
                      <a:cubicBezTo>
                        <a:pt x="20000" y="120000"/>
                        <a:pt x="0" y="100000"/>
                        <a:pt x="0" y="60000"/>
                      </a:cubicBezTo>
                      <a:close/>
                      <a:moveTo>
                        <a:pt x="20000" y="60000"/>
                      </a:moveTo>
                      <a:cubicBezTo>
                        <a:pt x="20000" y="80000"/>
                        <a:pt x="40000" y="100000"/>
                        <a:pt x="60000" y="100000"/>
                      </a:cubicBezTo>
                      <a:cubicBezTo>
                        <a:pt x="60000" y="100000"/>
                        <a:pt x="60000" y="100000"/>
                        <a:pt x="60000" y="100000"/>
                      </a:cubicBezTo>
                      <a:cubicBezTo>
                        <a:pt x="80000" y="100000"/>
                        <a:pt x="90000" y="80000"/>
                        <a:pt x="90000" y="60000"/>
                      </a:cubicBezTo>
                      <a:cubicBezTo>
                        <a:pt x="90000" y="60000"/>
                        <a:pt x="90000" y="60000"/>
                        <a:pt x="90000" y="60000"/>
                      </a:cubicBezTo>
                      <a:cubicBezTo>
                        <a:pt x="90000" y="40000"/>
                        <a:pt x="80000" y="30000"/>
                        <a:pt x="60000" y="30000"/>
                      </a:cubicBezTo>
                      <a:cubicBezTo>
                        <a:pt x="60000" y="30000"/>
                        <a:pt x="60000" y="30000"/>
                        <a:pt x="60000" y="30000"/>
                      </a:cubicBezTo>
                      <a:cubicBezTo>
                        <a:pt x="40000" y="30000"/>
                        <a:pt x="20000" y="40000"/>
                        <a:pt x="20000" y="60000"/>
                      </a:cubicBez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950" name="Shape 950"/>
                <p:cNvSpPr/>
                <p:nvPr/>
              </p:nvSpPr>
              <p:spPr>
                <a:xfrm>
                  <a:off x="1522412" y="2301875"/>
                  <a:ext cx="842963" cy="479425"/>
                </a:xfrm>
                <a:custGeom>
                  <a:avLst/>
                  <a:gdLst/>
                  <a:ahLst/>
                  <a:cxnLst/>
                  <a:rect l="0" t="0" r="0" b="0"/>
                  <a:pathLst>
                    <a:path w="120000" h="120000" extrusionOk="0">
                      <a:moveTo>
                        <a:pt x="107210" y="108960"/>
                      </a:moveTo>
                      <a:cubicBezTo>
                        <a:pt x="107210" y="8640"/>
                        <a:pt x="107210" y="8640"/>
                        <a:pt x="107210" y="8640"/>
                      </a:cubicBezTo>
                      <a:cubicBezTo>
                        <a:pt x="107210" y="3840"/>
                        <a:pt x="104761" y="0"/>
                        <a:pt x="102040" y="0"/>
                      </a:cubicBezTo>
                      <a:cubicBezTo>
                        <a:pt x="17959" y="0"/>
                        <a:pt x="17959" y="0"/>
                        <a:pt x="17959" y="0"/>
                      </a:cubicBezTo>
                      <a:cubicBezTo>
                        <a:pt x="15238" y="0"/>
                        <a:pt x="13061" y="3840"/>
                        <a:pt x="13061" y="8640"/>
                      </a:cubicBezTo>
                      <a:cubicBezTo>
                        <a:pt x="13061" y="108960"/>
                        <a:pt x="13061" y="108960"/>
                        <a:pt x="13061" y="108960"/>
                      </a:cubicBezTo>
                      <a:cubicBezTo>
                        <a:pt x="0" y="108960"/>
                        <a:pt x="0" y="108960"/>
                        <a:pt x="0" y="108960"/>
                      </a:cubicBezTo>
                      <a:cubicBezTo>
                        <a:pt x="0" y="108960"/>
                        <a:pt x="0" y="110880"/>
                        <a:pt x="0" y="111360"/>
                      </a:cubicBezTo>
                      <a:cubicBezTo>
                        <a:pt x="0" y="115200"/>
                        <a:pt x="1088" y="117600"/>
                        <a:pt x="2448" y="118560"/>
                      </a:cubicBezTo>
                      <a:cubicBezTo>
                        <a:pt x="4081" y="120000"/>
                        <a:pt x="5714" y="120000"/>
                        <a:pt x="7619" y="120000"/>
                      </a:cubicBezTo>
                      <a:cubicBezTo>
                        <a:pt x="112380" y="120000"/>
                        <a:pt x="112380" y="120000"/>
                        <a:pt x="112380" y="120000"/>
                      </a:cubicBezTo>
                      <a:cubicBezTo>
                        <a:pt x="114285" y="120000"/>
                        <a:pt x="116190" y="120000"/>
                        <a:pt x="117551" y="118560"/>
                      </a:cubicBezTo>
                      <a:cubicBezTo>
                        <a:pt x="118911" y="117600"/>
                        <a:pt x="119999" y="115200"/>
                        <a:pt x="119999" y="111360"/>
                      </a:cubicBezTo>
                      <a:cubicBezTo>
                        <a:pt x="119999" y="110880"/>
                        <a:pt x="119999" y="108960"/>
                        <a:pt x="119999" y="108960"/>
                      </a:cubicBezTo>
                      <a:lnTo>
                        <a:pt x="107210" y="108960"/>
                      </a:lnTo>
                      <a:close/>
                      <a:moveTo>
                        <a:pt x="14421" y="8640"/>
                      </a:moveTo>
                      <a:cubicBezTo>
                        <a:pt x="14421" y="5280"/>
                        <a:pt x="16054" y="2400"/>
                        <a:pt x="17959" y="1920"/>
                      </a:cubicBezTo>
                      <a:cubicBezTo>
                        <a:pt x="102040" y="1920"/>
                        <a:pt x="102040" y="1920"/>
                        <a:pt x="102040" y="1920"/>
                      </a:cubicBezTo>
                      <a:cubicBezTo>
                        <a:pt x="104217" y="2400"/>
                        <a:pt x="105850" y="5280"/>
                        <a:pt x="105850" y="8640"/>
                      </a:cubicBezTo>
                      <a:cubicBezTo>
                        <a:pt x="105850" y="108960"/>
                        <a:pt x="105850" y="108960"/>
                        <a:pt x="105850" y="108960"/>
                      </a:cubicBezTo>
                      <a:cubicBezTo>
                        <a:pt x="14421" y="108960"/>
                        <a:pt x="14421" y="108960"/>
                        <a:pt x="14421" y="108960"/>
                      </a:cubicBezTo>
                      <a:lnTo>
                        <a:pt x="14421" y="8640"/>
                      </a:lnTo>
                      <a:close/>
                      <a:moveTo>
                        <a:pt x="73741" y="110880"/>
                      </a:moveTo>
                      <a:cubicBezTo>
                        <a:pt x="73469" y="111360"/>
                        <a:pt x="73197" y="111840"/>
                        <a:pt x="72925" y="111840"/>
                      </a:cubicBezTo>
                      <a:cubicBezTo>
                        <a:pt x="47346" y="111840"/>
                        <a:pt x="47346" y="111840"/>
                        <a:pt x="47346" y="111840"/>
                      </a:cubicBezTo>
                      <a:cubicBezTo>
                        <a:pt x="47074" y="111840"/>
                        <a:pt x="46530" y="111360"/>
                        <a:pt x="46530" y="110880"/>
                      </a:cubicBezTo>
                      <a:lnTo>
                        <a:pt x="73741" y="110880"/>
                      </a:lnTo>
                      <a:close/>
                      <a:moveTo>
                        <a:pt x="118639" y="111360"/>
                      </a:moveTo>
                      <a:cubicBezTo>
                        <a:pt x="118639" y="114240"/>
                        <a:pt x="118095" y="115680"/>
                        <a:pt x="117006" y="116640"/>
                      </a:cubicBezTo>
                      <a:cubicBezTo>
                        <a:pt x="115918" y="117600"/>
                        <a:pt x="114285" y="118080"/>
                        <a:pt x="112380" y="118080"/>
                      </a:cubicBezTo>
                      <a:cubicBezTo>
                        <a:pt x="7619" y="118080"/>
                        <a:pt x="7619" y="118080"/>
                        <a:pt x="7619" y="118080"/>
                      </a:cubicBezTo>
                      <a:cubicBezTo>
                        <a:pt x="5986" y="118080"/>
                        <a:pt x="4353" y="117600"/>
                        <a:pt x="3265" y="116640"/>
                      </a:cubicBezTo>
                      <a:cubicBezTo>
                        <a:pt x="2176" y="115680"/>
                        <a:pt x="1360" y="114240"/>
                        <a:pt x="1360" y="111360"/>
                      </a:cubicBezTo>
                      <a:cubicBezTo>
                        <a:pt x="1360" y="111360"/>
                        <a:pt x="1360" y="111360"/>
                        <a:pt x="1360" y="110880"/>
                      </a:cubicBezTo>
                      <a:cubicBezTo>
                        <a:pt x="44897" y="110880"/>
                        <a:pt x="44897" y="110880"/>
                        <a:pt x="44897" y="110880"/>
                      </a:cubicBezTo>
                      <a:cubicBezTo>
                        <a:pt x="45442" y="112800"/>
                        <a:pt x="46258" y="114240"/>
                        <a:pt x="47346" y="114240"/>
                      </a:cubicBezTo>
                      <a:cubicBezTo>
                        <a:pt x="72925" y="114240"/>
                        <a:pt x="72925" y="114240"/>
                        <a:pt x="72925" y="114240"/>
                      </a:cubicBezTo>
                      <a:cubicBezTo>
                        <a:pt x="74013" y="114240"/>
                        <a:pt x="74829" y="112800"/>
                        <a:pt x="75102" y="110880"/>
                      </a:cubicBezTo>
                      <a:cubicBezTo>
                        <a:pt x="118639" y="110880"/>
                        <a:pt x="118639" y="110880"/>
                        <a:pt x="118639" y="110880"/>
                      </a:cubicBezTo>
                      <a:lnTo>
                        <a:pt x="118639" y="111360"/>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grpSp>
        </p:grpSp>
      </p:grpSp>
      <p:grpSp>
        <p:nvGrpSpPr>
          <p:cNvPr id="951" name="Shape 951"/>
          <p:cNvGrpSpPr/>
          <p:nvPr/>
        </p:nvGrpSpPr>
        <p:grpSpPr>
          <a:xfrm>
            <a:off x="350242" y="2141455"/>
            <a:ext cx="2079173" cy="611120"/>
            <a:chOff x="339732" y="1967283"/>
            <a:chExt cx="2079173" cy="611120"/>
          </a:xfrm>
        </p:grpSpPr>
        <p:sp>
          <p:nvSpPr>
            <p:cNvPr id="952" name="Shape 952"/>
            <p:cNvSpPr/>
            <p:nvPr/>
          </p:nvSpPr>
          <p:spPr>
            <a:xfrm>
              <a:off x="351461" y="1967283"/>
              <a:ext cx="2067444" cy="611120"/>
            </a:xfrm>
            <a:prstGeom prst="rect">
              <a:avLst/>
            </a:prstGeom>
            <a:solidFill>
              <a:srgbClr val="FFFFFF"/>
            </a:solidFill>
            <a:ln w="12700" cap="flat" cmpd="sng">
              <a:solidFill>
                <a:schemeClr val="accent3"/>
              </a:solidFill>
              <a:prstDash val="solid"/>
              <a:round/>
              <a:headEnd type="none" w="med" len="med"/>
              <a:tailEnd type="none" w="med" len="med"/>
            </a:ln>
          </p:spPr>
          <p:txBody>
            <a:bodyPr lIns="51425" tIns="25700" rIns="51425" bIns="25700" anchor="ctr" anchorCtr="0">
              <a:noAutofit/>
            </a:bodyPr>
            <a:lstStyle/>
            <a:p>
              <a:pPr marL="0" marR="0" lvl="0" indent="0" algn="ctr" rtl="0">
                <a:lnSpc>
                  <a:spcPct val="100000"/>
                </a:lnSpc>
                <a:spcBef>
                  <a:spcPts val="0"/>
                </a:spcBef>
                <a:spcAft>
                  <a:spcPts val="0"/>
                </a:spcAft>
                <a:buClr>
                  <a:srgbClr val="000000"/>
                </a:buClr>
                <a:buFont typeface="Arial"/>
                <a:buNone/>
              </a:pPr>
              <a:endParaRPr sz="825" b="0" i="0" u="none" strike="noStrike" cap="none">
                <a:solidFill>
                  <a:srgbClr val="000000"/>
                </a:solidFill>
                <a:latin typeface="Comfortaa"/>
                <a:ea typeface="Comfortaa"/>
                <a:cs typeface="Comfortaa"/>
                <a:sym typeface="Comfortaa"/>
              </a:endParaRPr>
            </a:p>
          </p:txBody>
        </p:sp>
        <p:sp>
          <p:nvSpPr>
            <p:cNvPr id="953" name="Shape 953"/>
            <p:cNvSpPr/>
            <p:nvPr/>
          </p:nvSpPr>
          <p:spPr>
            <a:xfrm>
              <a:off x="339732" y="2157426"/>
              <a:ext cx="974947" cy="230832"/>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708491"/>
                </a:buClr>
                <a:buSzPct val="25000"/>
                <a:buFont typeface="Comfortaa"/>
                <a:buNone/>
              </a:pPr>
              <a:r>
                <a:rPr lang="en" sz="900" b="1" i="0" u="none" strike="noStrike" cap="none">
                  <a:solidFill>
                    <a:srgbClr val="708491"/>
                  </a:solidFill>
                  <a:latin typeface="Arial"/>
                  <a:ea typeface="Arial"/>
                  <a:cs typeface="Arial"/>
                  <a:sym typeface="Arial"/>
                </a:rPr>
                <a:t>Microservices</a:t>
              </a:r>
            </a:p>
          </p:txBody>
        </p:sp>
        <p:grpSp>
          <p:nvGrpSpPr>
            <p:cNvPr id="954" name="Shape 954"/>
            <p:cNvGrpSpPr/>
            <p:nvPr/>
          </p:nvGrpSpPr>
          <p:grpSpPr>
            <a:xfrm>
              <a:off x="1833015" y="2071119"/>
              <a:ext cx="422890" cy="403448"/>
              <a:chOff x="1833015" y="2054722"/>
              <a:chExt cx="422890" cy="403448"/>
            </a:xfrm>
          </p:grpSpPr>
          <p:sp>
            <p:nvSpPr>
              <p:cNvPr id="955" name="Shape 955"/>
              <p:cNvSpPr/>
              <p:nvPr/>
            </p:nvSpPr>
            <p:spPr>
              <a:xfrm>
                <a:off x="1891091" y="2118000"/>
                <a:ext cx="307237" cy="308925"/>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956" name="Shape 956"/>
              <p:cNvGrpSpPr/>
              <p:nvPr/>
            </p:nvGrpSpPr>
            <p:grpSpPr>
              <a:xfrm>
                <a:off x="1833015" y="2290673"/>
                <a:ext cx="167498" cy="167497"/>
                <a:chOff x="-4901926" y="-20638"/>
                <a:chExt cx="442912" cy="442912"/>
              </a:xfrm>
            </p:grpSpPr>
            <p:sp>
              <p:nvSpPr>
                <p:cNvPr id="957" name="Shape 957"/>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58" name="Shape 958"/>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59" name="Shape 959"/>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60" name="Shape 960"/>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61" name="Shape 961"/>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962" name="Shape 962"/>
              <p:cNvGrpSpPr/>
              <p:nvPr/>
            </p:nvGrpSpPr>
            <p:grpSpPr>
              <a:xfrm>
                <a:off x="2088408" y="2284032"/>
                <a:ext cx="167498" cy="167497"/>
                <a:chOff x="-4901926" y="-20638"/>
                <a:chExt cx="442912" cy="442912"/>
              </a:xfrm>
            </p:grpSpPr>
            <p:sp>
              <p:nvSpPr>
                <p:cNvPr id="963" name="Shape 963"/>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64" name="Shape 964"/>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65" name="Shape 965"/>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66" name="Shape 966"/>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67" name="Shape 967"/>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968" name="Shape 968"/>
              <p:cNvGrpSpPr/>
              <p:nvPr/>
            </p:nvGrpSpPr>
            <p:grpSpPr>
              <a:xfrm>
                <a:off x="1967247" y="2054722"/>
                <a:ext cx="167498" cy="167497"/>
                <a:chOff x="-4901926" y="-20638"/>
                <a:chExt cx="442912" cy="442912"/>
              </a:xfrm>
            </p:grpSpPr>
            <p:sp>
              <p:nvSpPr>
                <p:cNvPr id="969" name="Shape 969"/>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70" name="Shape 970"/>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71" name="Shape 971"/>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72" name="Shape 972"/>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73" name="Shape 973"/>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974" name="Shape 974"/>
            <p:cNvGrpSpPr/>
            <p:nvPr/>
          </p:nvGrpSpPr>
          <p:grpSpPr>
            <a:xfrm>
              <a:off x="1311309" y="2158219"/>
              <a:ext cx="403088" cy="229251"/>
              <a:chOff x="1430676" y="3130887"/>
              <a:chExt cx="537450" cy="305668"/>
            </a:xfrm>
          </p:grpSpPr>
          <p:sp>
            <p:nvSpPr>
              <p:cNvPr id="975" name="Shape 975"/>
              <p:cNvSpPr/>
              <p:nvPr/>
            </p:nvSpPr>
            <p:spPr>
              <a:xfrm>
                <a:off x="1591512" y="3197800"/>
                <a:ext cx="255089" cy="168688"/>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nvGrpSpPr>
              <p:cNvPr id="976" name="Shape 976"/>
              <p:cNvGrpSpPr/>
              <p:nvPr/>
            </p:nvGrpSpPr>
            <p:grpSpPr>
              <a:xfrm>
                <a:off x="1430676" y="3130887"/>
                <a:ext cx="537450" cy="305668"/>
                <a:chOff x="1522412" y="2301875"/>
                <a:chExt cx="842963" cy="479425"/>
              </a:xfrm>
            </p:grpSpPr>
            <p:sp>
              <p:nvSpPr>
                <p:cNvPr id="977" name="Shape 977"/>
                <p:cNvSpPr/>
                <p:nvPr/>
              </p:nvSpPr>
              <p:spPr>
                <a:xfrm>
                  <a:off x="1654175" y="2344738"/>
                  <a:ext cx="579438" cy="376238"/>
                </a:xfrm>
                <a:custGeom>
                  <a:avLst/>
                  <a:gdLst/>
                  <a:ahLst/>
                  <a:cxnLst/>
                  <a:rect l="0" t="0" r="0" b="0"/>
                  <a:pathLst>
                    <a:path w="120000" h="120000" extrusionOk="0">
                      <a:moveTo>
                        <a:pt x="657" y="120000"/>
                      </a:moveTo>
                      <a:lnTo>
                        <a:pt x="0" y="120000"/>
                      </a:lnTo>
                      <a:lnTo>
                        <a:pt x="0" y="0"/>
                      </a:lnTo>
                      <a:lnTo>
                        <a:pt x="119999" y="0"/>
                      </a:lnTo>
                      <a:lnTo>
                        <a:pt x="119999" y="120000"/>
                      </a:lnTo>
                      <a:lnTo>
                        <a:pt x="657" y="120000"/>
                      </a:lnTo>
                      <a:lnTo>
                        <a:pt x="657" y="120000"/>
                      </a:lnTo>
                      <a:close/>
                      <a:moveTo>
                        <a:pt x="118356" y="117974"/>
                      </a:moveTo>
                      <a:lnTo>
                        <a:pt x="118356" y="1518"/>
                      </a:lnTo>
                      <a:lnTo>
                        <a:pt x="1643" y="1518"/>
                      </a:lnTo>
                      <a:lnTo>
                        <a:pt x="1643" y="117974"/>
                      </a:lnTo>
                      <a:lnTo>
                        <a:pt x="118356" y="117974"/>
                      </a:lnTo>
                      <a:lnTo>
                        <a:pt x="118356" y="117974"/>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978" name="Shape 978"/>
                <p:cNvSpPr/>
                <p:nvPr/>
              </p:nvSpPr>
              <p:spPr>
                <a:xfrm>
                  <a:off x="1933575" y="2316163"/>
                  <a:ext cx="22225" cy="22225"/>
                </a:xfrm>
                <a:custGeom>
                  <a:avLst/>
                  <a:gdLst/>
                  <a:ahLst/>
                  <a:cxnLst/>
                  <a:rect l="0" t="0" r="0" b="0"/>
                  <a:pathLst>
                    <a:path w="120000" h="120000" extrusionOk="0">
                      <a:moveTo>
                        <a:pt x="0" y="60000"/>
                      </a:moveTo>
                      <a:cubicBezTo>
                        <a:pt x="0" y="30000"/>
                        <a:pt x="20000" y="0"/>
                        <a:pt x="60000" y="0"/>
                      </a:cubicBezTo>
                      <a:cubicBezTo>
                        <a:pt x="60000" y="0"/>
                        <a:pt x="60000" y="0"/>
                        <a:pt x="60000" y="0"/>
                      </a:cubicBezTo>
                      <a:cubicBezTo>
                        <a:pt x="90000" y="0"/>
                        <a:pt x="120000" y="30000"/>
                        <a:pt x="120000" y="60000"/>
                      </a:cubicBezTo>
                      <a:cubicBezTo>
                        <a:pt x="120000" y="60000"/>
                        <a:pt x="120000" y="60000"/>
                        <a:pt x="120000" y="60000"/>
                      </a:cubicBezTo>
                      <a:cubicBezTo>
                        <a:pt x="120000" y="100000"/>
                        <a:pt x="90000" y="120000"/>
                        <a:pt x="60000" y="120000"/>
                      </a:cubicBezTo>
                      <a:cubicBezTo>
                        <a:pt x="60000" y="120000"/>
                        <a:pt x="60000" y="120000"/>
                        <a:pt x="60000" y="120000"/>
                      </a:cubicBezTo>
                      <a:cubicBezTo>
                        <a:pt x="20000" y="120000"/>
                        <a:pt x="0" y="100000"/>
                        <a:pt x="0" y="60000"/>
                      </a:cubicBezTo>
                      <a:close/>
                      <a:moveTo>
                        <a:pt x="20000" y="60000"/>
                      </a:moveTo>
                      <a:cubicBezTo>
                        <a:pt x="20000" y="80000"/>
                        <a:pt x="40000" y="100000"/>
                        <a:pt x="60000" y="100000"/>
                      </a:cubicBezTo>
                      <a:cubicBezTo>
                        <a:pt x="60000" y="100000"/>
                        <a:pt x="60000" y="100000"/>
                        <a:pt x="60000" y="100000"/>
                      </a:cubicBezTo>
                      <a:cubicBezTo>
                        <a:pt x="80000" y="100000"/>
                        <a:pt x="90000" y="80000"/>
                        <a:pt x="90000" y="60000"/>
                      </a:cubicBezTo>
                      <a:cubicBezTo>
                        <a:pt x="90000" y="60000"/>
                        <a:pt x="90000" y="60000"/>
                        <a:pt x="90000" y="60000"/>
                      </a:cubicBezTo>
                      <a:cubicBezTo>
                        <a:pt x="90000" y="40000"/>
                        <a:pt x="80000" y="30000"/>
                        <a:pt x="60000" y="30000"/>
                      </a:cubicBezTo>
                      <a:cubicBezTo>
                        <a:pt x="60000" y="30000"/>
                        <a:pt x="60000" y="30000"/>
                        <a:pt x="60000" y="30000"/>
                      </a:cubicBezTo>
                      <a:cubicBezTo>
                        <a:pt x="40000" y="30000"/>
                        <a:pt x="20000" y="40000"/>
                        <a:pt x="20000" y="60000"/>
                      </a:cubicBez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979" name="Shape 979"/>
                <p:cNvSpPr/>
                <p:nvPr/>
              </p:nvSpPr>
              <p:spPr>
                <a:xfrm>
                  <a:off x="1522412" y="2301875"/>
                  <a:ext cx="842963" cy="479425"/>
                </a:xfrm>
                <a:custGeom>
                  <a:avLst/>
                  <a:gdLst/>
                  <a:ahLst/>
                  <a:cxnLst/>
                  <a:rect l="0" t="0" r="0" b="0"/>
                  <a:pathLst>
                    <a:path w="120000" h="120000" extrusionOk="0">
                      <a:moveTo>
                        <a:pt x="107210" y="108960"/>
                      </a:moveTo>
                      <a:cubicBezTo>
                        <a:pt x="107210" y="8640"/>
                        <a:pt x="107210" y="8640"/>
                        <a:pt x="107210" y="8640"/>
                      </a:cubicBezTo>
                      <a:cubicBezTo>
                        <a:pt x="107210" y="3840"/>
                        <a:pt x="104761" y="0"/>
                        <a:pt x="102040" y="0"/>
                      </a:cubicBezTo>
                      <a:cubicBezTo>
                        <a:pt x="17959" y="0"/>
                        <a:pt x="17959" y="0"/>
                        <a:pt x="17959" y="0"/>
                      </a:cubicBezTo>
                      <a:cubicBezTo>
                        <a:pt x="15238" y="0"/>
                        <a:pt x="13061" y="3840"/>
                        <a:pt x="13061" y="8640"/>
                      </a:cubicBezTo>
                      <a:cubicBezTo>
                        <a:pt x="13061" y="108960"/>
                        <a:pt x="13061" y="108960"/>
                        <a:pt x="13061" y="108960"/>
                      </a:cubicBezTo>
                      <a:cubicBezTo>
                        <a:pt x="0" y="108960"/>
                        <a:pt x="0" y="108960"/>
                        <a:pt x="0" y="108960"/>
                      </a:cubicBezTo>
                      <a:cubicBezTo>
                        <a:pt x="0" y="108960"/>
                        <a:pt x="0" y="110880"/>
                        <a:pt x="0" y="111360"/>
                      </a:cubicBezTo>
                      <a:cubicBezTo>
                        <a:pt x="0" y="115200"/>
                        <a:pt x="1088" y="117600"/>
                        <a:pt x="2448" y="118560"/>
                      </a:cubicBezTo>
                      <a:cubicBezTo>
                        <a:pt x="4081" y="120000"/>
                        <a:pt x="5714" y="120000"/>
                        <a:pt x="7619" y="120000"/>
                      </a:cubicBezTo>
                      <a:cubicBezTo>
                        <a:pt x="112380" y="120000"/>
                        <a:pt x="112380" y="120000"/>
                        <a:pt x="112380" y="120000"/>
                      </a:cubicBezTo>
                      <a:cubicBezTo>
                        <a:pt x="114285" y="120000"/>
                        <a:pt x="116190" y="120000"/>
                        <a:pt x="117551" y="118560"/>
                      </a:cubicBezTo>
                      <a:cubicBezTo>
                        <a:pt x="118911" y="117600"/>
                        <a:pt x="119999" y="115200"/>
                        <a:pt x="119999" y="111360"/>
                      </a:cubicBezTo>
                      <a:cubicBezTo>
                        <a:pt x="119999" y="110880"/>
                        <a:pt x="119999" y="108960"/>
                        <a:pt x="119999" y="108960"/>
                      </a:cubicBezTo>
                      <a:lnTo>
                        <a:pt x="107210" y="108960"/>
                      </a:lnTo>
                      <a:close/>
                      <a:moveTo>
                        <a:pt x="14421" y="8640"/>
                      </a:moveTo>
                      <a:cubicBezTo>
                        <a:pt x="14421" y="5280"/>
                        <a:pt x="16054" y="2400"/>
                        <a:pt x="17959" y="1920"/>
                      </a:cubicBezTo>
                      <a:cubicBezTo>
                        <a:pt x="102040" y="1920"/>
                        <a:pt x="102040" y="1920"/>
                        <a:pt x="102040" y="1920"/>
                      </a:cubicBezTo>
                      <a:cubicBezTo>
                        <a:pt x="104217" y="2400"/>
                        <a:pt x="105850" y="5280"/>
                        <a:pt x="105850" y="8640"/>
                      </a:cubicBezTo>
                      <a:cubicBezTo>
                        <a:pt x="105850" y="108960"/>
                        <a:pt x="105850" y="108960"/>
                        <a:pt x="105850" y="108960"/>
                      </a:cubicBezTo>
                      <a:cubicBezTo>
                        <a:pt x="14421" y="108960"/>
                        <a:pt x="14421" y="108960"/>
                        <a:pt x="14421" y="108960"/>
                      </a:cubicBezTo>
                      <a:lnTo>
                        <a:pt x="14421" y="8640"/>
                      </a:lnTo>
                      <a:close/>
                      <a:moveTo>
                        <a:pt x="73741" y="110880"/>
                      </a:moveTo>
                      <a:cubicBezTo>
                        <a:pt x="73469" y="111360"/>
                        <a:pt x="73197" y="111840"/>
                        <a:pt x="72925" y="111840"/>
                      </a:cubicBezTo>
                      <a:cubicBezTo>
                        <a:pt x="47346" y="111840"/>
                        <a:pt x="47346" y="111840"/>
                        <a:pt x="47346" y="111840"/>
                      </a:cubicBezTo>
                      <a:cubicBezTo>
                        <a:pt x="47074" y="111840"/>
                        <a:pt x="46530" y="111360"/>
                        <a:pt x="46530" y="110880"/>
                      </a:cubicBezTo>
                      <a:lnTo>
                        <a:pt x="73741" y="110880"/>
                      </a:lnTo>
                      <a:close/>
                      <a:moveTo>
                        <a:pt x="118639" y="111360"/>
                      </a:moveTo>
                      <a:cubicBezTo>
                        <a:pt x="118639" y="114240"/>
                        <a:pt x="118095" y="115680"/>
                        <a:pt x="117006" y="116640"/>
                      </a:cubicBezTo>
                      <a:cubicBezTo>
                        <a:pt x="115918" y="117600"/>
                        <a:pt x="114285" y="118080"/>
                        <a:pt x="112380" y="118080"/>
                      </a:cubicBezTo>
                      <a:cubicBezTo>
                        <a:pt x="7619" y="118080"/>
                        <a:pt x="7619" y="118080"/>
                        <a:pt x="7619" y="118080"/>
                      </a:cubicBezTo>
                      <a:cubicBezTo>
                        <a:pt x="5986" y="118080"/>
                        <a:pt x="4353" y="117600"/>
                        <a:pt x="3265" y="116640"/>
                      </a:cubicBezTo>
                      <a:cubicBezTo>
                        <a:pt x="2176" y="115680"/>
                        <a:pt x="1360" y="114240"/>
                        <a:pt x="1360" y="111360"/>
                      </a:cubicBezTo>
                      <a:cubicBezTo>
                        <a:pt x="1360" y="111360"/>
                        <a:pt x="1360" y="111360"/>
                        <a:pt x="1360" y="110880"/>
                      </a:cubicBezTo>
                      <a:cubicBezTo>
                        <a:pt x="44897" y="110880"/>
                        <a:pt x="44897" y="110880"/>
                        <a:pt x="44897" y="110880"/>
                      </a:cubicBezTo>
                      <a:cubicBezTo>
                        <a:pt x="45442" y="112800"/>
                        <a:pt x="46258" y="114240"/>
                        <a:pt x="47346" y="114240"/>
                      </a:cubicBezTo>
                      <a:cubicBezTo>
                        <a:pt x="72925" y="114240"/>
                        <a:pt x="72925" y="114240"/>
                        <a:pt x="72925" y="114240"/>
                      </a:cubicBezTo>
                      <a:cubicBezTo>
                        <a:pt x="74013" y="114240"/>
                        <a:pt x="74829" y="112800"/>
                        <a:pt x="75102" y="110880"/>
                      </a:cubicBezTo>
                      <a:cubicBezTo>
                        <a:pt x="118639" y="110880"/>
                        <a:pt x="118639" y="110880"/>
                        <a:pt x="118639" y="110880"/>
                      </a:cubicBezTo>
                      <a:lnTo>
                        <a:pt x="118639" y="111360"/>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grpSp>
        </p:grpSp>
      </p:grpSp>
      <p:grpSp>
        <p:nvGrpSpPr>
          <p:cNvPr id="980" name="Shape 980"/>
          <p:cNvGrpSpPr/>
          <p:nvPr/>
        </p:nvGrpSpPr>
        <p:grpSpPr>
          <a:xfrm>
            <a:off x="6170620" y="3305742"/>
            <a:ext cx="422890" cy="403451"/>
            <a:chOff x="2114360" y="3051161"/>
            <a:chExt cx="704816" cy="672419"/>
          </a:xfrm>
        </p:grpSpPr>
        <p:sp>
          <p:nvSpPr>
            <p:cNvPr id="981" name="Shape 981"/>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982" name="Shape 982"/>
            <p:cNvGrpSpPr/>
            <p:nvPr/>
          </p:nvGrpSpPr>
          <p:grpSpPr>
            <a:xfrm>
              <a:off x="2114360" y="3444417"/>
              <a:ext cx="279161" cy="279162"/>
              <a:chOff x="-4901926" y="-20638"/>
              <a:chExt cx="442912" cy="442912"/>
            </a:xfrm>
          </p:grpSpPr>
          <p:sp>
            <p:nvSpPr>
              <p:cNvPr id="983" name="Shape 983"/>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84" name="Shape 984"/>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85" name="Shape 985"/>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86" name="Shape 986"/>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87" name="Shape 987"/>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988" name="Shape 988"/>
            <p:cNvGrpSpPr/>
            <p:nvPr/>
          </p:nvGrpSpPr>
          <p:grpSpPr>
            <a:xfrm>
              <a:off x="2540014" y="3433349"/>
              <a:ext cx="279161" cy="279162"/>
              <a:chOff x="-4901926" y="-20638"/>
              <a:chExt cx="442912" cy="442912"/>
            </a:xfrm>
          </p:grpSpPr>
          <p:sp>
            <p:nvSpPr>
              <p:cNvPr id="989" name="Shape 989"/>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90" name="Shape 990"/>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91" name="Shape 991"/>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92" name="Shape 992"/>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93" name="Shape 993"/>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994" name="Shape 994"/>
            <p:cNvGrpSpPr/>
            <p:nvPr/>
          </p:nvGrpSpPr>
          <p:grpSpPr>
            <a:xfrm>
              <a:off x="2338080" y="3051161"/>
              <a:ext cx="279161" cy="279162"/>
              <a:chOff x="-4901926" y="-20638"/>
              <a:chExt cx="442912" cy="442912"/>
            </a:xfrm>
          </p:grpSpPr>
          <p:sp>
            <p:nvSpPr>
              <p:cNvPr id="995" name="Shape 995"/>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996" name="Shape 996"/>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97" name="Shape 997"/>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98" name="Shape 998"/>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999" name="Shape 999"/>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000" name="Shape 1000"/>
          <p:cNvGrpSpPr/>
          <p:nvPr/>
        </p:nvGrpSpPr>
        <p:grpSpPr>
          <a:xfrm>
            <a:off x="6696938" y="3536987"/>
            <a:ext cx="167496" cy="167496"/>
            <a:chOff x="-4901926" y="-20638"/>
            <a:chExt cx="442912" cy="442912"/>
          </a:xfrm>
        </p:grpSpPr>
        <p:sp>
          <p:nvSpPr>
            <p:cNvPr id="1001" name="Shape 1001"/>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02" name="Shape 1002"/>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03" name="Shape 1003"/>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04" name="Shape 1004"/>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05" name="Shape 1005"/>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006" name="Shape 1006"/>
          <p:cNvGrpSpPr/>
          <p:nvPr/>
        </p:nvGrpSpPr>
        <p:grpSpPr>
          <a:xfrm>
            <a:off x="7750983" y="3304742"/>
            <a:ext cx="422890" cy="403451"/>
            <a:chOff x="2114360" y="3051161"/>
            <a:chExt cx="704816" cy="672419"/>
          </a:xfrm>
        </p:grpSpPr>
        <p:sp>
          <p:nvSpPr>
            <p:cNvPr id="1007" name="Shape 1007"/>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1008" name="Shape 1008"/>
            <p:cNvGrpSpPr/>
            <p:nvPr/>
          </p:nvGrpSpPr>
          <p:grpSpPr>
            <a:xfrm>
              <a:off x="2114360" y="3444417"/>
              <a:ext cx="279161" cy="279162"/>
              <a:chOff x="-4901926" y="-20638"/>
              <a:chExt cx="442912" cy="442912"/>
            </a:xfrm>
          </p:grpSpPr>
          <p:sp>
            <p:nvSpPr>
              <p:cNvPr id="1009" name="Shape 1009"/>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10" name="Shape 1010"/>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11" name="Shape 1011"/>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12" name="Shape 1012"/>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13" name="Shape 1013"/>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014" name="Shape 1014"/>
            <p:cNvGrpSpPr/>
            <p:nvPr/>
          </p:nvGrpSpPr>
          <p:grpSpPr>
            <a:xfrm>
              <a:off x="2540014" y="3433349"/>
              <a:ext cx="279161" cy="279162"/>
              <a:chOff x="-4901926" y="-20638"/>
              <a:chExt cx="442912" cy="442912"/>
            </a:xfrm>
          </p:grpSpPr>
          <p:sp>
            <p:nvSpPr>
              <p:cNvPr id="1015" name="Shape 1015"/>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16" name="Shape 1016"/>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17" name="Shape 1017"/>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18" name="Shape 1018"/>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19" name="Shape 1019"/>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020" name="Shape 1020"/>
            <p:cNvGrpSpPr/>
            <p:nvPr/>
          </p:nvGrpSpPr>
          <p:grpSpPr>
            <a:xfrm>
              <a:off x="2338080" y="3051161"/>
              <a:ext cx="279161" cy="279162"/>
              <a:chOff x="-4901926" y="-20638"/>
              <a:chExt cx="442912" cy="442912"/>
            </a:xfrm>
          </p:grpSpPr>
          <p:sp>
            <p:nvSpPr>
              <p:cNvPr id="1021" name="Shape 1021"/>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22" name="Shape 1022"/>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23" name="Shape 1023"/>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24" name="Shape 1024"/>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25" name="Shape 1025"/>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026" name="Shape 1026"/>
          <p:cNvGrpSpPr/>
          <p:nvPr/>
        </p:nvGrpSpPr>
        <p:grpSpPr>
          <a:xfrm>
            <a:off x="8277299" y="3535987"/>
            <a:ext cx="167496" cy="167496"/>
            <a:chOff x="-4901926" y="-20638"/>
            <a:chExt cx="442912" cy="442912"/>
          </a:xfrm>
        </p:grpSpPr>
        <p:sp>
          <p:nvSpPr>
            <p:cNvPr id="1027" name="Shape 1027"/>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28" name="Shape 1028"/>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29" name="Shape 1029"/>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30" name="Shape 1030"/>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31" name="Shape 1031"/>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032" name="Shape 1032"/>
          <p:cNvGrpSpPr/>
          <p:nvPr/>
        </p:nvGrpSpPr>
        <p:grpSpPr>
          <a:xfrm>
            <a:off x="8094852" y="4042175"/>
            <a:ext cx="449273" cy="289404"/>
            <a:chOff x="10357571" y="5131903"/>
            <a:chExt cx="944705" cy="608541"/>
          </a:xfrm>
        </p:grpSpPr>
        <p:sp>
          <p:nvSpPr>
            <p:cNvPr id="1033" name="Shape 1033"/>
            <p:cNvSpPr/>
            <p:nvPr/>
          </p:nvSpPr>
          <p:spPr>
            <a:xfrm>
              <a:off x="10357571" y="5131903"/>
              <a:ext cx="944705" cy="608541"/>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dk1"/>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Comfortaa"/>
                <a:ea typeface="Comfortaa"/>
                <a:cs typeface="Comfortaa"/>
                <a:sym typeface="Comfortaa"/>
              </a:endParaRPr>
            </a:p>
          </p:txBody>
        </p:sp>
        <p:sp>
          <p:nvSpPr>
            <p:cNvPr id="1034" name="Shape 1034"/>
            <p:cNvSpPr/>
            <p:nvPr/>
          </p:nvSpPr>
          <p:spPr>
            <a:xfrm>
              <a:off x="10574310" y="5310057"/>
              <a:ext cx="485437" cy="321015"/>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grpSp>
        <p:nvGrpSpPr>
          <p:cNvPr id="1035" name="Shape 1035"/>
          <p:cNvGrpSpPr/>
          <p:nvPr/>
        </p:nvGrpSpPr>
        <p:grpSpPr>
          <a:xfrm>
            <a:off x="6567740" y="4011902"/>
            <a:ext cx="353688" cy="417618"/>
            <a:chOff x="8318767" y="5022076"/>
            <a:chExt cx="749179" cy="884597"/>
          </a:xfrm>
        </p:grpSpPr>
        <p:grpSp>
          <p:nvGrpSpPr>
            <p:cNvPr id="1036" name="Shape 1036"/>
            <p:cNvGrpSpPr/>
            <p:nvPr/>
          </p:nvGrpSpPr>
          <p:grpSpPr>
            <a:xfrm>
              <a:off x="8318767" y="5022076"/>
              <a:ext cx="749179" cy="884597"/>
              <a:chOff x="8318767" y="5022076"/>
              <a:chExt cx="749179" cy="884597"/>
            </a:xfrm>
          </p:grpSpPr>
          <p:sp>
            <p:nvSpPr>
              <p:cNvPr id="1037" name="Shape 1037"/>
              <p:cNvSpPr/>
              <p:nvPr/>
            </p:nvSpPr>
            <p:spPr>
              <a:xfrm>
                <a:off x="8318767" y="5022076"/>
                <a:ext cx="749179" cy="884597"/>
              </a:xfrm>
              <a:custGeom>
                <a:avLst/>
                <a:gdLst/>
                <a:ahLst/>
                <a:cxnLst/>
                <a:rect l="0" t="0" r="0" b="0"/>
                <a:pathLst>
                  <a:path w="120000" h="120000" extrusionOk="0">
                    <a:moveTo>
                      <a:pt x="37348" y="67281"/>
                    </a:moveTo>
                    <a:cubicBezTo>
                      <a:pt x="35359" y="67281"/>
                      <a:pt x="33812" y="68571"/>
                      <a:pt x="33812" y="70230"/>
                    </a:cubicBezTo>
                    <a:cubicBezTo>
                      <a:pt x="33812" y="71889"/>
                      <a:pt x="35359" y="73179"/>
                      <a:pt x="37348" y="73179"/>
                    </a:cubicBezTo>
                    <a:cubicBezTo>
                      <a:pt x="39337" y="73179"/>
                      <a:pt x="40883" y="71889"/>
                      <a:pt x="40883" y="70230"/>
                    </a:cubicBezTo>
                    <a:cubicBezTo>
                      <a:pt x="40883" y="68571"/>
                      <a:pt x="39337" y="67281"/>
                      <a:pt x="37348" y="67281"/>
                    </a:cubicBezTo>
                    <a:close/>
                    <a:moveTo>
                      <a:pt x="36906" y="70230"/>
                    </a:moveTo>
                    <a:cubicBezTo>
                      <a:pt x="36906" y="70046"/>
                      <a:pt x="37127" y="69861"/>
                      <a:pt x="37348" y="69861"/>
                    </a:cubicBezTo>
                    <a:cubicBezTo>
                      <a:pt x="37569" y="69861"/>
                      <a:pt x="37790" y="70046"/>
                      <a:pt x="37790" y="70230"/>
                    </a:cubicBezTo>
                    <a:cubicBezTo>
                      <a:pt x="37790" y="70783"/>
                      <a:pt x="36906" y="70783"/>
                      <a:pt x="36906" y="70230"/>
                    </a:cubicBezTo>
                    <a:close/>
                    <a:moveTo>
                      <a:pt x="104972" y="68571"/>
                    </a:moveTo>
                    <a:cubicBezTo>
                      <a:pt x="78011" y="68571"/>
                      <a:pt x="78011" y="68571"/>
                      <a:pt x="78011" y="68571"/>
                    </a:cubicBezTo>
                    <a:cubicBezTo>
                      <a:pt x="76906" y="68571"/>
                      <a:pt x="76022" y="69308"/>
                      <a:pt x="76022" y="70230"/>
                    </a:cubicBezTo>
                    <a:cubicBezTo>
                      <a:pt x="76022" y="71152"/>
                      <a:pt x="76906" y="71889"/>
                      <a:pt x="78011" y="71889"/>
                    </a:cubicBezTo>
                    <a:cubicBezTo>
                      <a:pt x="104972" y="71889"/>
                      <a:pt x="104972" y="71889"/>
                      <a:pt x="104972" y="71889"/>
                    </a:cubicBezTo>
                    <a:cubicBezTo>
                      <a:pt x="106077" y="71889"/>
                      <a:pt x="106961" y="71152"/>
                      <a:pt x="106961" y="70230"/>
                    </a:cubicBezTo>
                    <a:cubicBezTo>
                      <a:pt x="106961" y="69308"/>
                      <a:pt x="106077" y="68571"/>
                      <a:pt x="104972" y="68571"/>
                    </a:cubicBezTo>
                    <a:close/>
                    <a:moveTo>
                      <a:pt x="52154" y="94746"/>
                    </a:moveTo>
                    <a:cubicBezTo>
                      <a:pt x="50165" y="94746"/>
                      <a:pt x="48618" y="96036"/>
                      <a:pt x="48618" y="97695"/>
                    </a:cubicBezTo>
                    <a:cubicBezTo>
                      <a:pt x="48618" y="99354"/>
                      <a:pt x="50165" y="100645"/>
                      <a:pt x="52154" y="100645"/>
                    </a:cubicBezTo>
                    <a:cubicBezTo>
                      <a:pt x="54143" y="100645"/>
                      <a:pt x="55690" y="99354"/>
                      <a:pt x="55690" y="97695"/>
                    </a:cubicBezTo>
                    <a:cubicBezTo>
                      <a:pt x="55690" y="96036"/>
                      <a:pt x="54143" y="94746"/>
                      <a:pt x="52154" y="94746"/>
                    </a:cubicBezTo>
                    <a:close/>
                    <a:moveTo>
                      <a:pt x="51712" y="97695"/>
                    </a:moveTo>
                    <a:cubicBezTo>
                      <a:pt x="51712" y="97327"/>
                      <a:pt x="51933" y="97142"/>
                      <a:pt x="52154" y="97142"/>
                    </a:cubicBezTo>
                    <a:cubicBezTo>
                      <a:pt x="52596" y="97142"/>
                      <a:pt x="52817" y="97327"/>
                      <a:pt x="52817" y="97695"/>
                    </a:cubicBezTo>
                    <a:cubicBezTo>
                      <a:pt x="52817" y="98064"/>
                      <a:pt x="51712" y="98064"/>
                      <a:pt x="51712" y="97695"/>
                    </a:cubicBezTo>
                    <a:close/>
                    <a:moveTo>
                      <a:pt x="104972" y="95852"/>
                    </a:moveTo>
                    <a:cubicBezTo>
                      <a:pt x="78011" y="95852"/>
                      <a:pt x="78011" y="95852"/>
                      <a:pt x="78011" y="95852"/>
                    </a:cubicBezTo>
                    <a:cubicBezTo>
                      <a:pt x="76906" y="95852"/>
                      <a:pt x="76022" y="96774"/>
                      <a:pt x="76022" y="97695"/>
                    </a:cubicBezTo>
                    <a:cubicBezTo>
                      <a:pt x="76022" y="98617"/>
                      <a:pt x="76906" y="99354"/>
                      <a:pt x="78011" y="99354"/>
                    </a:cubicBezTo>
                    <a:cubicBezTo>
                      <a:pt x="104972" y="99354"/>
                      <a:pt x="104972" y="99354"/>
                      <a:pt x="104972" y="99354"/>
                    </a:cubicBezTo>
                    <a:cubicBezTo>
                      <a:pt x="106077" y="99354"/>
                      <a:pt x="106961" y="98617"/>
                      <a:pt x="106961" y="97695"/>
                    </a:cubicBezTo>
                    <a:cubicBezTo>
                      <a:pt x="106961" y="96774"/>
                      <a:pt x="106077" y="95852"/>
                      <a:pt x="104972" y="95852"/>
                    </a:cubicBezTo>
                    <a:close/>
                    <a:moveTo>
                      <a:pt x="52154" y="67281"/>
                    </a:moveTo>
                    <a:cubicBezTo>
                      <a:pt x="50165" y="67281"/>
                      <a:pt x="48618" y="68571"/>
                      <a:pt x="48618" y="70230"/>
                    </a:cubicBezTo>
                    <a:cubicBezTo>
                      <a:pt x="48618" y="71889"/>
                      <a:pt x="50165" y="73179"/>
                      <a:pt x="52154" y="73179"/>
                    </a:cubicBezTo>
                    <a:cubicBezTo>
                      <a:pt x="54143" y="73179"/>
                      <a:pt x="55690" y="71889"/>
                      <a:pt x="55690" y="70230"/>
                    </a:cubicBezTo>
                    <a:cubicBezTo>
                      <a:pt x="55690" y="68571"/>
                      <a:pt x="54143" y="67281"/>
                      <a:pt x="52154" y="67281"/>
                    </a:cubicBezTo>
                    <a:close/>
                    <a:moveTo>
                      <a:pt x="51712" y="70230"/>
                    </a:moveTo>
                    <a:cubicBezTo>
                      <a:pt x="51712" y="70046"/>
                      <a:pt x="51933" y="69861"/>
                      <a:pt x="52154" y="69861"/>
                    </a:cubicBezTo>
                    <a:cubicBezTo>
                      <a:pt x="52596" y="69861"/>
                      <a:pt x="52817" y="70046"/>
                      <a:pt x="52817" y="70230"/>
                    </a:cubicBezTo>
                    <a:cubicBezTo>
                      <a:pt x="52817" y="70783"/>
                      <a:pt x="51712" y="70783"/>
                      <a:pt x="51712" y="70230"/>
                    </a:cubicBezTo>
                    <a:close/>
                    <a:moveTo>
                      <a:pt x="22541" y="67281"/>
                    </a:moveTo>
                    <a:cubicBezTo>
                      <a:pt x="20552" y="67281"/>
                      <a:pt x="19005" y="68571"/>
                      <a:pt x="19005" y="70230"/>
                    </a:cubicBezTo>
                    <a:cubicBezTo>
                      <a:pt x="19005" y="71889"/>
                      <a:pt x="20552" y="73179"/>
                      <a:pt x="22541" y="73179"/>
                    </a:cubicBezTo>
                    <a:cubicBezTo>
                      <a:pt x="24530" y="73179"/>
                      <a:pt x="26077" y="71889"/>
                      <a:pt x="26077" y="70230"/>
                    </a:cubicBezTo>
                    <a:cubicBezTo>
                      <a:pt x="26077" y="68571"/>
                      <a:pt x="24530" y="67281"/>
                      <a:pt x="22541" y="67281"/>
                    </a:cubicBezTo>
                    <a:close/>
                    <a:moveTo>
                      <a:pt x="22099" y="70230"/>
                    </a:moveTo>
                    <a:cubicBezTo>
                      <a:pt x="22099" y="70046"/>
                      <a:pt x="22320" y="69861"/>
                      <a:pt x="22541" y="69861"/>
                    </a:cubicBezTo>
                    <a:cubicBezTo>
                      <a:pt x="22762" y="69861"/>
                      <a:pt x="22983" y="70046"/>
                      <a:pt x="22983" y="70230"/>
                    </a:cubicBezTo>
                    <a:cubicBezTo>
                      <a:pt x="22983" y="70783"/>
                      <a:pt x="22099" y="70783"/>
                      <a:pt x="22099" y="70230"/>
                    </a:cubicBezTo>
                    <a:close/>
                    <a:moveTo>
                      <a:pt x="37348" y="94746"/>
                    </a:moveTo>
                    <a:cubicBezTo>
                      <a:pt x="35359" y="94746"/>
                      <a:pt x="33812" y="96036"/>
                      <a:pt x="33812" y="97695"/>
                    </a:cubicBezTo>
                    <a:cubicBezTo>
                      <a:pt x="33812" y="99354"/>
                      <a:pt x="35359" y="100645"/>
                      <a:pt x="37348" y="100645"/>
                    </a:cubicBezTo>
                    <a:cubicBezTo>
                      <a:pt x="39337" y="100645"/>
                      <a:pt x="40883" y="99354"/>
                      <a:pt x="40883" y="97695"/>
                    </a:cubicBezTo>
                    <a:cubicBezTo>
                      <a:pt x="40883" y="96036"/>
                      <a:pt x="39337" y="94746"/>
                      <a:pt x="37348" y="94746"/>
                    </a:cubicBezTo>
                    <a:close/>
                    <a:moveTo>
                      <a:pt x="36906" y="97695"/>
                    </a:moveTo>
                    <a:cubicBezTo>
                      <a:pt x="36906" y="97327"/>
                      <a:pt x="37127" y="97142"/>
                      <a:pt x="37348" y="97142"/>
                    </a:cubicBezTo>
                    <a:cubicBezTo>
                      <a:pt x="37569" y="97142"/>
                      <a:pt x="37790" y="97327"/>
                      <a:pt x="37790" y="97695"/>
                    </a:cubicBezTo>
                    <a:cubicBezTo>
                      <a:pt x="37790" y="98064"/>
                      <a:pt x="36906" y="98064"/>
                      <a:pt x="36906" y="97695"/>
                    </a:cubicBezTo>
                    <a:close/>
                    <a:moveTo>
                      <a:pt x="22541" y="94746"/>
                    </a:moveTo>
                    <a:cubicBezTo>
                      <a:pt x="20552" y="94746"/>
                      <a:pt x="19005" y="96036"/>
                      <a:pt x="19005" y="97695"/>
                    </a:cubicBezTo>
                    <a:cubicBezTo>
                      <a:pt x="19005" y="99354"/>
                      <a:pt x="20552" y="100645"/>
                      <a:pt x="22541" y="100645"/>
                    </a:cubicBezTo>
                    <a:cubicBezTo>
                      <a:pt x="24530" y="100645"/>
                      <a:pt x="26077" y="99354"/>
                      <a:pt x="26077" y="97695"/>
                    </a:cubicBezTo>
                    <a:cubicBezTo>
                      <a:pt x="26077" y="96036"/>
                      <a:pt x="24530" y="94746"/>
                      <a:pt x="22541" y="94746"/>
                    </a:cubicBezTo>
                    <a:close/>
                    <a:moveTo>
                      <a:pt x="22099" y="97695"/>
                    </a:moveTo>
                    <a:cubicBezTo>
                      <a:pt x="22099" y="97327"/>
                      <a:pt x="22320" y="97142"/>
                      <a:pt x="22541" y="97142"/>
                    </a:cubicBezTo>
                    <a:cubicBezTo>
                      <a:pt x="22762" y="97142"/>
                      <a:pt x="22983" y="97327"/>
                      <a:pt x="22983" y="97695"/>
                    </a:cubicBezTo>
                    <a:cubicBezTo>
                      <a:pt x="22983" y="98064"/>
                      <a:pt x="22099" y="98064"/>
                      <a:pt x="22099" y="97695"/>
                    </a:cubicBezTo>
                    <a:close/>
                    <a:moveTo>
                      <a:pt x="52154" y="12534"/>
                    </a:moveTo>
                    <a:cubicBezTo>
                      <a:pt x="50165" y="12534"/>
                      <a:pt x="48618" y="13824"/>
                      <a:pt x="48618" y="15483"/>
                    </a:cubicBezTo>
                    <a:cubicBezTo>
                      <a:pt x="48618" y="17142"/>
                      <a:pt x="50165" y="18433"/>
                      <a:pt x="52154" y="18433"/>
                    </a:cubicBezTo>
                    <a:cubicBezTo>
                      <a:pt x="54143" y="18433"/>
                      <a:pt x="55690" y="17142"/>
                      <a:pt x="55690" y="15483"/>
                    </a:cubicBezTo>
                    <a:cubicBezTo>
                      <a:pt x="55690" y="13824"/>
                      <a:pt x="54143" y="12534"/>
                      <a:pt x="52154" y="12534"/>
                    </a:cubicBezTo>
                    <a:close/>
                    <a:moveTo>
                      <a:pt x="51712" y="15483"/>
                    </a:moveTo>
                    <a:cubicBezTo>
                      <a:pt x="51712" y="15299"/>
                      <a:pt x="51933" y="15115"/>
                      <a:pt x="52154" y="15115"/>
                    </a:cubicBezTo>
                    <a:cubicBezTo>
                      <a:pt x="52596" y="15115"/>
                      <a:pt x="52817" y="15299"/>
                      <a:pt x="52817" y="15483"/>
                    </a:cubicBezTo>
                    <a:cubicBezTo>
                      <a:pt x="52817" y="16036"/>
                      <a:pt x="51712" y="16036"/>
                      <a:pt x="51712" y="15483"/>
                    </a:cubicBezTo>
                    <a:close/>
                    <a:moveTo>
                      <a:pt x="37348" y="12534"/>
                    </a:moveTo>
                    <a:cubicBezTo>
                      <a:pt x="35359" y="12534"/>
                      <a:pt x="33812" y="13824"/>
                      <a:pt x="33812" y="15483"/>
                    </a:cubicBezTo>
                    <a:cubicBezTo>
                      <a:pt x="33812" y="17142"/>
                      <a:pt x="35359" y="18433"/>
                      <a:pt x="37348" y="18433"/>
                    </a:cubicBezTo>
                    <a:cubicBezTo>
                      <a:pt x="39337" y="18433"/>
                      <a:pt x="40883" y="17142"/>
                      <a:pt x="40883" y="15483"/>
                    </a:cubicBezTo>
                    <a:cubicBezTo>
                      <a:pt x="40883" y="13824"/>
                      <a:pt x="39337" y="12534"/>
                      <a:pt x="37348" y="12534"/>
                    </a:cubicBezTo>
                    <a:close/>
                    <a:moveTo>
                      <a:pt x="36906" y="15483"/>
                    </a:moveTo>
                    <a:cubicBezTo>
                      <a:pt x="36906" y="15299"/>
                      <a:pt x="37127" y="15115"/>
                      <a:pt x="37348" y="15115"/>
                    </a:cubicBezTo>
                    <a:cubicBezTo>
                      <a:pt x="37569" y="15115"/>
                      <a:pt x="37790" y="15299"/>
                      <a:pt x="37790" y="15483"/>
                    </a:cubicBezTo>
                    <a:cubicBezTo>
                      <a:pt x="37790" y="16036"/>
                      <a:pt x="36906" y="16036"/>
                      <a:pt x="36906" y="15483"/>
                    </a:cubicBezTo>
                    <a:close/>
                    <a:moveTo>
                      <a:pt x="104972" y="13824"/>
                    </a:moveTo>
                    <a:cubicBezTo>
                      <a:pt x="78011" y="13824"/>
                      <a:pt x="78011" y="13824"/>
                      <a:pt x="78011" y="13824"/>
                    </a:cubicBezTo>
                    <a:cubicBezTo>
                      <a:pt x="76906" y="13824"/>
                      <a:pt x="76022" y="14562"/>
                      <a:pt x="76022" y="15483"/>
                    </a:cubicBezTo>
                    <a:cubicBezTo>
                      <a:pt x="76022" y="16405"/>
                      <a:pt x="76906" y="17142"/>
                      <a:pt x="78011" y="17142"/>
                    </a:cubicBezTo>
                    <a:cubicBezTo>
                      <a:pt x="104972" y="17142"/>
                      <a:pt x="104972" y="17142"/>
                      <a:pt x="104972" y="17142"/>
                    </a:cubicBezTo>
                    <a:cubicBezTo>
                      <a:pt x="106077" y="17142"/>
                      <a:pt x="106961" y="16405"/>
                      <a:pt x="106961" y="15483"/>
                    </a:cubicBezTo>
                    <a:cubicBezTo>
                      <a:pt x="106961" y="14562"/>
                      <a:pt x="106077" y="13824"/>
                      <a:pt x="104972" y="13824"/>
                    </a:cubicBezTo>
                    <a:close/>
                    <a:moveTo>
                      <a:pt x="120000" y="5714"/>
                    </a:moveTo>
                    <a:cubicBezTo>
                      <a:pt x="120000" y="2580"/>
                      <a:pt x="116906" y="0"/>
                      <a:pt x="113149" y="0"/>
                    </a:cubicBezTo>
                    <a:cubicBezTo>
                      <a:pt x="6850" y="0"/>
                      <a:pt x="6850" y="0"/>
                      <a:pt x="6850" y="0"/>
                    </a:cubicBezTo>
                    <a:cubicBezTo>
                      <a:pt x="3093" y="0"/>
                      <a:pt x="0" y="2580"/>
                      <a:pt x="0" y="5714"/>
                    </a:cubicBezTo>
                    <a:cubicBezTo>
                      <a:pt x="0" y="25253"/>
                      <a:pt x="0" y="25253"/>
                      <a:pt x="0" y="25253"/>
                    </a:cubicBezTo>
                    <a:cubicBezTo>
                      <a:pt x="0" y="26728"/>
                      <a:pt x="662" y="28202"/>
                      <a:pt x="1988" y="29124"/>
                    </a:cubicBezTo>
                    <a:cubicBezTo>
                      <a:pt x="662" y="30230"/>
                      <a:pt x="0" y="31520"/>
                      <a:pt x="0" y="33179"/>
                    </a:cubicBezTo>
                    <a:cubicBezTo>
                      <a:pt x="0" y="52534"/>
                      <a:pt x="0" y="52534"/>
                      <a:pt x="0" y="52534"/>
                    </a:cubicBezTo>
                    <a:cubicBezTo>
                      <a:pt x="0" y="54193"/>
                      <a:pt x="662" y="55483"/>
                      <a:pt x="1988" y="56589"/>
                    </a:cubicBezTo>
                    <a:cubicBezTo>
                      <a:pt x="662" y="57511"/>
                      <a:pt x="0" y="58986"/>
                      <a:pt x="0" y="60460"/>
                    </a:cubicBezTo>
                    <a:cubicBezTo>
                      <a:pt x="0" y="80000"/>
                      <a:pt x="0" y="80000"/>
                      <a:pt x="0" y="80000"/>
                    </a:cubicBezTo>
                    <a:cubicBezTo>
                      <a:pt x="0" y="81474"/>
                      <a:pt x="662" y="82949"/>
                      <a:pt x="1988" y="83870"/>
                    </a:cubicBezTo>
                    <a:cubicBezTo>
                      <a:pt x="662" y="84976"/>
                      <a:pt x="0" y="86451"/>
                      <a:pt x="0" y="87926"/>
                    </a:cubicBezTo>
                    <a:cubicBezTo>
                      <a:pt x="0" y="107281"/>
                      <a:pt x="0" y="107281"/>
                      <a:pt x="0" y="107281"/>
                    </a:cubicBezTo>
                    <a:cubicBezTo>
                      <a:pt x="0" y="110414"/>
                      <a:pt x="3093" y="112995"/>
                      <a:pt x="6850" y="112995"/>
                    </a:cubicBezTo>
                    <a:cubicBezTo>
                      <a:pt x="15027" y="112995"/>
                      <a:pt x="15027" y="112995"/>
                      <a:pt x="15027" y="112995"/>
                    </a:cubicBezTo>
                    <a:cubicBezTo>
                      <a:pt x="15027" y="116682"/>
                      <a:pt x="15027" y="116682"/>
                      <a:pt x="15027" y="116682"/>
                    </a:cubicBezTo>
                    <a:cubicBezTo>
                      <a:pt x="15027" y="118525"/>
                      <a:pt x="16795" y="120000"/>
                      <a:pt x="19005" y="120000"/>
                    </a:cubicBezTo>
                    <a:cubicBezTo>
                      <a:pt x="35359" y="120000"/>
                      <a:pt x="35359" y="120000"/>
                      <a:pt x="35359" y="120000"/>
                    </a:cubicBezTo>
                    <a:cubicBezTo>
                      <a:pt x="37790" y="120000"/>
                      <a:pt x="39558" y="118525"/>
                      <a:pt x="39558" y="116682"/>
                    </a:cubicBezTo>
                    <a:cubicBezTo>
                      <a:pt x="39558" y="112995"/>
                      <a:pt x="39558" y="112995"/>
                      <a:pt x="39558" y="112995"/>
                    </a:cubicBezTo>
                    <a:cubicBezTo>
                      <a:pt x="77790" y="112995"/>
                      <a:pt x="77790" y="112995"/>
                      <a:pt x="77790" y="112995"/>
                    </a:cubicBezTo>
                    <a:cubicBezTo>
                      <a:pt x="77790" y="116682"/>
                      <a:pt x="77790" y="116682"/>
                      <a:pt x="77790" y="116682"/>
                    </a:cubicBezTo>
                    <a:cubicBezTo>
                      <a:pt x="77790" y="118525"/>
                      <a:pt x="79558" y="120000"/>
                      <a:pt x="81988" y="120000"/>
                    </a:cubicBezTo>
                    <a:cubicBezTo>
                      <a:pt x="98342" y="120000"/>
                      <a:pt x="98342" y="120000"/>
                      <a:pt x="98342" y="120000"/>
                    </a:cubicBezTo>
                    <a:cubicBezTo>
                      <a:pt x="100552" y="120000"/>
                      <a:pt x="102320" y="118525"/>
                      <a:pt x="102320" y="116682"/>
                    </a:cubicBezTo>
                    <a:cubicBezTo>
                      <a:pt x="102320" y="112995"/>
                      <a:pt x="102320" y="112995"/>
                      <a:pt x="102320" y="112995"/>
                    </a:cubicBezTo>
                    <a:cubicBezTo>
                      <a:pt x="113149" y="112995"/>
                      <a:pt x="113149" y="112995"/>
                      <a:pt x="113149" y="112995"/>
                    </a:cubicBezTo>
                    <a:cubicBezTo>
                      <a:pt x="116906" y="112995"/>
                      <a:pt x="120000" y="110414"/>
                      <a:pt x="120000" y="107281"/>
                    </a:cubicBezTo>
                    <a:cubicBezTo>
                      <a:pt x="120000" y="87926"/>
                      <a:pt x="120000" y="87926"/>
                      <a:pt x="120000" y="87926"/>
                    </a:cubicBezTo>
                    <a:cubicBezTo>
                      <a:pt x="120000" y="86451"/>
                      <a:pt x="119116" y="84976"/>
                      <a:pt x="118011" y="83870"/>
                    </a:cubicBezTo>
                    <a:cubicBezTo>
                      <a:pt x="119116" y="82949"/>
                      <a:pt x="120000" y="81474"/>
                      <a:pt x="120000" y="80000"/>
                    </a:cubicBezTo>
                    <a:cubicBezTo>
                      <a:pt x="120000" y="60460"/>
                      <a:pt x="120000" y="60460"/>
                      <a:pt x="120000" y="60460"/>
                    </a:cubicBezTo>
                    <a:cubicBezTo>
                      <a:pt x="120000" y="58986"/>
                      <a:pt x="119116" y="57511"/>
                      <a:pt x="118011" y="56589"/>
                    </a:cubicBezTo>
                    <a:cubicBezTo>
                      <a:pt x="119116" y="55483"/>
                      <a:pt x="120000" y="54193"/>
                      <a:pt x="120000" y="52534"/>
                    </a:cubicBezTo>
                    <a:cubicBezTo>
                      <a:pt x="120000" y="33179"/>
                      <a:pt x="120000" y="33179"/>
                      <a:pt x="120000" y="33179"/>
                    </a:cubicBezTo>
                    <a:cubicBezTo>
                      <a:pt x="120000" y="31520"/>
                      <a:pt x="119116" y="30230"/>
                      <a:pt x="118011" y="29124"/>
                    </a:cubicBezTo>
                    <a:cubicBezTo>
                      <a:pt x="119116" y="28202"/>
                      <a:pt x="120000" y="26728"/>
                      <a:pt x="120000" y="25253"/>
                    </a:cubicBezTo>
                    <a:cubicBezTo>
                      <a:pt x="120000" y="5714"/>
                      <a:pt x="120000" y="5714"/>
                      <a:pt x="120000" y="5714"/>
                    </a:cubicBezTo>
                    <a:close/>
                    <a:moveTo>
                      <a:pt x="35359" y="116682"/>
                    </a:moveTo>
                    <a:cubicBezTo>
                      <a:pt x="19005" y="116682"/>
                      <a:pt x="19005" y="116682"/>
                      <a:pt x="19005" y="116682"/>
                    </a:cubicBezTo>
                    <a:cubicBezTo>
                      <a:pt x="19005" y="112995"/>
                      <a:pt x="19005" y="112995"/>
                      <a:pt x="19005" y="112995"/>
                    </a:cubicBezTo>
                    <a:cubicBezTo>
                      <a:pt x="35359" y="112995"/>
                      <a:pt x="35359" y="112995"/>
                      <a:pt x="35359" y="112995"/>
                    </a:cubicBezTo>
                    <a:lnTo>
                      <a:pt x="35359" y="116682"/>
                    </a:lnTo>
                    <a:close/>
                    <a:moveTo>
                      <a:pt x="98342" y="116682"/>
                    </a:moveTo>
                    <a:cubicBezTo>
                      <a:pt x="81988" y="116682"/>
                      <a:pt x="81988" y="116682"/>
                      <a:pt x="81988" y="116682"/>
                    </a:cubicBezTo>
                    <a:cubicBezTo>
                      <a:pt x="81988" y="112995"/>
                      <a:pt x="81988" y="112995"/>
                      <a:pt x="81988" y="112995"/>
                    </a:cubicBezTo>
                    <a:cubicBezTo>
                      <a:pt x="98342" y="112995"/>
                      <a:pt x="98342" y="112995"/>
                      <a:pt x="98342" y="112995"/>
                    </a:cubicBezTo>
                    <a:lnTo>
                      <a:pt x="98342" y="116682"/>
                    </a:lnTo>
                    <a:close/>
                    <a:moveTo>
                      <a:pt x="115801" y="107281"/>
                    </a:moveTo>
                    <a:cubicBezTo>
                      <a:pt x="115801" y="108571"/>
                      <a:pt x="114696" y="109677"/>
                      <a:pt x="113149" y="109677"/>
                    </a:cubicBezTo>
                    <a:cubicBezTo>
                      <a:pt x="6850" y="109677"/>
                      <a:pt x="6850" y="109677"/>
                      <a:pt x="6850" y="109677"/>
                    </a:cubicBezTo>
                    <a:cubicBezTo>
                      <a:pt x="5303" y="109677"/>
                      <a:pt x="3977" y="108571"/>
                      <a:pt x="3977" y="107281"/>
                    </a:cubicBezTo>
                    <a:cubicBezTo>
                      <a:pt x="3977" y="87926"/>
                      <a:pt x="3977" y="87926"/>
                      <a:pt x="3977" y="87926"/>
                    </a:cubicBezTo>
                    <a:cubicBezTo>
                      <a:pt x="3977" y="86635"/>
                      <a:pt x="5303" y="85714"/>
                      <a:pt x="6850" y="85714"/>
                    </a:cubicBezTo>
                    <a:cubicBezTo>
                      <a:pt x="113149" y="85714"/>
                      <a:pt x="113149" y="85714"/>
                      <a:pt x="113149" y="85714"/>
                    </a:cubicBezTo>
                    <a:cubicBezTo>
                      <a:pt x="114696" y="85714"/>
                      <a:pt x="115801" y="86635"/>
                      <a:pt x="115801" y="87926"/>
                    </a:cubicBezTo>
                    <a:lnTo>
                      <a:pt x="115801" y="107281"/>
                    </a:lnTo>
                    <a:close/>
                    <a:moveTo>
                      <a:pt x="115801" y="80000"/>
                    </a:moveTo>
                    <a:cubicBezTo>
                      <a:pt x="115801" y="81290"/>
                      <a:pt x="114696" y="82211"/>
                      <a:pt x="113149" y="82211"/>
                    </a:cubicBezTo>
                    <a:cubicBezTo>
                      <a:pt x="6850" y="82211"/>
                      <a:pt x="6850" y="82211"/>
                      <a:pt x="6850" y="82211"/>
                    </a:cubicBezTo>
                    <a:cubicBezTo>
                      <a:pt x="5303" y="82211"/>
                      <a:pt x="3977" y="81290"/>
                      <a:pt x="3977" y="80000"/>
                    </a:cubicBezTo>
                    <a:cubicBezTo>
                      <a:pt x="3977" y="60460"/>
                      <a:pt x="3977" y="60460"/>
                      <a:pt x="3977" y="60460"/>
                    </a:cubicBezTo>
                    <a:cubicBezTo>
                      <a:pt x="3977" y="59354"/>
                      <a:pt x="5303" y="58248"/>
                      <a:pt x="6850" y="58248"/>
                    </a:cubicBezTo>
                    <a:cubicBezTo>
                      <a:pt x="113149" y="58248"/>
                      <a:pt x="113149" y="58248"/>
                      <a:pt x="113149" y="58248"/>
                    </a:cubicBezTo>
                    <a:cubicBezTo>
                      <a:pt x="114696" y="58248"/>
                      <a:pt x="115801" y="59354"/>
                      <a:pt x="115801" y="60460"/>
                    </a:cubicBezTo>
                    <a:lnTo>
                      <a:pt x="115801" y="80000"/>
                    </a:lnTo>
                    <a:close/>
                    <a:moveTo>
                      <a:pt x="115801" y="52534"/>
                    </a:moveTo>
                    <a:cubicBezTo>
                      <a:pt x="115801" y="53824"/>
                      <a:pt x="114696" y="54930"/>
                      <a:pt x="113149" y="54930"/>
                    </a:cubicBezTo>
                    <a:cubicBezTo>
                      <a:pt x="6850" y="54930"/>
                      <a:pt x="6850" y="54930"/>
                      <a:pt x="6850" y="54930"/>
                    </a:cubicBezTo>
                    <a:cubicBezTo>
                      <a:pt x="5303" y="54930"/>
                      <a:pt x="3977" y="53824"/>
                      <a:pt x="3977" y="52534"/>
                    </a:cubicBezTo>
                    <a:cubicBezTo>
                      <a:pt x="3977" y="33179"/>
                      <a:pt x="3977" y="33179"/>
                      <a:pt x="3977" y="33179"/>
                    </a:cubicBezTo>
                    <a:cubicBezTo>
                      <a:pt x="3977" y="31889"/>
                      <a:pt x="5303" y="30783"/>
                      <a:pt x="6850" y="30783"/>
                    </a:cubicBezTo>
                    <a:cubicBezTo>
                      <a:pt x="113149" y="30783"/>
                      <a:pt x="113149" y="30783"/>
                      <a:pt x="113149" y="30783"/>
                    </a:cubicBezTo>
                    <a:cubicBezTo>
                      <a:pt x="114696" y="30783"/>
                      <a:pt x="115801" y="31889"/>
                      <a:pt x="115801" y="33179"/>
                    </a:cubicBezTo>
                    <a:lnTo>
                      <a:pt x="115801" y="52534"/>
                    </a:lnTo>
                    <a:close/>
                    <a:moveTo>
                      <a:pt x="115801" y="25253"/>
                    </a:moveTo>
                    <a:cubicBezTo>
                      <a:pt x="115801" y="26359"/>
                      <a:pt x="114696" y="27465"/>
                      <a:pt x="113149" y="27465"/>
                    </a:cubicBezTo>
                    <a:cubicBezTo>
                      <a:pt x="6850" y="27465"/>
                      <a:pt x="6850" y="27465"/>
                      <a:pt x="6850" y="27465"/>
                    </a:cubicBezTo>
                    <a:cubicBezTo>
                      <a:pt x="5303" y="27465"/>
                      <a:pt x="3977" y="26359"/>
                      <a:pt x="3977" y="25253"/>
                    </a:cubicBezTo>
                    <a:cubicBezTo>
                      <a:pt x="3977" y="5714"/>
                      <a:pt x="3977" y="5714"/>
                      <a:pt x="3977" y="5714"/>
                    </a:cubicBezTo>
                    <a:cubicBezTo>
                      <a:pt x="3977" y="4423"/>
                      <a:pt x="5303" y="3502"/>
                      <a:pt x="6850" y="3502"/>
                    </a:cubicBezTo>
                    <a:cubicBezTo>
                      <a:pt x="113149" y="3502"/>
                      <a:pt x="113149" y="3502"/>
                      <a:pt x="113149" y="3502"/>
                    </a:cubicBezTo>
                    <a:cubicBezTo>
                      <a:pt x="114696" y="3502"/>
                      <a:pt x="115801" y="4423"/>
                      <a:pt x="115801" y="5714"/>
                    </a:cubicBezTo>
                    <a:lnTo>
                      <a:pt x="115801" y="25253"/>
                    </a:lnTo>
                    <a:close/>
                    <a:moveTo>
                      <a:pt x="37348" y="39815"/>
                    </a:moveTo>
                    <a:cubicBezTo>
                      <a:pt x="35359" y="39815"/>
                      <a:pt x="33812" y="41290"/>
                      <a:pt x="33812" y="42764"/>
                    </a:cubicBezTo>
                    <a:cubicBezTo>
                      <a:pt x="33812" y="44423"/>
                      <a:pt x="35359" y="45898"/>
                      <a:pt x="37348" y="45898"/>
                    </a:cubicBezTo>
                    <a:cubicBezTo>
                      <a:pt x="39337" y="45898"/>
                      <a:pt x="40883" y="44423"/>
                      <a:pt x="40883" y="42764"/>
                    </a:cubicBezTo>
                    <a:cubicBezTo>
                      <a:pt x="40883" y="41290"/>
                      <a:pt x="39337" y="39815"/>
                      <a:pt x="37348" y="39815"/>
                    </a:cubicBezTo>
                    <a:close/>
                    <a:moveTo>
                      <a:pt x="36906" y="42764"/>
                    </a:moveTo>
                    <a:cubicBezTo>
                      <a:pt x="36906" y="42580"/>
                      <a:pt x="37127" y="42396"/>
                      <a:pt x="37348" y="42396"/>
                    </a:cubicBezTo>
                    <a:cubicBezTo>
                      <a:pt x="37569" y="42396"/>
                      <a:pt x="37790" y="42580"/>
                      <a:pt x="37790" y="42764"/>
                    </a:cubicBezTo>
                    <a:cubicBezTo>
                      <a:pt x="37790" y="43317"/>
                      <a:pt x="36906" y="43317"/>
                      <a:pt x="36906" y="42764"/>
                    </a:cubicBezTo>
                    <a:close/>
                    <a:moveTo>
                      <a:pt x="22541" y="39815"/>
                    </a:moveTo>
                    <a:cubicBezTo>
                      <a:pt x="20552" y="39815"/>
                      <a:pt x="19005" y="41290"/>
                      <a:pt x="19005" y="42764"/>
                    </a:cubicBezTo>
                    <a:cubicBezTo>
                      <a:pt x="19005" y="44423"/>
                      <a:pt x="20552" y="45898"/>
                      <a:pt x="22541" y="45898"/>
                    </a:cubicBezTo>
                    <a:cubicBezTo>
                      <a:pt x="24530" y="45898"/>
                      <a:pt x="26077" y="44423"/>
                      <a:pt x="26077" y="42764"/>
                    </a:cubicBezTo>
                    <a:cubicBezTo>
                      <a:pt x="26077" y="41290"/>
                      <a:pt x="24530" y="39815"/>
                      <a:pt x="22541" y="39815"/>
                    </a:cubicBezTo>
                    <a:close/>
                    <a:moveTo>
                      <a:pt x="22099" y="42764"/>
                    </a:moveTo>
                    <a:cubicBezTo>
                      <a:pt x="22099" y="42580"/>
                      <a:pt x="22320" y="42396"/>
                      <a:pt x="22541" y="42396"/>
                    </a:cubicBezTo>
                    <a:cubicBezTo>
                      <a:pt x="22762" y="42396"/>
                      <a:pt x="22983" y="42580"/>
                      <a:pt x="22983" y="42764"/>
                    </a:cubicBezTo>
                    <a:cubicBezTo>
                      <a:pt x="22983" y="43317"/>
                      <a:pt x="22099" y="43317"/>
                      <a:pt x="22099" y="42764"/>
                    </a:cubicBezTo>
                    <a:close/>
                    <a:moveTo>
                      <a:pt x="52154" y="39815"/>
                    </a:moveTo>
                    <a:cubicBezTo>
                      <a:pt x="50165" y="39815"/>
                      <a:pt x="48618" y="41290"/>
                      <a:pt x="48618" y="42764"/>
                    </a:cubicBezTo>
                    <a:cubicBezTo>
                      <a:pt x="48618" y="44423"/>
                      <a:pt x="50165" y="45898"/>
                      <a:pt x="52154" y="45898"/>
                    </a:cubicBezTo>
                    <a:cubicBezTo>
                      <a:pt x="54143" y="45898"/>
                      <a:pt x="55690" y="44423"/>
                      <a:pt x="55690" y="42764"/>
                    </a:cubicBezTo>
                    <a:cubicBezTo>
                      <a:pt x="55690" y="41290"/>
                      <a:pt x="54143" y="39815"/>
                      <a:pt x="52154" y="39815"/>
                    </a:cubicBezTo>
                    <a:close/>
                    <a:moveTo>
                      <a:pt x="51712" y="42764"/>
                    </a:moveTo>
                    <a:cubicBezTo>
                      <a:pt x="51712" y="42580"/>
                      <a:pt x="51933" y="42396"/>
                      <a:pt x="52154" y="42396"/>
                    </a:cubicBezTo>
                    <a:cubicBezTo>
                      <a:pt x="52596" y="42396"/>
                      <a:pt x="52817" y="42580"/>
                      <a:pt x="52817" y="42764"/>
                    </a:cubicBezTo>
                    <a:cubicBezTo>
                      <a:pt x="52817" y="43317"/>
                      <a:pt x="51712" y="43317"/>
                      <a:pt x="51712" y="42764"/>
                    </a:cubicBezTo>
                    <a:close/>
                    <a:moveTo>
                      <a:pt x="104972" y="41105"/>
                    </a:moveTo>
                    <a:cubicBezTo>
                      <a:pt x="78011" y="41105"/>
                      <a:pt x="78011" y="41105"/>
                      <a:pt x="78011" y="41105"/>
                    </a:cubicBezTo>
                    <a:cubicBezTo>
                      <a:pt x="76906" y="41105"/>
                      <a:pt x="76022" y="41843"/>
                      <a:pt x="76022" y="42764"/>
                    </a:cubicBezTo>
                    <a:cubicBezTo>
                      <a:pt x="76022" y="43870"/>
                      <a:pt x="76906" y="44608"/>
                      <a:pt x="78011" y="44608"/>
                    </a:cubicBezTo>
                    <a:cubicBezTo>
                      <a:pt x="104972" y="44608"/>
                      <a:pt x="104972" y="44608"/>
                      <a:pt x="104972" y="44608"/>
                    </a:cubicBezTo>
                    <a:cubicBezTo>
                      <a:pt x="106077" y="44608"/>
                      <a:pt x="106961" y="43870"/>
                      <a:pt x="106961" y="42764"/>
                    </a:cubicBezTo>
                    <a:cubicBezTo>
                      <a:pt x="106961" y="41843"/>
                      <a:pt x="106077" y="41105"/>
                      <a:pt x="104972" y="41105"/>
                    </a:cubicBezTo>
                    <a:close/>
                    <a:moveTo>
                      <a:pt x="22541" y="12534"/>
                    </a:moveTo>
                    <a:cubicBezTo>
                      <a:pt x="20552" y="12534"/>
                      <a:pt x="19005" y="13824"/>
                      <a:pt x="19005" y="15483"/>
                    </a:cubicBezTo>
                    <a:cubicBezTo>
                      <a:pt x="19005" y="17142"/>
                      <a:pt x="20552" y="18433"/>
                      <a:pt x="22541" y="18433"/>
                    </a:cubicBezTo>
                    <a:cubicBezTo>
                      <a:pt x="24530" y="18433"/>
                      <a:pt x="26077" y="17142"/>
                      <a:pt x="26077" y="15483"/>
                    </a:cubicBezTo>
                    <a:cubicBezTo>
                      <a:pt x="26077" y="13824"/>
                      <a:pt x="24530" y="12534"/>
                      <a:pt x="22541" y="12534"/>
                    </a:cubicBezTo>
                    <a:close/>
                    <a:moveTo>
                      <a:pt x="22099" y="15483"/>
                    </a:moveTo>
                    <a:cubicBezTo>
                      <a:pt x="22099" y="15299"/>
                      <a:pt x="22320" y="15115"/>
                      <a:pt x="22541" y="15115"/>
                    </a:cubicBezTo>
                    <a:cubicBezTo>
                      <a:pt x="22762" y="15115"/>
                      <a:pt x="22983" y="15299"/>
                      <a:pt x="22983" y="15483"/>
                    </a:cubicBezTo>
                    <a:cubicBezTo>
                      <a:pt x="22983" y="16036"/>
                      <a:pt x="22099" y="16036"/>
                      <a:pt x="22099" y="15483"/>
                    </a:cubicBezTo>
                    <a:close/>
                  </a:path>
                </a:pathLst>
              </a:custGeom>
              <a:solidFill>
                <a:schemeClr val="dk1"/>
              </a:solidFill>
              <a:ln>
                <a:noFill/>
              </a:ln>
            </p:spPr>
            <p:txBody>
              <a:bodyPr lIns="68550" tIns="34275" rIns="68550" bIns="34275" anchor="t" anchorCtr="0">
                <a:noAutofit/>
              </a:bodyPr>
              <a:lstStyle/>
              <a:p>
                <a:pPr marL="0" marR="0" lvl="0" indent="0" algn="l" rtl="0">
                  <a:lnSpc>
                    <a:spcPct val="100000"/>
                  </a:lnSpc>
                  <a:spcBef>
                    <a:spcPts val="0"/>
                  </a:spcBef>
                  <a:spcAft>
                    <a:spcPts val="0"/>
                  </a:spcAft>
                  <a:buClr>
                    <a:srgbClr val="000000"/>
                  </a:buClr>
                  <a:buFont typeface="Arial"/>
                  <a:buNone/>
                </a:pPr>
                <a:endParaRPr sz="1350" b="0" i="0" u="none" strike="noStrike" cap="none">
                  <a:solidFill>
                    <a:srgbClr val="394E55"/>
                  </a:solidFill>
                  <a:latin typeface="Arial"/>
                  <a:ea typeface="Arial"/>
                  <a:cs typeface="Arial"/>
                  <a:sym typeface="Arial"/>
                </a:endParaRPr>
              </a:p>
            </p:txBody>
          </p:sp>
          <p:sp>
            <p:nvSpPr>
              <p:cNvPr id="1038" name="Shape 1038"/>
              <p:cNvSpPr/>
              <p:nvPr/>
            </p:nvSpPr>
            <p:spPr>
              <a:xfrm>
                <a:off x="8410757" y="5271496"/>
                <a:ext cx="570207" cy="172805"/>
              </a:xfrm>
              <a:prstGeom prst="rect">
                <a:avLst/>
              </a:prstGeom>
              <a:solidFill>
                <a:schemeClr val="lt1"/>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Arial"/>
                  <a:ea typeface="Arial"/>
                  <a:cs typeface="Arial"/>
                  <a:sym typeface="Arial"/>
                </a:endParaRPr>
              </a:p>
            </p:txBody>
          </p:sp>
          <p:sp>
            <p:nvSpPr>
              <p:cNvPr id="1039" name="Shape 1039"/>
              <p:cNvSpPr/>
              <p:nvPr/>
            </p:nvSpPr>
            <p:spPr>
              <a:xfrm>
                <a:off x="8393300" y="5341403"/>
                <a:ext cx="632290" cy="244539"/>
              </a:xfrm>
              <a:prstGeom prst="rect">
                <a:avLst/>
              </a:prstGeom>
              <a:solidFill>
                <a:schemeClr val="lt1"/>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Arial"/>
                  <a:ea typeface="Arial"/>
                  <a:cs typeface="Arial"/>
                  <a:sym typeface="Arial"/>
                </a:endParaRPr>
              </a:p>
            </p:txBody>
          </p:sp>
        </p:grpSp>
        <p:sp>
          <p:nvSpPr>
            <p:cNvPr id="1040" name="Shape 1040"/>
            <p:cNvSpPr/>
            <p:nvPr/>
          </p:nvSpPr>
          <p:spPr>
            <a:xfrm>
              <a:off x="8466295" y="5271496"/>
              <a:ext cx="485437" cy="321015"/>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sp>
        <p:nvSpPr>
          <p:cNvPr id="1041" name="Shape 1041"/>
          <p:cNvSpPr/>
          <p:nvPr/>
        </p:nvSpPr>
        <p:spPr>
          <a:xfrm>
            <a:off x="424372" y="1473779"/>
            <a:ext cx="2040709" cy="23196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1C2B30"/>
              </a:buClr>
              <a:buSzPct val="25000"/>
              <a:buFont typeface="Comfortaa"/>
              <a:buNone/>
            </a:pPr>
            <a:r>
              <a:rPr lang="en" sz="1400" b="1" i="0" u="none" strike="noStrike" cap="none">
                <a:solidFill>
                  <a:srgbClr val="394E55"/>
                </a:solidFill>
                <a:latin typeface="Comfortaa"/>
                <a:ea typeface="Comfortaa"/>
                <a:cs typeface="Comfortaa"/>
                <a:sym typeface="Comfortaa"/>
              </a:rPr>
              <a:t>DEVELOPERS</a:t>
            </a:r>
          </a:p>
          <a:p>
            <a:pPr marL="0" marR="0" lvl="0" indent="0" algn="ctr" rtl="0">
              <a:lnSpc>
                <a:spcPct val="100000"/>
              </a:lnSpc>
              <a:spcBef>
                <a:spcPts val="0"/>
              </a:spcBef>
              <a:spcAft>
                <a:spcPts val="0"/>
              </a:spcAft>
              <a:buClr>
                <a:srgbClr val="1C2B30"/>
              </a:buClr>
              <a:buFont typeface="Arial"/>
              <a:buNone/>
            </a:pPr>
            <a:endParaRPr sz="1400" b="0" i="0" u="none" strike="noStrike" cap="none">
              <a:solidFill>
                <a:srgbClr val="394E55"/>
              </a:solidFill>
              <a:latin typeface="Comfortaa"/>
              <a:ea typeface="Comfortaa"/>
              <a:cs typeface="Comfortaa"/>
              <a:sym typeface="Comfortaa"/>
            </a:endParaRPr>
          </a:p>
        </p:txBody>
      </p:sp>
      <p:sp>
        <p:nvSpPr>
          <p:cNvPr id="1042" name="Shape 1042"/>
          <p:cNvSpPr/>
          <p:nvPr/>
        </p:nvSpPr>
        <p:spPr>
          <a:xfrm>
            <a:off x="6655960" y="1473779"/>
            <a:ext cx="1832829" cy="25158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1C2B30"/>
              </a:buClr>
              <a:buSzPct val="25000"/>
              <a:buFont typeface="Comfortaa"/>
              <a:buNone/>
            </a:pPr>
            <a:r>
              <a:rPr lang="en" sz="1400" b="1" i="0" u="none" strike="noStrike" cap="none">
                <a:solidFill>
                  <a:srgbClr val="394E55"/>
                </a:solidFill>
                <a:latin typeface="Comfortaa"/>
                <a:ea typeface="Comfortaa"/>
                <a:cs typeface="Comfortaa"/>
                <a:sym typeface="Comfortaa"/>
              </a:rPr>
              <a:t>IT OPERATIONS</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Shape 1048"/>
          <p:cNvSpPr txBox="1">
            <a:spLocks noGrp="1"/>
          </p:cNvSpPr>
          <p:nvPr>
            <p:ph type="body" idx="1"/>
          </p:nvPr>
        </p:nvSpPr>
        <p:spPr>
          <a:xfrm>
            <a:off x="252575" y="119225"/>
            <a:ext cx="8546100" cy="1426499"/>
          </a:xfrm>
          <a:prstGeom prst="rect">
            <a:avLst/>
          </a:prstGeom>
          <a:noFill/>
          <a:ln>
            <a:noFill/>
          </a:ln>
        </p:spPr>
        <p:txBody>
          <a:bodyPr lIns="91425" tIns="45700" rIns="91425" bIns="45700" anchor="ctr" anchorCtr="0">
            <a:noAutofit/>
          </a:bodyPr>
          <a:lstStyle/>
          <a:p>
            <a:pPr marL="0" marR="0" lvl="0" indent="0" algn="l" rtl="0">
              <a:lnSpc>
                <a:spcPct val="136842"/>
              </a:lnSpc>
              <a:spcBef>
                <a:spcPts val="0"/>
              </a:spcBef>
              <a:spcAft>
                <a:spcPts val="0"/>
              </a:spcAft>
              <a:buClr>
                <a:srgbClr val="189AD1"/>
              </a:buClr>
              <a:buSzPct val="25000"/>
              <a:buFont typeface="Arial"/>
              <a:buNone/>
            </a:pPr>
            <a:r>
              <a:rPr lang="en" sz="3200" b="0" i="0" u="none" strike="noStrike" cap="none">
                <a:solidFill>
                  <a:srgbClr val="189AD1"/>
                </a:solidFill>
                <a:latin typeface="Arial"/>
                <a:ea typeface="Arial"/>
                <a:cs typeface="Arial"/>
                <a:sym typeface="Arial"/>
              </a:rPr>
              <a:t>Building a Software Supply Chain</a:t>
            </a:r>
          </a:p>
        </p:txBody>
      </p:sp>
      <p:cxnSp>
        <p:nvCxnSpPr>
          <p:cNvPr id="1049" name="Shape 1049"/>
          <p:cNvCxnSpPr/>
          <p:nvPr/>
        </p:nvCxnSpPr>
        <p:spPr>
          <a:xfrm rot="10800000">
            <a:off x="2457051" y="2439634"/>
            <a:ext cx="1645920" cy="0"/>
          </a:xfrm>
          <a:prstGeom prst="straightConnector1">
            <a:avLst/>
          </a:prstGeom>
          <a:noFill/>
          <a:ln w="19050" cap="flat" cmpd="sng">
            <a:solidFill>
              <a:srgbClr val="A9B4BC"/>
            </a:solidFill>
            <a:prstDash val="solid"/>
            <a:round/>
            <a:headEnd type="triangle" w="lg" len="lg"/>
            <a:tailEnd type="triangle" w="lg" len="lg"/>
          </a:ln>
        </p:spPr>
      </p:cxnSp>
      <p:cxnSp>
        <p:nvCxnSpPr>
          <p:cNvPr id="1050" name="Shape 1050"/>
          <p:cNvCxnSpPr/>
          <p:nvPr/>
        </p:nvCxnSpPr>
        <p:spPr>
          <a:xfrm rot="10800000">
            <a:off x="5350661" y="2441625"/>
            <a:ext cx="1920239" cy="0"/>
          </a:xfrm>
          <a:prstGeom prst="straightConnector1">
            <a:avLst/>
          </a:prstGeom>
          <a:noFill/>
          <a:ln w="19050" cap="flat" cmpd="sng">
            <a:solidFill>
              <a:srgbClr val="A9B4BC"/>
            </a:solidFill>
            <a:prstDash val="solid"/>
            <a:round/>
            <a:headEnd type="triangle" w="lg" len="lg"/>
            <a:tailEnd type="triangle" w="lg" len="lg"/>
          </a:ln>
        </p:spPr>
      </p:cxnSp>
      <p:cxnSp>
        <p:nvCxnSpPr>
          <p:cNvPr id="1051" name="Shape 1051"/>
          <p:cNvCxnSpPr/>
          <p:nvPr/>
        </p:nvCxnSpPr>
        <p:spPr>
          <a:xfrm>
            <a:off x="7537392" y="2780464"/>
            <a:ext cx="0" cy="182879"/>
          </a:xfrm>
          <a:prstGeom prst="straightConnector1">
            <a:avLst/>
          </a:prstGeom>
          <a:noFill/>
          <a:ln w="19050" cap="flat" cmpd="sng">
            <a:solidFill>
              <a:srgbClr val="A9B4BC"/>
            </a:solidFill>
            <a:prstDash val="solid"/>
            <a:miter/>
            <a:headEnd type="none" w="med" len="med"/>
            <a:tailEnd type="none" w="med" len="med"/>
          </a:ln>
        </p:spPr>
      </p:cxnSp>
      <p:sp>
        <p:nvSpPr>
          <p:cNvPr id="1052" name="Shape 1052"/>
          <p:cNvSpPr txBox="1"/>
          <p:nvPr/>
        </p:nvSpPr>
        <p:spPr>
          <a:xfrm>
            <a:off x="4281694" y="2631788"/>
            <a:ext cx="956117" cy="257225"/>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7F7F7F"/>
              </a:buClr>
              <a:buSzPct val="25000"/>
              <a:buFont typeface="Comfortaa"/>
              <a:buNone/>
            </a:pPr>
            <a:r>
              <a:rPr lang="en" sz="800" b="1" i="0" u="none" strike="noStrike" cap="none">
                <a:solidFill>
                  <a:srgbClr val="708491"/>
                </a:solidFill>
                <a:latin typeface="Arial"/>
                <a:ea typeface="Arial"/>
                <a:cs typeface="Arial"/>
                <a:sym typeface="Arial"/>
              </a:rPr>
              <a:t>Image Registry</a:t>
            </a:r>
          </a:p>
        </p:txBody>
      </p:sp>
      <p:grpSp>
        <p:nvGrpSpPr>
          <p:cNvPr id="1053" name="Shape 1053"/>
          <p:cNvGrpSpPr/>
          <p:nvPr/>
        </p:nvGrpSpPr>
        <p:grpSpPr>
          <a:xfrm>
            <a:off x="6751333" y="2953238"/>
            <a:ext cx="1586204" cy="412704"/>
            <a:chOff x="8887917" y="3705005"/>
            <a:chExt cx="1746589" cy="429845"/>
          </a:xfrm>
        </p:grpSpPr>
        <p:cxnSp>
          <p:nvCxnSpPr>
            <p:cNvPr id="1054" name="Shape 1054"/>
            <p:cNvCxnSpPr/>
            <p:nvPr/>
          </p:nvCxnSpPr>
          <p:spPr>
            <a:xfrm>
              <a:off x="8887917" y="3712623"/>
              <a:ext cx="1746589" cy="0"/>
            </a:xfrm>
            <a:prstGeom prst="straightConnector1">
              <a:avLst/>
            </a:prstGeom>
            <a:noFill/>
            <a:ln w="19050" cap="flat" cmpd="sng">
              <a:solidFill>
                <a:srgbClr val="A9B4BC"/>
              </a:solidFill>
              <a:prstDash val="solid"/>
              <a:miter/>
              <a:headEnd type="none" w="med" len="med"/>
              <a:tailEnd type="none" w="med" len="med"/>
            </a:ln>
          </p:spPr>
        </p:cxnSp>
        <p:cxnSp>
          <p:nvCxnSpPr>
            <p:cNvPr id="1055" name="Shape 1055"/>
            <p:cNvCxnSpPr/>
            <p:nvPr/>
          </p:nvCxnSpPr>
          <p:spPr>
            <a:xfrm>
              <a:off x="8887917" y="3705005"/>
              <a:ext cx="0" cy="429845"/>
            </a:xfrm>
            <a:prstGeom prst="straightConnector1">
              <a:avLst/>
            </a:prstGeom>
            <a:noFill/>
            <a:ln w="19050" cap="flat" cmpd="sng">
              <a:solidFill>
                <a:srgbClr val="A9B4BC"/>
              </a:solidFill>
              <a:prstDash val="solid"/>
              <a:miter/>
              <a:headEnd type="none" w="med" len="med"/>
              <a:tailEnd type="triangle" w="lg" len="lg"/>
            </a:ln>
          </p:spPr>
        </p:cxnSp>
        <p:cxnSp>
          <p:nvCxnSpPr>
            <p:cNvPr id="1056" name="Shape 1056"/>
            <p:cNvCxnSpPr/>
            <p:nvPr/>
          </p:nvCxnSpPr>
          <p:spPr>
            <a:xfrm>
              <a:off x="10626639" y="3705005"/>
              <a:ext cx="0" cy="429845"/>
            </a:xfrm>
            <a:prstGeom prst="straightConnector1">
              <a:avLst/>
            </a:prstGeom>
            <a:noFill/>
            <a:ln w="19050" cap="flat" cmpd="sng">
              <a:solidFill>
                <a:srgbClr val="A9B4BC"/>
              </a:solidFill>
              <a:prstDash val="solid"/>
              <a:miter/>
              <a:headEnd type="none" w="med" len="med"/>
              <a:tailEnd type="triangle" w="lg" len="lg"/>
            </a:ln>
          </p:spPr>
        </p:cxnSp>
      </p:grpSp>
      <p:cxnSp>
        <p:nvCxnSpPr>
          <p:cNvPr id="1057" name="Shape 1057"/>
          <p:cNvCxnSpPr/>
          <p:nvPr/>
        </p:nvCxnSpPr>
        <p:spPr>
          <a:xfrm>
            <a:off x="2892575" y="2447016"/>
            <a:ext cx="0" cy="878543"/>
          </a:xfrm>
          <a:prstGeom prst="straightConnector1">
            <a:avLst/>
          </a:prstGeom>
          <a:noFill/>
          <a:ln w="19050" cap="flat" cmpd="sng">
            <a:solidFill>
              <a:srgbClr val="A9B4BC"/>
            </a:solidFill>
            <a:prstDash val="solid"/>
            <a:round/>
            <a:headEnd type="none" w="med" len="med"/>
            <a:tailEnd type="none" w="med" len="med"/>
          </a:ln>
        </p:spPr>
      </p:cxnSp>
      <p:cxnSp>
        <p:nvCxnSpPr>
          <p:cNvPr id="1058" name="Shape 1058"/>
          <p:cNvCxnSpPr/>
          <p:nvPr/>
        </p:nvCxnSpPr>
        <p:spPr>
          <a:xfrm rot="10800000">
            <a:off x="2457050" y="3315469"/>
            <a:ext cx="440283" cy="0"/>
          </a:xfrm>
          <a:prstGeom prst="straightConnector1">
            <a:avLst/>
          </a:prstGeom>
          <a:noFill/>
          <a:ln w="19050" cap="flat" cmpd="sng">
            <a:solidFill>
              <a:srgbClr val="A9B4BC"/>
            </a:solidFill>
            <a:prstDash val="solid"/>
            <a:round/>
            <a:headEnd type="none" w="med" len="med"/>
            <a:tailEnd type="triangle" w="lg" len="lg"/>
          </a:ln>
        </p:spPr>
      </p:cxnSp>
      <p:grpSp>
        <p:nvGrpSpPr>
          <p:cNvPr id="1059" name="Shape 1059"/>
          <p:cNvGrpSpPr/>
          <p:nvPr/>
        </p:nvGrpSpPr>
        <p:grpSpPr>
          <a:xfrm>
            <a:off x="4551689" y="2251622"/>
            <a:ext cx="354488" cy="351005"/>
            <a:chOff x="4114996" y="2072304"/>
            <a:chExt cx="475089" cy="470421"/>
          </a:xfrm>
        </p:grpSpPr>
        <p:sp>
          <p:nvSpPr>
            <p:cNvPr id="1060" name="Shape 1060"/>
            <p:cNvSpPr/>
            <p:nvPr/>
          </p:nvSpPr>
          <p:spPr>
            <a:xfrm>
              <a:off x="4154932" y="2096816"/>
              <a:ext cx="114147" cy="131239"/>
            </a:xfrm>
            <a:prstGeom prst="rect">
              <a:avLst/>
            </a:prstGeom>
            <a:solidFill>
              <a:schemeClr val="lt1"/>
            </a:solidFill>
            <a:ln w="19050" cap="flat" cmpd="sng">
              <a:solidFill>
                <a:schemeClr val="dk2"/>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Comfortaa"/>
                <a:ea typeface="Comfortaa"/>
                <a:cs typeface="Comfortaa"/>
                <a:sym typeface="Comfortaa"/>
              </a:endParaRPr>
            </a:p>
          </p:txBody>
        </p:sp>
        <p:sp>
          <p:nvSpPr>
            <p:cNvPr id="1061" name="Shape 1061"/>
            <p:cNvSpPr/>
            <p:nvPr/>
          </p:nvSpPr>
          <p:spPr>
            <a:xfrm>
              <a:off x="4350594" y="2091875"/>
              <a:ext cx="188280" cy="131239"/>
            </a:xfrm>
            <a:prstGeom prst="rect">
              <a:avLst/>
            </a:prstGeom>
            <a:solidFill>
              <a:schemeClr val="lt1"/>
            </a:solidFill>
            <a:ln w="19050" cap="flat" cmpd="sng">
              <a:solidFill>
                <a:schemeClr val="dk2"/>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rgbClr val="FFFFFF"/>
                </a:solidFill>
                <a:latin typeface="Comfortaa"/>
                <a:ea typeface="Comfortaa"/>
                <a:cs typeface="Comfortaa"/>
                <a:sym typeface="Comfortaa"/>
              </a:endParaRPr>
            </a:p>
          </p:txBody>
        </p:sp>
        <p:grpSp>
          <p:nvGrpSpPr>
            <p:cNvPr id="1062" name="Shape 1062"/>
            <p:cNvGrpSpPr/>
            <p:nvPr/>
          </p:nvGrpSpPr>
          <p:grpSpPr>
            <a:xfrm>
              <a:off x="4114996" y="2072304"/>
              <a:ext cx="475089" cy="470421"/>
              <a:chOff x="4343297" y="2377595"/>
              <a:chExt cx="394170" cy="390297"/>
            </a:xfrm>
          </p:grpSpPr>
          <p:sp>
            <p:nvSpPr>
              <p:cNvPr id="1063" name="Shape 1063"/>
              <p:cNvSpPr/>
              <p:nvPr/>
            </p:nvSpPr>
            <p:spPr>
              <a:xfrm>
                <a:off x="4394091" y="2518683"/>
                <a:ext cx="278486" cy="176502"/>
              </a:xfrm>
              <a:prstGeom prst="rect">
                <a:avLst/>
              </a:prstGeom>
              <a:solidFill>
                <a:schemeClr val="lt1"/>
              </a:solidFill>
              <a:ln w="19050" cap="flat" cmpd="sng">
                <a:solidFill>
                  <a:schemeClr val="dk2"/>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Comfortaa"/>
                  <a:ea typeface="Comfortaa"/>
                  <a:cs typeface="Comfortaa"/>
                  <a:sym typeface="Comfortaa"/>
                </a:endParaRPr>
              </a:p>
            </p:txBody>
          </p:sp>
          <p:grpSp>
            <p:nvGrpSpPr>
              <p:cNvPr id="1064" name="Shape 1064"/>
              <p:cNvGrpSpPr/>
              <p:nvPr/>
            </p:nvGrpSpPr>
            <p:grpSpPr>
              <a:xfrm>
                <a:off x="4343297" y="2377595"/>
                <a:ext cx="394170" cy="390297"/>
                <a:chOff x="620712" y="2868613"/>
                <a:chExt cx="646112" cy="639762"/>
              </a:xfrm>
            </p:grpSpPr>
            <p:sp>
              <p:nvSpPr>
                <p:cNvPr id="1065" name="Shape 1065"/>
                <p:cNvSpPr/>
                <p:nvPr/>
              </p:nvSpPr>
              <p:spPr>
                <a:xfrm>
                  <a:off x="620712" y="2868613"/>
                  <a:ext cx="646112" cy="639762"/>
                </a:xfrm>
                <a:custGeom>
                  <a:avLst/>
                  <a:gdLst/>
                  <a:ahLst/>
                  <a:cxnLst/>
                  <a:rect l="0" t="0" r="0" b="0"/>
                  <a:pathLst>
                    <a:path w="120000" h="120000" extrusionOk="0">
                      <a:moveTo>
                        <a:pt x="18461" y="49655"/>
                      </a:moveTo>
                      <a:cubicBezTo>
                        <a:pt x="18461" y="84827"/>
                        <a:pt x="18461" y="84827"/>
                        <a:pt x="18461" y="84827"/>
                      </a:cubicBezTo>
                      <a:cubicBezTo>
                        <a:pt x="18461" y="84827"/>
                        <a:pt x="18461" y="84827"/>
                        <a:pt x="18461" y="84827"/>
                      </a:cubicBezTo>
                      <a:cubicBezTo>
                        <a:pt x="100512" y="84827"/>
                        <a:pt x="100512" y="84827"/>
                        <a:pt x="100512" y="84827"/>
                      </a:cubicBezTo>
                      <a:cubicBezTo>
                        <a:pt x="100512" y="49655"/>
                        <a:pt x="100512" y="49655"/>
                        <a:pt x="100512" y="49655"/>
                      </a:cubicBezTo>
                      <a:lnTo>
                        <a:pt x="18461" y="49655"/>
                      </a:lnTo>
                      <a:close/>
                      <a:moveTo>
                        <a:pt x="18461" y="34137"/>
                      </a:moveTo>
                      <a:cubicBezTo>
                        <a:pt x="18461" y="5172"/>
                        <a:pt x="18461" y="5172"/>
                        <a:pt x="18461" y="5172"/>
                      </a:cubicBezTo>
                      <a:cubicBezTo>
                        <a:pt x="18461" y="2068"/>
                        <a:pt x="16410" y="0"/>
                        <a:pt x="13333" y="0"/>
                      </a:cubicBezTo>
                      <a:cubicBezTo>
                        <a:pt x="5128" y="0"/>
                        <a:pt x="5128" y="0"/>
                        <a:pt x="5128" y="0"/>
                      </a:cubicBezTo>
                      <a:cubicBezTo>
                        <a:pt x="2051" y="0"/>
                        <a:pt x="0" y="2068"/>
                        <a:pt x="0" y="5172"/>
                      </a:cubicBezTo>
                      <a:cubicBezTo>
                        <a:pt x="0" y="115862"/>
                        <a:pt x="0" y="115862"/>
                        <a:pt x="0" y="115862"/>
                      </a:cubicBezTo>
                      <a:cubicBezTo>
                        <a:pt x="0" y="117931"/>
                        <a:pt x="2051" y="120000"/>
                        <a:pt x="5128" y="120000"/>
                      </a:cubicBezTo>
                      <a:cubicBezTo>
                        <a:pt x="13333" y="120000"/>
                        <a:pt x="13333" y="120000"/>
                        <a:pt x="13333" y="120000"/>
                      </a:cubicBezTo>
                      <a:cubicBezTo>
                        <a:pt x="16410" y="120000"/>
                        <a:pt x="18461" y="117931"/>
                        <a:pt x="18461" y="115862"/>
                      </a:cubicBezTo>
                      <a:cubicBezTo>
                        <a:pt x="18461" y="99310"/>
                        <a:pt x="18461" y="99310"/>
                        <a:pt x="18461" y="99310"/>
                      </a:cubicBezTo>
                      <a:cubicBezTo>
                        <a:pt x="100512" y="99310"/>
                        <a:pt x="100512" y="99310"/>
                        <a:pt x="100512" y="99310"/>
                      </a:cubicBezTo>
                      <a:cubicBezTo>
                        <a:pt x="100512" y="115862"/>
                        <a:pt x="100512" y="115862"/>
                        <a:pt x="100512" y="115862"/>
                      </a:cubicBezTo>
                      <a:cubicBezTo>
                        <a:pt x="100512" y="117931"/>
                        <a:pt x="103589" y="120000"/>
                        <a:pt x="106666" y="120000"/>
                      </a:cubicBezTo>
                      <a:cubicBezTo>
                        <a:pt x="114871" y="120000"/>
                        <a:pt x="114871" y="120000"/>
                        <a:pt x="114871" y="120000"/>
                      </a:cubicBezTo>
                      <a:cubicBezTo>
                        <a:pt x="117948" y="120000"/>
                        <a:pt x="120000" y="117931"/>
                        <a:pt x="120000" y="115862"/>
                      </a:cubicBezTo>
                      <a:cubicBezTo>
                        <a:pt x="120000" y="5172"/>
                        <a:pt x="120000" y="5172"/>
                        <a:pt x="120000" y="5172"/>
                      </a:cubicBezTo>
                      <a:cubicBezTo>
                        <a:pt x="120000" y="2068"/>
                        <a:pt x="117948" y="0"/>
                        <a:pt x="114871" y="0"/>
                      </a:cubicBezTo>
                      <a:cubicBezTo>
                        <a:pt x="106666" y="0"/>
                        <a:pt x="106666" y="0"/>
                        <a:pt x="106666" y="0"/>
                      </a:cubicBezTo>
                      <a:cubicBezTo>
                        <a:pt x="103589" y="0"/>
                        <a:pt x="100512" y="2068"/>
                        <a:pt x="100512" y="5172"/>
                      </a:cubicBezTo>
                      <a:cubicBezTo>
                        <a:pt x="100512" y="34137"/>
                        <a:pt x="100512" y="34137"/>
                        <a:pt x="100512" y="34137"/>
                      </a:cubicBezTo>
                      <a:lnTo>
                        <a:pt x="18461" y="34137"/>
                      </a:lnTo>
                      <a:close/>
                    </a:path>
                  </a:pathLst>
                </a:custGeom>
                <a:solidFill>
                  <a:schemeClr val="lt1"/>
                </a:solidFill>
                <a:ln w="19050" cap="flat" cmpd="sng">
                  <a:solidFill>
                    <a:schemeClr val="dk2"/>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Comfortaa"/>
                    <a:ea typeface="Comfortaa"/>
                    <a:cs typeface="Comfortaa"/>
                    <a:sym typeface="Comfortaa"/>
                  </a:endParaRPr>
                </a:p>
              </p:txBody>
            </p:sp>
            <p:sp>
              <p:nvSpPr>
                <p:cNvPr id="1066" name="Shape 1066"/>
                <p:cNvSpPr/>
                <p:nvPr/>
              </p:nvSpPr>
              <p:spPr>
                <a:xfrm>
                  <a:off x="730250" y="2901950"/>
                  <a:ext cx="100013" cy="142875"/>
                </a:xfrm>
                <a:custGeom>
                  <a:avLst/>
                  <a:gdLst/>
                  <a:ahLst/>
                  <a:cxnLst/>
                  <a:rect l="0" t="0" r="0" b="0"/>
                  <a:pathLst>
                    <a:path w="120000" h="120000" extrusionOk="0">
                      <a:moveTo>
                        <a:pt x="0" y="0"/>
                      </a:moveTo>
                      <a:cubicBezTo>
                        <a:pt x="106666" y="0"/>
                        <a:pt x="106666" y="0"/>
                        <a:pt x="106666" y="0"/>
                      </a:cubicBezTo>
                      <a:cubicBezTo>
                        <a:pt x="113333" y="0"/>
                        <a:pt x="120000" y="4615"/>
                        <a:pt x="120000" y="9230"/>
                      </a:cubicBezTo>
                      <a:cubicBezTo>
                        <a:pt x="120000" y="120000"/>
                        <a:pt x="120000" y="120000"/>
                        <a:pt x="120000" y="120000"/>
                      </a:cubicBezTo>
                    </a:path>
                  </a:pathLst>
                </a:custGeom>
                <a:solidFill>
                  <a:schemeClr val="lt1"/>
                </a:solidFill>
                <a:ln w="19050" cap="flat" cmpd="sng">
                  <a:solidFill>
                    <a:schemeClr val="dk2"/>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Comfortaa"/>
                    <a:ea typeface="Comfortaa"/>
                    <a:cs typeface="Comfortaa"/>
                    <a:sym typeface="Comfortaa"/>
                  </a:endParaRPr>
                </a:p>
              </p:txBody>
            </p:sp>
            <p:sp>
              <p:nvSpPr>
                <p:cNvPr id="1067" name="Shape 1067"/>
                <p:cNvSpPr/>
                <p:nvPr/>
              </p:nvSpPr>
              <p:spPr>
                <a:xfrm>
                  <a:off x="946150" y="2901950"/>
                  <a:ext cx="214312" cy="142875"/>
                </a:xfrm>
                <a:custGeom>
                  <a:avLst/>
                  <a:gdLst/>
                  <a:ahLst/>
                  <a:cxnLst/>
                  <a:rect l="0" t="0" r="0" b="0"/>
                  <a:pathLst>
                    <a:path w="120000" h="120000" extrusionOk="0">
                      <a:moveTo>
                        <a:pt x="0" y="120000"/>
                      </a:moveTo>
                      <a:cubicBezTo>
                        <a:pt x="0" y="9230"/>
                        <a:pt x="0" y="9230"/>
                        <a:pt x="0" y="9230"/>
                      </a:cubicBezTo>
                      <a:cubicBezTo>
                        <a:pt x="0" y="4615"/>
                        <a:pt x="3076" y="0"/>
                        <a:pt x="6153" y="0"/>
                      </a:cubicBezTo>
                      <a:cubicBezTo>
                        <a:pt x="120000" y="0"/>
                        <a:pt x="120000" y="0"/>
                        <a:pt x="120000" y="0"/>
                      </a:cubicBezTo>
                    </a:path>
                  </a:pathLst>
                </a:custGeom>
                <a:solidFill>
                  <a:schemeClr val="lt1"/>
                </a:solidFill>
                <a:ln w="19050" cap="flat" cmpd="sng">
                  <a:solidFill>
                    <a:schemeClr val="dk2"/>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Comfortaa"/>
                    <a:ea typeface="Comfortaa"/>
                    <a:cs typeface="Comfortaa"/>
                    <a:sym typeface="Comfortaa"/>
                  </a:endParaRPr>
                </a:p>
              </p:txBody>
            </p:sp>
            <p:cxnSp>
              <p:nvCxnSpPr>
                <p:cNvPr id="1068" name="Shape 1068"/>
                <p:cNvCxnSpPr/>
                <p:nvPr/>
              </p:nvCxnSpPr>
              <p:spPr>
                <a:xfrm>
                  <a:off x="830262" y="3133725"/>
                  <a:ext cx="0" cy="176212"/>
                </a:xfrm>
                <a:prstGeom prst="straightConnector1">
                  <a:avLst/>
                </a:prstGeom>
                <a:solidFill>
                  <a:schemeClr val="lt1"/>
                </a:solidFill>
                <a:ln w="19050" cap="flat" cmpd="sng">
                  <a:solidFill>
                    <a:schemeClr val="dk2"/>
                  </a:solidFill>
                  <a:prstDash val="solid"/>
                  <a:miter/>
                  <a:headEnd type="none" w="med" len="med"/>
                  <a:tailEnd type="none" w="med" len="med"/>
                </a:ln>
              </p:spPr>
            </p:cxnSp>
            <p:cxnSp>
              <p:nvCxnSpPr>
                <p:cNvPr id="1069" name="Shape 1069"/>
                <p:cNvCxnSpPr/>
                <p:nvPr/>
              </p:nvCxnSpPr>
              <p:spPr>
                <a:xfrm>
                  <a:off x="939800" y="3133725"/>
                  <a:ext cx="0" cy="176212"/>
                </a:xfrm>
                <a:prstGeom prst="straightConnector1">
                  <a:avLst/>
                </a:prstGeom>
                <a:solidFill>
                  <a:schemeClr val="lt1"/>
                </a:solidFill>
                <a:ln w="19050" cap="flat" cmpd="sng">
                  <a:solidFill>
                    <a:schemeClr val="dk2"/>
                  </a:solidFill>
                  <a:prstDash val="solid"/>
                  <a:miter/>
                  <a:headEnd type="none" w="med" len="med"/>
                  <a:tailEnd type="none" w="med" len="med"/>
                </a:ln>
              </p:spPr>
            </p:cxnSp>
            <p:cxnSp>
              <p:nvCxnSpPr>
                <p:cNvPr id="1070" name="Shape 1070"/>
                <p:cNvCxnSpPr/>
                <p:nvPr/>
              </p:nvCxnSpPr>
              <p:spPr>
                <a:xfrm>
                  <a:off x="1050925" y="3133725"/>
                  <a:ext cx="0" cy="176212"/>
                </a:xfrm>
                <a:prstGeom prst="straightConnector1">
                  <a:avLst/>
                </a:prstGeom>
                <a:solidFill>
                  <a:schemeClr val="lt1"/>
                </a:solidFill>
                <a:ln w="19050" cap="flat" cmpd="sng">
                  <a:solidFill>
                    <a:schemeClr val="dk2"/>
                  </a:solidFill>
                  <a:prstDash val="solid"/>
                  <a:miter/>
                  <a:headEnd type="none" w="med" len="med"/>
                  <a:tailEnd type="none" w="med" len="med"/>
                </a:ln>
              </p:spPr>
            </p:cxnSp>
            <p:cxnSp>
              <p:nvCxnSpPr>
                <p:cNvPr id="1071" name="Shape 1071"/>
                <p:cNvCxnSpPr/>
                <p:nvPr/>
              </p:nvCxnSpPr>
              <p:spPr>
                <a:xfrm>
                  <a:off x="1050925" y="2901950"/>
                  <a:ext cx="0" cy="147638"/>
                </a:xfrm>
                <a:prstGeom prst="straightConnector1">
                  <a:avLst/>
                </a:prstGeom>
                <a:solidFill>
                  <a:schemeClr val="lt1"/>
                </a:solidFill>
                <a:ln w="19050" cap="flat" cmpd="sng">
                  <a:solidFill>
                    <a:schemeClr val="dk2"/>
                  </a:solidFill>
                  <a:prstDash val="solid"/>
                  <a:miter/>
                  <a:headEnd type="none" w="med" len="med"/>
                  <a:tailEnd type="none" w="med" len="med"/>
                </a:ln>
              </p:spPr>
            </p:cxnSp>
          </p:grpSp>
        </p:grpSp>
      </p:grpSp>
      <p:grpSp>
        <p:nvGrpSpPr>
          <p:cNvPr id="1072" name="Shape 1072"/>
          <p:cNvGrpSpPr/>
          <p:nvPr/>
        </p:nvGrpSpPr>
        <p:grpSpPr>
          <a:xfrm>
            <a:off x="352916" y="2976004"/>
            <a:ext cx="2067444" cy="619791"/>
            <a:chOff x="352916" y="2801832"/>
            <a:chExt cx="2067444" cy="619791"/>
          </a:xfrm>
        </p:grpSpPr>
        <p:sp>
          <p:nvSpPr>
            <p:cNvPr id="1073" name="Shape 1073"/>
            <p:cNvSpPr/>
            <p:nvPr/>
          </p:nvSpPr>
          <p:spPr>
            <a:xfrm>
              <a:off x="352916" y="2801832"/>
              <a:ext cx="2067444" cy="619791"/>
            </a:xfrm>
            <a:prstGeom prst="rect">
              <a:avLst/>
            </a:prstGeom>
            <a:solidFill>
              <a:srgbClr val="FFFFFF"/>
            </a:solidFill>
            <a:ln w="12700" cap="flat" cmpd="sng">
              <a:solidFill>
                <a:srgbClr val="5AC68D"/>
              </a:solidFill>
              <a:prstDash val="solid"/>
              <a:round/>
              <a:headEnd type="none" w="med" len="med"/>
              <a:tailEnd type="none" w="med" len="med"/>
            </a:ln>
          </p:spPr>
          <p:txBody>
            <a:bodyPr lIns="51425" tIns="25700" rIns="51425" bIns="25700" anchor="ctr" anchorCtr="0">
              <a:noAutofit/>
            </a:bodyPr>
            <a:lstStyle/>
            <a:p>
              <a:pPr marL="0" marR="0" lvl="0" indent="0" algn="ctr" rtl="0">
                <a:lnSpc>
                  <a:spcPct val="100000"/>
                </a:lnSpc>
                <a:spcBef>
                  <a:spcPts val="0"/>
                </a:spcBef>
                <a:spcAft>
                  <a:spcPts val="0"/>
                </a:spcAft>
                <a:buClr>
                  <a:srgbClr val="000000"/>
                </a:buClr>
                <a:buFont typeface="Arial"/>
                <a:buNone/>
              </a:pPr>
              <a:endParaRPr sz="825" b="0" i="0" u="none" strike="noStrike" cap="none">
                <a:solidFill>
                  <a:srgbClr val="000000"/>
                </a:solidFill>
                <a:latin typeface="Comfortaa"/>
                <a:ea typeface="Comfortaa"/>
                <a:cs typeface="Comfortaa"/>
                <a:sym typeface="Comfortaa"/>
              </a:endParaRPr>
            </a:p>
          </p:txBody>
        </p:sp>
        <p:sp>
          <p:nvSpPr>
            <p:cNvPr id="1074" name="Shape 1074"/>
            <p:cNvSpPr/>
            <p:nvPr/>
          </p:nvSpPr>
          <p:spPr>
            <a:xfrm>
              <a:off x="427897" y="2996310"/>
              <a:ext cx="798617" cy="230832"/>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708491"/>
                </a:buClr>
                <a:buSzPct val="25000"/>
                <a:buFont typeface="Comfortaa"/>
                <a:buNone/>
              </a:pPr>
              <a:r>
                <a:rPr lang="en" sz="900" b="1" i="0" u="none" strike="noStrike" cap="none">
                  <a:solidFill>
                    <a:srgbClr val="708491"/>
                  </a:solidFill>
                  <a:latin typeface="Arial"/>
                  <a:ea typeface="Arial"/>
                  <a:cs typeface="Arial"/>
                  <a:sym typeface="Arial"/>
                </a:rPr>
                <a:t>Traditional</a:t>
              </a:r>
            </a:p>
          </p:txBody>
        </p:sp>
        <p:grpSp>
          <p:nvGrpSpPr>
            <p:cNvPr id="1075" name="Shape 1075"/>
            <p:cNvGrpSpPr/>
            <p:nvPr/>
          </p:nvGrpSpPr>
          <p:grpSpPr>
            <a:xfrm>
              <a:off x="1976897" y="3027978"/>
              <a:ext cx="167496" cy="167496"/>
              <a:chOff x="-4901926" y="-20638"/>
              <a:chExt cx="442912" cy="442912"/>
            </a:xfrm>
          </p:grpSpPr>
          <p:sp>
            <p:nvSpPr>
              <p:cNvPr id="1076" name="Shape 1076"/>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77" name="Shape 1077"/>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78" name="Shape 1078"/>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79" name="Shape 1079"/>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080" name="Shape 1080"/>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081" name="Shape 1081"/>
            <p:cNvGrpSpPr/>
            <p:nvPr/>
          </p:nvGrpSpPr>
          <p:grpSpPr>
            <a:xfrm>
              <a:off x="1311309" y="2997102"/>
              <a:ext cx="403088" cy="229251"/>
              <a:chOff x="1432415" y="3867643"/>
              <a:chExt cx="537450" cy="305668"/>
            </a:xfrm>
          </p:grpSpPr>
          <p:sp>
            <p:nvSpPr>
              <p:cNvPr id="1082" name="Shape 1082"/>
              <p:cNvSpPr/>
              <p:nvPr/>
            </p:nvSpPr>
            <p:spPr>
              <a:xfrm>
                <a:off x="1593250" y="3934557"/>
                <a:ext cx="255089" cy="168688"/>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nvGrpSpPr>
              <p:cNvPr id="1083" name="Shape 1083"/>
              <p:cNvGrpSpPr/>
              <p:nvPr/>
            </p:nvGrpSpPr>
            <p:grpSpPr>
              <a:xfrm>
                <a:off x="1432415" y="3867643"/>
                <a:ext cx="537450" cy="305668"/>
                <a:chOff x="1522412" y="2301875"/>
                <a:chExt cx="842963" cy="479425"/>
              </a:xfrm>
            </p:grpSpPr>
            <p:sp>
              <p:nvSpPr>
                <p:cNvPr id="1084" name="Shape 1084"/>
                <p:cNvSpPr/>
                <p:nvPr/>
              </p:nvSpPr>
              <p:spPr>
                <a:xfrm>
                  <a:off x="1654175" y="2344738"/>
                  <a:ext cx="579438" cy="376238"/>
                </a:xfrm>
                <a:custGeom>
                  <a:avLst/>
                  <a:gdLst/>
                  <a:ahLst/>
                  <a:cxnLst/>
                  <a:rect l="0" t="0" r="0" b="0"/>
                  <a:pathLst>
                    <a:path w="120000" h="120000" extrusionOk="0">
                      <a:moveTo>
                        <a:pt x="657" y="120000"/>
                      </a:moveTo>
                      <a:lnTo>
                        <a:pt x="0" y="120000"/>
                      </a:lnTo>
                      <a:lnTo>
                        <a:pt x="0" y="0"/>
                      </a:lnTo>
                      <a:lnTo>
                        <a:pt x="119999" y="0"/>
                      </a:lnTo>
                      <a:lnTo>
                        <a:pt x="119999" y="120000"/>
                      </a:lnTo>
                      <a:lnTo>
                        <a:pt x="657" y="120000"/>
                      </a:lnTo>
                      <a:lnTo>
                        <a:pt x="657" y="120000"/>
                      </a:lnTo>
                      <a:close/>
                      <a:moveTo>
                        <a:pt x="118356" y="117974"/>
                      </a:moveTo>
                      <a:lnTo>
                        <a:pt x="118356" y="1518"/>
                      </a:lnTo>
                      <a:lnTo>
                        <a:pt x="1643" y="1518"/>
                      </a:lnTo>
                      <a:lnTo>
                        <a:pt x="1643" y="117974"/>
                      </a:lnTo>
                      <a:lnTo>
                        <a:pt x="118356" y="117974"/>
                      </a:lnTo>
                      <a:lnTo>
                        <a:pt x="118356" y="117974"/>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1085" name="Shape 1085"/>
                <p:cNvSpPr/>
                <p:nvPr/>
              </p:nvSpPr>
              <p:spPr>
                <a:xfrm>
                  <a:off x="1933575" y="2316163"/>
                  <a:ext cx="22225" cy="22225"/>
                </a:xfrm>
                <a:custGeom>
                  <a:avLst/>
                  <a:gdLst/>
                  <a:ahLst/>
                  <a:cxnLst/>
                  <a:rect l="0" t="0" r="0" b="0"/>
                  <a:pathLst>
                    <a:path w="120000" h="120000" extrusionOk="0">
                      <a:moveTo>
                        <a:pt x="0" y="60000"/>
                      </a:moveTo>
                      <a:cubicBezTo>
                        <a:pt x="0" y="30000"/>
                        <a:pt x="20000" y="0"/>
                        <a:pt x="60000" y="0"/>
                      </a:cubicBezTo>
                      <a:cubicBezTo>
                        <a:pt x="60000" y="0"/>
                        <a:pt x="60000" y="0"/>
                        <a:pt x="60000" y="0"/>
                      </a:cubicBezTo>
                      <a:cubicBezTo>
                        <a:pt x="90000" y="0"/>
                        <a:pt x="120000" y="30000"/>
                        <a:pt x="120000" y="60000"/>
                      </a:cubicBezTo>
                      <a:cubicBezTo>
                        <a:pt x="120000" y="60000"/>
                        <a:pt x="120000" y="60000"/>
                        <a:pt x="120000" y="60000"/>
                      </a:cubicBezTo>
                      <a:cubicBezTo>
                        <a:pt x="120000" y="100000"/>
                        <a:pt x="90000" y="120000"/>
                        <a:pt x="60000" y="120000"/>
                      </a:cubicBezTo>
                      <a:cubicBezTo>
                        <a:pt x="60000" y="120000"/>
                        <a:pt x="60000" y="120000"/>
                        <a:pt x="60000" y="120000"/>
                      </a:cubicBezTo>
                      <a:cubicBezTo>
                        <a:pt x="20000" y="120000"/>
                        <a:pt x="0" y="100000"/>
                        <a:pt x="0" y="60000"/>
                      </a:cubicBezTo>
                      <a:close/>
                      <a:moveTo>
                        <a:pt x="20000" y="60000"/>
                      </a:moveTo>
                      <a:cubicBezTo>
                        <a:pt x="20000" y="80000"/>
                        <a:pt x="40000" y="100000"/>
                        <a:pt x="60000" y="100000"/>
                      </a:cubicBezTo>
                      <a:cubicBezTo>
                        <a:pt x="60000" y="100000"/>
                        <a:pt x="60000" y="100000"/>
                        <a:pt x="60000" y="100000"/>
                      </a:cubicBezTo>
                      <a:cubicBezTo>
                        <a:pt x="80000" y="100000"/>
                        <a:pt x="90000" y="80000"/>
                        <a:pt x="90000" y="60000"/>
                      </a:cubicBezTo>
                      <a:cubicBezTo>
                        <a:pt x="90000" y="60000"/>
                        <a:pt x="90000" y="60000"/>
                        <a:pt x="90000" y="60000"/>
                      </a:cubicBezTo>
                      <a:cubicBezTo>
                        <a:pt x="90000" y="40000"/>
                        <a:pt x="80000" y="30000"/>
                        <a:pt x="60000" y="30000"/>
                      </a:cubicBezTo>
                      <a:cubicBezTo>
                        <a:pt x="60000" y="30000"/>
                        <a:pt x="60000" y="30000"/>
                        <a:pt x="60000" y="30000"/>
                      </a:cubicBezTo>
                      <a:cubicBezTo>
                        <a:pt x="40000" y="30000"/>
                        <a:pt x="20000" y="40000"/>
                        <a:pt x="20000" y="60000"/>
                      </a:cubicBez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1086" name="Shape 1086"/>
                <p:cNvSpPr/>
                <p:nvPr/>
              </p:nvSpPr>
              <p:spPr>
                <a:xfrm>
                  <a:off x="1522412" y="2301875"/>
                  <a:ext cx="842963" cy="479425"/>
                </a:xfrm>
                <a:custGeom>
                  <a:avLst/>
                  <a:gdLst/>
                  <a:ahLst/>
                  <a:cxnLst/>
                  <a:rect l="0" t="0" r="0" b="0"/>
                  <a:pathLst>
                    <a:path w="120000" h="120000" extrusionOk="0">
                      <a:moveTo>
                        <a:pt x="107210" y="108960"/>
                      </a:moveTo>
                      <a:cubicBezTo>
                        <a:pt x="107210" y="8640"/>
                        <a:pt x="107210" y="8640"/>
                        <a:pt x="107210" y="8640"/>
                      </a:cubicBezTo>
                      <a:cubicBezTo>
                        <a:pt x="107210" y="3840"/>
                        <a:pt x="104761" y="0"/>
                        <a:pt x="102040" y="0"/>
                      </a:cubicBezTo>
                      <a:cubicBezTo>
                        <a:pt x="17959" y="0"/>
                        <a:pt x="17959" y="0"/>
                        <a:pt x="17959" y="0"/>
                      </a:cubicBezTo>
                      <a:cubicBezTo>
                        <a:pt x="15238" y="0"/>
                        <a:pt x="13061" y="3840"/>
                        <a:pt x="13061" y="8640"/>
                      </a:cubicBezTo>
                      <a:cubicBezTo>
                        <a:pt x="13061" y="108960"/>
                        <a:pt x="13061" y="108960"/>
                        <a:pt x="13061" y="108960"/>
                      </a:cubicBezTo>
                      <a:cubicBezTo>
                        <a:pt x="0" y="108960"/>
                        <a:pt x="0" y="108960"/>
                        <a:pt x="0" y="108960"/>
                      </a:cubicBezTo>
                      <a:cubicBezTo>
                        <a:pt x="0" y="108960"/>
                        <a:pt x="0" y="110880"/>
                        <a:pt x="0" y="111360"/>
                      </a:cubicBezTo>
                      <a:cubicBezTo>
                        <a:pt x="0" y="115200"/>
                        <a:pt x="1088" y="117600"/>
                        <a:pt x="2448" y="118560"/>
                      </a:cubicBezTo>
                      <a:cubicBezTo>
                        <a:pt x="4081" y="120000"/>
                        <a:pt x="5714" y="120000"/>
                        <a:pt x="7619" y="120000"/>
                      </a:cubicBezTo>
                      <a:cubicBezTo>
                        <a:pt x="112380" y="120000"/>
                        <a:pt x="112380" y="120000"/>
                        <a:pt x="112380" y="120000"/>
                      </a:cubicBezTo>
                      <a:cubicBezTo>
                        <a:pt x="114285" y="120000"/>
                        <a:pt x="116190" y="120000"/>
                        <a:pt x="117551" y="118560"/>
                      </a:cubicBezTo>
                      <a:cubicBezTo>
                        <a:pt x="118911" y="117600"/>
                        <a:pt x="119999" y="115200"/>
                        <a:pt x="119999" y="111360"/>
                      </a:cubicBezTo>
                      <a:cubicBezTo>
                        <a:pt x="119999" y="110880"/>
                        <a:pt x="119999" y="108960"/>
                        <a:pt x="119999" y="108960"/>
                      </a:cubicBezTo>
                      <a:lnTo>
                        <a:pt x="107210" y="108960"/>
                      </a:lnTo>
                      <a:close/>
                      <a:moveTo>
                        <a:pt x="14421" y="8640"/>
                      </a:moveTo>
                      <a:cubicBezTo>
                        <a:pt x="14421" y="5280"/>
                        <a:pt x="16054" y="2400"/>
                        <a:pt x="17959" y="1920"/>
                      </a:cubicBezTo>
                      <a:cubicBezTo>
                        <a:pt x="102040" y="1920"/>
                        <a:pt x="102040" y="1920"/>
                        <a:pt x="102040" y="1920"/>
                      </a:cubicBezTo>
                      <a:cubicBezTo>
                        <a:pt x="104217" y="2400"/>
                        <a:pt x="105850" y="5280"/>
                        <a:pt x="105850" y="8640"/>
                      </a:cubicBezTo>
                      <a:cubicBezTo>
                        <a:pt x="105850" y="108960"/>
                        <a:pt x="105850" y="108960"/>
                        <a:pt x="105850" y="108960"/>
                      </a:cubicBezTo>
                      <a:cubicBezTo>
                        <a:pt x="14421" y="108960"/>
                        <a:pt x="14421" y="108960"/>
                        <a:pt x="14421" y="108960"/>
                      </a:cubicBezTo>
                      <a:lnTo>
                        <a:pt x="14421" y="8640"/>
                      </a:lnTo>
                      <a:close/>
                      <a:moveTo>
                        <a:pt x="73741" y="110880"/>
                      </a:moveTo>
                      <a:cubicBezTo>
                        <a:pt x="73469" y="111360"/>
                        <a:pt x="73197" y="111840"/>
                        <a:pt x="72925" y="111840"/>
                      </a:cubicBezTo>
                      <a:cubicBezTo>
                        <a:pt x="47346" y="111840"/>
                        <a:pt x="47346" y="111840"/>
                        <a:pt x="47346" y="111840"/>
                      </a:cubicBezTo>
                      <a:cubicBezTo>
                        <a:pt x="47074" y="111840"/>
                        <a:pt x="46530" y="111360"/>
                        <a:pt x="46530" y="110880"/>
                      </a:cubicBezTo>
                      <a:lnTo>
                        <a:pt x="73741" y="110880"/>
                      </a:lnTo>
                      <a:close/>
                      <a:moveTo>
                        <a:pt x="118639" y="111360"/>
                      </a:moveTo>
                      <a:cubicBezTo>
                        <a:pt x="118639" y="114240"/>
                        <a:pt x="118095" y="115680"/>
                        <a:pt x="117006" y="116640"/>
                      </a:cubicBezTo>
                      <a:cubicBezTo>
                        <a:pt x="115918" y="117600"/>
                        <a:pt x="114285" y="118080"/>
                        <a:pt x="112380" y="118080"/>
                      </a:cubicBezTo>
                      <a:cubicBezTo>
                        <a:pt x="7619" y="118080"/>
                        <a:pt x="7619" y="118080"/>
                        <a:pt x="7619" y="118080"/>
                      </a:cubicBezTo>
                      <a:cubicBezTo>
                        <a:pt x="5986" y="118080"/>
                        <a:pt x="4353" y="117600"/>
                        <a:pt x="3265" y="116640"/>
                      </a:cubicBezTo>
                      <a:cubicBezTo>
                        <a:pt x="2176" y="115680"/>
                        <a:pt x="1360" y="114240"/>
                        <a:pt x="1360" y="111360"/>
                      </a:cubicBezTo>
                      <a:cubicBezTo>
                        <a:pt x="1360" y="111360"/>
                        <a:pt x="1360" y="111360"/>
                        <a:pt x="1360" y="110880"/>
                      </a:cubicBezTo>
                      <a:cubicBezTo>
                        <a:pt x="44897" y="110880"/>
                        <a:pt x="44897" y="110880"/>
                        <a:pt x="44897" y="110880"/>
                      </a:cubicBezTo>
                      <a:cubicBezTo>
                        <a:pt x="45442" y="112800"/>
                        <a:pt x="46258" y="114240"/>
                        <a:pt x="47346" y="114240"/>
                      </a:cubicBezTo>
                      <a:cubicBezTo>
                        <a:pt x="72925" y="114240"/>
                        <a:pt x="72925" y="114240"/>
                        <a:pt x="72925" y="114240"/>
                      </a:cubicBezTo>
                      <a:cubicBezTo>
                        <a:pt x="74013" y="114240"/>
                        <a:pt x="74829" y="112800"/>
                        <a:pt x="75102" y="110880"/>
                      </a:cubicBezTo>
                      <a:cubicBezTo>
                        <a:pt x="118639" y="110880"/>
                        <a:pt x="118639" y="110880"/>
                        <a:pt x="118639" y="110880"/>
                      </a:cubicBezTo>
                      <a:lnTo>
                        <a:pt x="118639" y="111360"/>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grpSp>
        </p:grpSp>
      </p:grpSp>
      <p:grpSp>
        <p:nvGrpSpPr>
          <p:cNvPr id="1087" name="Shape 1087"/>
          <p:cNvGrpSpPr/>
          <p:nvPr/>
        </p:nvGrpSpPr>
        <p:grpSpPr>
          <a:xfrm>
            <a:off x="350242" y="2141455"/>
            <a:ext cx="2079173" cy="611120"/>
            <a:chOff x="339732" y="1967283"/>
            <a:chExt cx="2079173" cy="611120"/>
          </a:xfrm>
        </p:grpSpPr>
        <p:sp>
          <p:nvSpPr>
            <p:cNvPr id="1088" name="Shape 1088"/>
            <p:cNvSpPr/>
            <p:nvPr/>
          </p:nvSpPr>
          <p:spPr>
            <a:xfrm>
              <a:off x="351461" y="1967283"/>
              <a:ext cx="2067444" cy="611120"/>
            </a:xfrm>
            <a:prstGeom prst="rect">
              <a:avLst/>
            </a:prstGeom>
            <a:solidFill>
              <a:srgbClr val="FFFFFF"/>
            </a:solidFill>
            <a:ln w="12700" cap="flat" cmpd="sng">
              <a:solidFill>
                <a:schemeClr val="accent3"/>
              </a:solidFill>
              <a:prstDash val="solid"/>
              <a:round/>
              <a:headEnd type="none" w="med" len="med"/>
              <a:tailEnd type="none" w="med" len="med"/>
            </a:ln>
          </p:spPr>
          <p:txBody>
            <a:bodyPr lIns="51425" tIns="25700" rIns="51425" bIns="25700" anchor="ctr" anchorCtr="0">
              <a:noAutofit/>
            </a:bodyPr>
            <a:lstStyle/>
            <a:p>
              <a:pPr marL="0" marR="0" lvl="0" indent="0" algn="ctr" rtl="0">
                <a:lnSpc>
                  <a:spcPct val="100000"/>
                </a:lnSpc>
                <a:spcBef>
                  <a:spcPts val="0"/>
                </a:spcBef>
                <a:spcAft>
                  <a:spcPts val="0"/>
                </a:spcAft>
                <a:buClr>
                  <a:srgbClr val="000000"/>
                </a:buClr>
                <a:buFont typeface="Arial"/>
                <a:buNone/>
              </a:pPr>
              <a:endParaRPr sz="825" b="0" i="0" u="none" strike="noStrike" cap="none">
                <a:solidFill>
                  <a:srgbClr val="000000"/>
                </a:solidFill>
                <a:latin typeface="Comfortaa"/>
                <a:ea typeface="Comfortaa"/>
                <a:cs typeface="Comfortaa"/>
                <a:sym typeface="Comfortaa"/>
              </a:endParaRPr>
            </a:p>
          </p:txBody>
        </p:sp>
        <p:sp>
          <p:nvSpPr>
            <p:cNvPr id="1089" name="Shape 1089"/>
            <p:cNvSpPr/>
            <p:nvPr/>
          </p:nvSpPr>
          <p:spPr>
            <a:xfrm>
              <a:off x="339732" y="2157426"/>
              <a:ext cx="974947" cy="230832"/>
            </a:xfrm>
            <a:prstGeom prst="rect">
              <a:avLst/>
            </a:prstGeom>
            <a:noFill/>
            <a:ln>
              <a:noFill/>
            </a:ln>
          </p:spPr>
          <p:txBody>
            <a:bodyPr lIns="91425" tIns="45700" rIns="91425" bIns="45700" anchor="t" anchorCtr="0">
              <a:noAutofit/>
            </a:bodyPr>
            <a:lstStyle/>
            <a:p>
              <a:pPr marL="0" marR="0" lvl="0" indent="0" algn="r" rtl="0">
                <a:lnSpc>
                  <a:spcPct val="100000"/>
                </a:lnSpc>
                <a:spcBef>
                  <a:spcPts val="0"/>
                </a:spcBef>
                <a:spcAft>
                  <a:spcPts val="0"/>
                </a:spcAft>
                <a:buClr>
                  <a:srgbClr val="708491"/>
                </a:buClr>
                <a:buSzPct val="25000"/>
                <a:buFont typeface="Comfortaa"/>
                <a:buNone/>
              </a:pPr>
              <a:r>
                <a:rPr lang="en" sz="900" b="1" i="0" u="none" strike="noStrike" cap="none">
                  <a:solidFill>
                    <a:srgbClr val="708491"/>
                  </a:solidFill>
                  <a:latin typeface="Arial"/>
                  <a:ea typeface="Arial"/>
                  <a:cs typeface="Arial"/>
                  <a:sym typeface="Arial"/>
                </a:rPr>
                <a:t>Microservices</a:t>
              </a:r>
            </a:p>
          </p:txBody>
        </p:sp>
        <p:grpSp>
          <p:nvGrpSpPr>
            <p:cNvPr id="1090" name="Shape 1090"/>
            <p:cNvGrpSpPr/>
            <p:nvPr/>
          </p:nvGrpSpPr>
          <p:grpSpPr>
            <a:xfrm>
              <a:off x="1833015" y="2071119"/>
              <a:ext cx="422890" cy="403448"/>
              <a:chOff x="1833015" y="2054722"/>
              <a:chExt cx="422890" cy="403448"/>
            </a:xfrm>
          </p:grpSpPr>
          <p:sp>
            <p:nvSpPr>
              <p:cNvPr id="1091" name="Shape 1091"/>
              <p:cNvSpPr/>
              <p:nvPr/>
            </p:nvSpPr>
            <p:spPr>
              <a:xfrm>
                <a:off x="1891091" y="2118000"/>
                <a:ext cx="307237" cy="308925"/>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1092" name="Shape 1092"/>
              <p:cNvGrpSpPr/>
              <p:nvPr/>
            </p:nvGrpSpPr>
            <p:grpSpPr>
              <a:xfrm>
                <a:off x="1833015" y="2290673"/>
                <a:ext cx="167498" cy="167497"/>
                <a:chOff x="-4901926" y="-20638"/>
                <a:chExt cx="442912" cy="442912"/>
              </a:xfrm>
            </p:grpSpPr>
            <p:sp>
              <p:nvSpPr>
                <p:cNvPr id="1093" name="Shape 1093"/>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094" name="Shape 1094"/>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95" name="Shape 1095"/>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96" name="Shape 1096"/>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097" name="Shape 1097"/>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098" name="Shape 1098"/>
              <p:cNvGrpSpPr/>
              <p:nvPr/>
            </p:nvGrpSpPr>
            <p:grpSpPr>
              <a:xfrm>
                <a:off x="2088408" y="2284032"/>
                <a:ext cx="167498" cy="167497"/>
                <a:chOff x="-4901926" y="-20638"/>
                <a:chExt cx="442912" cy="442912"/>
              </a:xfrm>
            </p:grpSpPr>
            <p:sp>
              <p:nvSpPr>
                <p:cNvPr id="1099" name="Shape 1099"/>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00" name="Shape 1100"/>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1" name="Shape 1101"/>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2" name="Shape 1102"/>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3" name="Shape 1103"/>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04" name="Shape 1104"/>
              <p:cNvGrpSpPr/>
              <p:nvPr/>
            </p:nvGrpSpPr>
            <p:grpSpPr>
              <a:xfrm>
                <a:off x="1967247" y="2054722"/>
                <a:ext cx="167498" cy="167497"/>
                <a:chOff x="-4901926" y="-20638"/>
                <a:chExt cx="442912" cy="442912"/>
              </a:xfrm>
            </p:grpSpPr>
            <p:sp>
              <p:nvSpPr>
                <p:cNvPr id="1105" name="Shape 1105"/>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06" name="Shape 1106"/>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7" name="Shape 1107"/>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8" name="Shape 1108"/>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09" name="Shape 1109"/>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110" name="Shape 1110"/>
            <p:cNvGrpSpPr/>
            <p:nvPr/>
          </p:nvGrpSpPr>
          <p:grpSpPr>
            <a:xfrm>
              <a:off x="1311309" y="2158219"/>
              <a:ext cx="403088" cy="229251"/>
              <a:chOff x="1430676" y="3130887"/>
              <a:chExt cx="537450" cy="305668"/>
            </a:xfrm>
          </p:grpSpPr>
          <p:sp>
            <p:nvSpPr>
              <p:cNvPr id="1111" name="Shape 1111"/>
              <p:cNvSpPr/>
              <p:nvPr/>
            </p:nvSpPr>
            <p:spPr>
              <a:xfrm>
                <a:off x="1591512" y="3197800"/>
                <a:ext cx="255089" cy="168688"/>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nvGrpSpPr>
              <p:cNvPr id="1112" name="Shape 1112"/>
              <p:cNvGrpSpPr/>
              <p:nvPr/>
            </p:nvGrpSpPr>
            <p:grpSpPr>
              <a:xfrm>
                <a:off x="1430676" y="3130887"/>
                <a:ext cx="537450" cy="305668"/>
                <a:chOff x="1522412" y="2301875"/>
                <a:chExt cx="842963" cy="479425"/>
              </a:xfrm>
            </p:grpSpPr>
            <p:sp>
              <p:nvSpPr>
                <p:cNvPr id="1113" name="Shape 1113"/>
                <p:cNvSpPr/>
                <p:nvPr/>
              </p:nvSpPr>
              <p:spPr>
                <a:xfrm>
                  <a:off x="1654175" y="2344738"/>
                  <a:ext cx="579438" cy="376238"/>
                </a:xfrm>
                <a:custGeom>
                  <a:avLst/>
                  <a:gdLst/>
                  <a:ahLst/>
                  <a:cxnLst/>
                  <a:rect l="0" t="0" r="0" b="0"/>
                  <a:pathLst>
                    <a:path w="120000" h="120000" extrusionOk="0">
                      <a:moveTo>
                        <a:pt x="657" y="120000"/>
                      </a:moveTo>
                      <a:lnTo>
                        <a:pt x="0" y="120000"/>
                      </a:lnTo>
                      <a:lnTo>
                        <a:pt x="0" y="0"/>
                      </a:lnTo>
                      <a:lnTo>
                        <a:pt x="119999" y="0"/>
                      </a:lnTo>
                      <a:lnTo>
                        <a:pt x="119999" y="120000"/>
                      </a:lnTo>
                      <a:lnTo>
                        <a:pt x="657" y="120000"/>
                      </a:lnTo>
                      <a:lnTo>
                        <a:pt x="657" y="120000"/>
                      </a:lnTo>
                      <a:close/>
                      <a:moveTo>
                        <a:pt x="118356" y="117974"/>
                      </a:moveTo>
                      <a:lnTo>
                        <a:pt x="118356" y="1518"/>
                      </a:lnTo>
                      <a:lnTo>
                        <a:pt x="1643" y="1518"/>
                      </a:lnTo>
                      <a:lnTo>
                        <a:pt x="1643" y="117974"/>
                      </a:lnTo>
                      <a:lnTo>
                        <a:pt x="118356" y="117974"/>
                      </a:lnTo>
                      <a:lnTo>
                        <a:pt x="118356" y="117974"/>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1114" name="Shape 1114"/>
                <p:cNvSpPr/>
                <p:nvPr/>
              </p:nvSpPr>
              <p:spPr>
                <a:xfrm>
                  <a:off x="1933575" y="2316163"/>
                  <a:ext cx="22225" cy="22225"/>
                </a:xfrm>
                <a:custGeom>
                  <a:avLst/>
                  <a:gdLst/>
                  <a:ahLst/>
                  <a:cxnLst/>
                  <a:rect l="0" t="0" r="0" b="0"/>
                  <a:pathLst>
                    <a:path w="120000" h="120000" extrusionOk="0">
                      <a:moveTo>
                        <a:pt x="0" y="60000"/>
                      </a:moveTo>
                      <a:cubicBezTo>
                        <a:pt x="0" y="30000"/>
                        <a:pt x="20000" y="0"/>
                        <a:pt x="60000" y="0"/>
                      </a:cubicBezTo>
                      <a:cubicBezTo>
                        <a:pt x="60000" y="0"/>
                        <a:pt x="60000" y="0"/>
                        <a:pt x="60000" y="0"/>
                      </a:cubicBezTo>
                      <a:cubicBezTo>
                        <a:pt x="90000" y="0"/>
                        <a:pt x="120000" y="30000"/>
                        <a:pt x="120000" y="60000"/>
                      </a:cubicBezTo>
                      <a:cubicBezTo>
                        <a:pt x="120000" y="60000"/>
                        <a:pt x="120000" y="60000"/>
                        <a:pt x="120000" y="60000"/>
                      </a:cubicBezTo>
                      <a:cubicBezTo>
                        <a:pt x="120000" y="100000"/>
                        <a:pt x="90000" y="120000"/>
                        <a:pt x="60000" y="120000"/>
                      </a:cubicBezTo>
                      <a:cubicBezTo>
                        <a:pt x="60000" y="120000"/>
                        <a:pt x="60000" y="120000"/>
                        <a:pt x="60000" y="120000"/>
                      </a:cubicBezTo>
                      <a:cubicBezTo>
                        <a:pt x="20000" y="120000"/>
                        <a:pt x="0" y="100000"/>
                        <a:pt x="0" y="60000"/>
                      </a:cubicBezTo>
                      <a:close/>
                      <a:moveTo>
                        <a:pt x="20000" y="60000"/>
                      </a:moveTo>
                      <a:cubicBezTo>
                        <a:pt x="20000" y="80000"/>
                        <a:pt x="40000" y="100000"/>
                        <a:pt x="60000" y="100000"/>
                      </a:cubicBezTo>
                      <a:cubicBezTo>
                        <a:pt x="60000" y="100000"/>
                        <a:pt x="60000" y="100000"/>
                        <a:pt x="60000" y="100000"/>
                      </a:cubicBezTo>
                      <a:cubicBezTo>
                        <a:pt x="80000" y="100000"/>
                        <a:pt x="90000" y="80000"/>
                        <a:pt x="90000" y="60000"/>
                      </a:cubicBezTo>
                      <a:cubicBezTo>
                        <a:pt x="90000" y="60000"/>
                        <a:pt x="90000" y="60000"/>
                        <a:pt x="90000" y="60000"/>
                      </a:cubicBezTo>
                      <a:cubicBezTo>
                        <a:pt x="90000" y="40000"/>
                        <a:pt x="80000" y="30000"/>
                        <a:pt x="60000" y="30000"/>
                      </a:cubicBezTo>
                      <a:cubicBezTo>
                        <a:pt x="60000" y="30000"/>
                        <a:pt x="60000" y="30000"/>
                        <a:pt x="60000" y="30000"/>
                      </a:cubicBezTo>
                      <a:cubicBezTo>
                        <a:pt x="40000" y="30000"/>
                        <a:pt x="20000" y="40000"/>
                        <a:pt x="20000" y="60000"/>
                      </a:cubicBez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sp>
              <p:nvSpPr>
                <p:cNvPr id="1115" name="Shape 1115"/>
                <p:cNvSpPr/>
                <p:nvPr/>
              </p:nvSpPr>
              <p:spPr>
                <a:xfrm>
                  <a:off x="1522412" y="2301875"/>
                  <a:ext cx="842963" cy="479425"/>
                </a:xfrm>
                <a:custGeom>
                  <a:avLst/>
                  <a:gdLst/>
                  <a:ahLst/>
                  <a:cxnLst/>
                  <a:rect l="0" t="0" r="0" b="0"/>
                  <a:pathLst>
                    <a:path w="120000" h="120000" extrusionOk="0">
                      <a:moveTo>
                        <a:pt x="107210" y="108960"/>
                      </a:moveTo>
                      <a:cubicBezTo>
                        <a:pt x="107210" y="8640"/>
                        <a:pt x="107210" y="8640"/>
                        <a:pt x="107210" y="8640"/>
                      </a:cubicBezTo>
                      <a:cubicBezTo>
                        <a:pt x="107210" y="3840"/>
                        <a:pt x="104761" y="0"/>
                        <a:pt x="102040" y="0"/>
                      </a:cubicBezTo>
                      <a:cubicBezTo>
                        <a:pt x="17959" y="0"/>
                        <a:pt x="17959" y="0"/>
                        <a:pt x="17959" y="0"/>
                      </a:cubicBezTo>
                      <a:cubicBezTo>
                        <a:pt x="15238" y="0"/>
                        <a:pt x="13061" y="3840"/>
                        <a:pt x="13061" y="8640"/>
                      </a:cubicBezTo>
                      <a:cubicBezTo>
                        <a:pt x="13061" y="108960"/>
                        <a:pt x="13061" y="108960"/>
                        <a:pt x="13061" y="108960"/>
                      </a:cubicBezTo>
                      <a:cubicBezTo>
                        <a:pt x="0" y="108960"/>
                        <a:pt x="0" y="108960"/>
                        <a:pt x="0" y="108960"/>
                      </a:cubicBezTo>
                      <a:cubicBezTo>
                        <a:pt x="0" y="108960"/>
                        <a:pt x="0" y="110880"/>
                        <a:pt x="0" y="111360"/>
                      </a:cubicBezTo>
                      <a:cubicBezTo>
                        <a:pt x="0" y="115200"/>
                        <a:pt x="1088" y="117600"/>
                        <a:pt x="2448" y="118560"/>
                      </a:cubicBezTo>
                      <a:cubicBezTo>
                        <a:pt x="4081" y="120000"/>
                        <a:pt x="5714" y="120000"/>
                        <a:pt x="7619" y="120000"/>
                      </a:cubicBezTo>
                      <a:cubicBezTo>
                        <a:pt x="112380" y="120000"/>
                        <a:pt x="112380" y="120000"/>
                        <a:pt x="112380" y="120000"/>
                      </a:cubicBezTo>
                      <a:cubicBezTo>
                        <a:pt x="114285" y="120000"/>
                        <a:pt x="116190" y="120000"/>
                        <a:pt x="117551" y="118560"/>
                      </a:cubicBezTo>
                      <a:cubicBezTo>
                        <a:pt x="118911" y="117600"/>
                        <a:pt x="119999" y="115200"/>
                        <a:pt x="119999" y="111360"/>
                      </a:cubicBezTo>
                      <a:cubicBezTo>
                        <a:pt x="119999" y="110880"/>
                        <a:pt x="119999" y="108960"/>
                        <a:pt x="119999" y="108960"/>
                      </a:cubicBezTo>
                      <a:lnTo>
                        <a:pt x="107210" y="108960"/>
                      </a:lnTo>
                      <a:close/>
                      <a:moveTo>
                        <a:pt x="14421" y="8640"/>
                      </a:moveTo>
                      <a:cubicBezTo>
                        <a:pt x="14421" y="5280"/>
                        <a:pt x="16054" y="2400"/>
                        <a:pt x="17959" y="1920"/>
                      </a:cubicBezTo>
                      <a:cubicBezTo>
                        <a:pt x="102040" y="1920"/>
                        <a:pt x="102040" y="1920"/>
                        <a:pt x="102040" y="1920"/>
                      </a:cubicBezTo>
                      <a:cubicBezTo>
                        <a:pt x="104217" y="2400"/>
                        <a:pt x="105850" y="5280"/>
                        <a:pt x="105850" y="8640"/>
                      </a:cubicBezTo>
                      <a:cubicBezTo>
                        <a:pt x="105850" y="108960"/>
                        <a:pt x="105850" y="108960"/>
                        <a:pt x="105850" y="108960"/>
                      </a:cubicBezTo>
                      <a:cubicBezTo>
                        <a:pt x="14421" y="108960"/>
                        <a:pt x="14421" y="108960"/>
                        <a:pt x="14421" y="108960"/>
                      </a:cubicBezTo>
                      <a:lnTo>
                        <a:pt x="14421" y="8640"/>
                      </a:lnTo>
                      <a:close/>
                      <a:moveTo>
                        <a:pt x="73741" y="110880"/>
                      </a:moveTo>
                      <a:cubicBezTo>
                        <a:pt x="73469" y="111360"/>
                        <a:pt x="73197" y="111840"/>
                        <a:pt x="72925" y="111840"/>
                      </a:cubicBezTo>
                      <a:cubicBezTo>
                        <a:pt x="47346" y="111840"/>
                        <a:pt x="47346" y="111840"/>
                        <a:pt x="47346" y="111840"/>
                      </a:cubicBezTo>
                      <a:cubicBezTo>
                        <a:pt x="47074" y="111840"/>
                        <a:pt x="46530" y="111360"/>
                        <a:pt x="46530" y="110880"/>
                      </a:cubicBezTo>
                      <a:lnTo>
                        <a:pt x="73741" y="110880"/>
                      </a:lnTo>
                      <a:close/>
                      <a:moveTo>
                        <a:pt x="118639" y="111360"/>
                      </a:moveTo>
                      <a:cubicBezTo>
                        <a:pt x="118639" y="114240"/>
                        <a:pt x="118095" y="115680"/>
                        <a:pt x="117006" y="116640"/>
                      </a:cubicBezTo>
                      <a:cubicBezTo>
                        <a:pt x="115918" y="117600"/>
                        <a:pt x="114285" y="118080"/>
                        <a:pt x="112380" y="118080"/>
                      </a:cubicBezTo>
                      <a:cubicBezTo>
                        <a:pt x="7619" y="118080"/>
                        <a:pt x="7619" y="118080"/>
                        <a:pt x="7619" y="118080"/>
                      </a:cubicBezTo>
                      <a:cubicBezTo>
                        <a:pt x="5986" y="118080"/>
                        <a:pt x="4353" y="117600"/>
                        <a:pt x="3265" y="116640"/>
                      </a:cubicBezTo>
                      <a:cubicBezTo>
                        <a:pt x="2176" y="115680"/>
                        <a:pt x="1360" y="114240"/>
                        <a:pt x="1360" y="111360"/>
                      </a:cubicBezTo>
                      <a:cubicBezTo>
                        <a:pt x="1360" y="111360"/>
                        <a:pt x="1360" y="111360"/>
                        <a:pt x="1360" y="110880"/>
                      </a:cubicBezTo>
                      <a:cubicBezTo>
                        <a:pt x="44897" y="110880"/>
                        <a:pt x="44897" y="110880"/>
                        <a:pt x="44897" y="110880"/>
                      </a:cubicBezTo>
                      <a:cubicBezTo>
                        <a:pt x="45442" y="112800"/>
                        <a:pt x="46258" y="114240"/>
                        <a:pt x="47346" y="114240"/>
                      </a:cubicBezTo>
                      <a:cubicBezTo>
                        <a:pt x="72925" y="114240"/>
                        <a:pt x="72925" y="114240"/>
                        <a:pt x="72925" y="114240"/>
                      </a:cubicBezTo>
                      <a:cubicBezTo>
                        <a:pt x="74013" y="114240"/>
                        <a:pt x="74829" y="112800"/>
                        <a:pt x="75102" y="110880"/>
                      </a:cubicBezTo>
                      <a:cubicBezTo>
                        <a:pt x="118639" y="110880"/>
                        <a:pt x="118639" y="110880"/>
                        <a:pt x="118639" y="110880"/>
                      </a:cubicBezTo>
                      <a:lnTo>
                        <a:pt x="118639" y="111360"/>
                      </a:lnTo>
                      <a:close/>
                    </a:path>
                  </a:pathLst>
                </a:custGeom>
                <a:solidFill>
                  <a:schemeClr val="dk1"/>
                </a:solidFill>
                <a:ln w="9525" cap="flat" cmpd="sng">
                  <a:solidFill>
                    <a:schemeClr val="dk1"/>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grpSp>
        </p:grpSp>
      </p:grpSp>
      <p:grpSp>
        <p:nvGrpSpPr>
          <p:cNvPr id="1116" name="Shape 1116"/>
          <p:cNvGrpSpPr/>
          <p:nvPr/>
        </p:nvGrpSpPr>
        <p:grpSpPr>
          <a:xfrm>
            <a:off x="7312625" y="2279571"/>
            <a:ext cx="449535" cy="313350"/>
            <a:chOff x="7312625" y="2105400"/>
            <a:chExt cx="449535" cy="313350"/>
          </a:xfrm>
        </p:grpSpPr>
        <p:sp>
          <p:nvSpPr>
            <p:cNvPr id="1117" name="Shape 1117"/>
            <p:cNvSpPr/>
            <p:nvPr/>
          </p:nvSpPr>
          <p:spPr>
            <a:xfrm>
              <a:off x="7312625" y="2105400"/>
              <a:ext cx="449535" cy="313350"/>
            </a:xfrm>
            <a:prstGeom prst="rect">
              <a:avLst/>
            </a:prstGeom>
            <a:noFill/>
            <a:ln w="19050" cap="flat" cmpd="sng">
              <a:solidFill>
                <a:schemeClr val="dk2"/>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18" name="Shape 1118"/>
            <p:cNvSpPr/>
            <p:nvPr/>
          </p:nvSpPr>
          <p:spPr>
            <a:xfrm>
              <a:off x="7578003" y="2155240"/>
              <a:ext cx="5010" cy="231879"/>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19" name="Shape 1119"/>
            <p:cNvSpPr/>
            <p:nvPr/>
          </p:nvSpPr>
          <p:spPr>
            <a:xfrm>
              <a:off x="7613281" y="2155240"/>
              <a:ext cx="5010" cy="231879"/>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0" name="Shape 1120"/>
            <p:cNvSpPr/>
            <p:nvPr/>
          </p:nvSpPr>
          <p:spPr>
            <a:xfrm>
              <a:off x="7646096" y="2155240"/>
              <a:ext cx="5010" cy="231879"/>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1" name="Shape 1121"/>
            <p:cNvSpPr/>
            <p:nvPr/>
          </p:nvSpPr>
          <p:spPr>
            <a:xfrm>
              <a:off x="7678907" y="2155240"/>
              <a:ext cx="5010" cy="231879"/>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2" name="Shape 1122"/>
            <p:cNvSpPr/>
            <p:nvPr/>
          </p:nvSpPr>
          <p:spPr>
            <a:xfrm>
              <a:off x="7711721" y="2155240"/>
              <a:ext cx="5010" cy="231879"/>
            </a:xfrm>
            <a:prstGeom prst="rect">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3" name="Shape 1123"/>
            <p:cNvSpPr/>
            <p:nvPr/>
          </p:nvSpPr>
          <p:spPr>
            <a:xfrm>
              <a:off x="7570210" y="2283500"/>
              <a:ext cx="22645" cy="20233"/>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4" name="Shape 1124"/>
            <p:cNvSpPr/>
            <p:nvPr/>
          </p:nvSpPr>
          <p:spPr>
            <a:xfrm>
              <a:off x="7575135" y="2287897"/>
              <a:ext cx="12627" cy="11278"/>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5" name="Shape 1125"/>
            <p:cNvSpPr/>
            <p:nvPr/>
          </p:nvSpPr>
          <p:spPr>
            <a:xfrm>
              <a:off x="7603027" y="2272140"/>
              <a:ext cx="22645" cy="20587"/>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6" name="Shape 1126"/>
            <p:cNvSpPr/>
            <p:nvPr/>
          </p:nvSpPr>
          <p:spPr>
            <a:xfrm>
              <a:off x="7607949" y="2276902"/>
              <a:ext cx="12627" cy="10921"/>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7" name="Shape 1127"/>
            <p:cNvSpPr/>
            <p:nvPr/>
          </p:nvSpPr>
          <p:spPr>
            <a:xfrm>
              <a:off x="7635839" y="2261146"/>
              <a:ext cx="22645" cy="20233"/>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8" name="Shape 1128"/>
            <p:cNvSpPr/>
            <p:nvPr/>
          </p:nvSpPr>
          <p:spPr>
            <a:xfrm>
              <a:off x="7643224" y="2265542"/>
              <a:ext cx="10221" cy="11278"/>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29" name="Shape 1129"/>
            <p:cNvSpPr/>
            <p:nvPr/>
          </p:nvSpPr>
          <p:spPr>
            <a:xfrm>
              <a:off x="7671114" y="2249784"/>
              <a:ext cx="23046" cy="20233"/>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0" name="Shape 1130"/>
            <p:cNvSpPr/>
            <p:nvPr/>
          </p:nvSpPr>
          <p:spPr>
            <a:xfrm>
              <a:off x="7676038" y="2254183"/>
              <a:ext cx="10221" cy="11278"/>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1" name="Shape 1131"/>
            <p:cNvSpPr/>
            <p:nvPr/>
          </p:nvSpPr>
          <p:spPr>
            <a:xfrm>
              <a:off x="7703928" y="2238425"/>
              <a:ext cx="23046" cy="20233"/>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2" name="Shape 1132"/>
            <p:cNvSpPr/>
            <p:nvPr/>
          </p:nvSpPr>
          <p:spPr>
            <a:xfrm>
              <a:off x="7708850" y="2242823"/>
              <a:ext cx="12627" cy="11278"/>
            </a:xfrm>
            <a:prstGeom prst="ellipse">
              <a:avLst/>
            </a:pr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3" name="Shape 1133"/>
            <p:cNvSpPr/>
            <p:nvPr/>
          </p:nvSpPr>
          <p:spPr>
            <a:xfrm>
              <a:off x="7365946" y="2136916"/>
              <a:ext cx="5010" cy="94899"/>
            </a:xfrm>
            <a:custGeom>
              <a:avLst/>
              <a:gdLst/>
              <a:ahLst/>
              <a:cxnLst/>
              <a:rect l="0" t="0" r="0" b="0"/>
              <a:pathLst>
                <a:path w="120000" h="120000" extrusionOk="0">
                  <a:moveTo>
                    <a:pt x="60000" y="120000"/>
                  </a:moveTo>
                  <a:cubicBezTo>
                    <a:pt x="60000" y="120000"/>
                    <a:pt x="0" y="120000"/>
                    <a:pt x="0" y="117142"/>
                  </a:cubicBezTo>
                  <a:cubicBezTo>
                    <a:pt x="0" y="2857"/>
                    <a:pt x="0" y="2857"/>
                    <a:pt x="0" y="2857"/>
                  </a:cubicBezTo>
                  <a:cubicBezTo>
                    <a:pt x="0" y="2857"/>
                    <a:pt x="60000" y="0"/>
                    <a:pt x="60000" y="0"/>
                  </a:cubicBezTo>
                  <a:cubicBezTo>
                    <a:pt x="120000" y="0"/>
                    <a:pt x="120000" y="2857"/>
                    <a:pt x="120000" y="2857"/>
                  </a:cubicBezTo>
                  <a:cubicBezTo>
                    <a:pt x="120000" y="117142"/>
                    <a:pt x="120000" y="117142"/>
                    <a:pt x="120000" y="117142"/>
                  </a:cubicBezTo>
                  <a:cubicBezTo>
                    <a:pt x="120000" y="120000"/>
                    <a:pt x="120000" y="120000"/>
                    <a:pt x="60000" y="1200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4" name="Shape 1134"/>
            <p:cNvSpPr/>
            <p:nvPr/>
          </p:nvSpPr>
          <p:spPr>
            <a:xfrm>
              <a:off x="7365946" y="2150475"/>
              <a:ext cx="131272" cy="40643"/>
            </a:xfrm>
            <a:custGeom>
              <a:avLst/>
              <a:gdLst/>
              <a:ahLst/>
              <a:cxnLst/>
              <a:rect l="0" t="0" r="0" b="0"/>
              <a:pathLst>
                <a:path w="120000" h="120000" extrusionOk="0">
                  <a:moveTo>
                    <a:pt x="30000" y="120000"/>
                  </a:moveTo>
                  <a:cubicBezTo>
                    <a:pt x="30000" y="120000"/>
                    <a:pt x="27692" y="120000"/>
                    <a:pt x="27692" y="120000"/>
                  </a:cubicBezTo>
                  <a:cubicBezTo>
                    <a:pt x="13846" y="93333"/>
                    <a:pt x="13846" y="93333"/>
                    <a:pt x="13846" y="93333"/>
                  </a:cubicBezTo>
                  <a:cubicBezTo>
                    <a:pt x="4615" y="113333"/>
                    <a:pt x="4615" y="113333"/>
                    <a:pt x="4615" y="113333"/>
                  </a:cubicBezTo>
                  <a:cubicBezTo>
                    <a:pt x="4615" y="120000"/>
                    <a:pt x="2307" y="113333"/>
                    <a:pt x="2307" y="113333"/>
                  </a:cubicBezTo>
                  <a:cubicBezTo>
                    <a:pt x="0" y="113333"/>
                    <a:pt x="0" y="106666"/>
                    <a:pt x="2307" y="106666"/>
                  </a:cubicBezTo>
                  <a:cubicBezTo>
                    <a:pt x="13846" y="80000"/>
                    <a:pt x="13846" y="80000"/>
                    <a:pt x="13846" y="80000"/>
                  </a:cubicBezTo>
                  <a:cubicBezTo>
                    <a:pt x="13846" y="73333"/>
                    <a:pt x="16153" y="73333"/>
                    <a:pt x="16153" y="80000"/>
                  </a:cubicBezTo>
                  <a:cubicBezTo>
                    <a:pt x="30000" y="100000"/>
                    <a:pt x="30000" y="100000"/>
                    <a:pt x="30000" y="100000"/>
                  </a:cubicBezTo>
                  <a:cubicBezTo>
                    <a:pt x="64615" y="6666"/>
                    <a:pt x="64615" y="6666"/>
                    <a:pt x="64615" y="6666"/>
                  </a:cubicBezTo>
                  <a:cubicBezTo>
                    <a:pt x="64615" y="6666"/>
                    <a:pt x="64615" y="0"/>
                    <a:pt x="66923" y="0"/>
                  </a:cubicBezTo>
                  <a:cubicBezTo>
                    <a:pt x="66923" y="0"/>
                    <a:pt x="66923" y="6666"/>
                    <a:pt x="66923" y="6666"/>
                  </a:cubicBezTo>
                  <a:cubicBezTo>
                    <a:pt x="92307" y="80000"/>
                    <a:pt x="92307" y="80000"/>
                    <a:pt x="92307" y="80000"/>
                  </a:cubicBezTo>
                  <a:cubicBezTo>
                    <a:pt x="101538" y="73333"/>
                    <a:pt x="101538" y="73333"/>
                    <a:pt x="101538" y="73333"/>
                  </a:cubicBezTo>
                  <a:cubicBezTo>
                    <a:pt x="101538" y="66666"/>
                    <a:pt x="103846" y="66666"/>
                    <a:pt x="103846" y="73333"/>
                  </a:cubicBezTo>
                  <a:cubicBezTo>
                    <a:pt x="117692" y="93333"/>
                    <a:pt x="117692" y="93333"/>
                    <a:pt x="117692" y="93333"/>
                  </a:cubicBezTo>
                  <a:cubicBezTo>
                    <a:pt x="120000" y="93333"/>
                    <a:pt x="120000" y="100000"/>
                    <a:pt x="120000" y="100000"/>
                  </a:cubicBezTo>
                  <a:cubicBezTo>
                    <a:pt x="117692" y="106666"/>
                    <a:pt x="117692" y="106666"/>
                    <a:pt x="115384" y="106666"/>
                  </a:cubicBezTo>
                  <a:cubicBezTo>
                    <a:pt x="103846" y="86666"/>
                    <a:pt x="103846" y="86666"/>
                    <a:pt x="103846" y="86666"/>
                  </a:cubicBezTo>
                  <a:cubicBezTo>
                    <a:pt x="92307" y="100000"/>
                    <a:pt x="92307" y="100000"/>
                    <a:pt x="92307" y="100000"/>
                  </a:cubicBezTo>
                  <a:cubicBezTo>
                    <a:pt x="92307" y="100000"/>
                    <a:pt x="90000" y="100000"/>
                    <a:pt x="90000" y="100000"/>
                  </a:cubicBezTo>
                  <a:cubicBezTo>
                    <a:pt x="66923" y="20000"/>
                    <a:pt x="66923" y="20000"/>
                    <a:pt x="66923" y="20000"/>
                  </a:cubicBezTo>
                  <a:cubicBezTo>
                    <a:pt x="32307" y="120000"/>
                    <a:pt x="32307" y="120000"/>
                    <a:pt x="32307" y="120000"/>
                  </a:cubicBezTo>
                  <a:cubicBezTo>
                    <a:pt x="30000" y="120000"/>
                    <a:pt x="30000" y="120000"/>
                    <a:pt x="30000" y="1200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5" name="Shape 1135"/>
            <p:cNvSpPr/>
            <p:nvPr/>
          </p:nvSpPr>
          <p:spPr>
            <a:xfrm>
              <a:off x="7368407" y="2227065"/>
              <a:ext cx="153720" cy="4834"/>
            </a:xfrm>
            <a:custGeom>
              <a:avLst/>
              <a:gdLst/>
              <a:ahLst/>
              <a:cxnLst/>
              <a:rect l="0" t="0" r="0" b="0"/>
              <a:pathLst>
                <a:path w="120000" h="120000" extrusionOk="0">
                  <a:moveTo>
                    <a:pt x="118032" y="120000"/>
                  </a:moveTo>
                  <a:cubicBezTo>
                    <a:pt x="1967" y="120000"/>
                    <a:pt x="1967" y="120000"/>
                    <a:pt x="1967" y="120000"/>
                  </a:cubicBezTo>
                  <a:cubicBezTo>
                    <a:pt x="0" y="120000"/>
                    <a:pt x="0" y="120000"/>
                    <a:pt x="0" y="60000"/>
                  </a:cubicBezTo>
                  <a:cubicBezTo>
                    <a:pt x="0" y="0"/>
                    <a:pt x="0" y="0"/>
                    <a:pt x="1967" y="0"/>
                  </a:cubicBezTo>
                  <a:cubicBezTo>
                    <a:pt x="118032" y="0"/>
                    <a:pt x="118032" y="0"/>
                    <a:pt x="118032" y="0"/>
                  </a:cubicBezTo>
                  <a:cubicBezTo>
                    <a:pt x="120000" y="0"/>
                    <a:pt x="120000" y="0"/>
                    <a:pt x="120000" y="60000"/>
                  </a:cubicBezTo>
                  <a:cubicBezTo>
                    <a:pt x="120000" y="120000"/>
                    <a:pt x="120000" y="120000"/>
                    <a:pt x="118032" y="1200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6" name="Shape 1136"/>
            <p:cNvSpPr/>
            <p:nvPr/>
          </p:nvSpPr>
          <p:spPr>
            <a:xfrm>
              <a:off x="7479563" y="2204710"/>
              <a:ext cx="29859" cy="27036"/>
            </a:xfrm>
            <a:custGeom>
              <a:avLst/>
              <a:gdLst/>
              <a:ahLst/>
              <a:cxnLst/>
              <a:rect l="0" t="0" r="0" b="0"/>
              <a:pathLst>
                <a:path w="120000" h="120000" extrusionOk="0">
                  <a:moveTo>
                    <a:pt x="20000" y="120000"/>
                  </a:moveTo>
                  <a:cubicBezTo>
                    <a:pt x="10000" y="120000"/>
                    <a:pt x="10000" y="120000"/>
                    <a:pt x="10000" y="120000"/>
                  </a:cubicBezTo>
                  <a:cubicBezTo>
                    <a:pt x="10000" y="110000"/>
                    <a:pt x="0" y="110000"/>
                    <a:pt x="10000" y="100000"/>
                  </a:cubicBezTo>
                  <a:cubicBezTo>
                    <a:pt x="100000" y="0"/>
                    <a:pt x="100000" y="0"/>
                    <a:pt x="100000" y="0"/>
                  </a:cubicBezTo>
                  <a:cubicBezTo>
                    <a:pt x="100000" y="0"/>
                    <a:pt x="110000" y="0"/>
                    <a:pt x="110000" y="0"/>
                  </a:cubicBezTo>
                  <a:cubicBezTo>
                    <a:pt x="120000" y="0"/>
                    <a:pt x="120000" y="10000"/>
                    <a:pt x="110000" y="20000"/>
                  </a:cubicBezTo>
                  <a:cubicBezTo>
                    <a:pt x="20000" y="120000"/>
                    <a:pt x="20000" y="120000"/>
                    <a:pt x="20000" y="120000"/>
                  </a:cubicBezTo>
                  <a:cubicBezTo>
                    <a:pt x="20000" y="120000"/>
                    <a:pt x="20000" y="120000"/>
                    <a:pt x="20000" y="1200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7" name="Shape 1137"/>
            <p:cNvSpPr/>
            <p:nvPr/>
          </p:nvSpPr>
          <p:spPr>
            <a:xfrm>
              <a:off x="7428703" y="2173193"/>
              <a:ext cx="78360" cy="58551"/>
            </a:xfrm>
            <a:custGeom>
              <a:avLst/>
              <a:gdLst/>
              <a:ahLst/>
              <a:cxnLst/>
              <a:rect l="0" t="0" r="0" b="0"/>
              <a:pathLst>
                <a:path w="120000" h="120000" extrusionOk="0">
                  <a:moveTo>
                    <a:pt x="42580" y="120000"/>
                  </a:moveTo>
                  <a:cubicBezTo>
                    <a:pt x="3870" y="120000"/>
                    <a:pt x="3870" y="120000"/>
                    <a:pt x="3870" y="120000"/>
                  </a:cubicBezTo>
                  <a:cubicBezTo>
                    <a:pt x="0" y="120000"/>
                    <a:pt x="0" y="120000"/>
                    <a:pt x="0" y="120000"/>
                  </a:cubicBezTo>
                  <a:cubicBezTo>
                    <a:pt x="0" y="115384"/>
                    <a:pt x="0" y="115384"/>
                    <a:pt x="0" y="110769"/>
                  </a:cubicBezTo>
                  <a:cubicBezTo>
                    <a:pt x="77419" y="9230"/>
                    <a:pt x="77419" y="9230"/>
                    <a:pt x="77419" y="9230"/>
                  </a:cubicBezTo>
                  <a:cubicBezTo>
                    <a:pt x="77419" y="4615"/>
                    <a:pt x="81290" y="4615"/>
                    <a:pt x="81290" y="4615"/>
                  </a:cubicBezTo>
                  <a:cubicBezTo>
                    <a:pt x="96774" y="13846"/>
                    <a:pt x="96774" y="13846"/>
                    <a:pt x="96774" y="13846"/>
                  </a:cubicBezTo>
                  <a:cubicBezTo>
                    <a:pt x="112258" y="0"/>
                    <a:pt x="112258" y="0"/>
                    <a:pt x="112258" y="0"/>
                  </a:cubicBezTo>
                  <a:cubicBezTo>
                    <a:pt x="116129" y="0"/>
                    <a:pt x="120000" y="0"/>
                    <a:pt x="120000" y="0"/>
                  </a:cubicBezTo>
                  <a:cubicBezTo>
                    <a:pt x="120000" y="4615"/>
                    <a:pt x="120000" y="4615"/>
                    <a:pt x="120000" y="9230"/>
                  </a:cubicBezTo>
                  <a:cubicBezTo>
                    <a:pt x="116129" y="9230"/>
                    <a:pt x="116129" y="9230"/>
                    <a:pt x="116129" y="9230"/>
                  </a:cubicBezTo>
                  <a:cubicBezTo>
                    <a:pt x="116129" y="9230"/>
                    <a:pt x="120000" y="9230"/>
                    <a:pt x="120000" y="13846"/>
                  </a:cubicBezTo>
                  <a:cubicBezTo>
                    <a:pt x="120000" y="13846"/>
                    <a:pt x="120000" y="18461"/>
                    <a:pt x="120000" y="18461"/>
                  </a:cubicBezTo>
                  <a:cubicBezTo>
                    <a:pt x="46451" y="120000"/>
                    <a:pt x="46451" y="120000"/>
                    <a:pt x="46451" y="120000"/>
                  </a:cubicBezTo>
                  <a:cubicBezTo>
                    <a:pt x="46451" y="120000"/>
                    <a:pt x="46451" y="120000"/>
                    <a:pt x="42580" y="120000"/>
                  </a:cubicBezTo>
                  <a:close/>
                  <a:moveTo>
                    <a:pt x="11612" y="110769"/>
                  </a:moveTo>
                  <a:cubicBezTo>
                    <a:pt x="42580" y="110769"/>
                    <a:pt x="42580" y="110769"/>
                    <a:pt x="42580" y="110769"/>
                  </a:cubicBezTo>
                  <a:cubicBezTo>
                    <a:pt x="112258" y="18461"/>
                    <a:pt x="112258" y="18461"/>
                    <a:pt x="112258" y="18461"/>
                  </a:cubicBezTo>
                  <a:cubicBezTo>
                    <a:pt x="100645" y="27692"/>
                    <a:pt x="100645" y="27692"/>
                    <a:pt x="100645" y="27692"/>
                  </a:cubicBezTo>
                  <a:cubicBezTo>
                    <a:pt x="100645" y="27692"/>
                    <a:pt x="96774" y="27692"/>
                    <a:pt x="96774" y="27692"/>
                  </a:cubicBezTo>
                  <a:cubicBezTo>
                    <a:pt x="81290" y="18461"/>
                    <a:pt x="81290" y="18461"/>
                    <a:pt x="81290" y="18461"/>
                  </a:cubicBezTo>
                  <a:lnTo>
                    <a:pt x="11612" y="110769"/>
                  </a:ln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8" name="Shape 1138"/>
            <p:cNvSpPr/>
            <p:nvPr/>
          </p:nvSpPr>
          <p:spPr>
            <a:xfrm>
              <a:off x="7504585" y="2170997"/>
              <a:ext cx="5010" cy="60878"/>
            </a:xfrm>
            <a:custGeom>
              <a:avLst/>
              <a:gdLst/>
              <a:ahLst/>
              <a:cxnLst/>
              <a:rect l="0" t="0" r="0" b="0"/>
              <a:pathLst>
                <a:path w="120000" h="120000" extrusionOk="0">
                  <a:moveTo>
                    <a:pt x="60000" y="120000"/>
                  </a:moveTo>
                  <a:cubicBezTo>
                    <a:pt x="0" y="120000"/>
                    <a:pt x="0" y="115555"/>
                    <a:pt x="0" y="115555"/>
                  </a:cubicBezTo>
                  <a:cubicBezTo>
                    <a:pt x="0" y="4444"/>
                    <a:pt x="0" y="4444"/>
                    <a:pt x="0" y="4444"/>
                  </a:cubicBezTo>
                  <a:cubicBezTo>
                    <a:pt x="0" y="4444"/>
                    <a:pt x="0" y="0"/>
                    <a:pt x="60000" y="0"/>
                  </a:cubicBezTo>
                  <a:cubicBezTo>
                    <a:pt x="60000" y="0"/>
                    <a:pt x="120000" y="4444"/>
                    <a:pt x="120000" y="4444"/>
                  </a:cubicBezTo>
                  <a:cubicBezTo>
                    <a:pt x="120000" y="115555"/>
                    <a:pt x="120000" y="115555"/>
                    <a:pt x="120000" y="115555"/>
                  </a:cubicBezTo>
                  <a:cubicBezTo>
                    <a:pt x="120000" y="115555"/>
                    <a:pt x="60000" y="120000"/>
                    <a:pt x="60000" y="1200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39" name="Shape 1139"/>
            <p:cNvSpPr/>
            <p:nvPr/>
          </p:nvSpPr>
          <p:spPr>
            <a:xfrm>
              <a:off x="7375789" y="2159633"/>
              <a:ext cx="85776" cy="72158"/>
            </a:xfrm>
            <a:custGeom>
              <a:avLst/>
              <a:gdLst/>
              <a:ahLst/>
              <a:cxnLst/>
              <a:rect l="0" t="0" r="0" b="0"/>
              <a:pathLst>
                <a:path w="120000" h="120000" extrusionOk="0">
                  <a:moveTo>
                    <a:pt x="38823" y="120000"/>
                  </a:moveTo>
                  <a:cubicBezTo>
                    <a:pt x="3529" y="120000"/>
                    <a:pt x="3529" y="120000"/>
                    <a:pt x="3529" y="120000"/>
                  </a:cubicBezTo>
                  <a:cubicBezTo>
                    <a:pt x="0" y="120000"/>
                    <a:pt x="0" y="120000"/>
                    <a:pt x="0" y="120000"/>
                  </a:cubicBezTo>
                  <a:cubicBezTo>
                    <a:pt x="0" y="116250"/>
                    <a:pt x="0" y="116250"/>
                    <a:pt x="0" y="112500"/>
                  </a:cubicBezTo>
                  <a:cubicBezTo>
                    <a:pt x="95294" y="0"/>
                    <a:pt x="95294" y="0"/>
                    <a:pt x="95294" y="0"/>
                  </a:cubicBezTo>
                  <a:cubicBezTo>
                    <a:pt x="95294" y="0"/>
                    <a:pt x="95294" y="0"/>
                    <a:pt x="95294" y="0"/>
                  </a:cubicBezTo>
                  <a:cubicBezTo>
                    <a:pt x="95294" y="0"/>
                    <a:pt x="95294" y="0"/>
                    <a:pt x="95294" y="0"/>
                  </a:cubicBezTo>
                  <a:cubicBezTo>
                    <a:pt x="98823" y="0"/>
                    <a:pt x="98823" y="0"/>
                    <a:pt x="98823" y="0"/>
                  </a:cubicBezTo>
                  <a:cubicBezTo>
                    <a:pt x="120000" y="22500"/>
                    <a:pt x="120000" y="22500"/>
                    <a:pt x="120000" y="22500"/>
                  </a:cubicBezTo>
                  <a:cubicBezTo>
                    <a:pt x="120000" y="22500"/>
                    <a:pt x="120000" y="26250"/>
                    <a:pt x="120000" y="26250"/>
                  </a:cubicBezTo>
                  <a:cubicBezTo>
                    <a:pt x="42352" y="120000"/>
                    <a:pt x="42352" y="120000"/>
                    <a:pt x="42352" y="120000"/>
                  </a:cubicBezTo>
                  <a:cubicBezTo>
                    <a:pt x="42352" y="120000"/>
                    <a:pt x="42352" y="120000"/>
                    <a:pt x="38823" y="120000"/>
                  </a:cubicBezTo>
                  <a:close/>
                  <a:moveTo>
                    <a:pt x="10588" y="112500"/>
                  </a:moveTo>
                  <a:cubicBezTo>
                    <a:pt x="38823" y="112500"/>
                    <a:pt x="38823" y="112500"/>
                    <a:pt x="38823" y="112500"/>
                  </a:cubicBezTo>
                  <a:cubicBezTo>
                    <a:pt x="109411" y="26250"/>
                    <a:pt x="109411" y="26250"/>
                    <a:pt x="109411" y="26250"/>
                  </a:cubicBezTo>
                  <a:cubicBezTo>
                    <a:pt x="98823" y="7500"/>
                    <a:pt x="98823" y="7500"/>
                    <a:pt x="98823" y="7500"/>
                  </a:cubicBezTo>
                  <a:lnTo>
                    <a:pt x="10588" y="112500"/>
                  </a:ln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40" name="Shape 1140"/>
            <p:cNvSpPr/>
            <p:nvPr/>
          </p:nvSpPr>
          <p:spPr>
            <a:xfrm>
              <a:off x="7365946" y="2175392"/>
              <a:ext cx="29859" cy="38138"/>
            </a:xfrm>
            <a:custGeom>
              <a:avLst/>
              <a:gdLst/>
              <a:ahLst/>
              <a:cxnLst/>
              <a:rect l="0" t="0" r="0" b="0"/>
              <a:pathLst>
                <a:path w="120000" h="120000" extrusionOk="0">
                  <a:moveTo>
                    <a:pt x="10000" y="120000"/>
                  </a:moveTo>
                  <a:cubicBezTo>
                    <a:pt x="10000" y="120000"/>
                    <a:pt x="10000" y="120000"/>
                    <a:pt x="10000" y="120000"/>
                  </a:cubicBezTo>
                  <a:cubicBezTo>
                    <a:pt x="0" y="120000"/>
                    <a:pt x="0" y="112941"/>
                    <a:pt x="10000" y="112941"/>
                  </a:cubicBezTo>
                  <a:cubicBezTo>
                    <a:pt x="100000" y="35294"/>
                    <a:pt x="100000" y="35294"/>
                    <a:pt x="100000" y="35294"/>
                  </a:cubicBezTo>
                  <a:cubicBezTo>
                    <a:pt x="60000" y="21176"/>
                    <a:pt x="60000" y="21176"/>
                    <a:pt x="60000" y="21176"/>
                  </a:cubicBezTo>
                  <a:cubicBezTo>
                    <a:pt x="20000" y="42352"/>
                    <a:pt x="20000" y="42352"/>
                    <a:pt x="20000" y="42352"/>
                  </a:cubicBezTo>
                  <a:cubicBezTo>
                    <a:pt x="20000" y="49411"/>
                    <a:pt x="10000" y="42352"/>
                    <a:pt x="10000" y="42352"/>
                  </a:cubicBezTo>
                  <a:cubicBezTo>
                    <a:pt x="0" y="42352"/>
                    <a:pt x="0" y="35294"/>
                    <a:pt x="10000" y="35294"/>
                  </a:cubicBezTo>
                  <a:cubicBezTo>
                    <a:pt x="60000" y="7058"/>
                    <a:pt x="60000" y="7058"/>
                    <a:pt x="60000" y="7058"/>
                  </a:cubicBezTo>
                  <a:cubicBezTo>
                    <a:pt x="60000" y="0"/>
                    <a:pt x="70000" y="0"/>
                    <a:pt x="70000" y="7058"/>
                  </a:cubicBezTo>
                  <a:cubicBezTo>
                    <a:pt x="120000" y="28235"/>
                    <a:pt x="120000" y="28235"/>
                    <a:pt x="120000" y="28235"/>
                  </a:cubicBezTo>
                  <a:cubicBezTo>
                    <a:pt x="120000" y="28235"/>
                    <a:pt x="120000" y="28235"/>
                    <a:pt x="120000" y="35294"/>
                  </a:cubicBezTo>
                  <a:cubicBezTo>
                    <a:pt x="120000" y="35294"/>
                    <a:pt x="120000" y="35294"/>
                    <a:pt x="120000" y="42352"/>
                  </a:cubicBezTo>
                  <a:cubicBezTo>
                    <a:pt x="20000" y="120000"/>
                    <a:pt x="20000" y="120000"/>
                    <a:pt x="20000" y="120000"/>
                  </a:cubicBezTo>
                  <a:cubicBezTo>
                    <a:pt x="20000" y="120000"/>
                    <a:pt x="20000" y="120000"/>
                    <a:pt x="10000" y="1200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41" name="Shape 1141"/>
            <p:cNvSpPr/>
            <p:nvPr/>
          </p:nvSpPr>
          <p:spPr>
            <a:xfrm>
              <a:off x="7355692" y="2261146"/>
              <a:ext cx="126263" cy="112446"/>
            </a:xfrm>
            <a:custGeom>
              <a:avLst/>
              <a:gdLst/>
              <a:ahLst/>
              <a:cxnLst/>
              <a:rect l="0" t="0" r="0" b="0"/>
              <a:pathLst>
                <a:path w="120000" h="120000" extrusionOk="0">
                  <a:moveTo>
                    <a:pt x="96000" y="19200"/>
                  </a:moveTo>
                  <a:cubicBezTo>
                    <a:pt x="96000" y="19200"/>
                    <a:pt x="96000" y="19200"/>
                    <a:pt x="96000" y="19200"/>
                  </a:cubicBezTo>
                  <a:cubicBezTo>
                    <a:pt x="96000" y="19200"/>
                    <a:pt x="96000" y="19200"/>
                    <a:pt x="96000" y="19200"/>
                  </a:cubicBezTo>
                  <a:cubicBezTo>
                    <a:pt x="98400" y="19200"/>
                    <a:pt x="98400" y="21600"/>
                    <a:pt x="98400" y="21600"/>
                  </a:cubicBezTo>
                  <a:cubicBezTo>
                    <a:pt x="100800" y="21600"/>
                    <a:pt x="100800" y="24000"/>
                    <a:pt x="100800" y="24000"/>
                  </a:cubicBezTo>
                  <a:cubicBezTo>
                    <a:pt x="100800" y="24000"/>
                    <a:pt x="100800" y="24000"/>
                    <a:pt x="100800" y="24000"/>
                  </a:cubicBezTo>
                  <a:cubicBezTo>
                    <a:pt x="103200" y="24000"/>
                    <a:pt x="100800" y="26400"/>
                    <a:pt x="100800" y="26400"/>
                  </a:cubicBezTo>
                  <a:cubicBezTo>
                    <a:pt x="100800" y="26400"/>
                    <a:pt x="100800" y="28800"/>
                    <a:pt x="98400" y="28800"/>
                  </a:cubicBezTo>
                  <a:cubicBezTo>
                    <a:pt x="98400" y="31200"/>
                    <a:pt x="98400" y="31200"/>
                    <a:pt x="98400" y="31200"/>
                  </a:cubicBezTo>
                  <a:cubicBezTo>
                    <a:pt x="98400" y="33600"/>
                    <a:pt x="98400" y="33600"/>
                    <a:pt x="98400" y="33600"/>
                  </a:cubicBezTo>
                  <a:cubicBezTo>
                    <a:pt x="98400" y="33600"/>
                    <a:pt x="98400" y="33600"/>
                    <a:pt x="98400" y="33600"/>
                  </a:cubicBezTo>
                  <a:cubicBezTo>
                    <a:pt x="98400" y="33600"/>
                    <a:pt x="98400" y="33600"/>
                    <a:pt x="98400" y="36000"/>
                  </a:cubicBezTo>
                  <a:cubicBezTo>
                    <a:pt x="100800" y="36000"/>
                    <a:pt x="100800" y="38400"/>
                    <a:pt x="100800" y="38400"/>
                  </a:cubicBezTo>
                  <a:cubicBezTo>
                    <a:pt x="100800" y="38400"/>
                    <a:pt x="100800" y="38400"/>
                    <a:pt x="100800" y="38400"/>
                  </a:cubicBezTo>
                  <a:cubicBezTo>
                    <a:pt x="100800" y="38400"/>
                    <a:pt x="100800" y="38400"/>
                    <a:pt x="100800" y="38400"/>
                  </a:cubicBezTo>
                  <a:cubicBezTo>
                    <a:pt x="100800" y="38400"/>
                    <a:pt x="100800" y="38400"/>
                    <a:pt x="100800" y="40800"/>
                  </a:cubicBezTo>
                  <a:cubicBezTo>
                    <a:pt x="103200" y="40800"/>
                    <a:pt x="103200" y="40800"/>
                    <a:pt x="103200" y="40800"/>
                  </a:cubicBezTo>
                  <a:cubicBezTo>
                    <a:pt x="103200" y="40800"/>
                    <a:pt x="103200" y="40800"/>
                    <a:pt x="103200" y="40800"/>
                  </a:cubicBezTo>
                  <a:cubicBezTo>
                    <a:pt x="103200" y="40800"/>
                    <a:pt x="105600" y="40800"/>
                    <a:pt x="105600" y="43200"/>
                  </a:cubicBezTo>
                  <a:cubicBezTo>
                    <a:pt x="108000" y="43200"/>
                    <a:pt x="110400" y="43200"/>
                    <a:pt x="110400" y="43200"/>
                  </a:cubicBezTo>
                  <a:cubicBezTo>
                    <a:pt x="110400" y="43200"/>
                    <a:pt x="110400" y="43200"/>
                    <a:pt x="110400" y="43200"/>
                  </a:cubicBezTo>
                  <a:cubicBezTo>
                    <a:pt x="112800" y="43200"/>
                    <a:pt x="112800" y="43200"/>
                    <a:pt x="112800" y="43200"/>
                  </a:cubicBezTo>
                  <a:cubicBezTo>
                    <a:pt x="112800" y="43200"/>
                    <a:pt x="112800" y="43200"/>
                    <a:pt x="112800" y="43200"/>
                  </a:cubicBezTo>
                  <a:cubicBezTo>
                    <a:pt x="112800" y="45600"/>
                    <a:pt x="112800" y="45600"/>
                    <a:pt x="112800" y="45600"/>
                  </a:cubicBezTo>
                  <a:cubicBezTo>
                    <a:pt x="112800" y="48000"/>
                    <a:pt x="112800" y="48000"/>
                    <a:pt x="112800" y="50400"/>
                  </a:cubicBezTo>
                  <a:cubicBezTo>
                    <a:pt x="112800" y="50400"/>
                    <a:pt x="112800" y="50400"/>
                    <a:pt x="112800" y="50400"/>
                  </a:cubicBezTo>
                  <a:cubicBezTo>
                    <a:pt x="112800" y="50400"/>
                    <a:pt x="112800" y="52800"/>
                    <a:pt x="112800" y="52800"/>
                  </a:cubicBezTo>
                  <a:cubicBezTo>
                    <a:pt x="112800" y="52800"/>
                    <a:pt x="112800" y="52800"/>
                    <a:pt x="110400" y="52800"/>
                  </a:cubicBezTo>
                  <a:cubicBezTo>
                    <a:pt x="110400" y="52800"/>
                    <a:pt x="110400" y="52800"/>
                    <a:pt x="110400" y="55200"/>
                  </a:cubicBezTo>
                  <a:cubicBezTo>
                    <a:pt x="108000" y="55200"/>
                    <a:pt x="105600" y="55200"/>
                    <a:pt x="105600" y="55200"/>
                  </a:cubicBezTo>
                  <a:cubicBezTo>
                    <a:pt x="105600" y="55200"/>
                    <a:pt x="105600" y="55200"/>
                    <a:pt x="105600" y="57600"/>
                  </a:cubicBezTo>
                  <a:cubicBezTo>
                    <a:pt x="105600" y="57600"/>
                    <a:pt x="105600" y="57600"/>
                    <a:pt x="105600" y="57600"/>
                  </a:cubicBezTo>
                  <a:cubicBezTo>
                    <a:pt x="105600" y="60000"/>
                    <a:pt x="105600" y="60000"/>
                    <a:pt x="105600" y="60000"/>
                  </a:cubicBezTo>
                  <a:cubicBezTo>
                    <a:pt x="105600" y="60000"/>
                    <a:pt x="105600" y="62400"/>
                    <a:pt x="105600" y="62400"/>
                  </a:cubicBezTo>
                  <a:cubicBezTo>
                    <a:pt x="105600" y="62400"/>
                    <a:pt x="105600" y="62400"/>
                    <a:pt x="105600" y="62400"/>
                  </a:cubicBezTo>
                  <a:cubicBezTo>
                    <a:pt x="105600" y="62400"/>
                    <a:pt x="105600" y="62400"/>
                    <a:pt x="105600" y="64800"/>
                  </a:cubicBezTo>
                  <a:cubicBezTo>
                    <a:pt x="105600" y="64800"/>
                    <a:pt x="105600" y="64800"/>
                    <a:pt x="105600" y="64800"/>
                  </a:cubicBezTo>
                  <a:cubicBezTo>
                    <a:pt x="105600" y="67200"/>
                    <a:pt x="105600" y="67200"/>
                    <a:pt x="105600" y="67200"/>
                  </a:cubicBezTo>
                  <a:cubicBezTo>
                    <a:pt x="105600" y="67200"/>
                    <a:pt x="105600" y="67200"/>
                    <a:pt x="108000" y="67200"/>
                  </a:cubicBezTo>
                  <a:cubicBezTo>
                    <a:pt x="108000" y="67200"/>
                    <a:pt x="108000" y="67200"/>
                    <a:pt x="108000" y="67200"/>
                  </a:cubicBezTo>
                  <a:cubicBezTo>
                    <a:pt x="108000" y="67200"/>
                    <a:pt x="108000" y="67200"/>
                    <a:pt x="110400" y="67200"/>
                  </a:cubicBezTo>
                  <a:cubicBezTo>
                    <a:pt x="110400" y="69600"/>
                    <a:pt x="112800" y="69600"/>
                    <a:pt x="112800" y="69600"/>
                  </a:cubicBezTo>
                  <a:cubicBezTo>
                    <a:pt x="112800" y="69600"/>
                    <a:pt x="112800" y="69600"/>
                    <a:pt x="112800" y="69600"/>
                  </a:cubicBezTo>
                  <a:cubicBezTo>
                    <a:pt x="112800" y="72000"/>
                    <a:pt x="112800" y="72000"/>
                    <a:pt x="112800" y="72000"/>
                  </a:cubicBezTo>
                  <a:cubicBezTo>
                    <a:pt x="112800" y="72000"/>
                    <a:pt x="112800" y="72000"/>
                    <a:pt x="112800" y="72000"/>
                  </a:cubicBezTo>
                  <a:cubicBezTo>
                    <a:pt x="112800" y="74400"/>
                    <a:pt x="112800" y="74400"/>
                    <a:pt x="112800" y="74400"/>
                  </a:cubicBezTo>
                  <a:cubicBezTo>
                    <a:pt x="112800" y="76800"/>
                    <a:pt x="112800" y="76800"/>
                    <a:pt x="112800" y="79200"/>
                  </a:cubicBezTo>
                  <a:cubicBezTo>
                    <a:pt x="112800" y="79200"/>
                    <a:pt x="110400" y="79200"/>
                    <a:pt x="110400" y="79200"/>
                  </a:cubicBezTo>
                  <a:cubicBezTo>
                    <a:pt x="110400" y="79200"/>
                    <a:pt x="110400" y="79200"/>
                    <a:pt x="110400" y="79200"/>
                  </a:cubicBezTo>
                  <a:cubicBezTo>
                    <a:pt x="110400" y="79200"/>
                    <a:pt x="108000" y="79200"/>
                    <a:pt x="108000" y="79200"/>
                  </a:cubicBezTo>
                  <a:cubicBezTo>
                    <a:pt x="108000" y="79200"/>
                    <a:pt x="108000" y="79200"/>
                    <a:pt x="105600" y="79200"/>
                  </a:cubicBezTo>
                  <a:cubicBezTo>
                    <a:pt x="103200" y="79200"/>
                    <a:pt x="103200" y="79200"/>
                    <a:pt x="103200" y="79200"/>
                  </a:cubicBezTo>
                  <a:cubicBezTo>
                    <a:pt x="103200" y="79200"/>
                    <a:pt x="103200" y="79200"/>
                    <a:pt x="103200" y="81600"/>
                  </a:cubicBezTo>
                  <a:cubicBezTo>
                    <a:pt x="100800" y="81600"/>
                    <a:pt x="100800" y="81600"/>
                    <a:pt x="100800" y="81600"/>
                  </a:cubicBezTo>
                  <a:cubicBezTo>
                    <a:pt x="100800" y="84000"/>
                    <a:pt x="100800" y="84000"/>
                    <a:pt x="100800" y="84000"/>
                  </a:cubicBezTo>
                  <a:cubicBezTo>
                    <a:pt x="100800" y="84000"/>
                    <a:pt x="100800" y="84000"/>
                    <a:pt x="100800" y="84000"/>
                  </a:cubicBezTo>
                  <a:cubicBezTo>
                    <a:pt x="100800" y="84000"/>
                    <a:pt x="98400" y="86400"/>
                    <a:pt x="98400" y="86400"/>
                  </a:cubicBezTo>
                  <a:cubicBezTo>
                    <a:pt x="98400" y="86400"/>
                    <a:pt x="98400" y="88800"/>
                    <a:pt x="98400" y="88800"/>
                  </a:cubicBezTo>
                  <a:cubicBezTo>
                    <a:pt x="98400" y="88800"/>
                    <a:pt x="98400" y="88800"/>
                    <a:pt x="98400" y="88800"/>
                  </a:cubicBezTo>
                  <a:cubicBezTo>
                    <a:pt x="96000" y="88800"/>
                    <a:pt x="96000" y="88800"/>
                    <a:pt x="96000" y="88800"/>
                  </a:cubicBezTo>
                  <a:cubicBezTo>
                    <a:pt x="96000" y="88800"/>
                    <a:pt x="98400" y="91200"/>
                    <a:pt x="98400" y="91200"/>
                  </a:cubicBezTo>
                  <a:cubicBezTo>
                    <a:pt x="98400" y="93600"/>
                    <a:pt x="98400" y="93600"/>
                    <a:pt x="100800" y="93600"/>
                  </a:cubicBezTo>
                  <a:cubicBezTo>
                    <a:pt x="100800" y="96000"/>
                    <a:pt x="100800" y="96000"/>
                    <a:pt x="100800" y="96000"/>
                  </a:cubicBezTo>
                  <a:cubicBezTo>
                    <a:pt x="100800" y="96000"/>
                    <a:pt x="100800" y="96000"/>
                    <a:pt x="100800" y="98400"/>
                  </a:cubicBezTo>
                  <a:cubicBezTo>
                    <a:pt x="100800" y="98400"/>
                    <a:pt x="100800" y="98400"/>
                    <a:pt x="100800" y="98400"/>
                  </a:cubicBezTo>
                  <a:cubicBezTo>
                    <a:pt x="98400" y="98400"/>
                    <a:pt x="98400" y="100800"/>
                    <a:pt x="98400" y="100800"/>
                  </a:cubicBezTo>
                  <a:cubicBezTo>
                    <a:pt x="98400" y="100800"/>
                    <a:pt x="96000" y="100800"/>
                    <a:pt x="96000" y="103200"/>
                  </a:cubicBezTo>
                  <a:cubicBezTo>
                    <a:pt x="96000" y="103200"/>
                    <a:pt x="96000" y="103200"/>
                    <a:pt x="96000" y="103200"/>
                  </a:cubicBezTo>
                  <a:cubicBezTo>
                    <a:pt x="93600" y="103200"/>
                    <a:pt x="93600" y="103200"/>
                    <a:pt x="93600" y="103200"/>
                  </a:cubicBezTo>
                  <a:cubicBezTo>
                    <a:pt x="93600" y="103200"/>
                    <a:pt x="93600" y="103200"/>
                    <a:pt x="93600" y="103200"/>
                  </a:cubicBezTo>
                  <a:cubicBezTo>
                    <a:pt x="93600" y="103200"/>
                    <a:pt x="91200" y="100800"/>
                    <a:pt x="88800" y="100800"/>
                  </a:cubicBezTo>
                  <a:cubicBezTo>
                    <a:pt x="88800" y="100800"/>
                    <a:pt x="88800" y="100800"/>
                    <a:pt x="88800" y="100800"/>
                  </a:cubicBezTo>
                  <a:cubicBezTo>
                    <a:pt x="86400" y="98400"/>
                    <a:pt x="86400" y="98400"/>
                    <a:pt x="86400" y="98400"/>
                  </a:cubicBezTo>
                  <a:cubicBezTo>
                    <a:pt x="86400" y="98400"/>
                    <a:pt x="86400" y="98400"/>
                    <a:pt x="86400" y="98400"/>
                  </a:cubicBezTo>
                  <a:cubicBezTo>
                    <a:pt x="86400" y="100800"/>
                    <a:pt x="86400" y="100800"/>
                    <a:pt x="84000" y="100800"/>
                  </a:cubicBezTo>
                  <a:cubicBezTo>
                    <a:pt x="84000" y="100800"/>
                    <a:pt x="81600" y="103200"/>
                    <a:pt x="81600" y="103200"/>
                  </a:cubicBezTo>
                  <a:cubicBezTo>
                    <a:pt x="81600" y="103200"/>
                    <a:pt x="81600" y="103200"/>
                    <a:pt x="81600" y="103200"/>
                  </a:cubicBezTo>
                  <a:cubicBezTo>
                    <a:pt x="81600" y="103200"/>
                    <a:pt x="81600" y="103200"/>
                    <a:pt x="79200" y="103200"/>
                  </a:cubicBezTo>
                  <a:cubicBezTo>
                    <a:pt x="79200" y="103200"/>
                    <a:pt x="79200" y="103200"/>
                    <a:pt x="79200" y="103200"/>
                  </a:cubicBezTo>
                  <a:cubicBezTo>
                    <a:pt x="79200" y="103200"/>
                    <a:pt x="76800" y="103200"/>
                    <a:pt x="76800" y="103200"/>
                  </a:cubicBezTo>
                  <a:cubicBezTo>
                    <a:pt x="76800" y="103200"/>
                    <a:pt x="76800" y="105600"/>
                    <a:pt x="76800" y="108000"/>
                  </a:cubicBezTo>
                  <a:cubicBezTo>
                    <a:pt x="76800" y="110400"/>
                    <a:pt x="76800" y="110400"/>
                    <a:pt x="76800" y="110400"/>
                  </a:cubicBezTo>
                  <a:cubicBezTo>
                    <a:pt x="76800" y="112800"/>
                    <a:pt x="76800" y="112800"/>
                    <a:pt x="76800" y="112800"/>
                  </a:cubicBezTo>
                  <a:cubicBezTo>
                    <a:pt x="76800" y="112800"/>
                    <a:pt x="76800" y="112800"/>
                    <a:pt x="76800" y="112800"/>
                  </a:cubicBezTo>
                  <a:cubicBezTo>
                    <a:pt x="74400" y="112800"/>
                    <a:pt x="74400" y="115200"/>
                    <a:pt x="72000" y="115200"/>
                  </a:cubicBezTo>
                  <a:cubicBezTo>
                    <a:pt x="72000" y="115200"/>
                    <a:pt x="72000" y="115200"/>
                    <a:pt x="69600" y="115200"/>
                  </a:cubicBezTo>
                  <a:cubicBezTo>
                    <a:pt x="69600" y="115200"/>
                    <a:pt x="69600" y="115200"/>
                    <a:pt x="69600" y="115200"/>
                  </a:cubicBezTo>
                  <a:cubicBezTo>
                    <a:pt x="69600" y="115200"/>
                    <a:pt x="69600" y="115200"/>
                    <a:pt x="69600" y="115200"/>
                  </a:cubicBezTo>
                  <a:cubicBezTo>
                    <a:pt x="67200" y="115200"/>
                    <a:pt x="67200" y="115200"/>
                    <a:pt x="67200" y="112800"/>
                  </a:cubicBezTo>
                  <a:cubicBezTo>
                    <a:pt x="67200" y="112800"/>
                    <a:pt x="67200" y="112800"/>
                    <a:pt x="67200" y="112800"/>
                  </a:cubicBezTo>
                  <a:cubicBezTo>
                    <a:pt x="67200" y="112800"/>
                    <a:pt x="67200" y="110400"/>
                    <a:pt x="64800" y="110400"/>
                  </a:cubicBezTo>
                  <a:cubicBezTo>
                    <a:pt x="64800" y="110400"/>
                    <a:pt x="64800" y="108000"/>
                    <a:pt x="64800" y="108000"/>
                  </a:cubicBezTo>
                  <a:cubicBezTo>
                    <a:pt x="64800" y="108000"/>
                    <a:pt x="62400" y="108000"/>
                    <a:pt x="62400" y="108000"/>
                  </a:cubicBezTo>
                  <a:cubicBezTo>
                    <a:pt x="62400" y="108000"/>
                    <a:pt x="62400" y="108000"/>
                    <a:pt x="60000" y="108000"/>
                  </a:cubicBezTo>
                  <a:cubicBezTo>
                    <a:pt x="60000" y="108000"/>
                    <a:pt x="60000" y="108000"/>
                    <a:pt x="60000" y="108000"/>
                  </a:cubicBezTo>
                  <a:cubicBezTo>
                    <a:pt x="57600" y="108000"/>
                    <a:pt x="57600" y="108000"/>
                    <a:pt x="57600" y="108000"/>
                  </a:cubicBezTo>
                  <a:cubicBezTo>
                    <a:pt x="57600" y="108000"/>
                    <a:pt x="57600" y="108000"/>
                    <a:pt x="57600" y="108000"/>
                  </a:cubicBezTo>
                  <a:cubicBezTo>
                    <a:pt x="57600" y="108000"/>
                    <a:pt x="57600" y="108000"/>
                    <a:pt x="55200" y="108000"/>
                  </a:cubicBezTo>
                  <a:cubicBezTo>
                    <a:pt x="55200" y="108000"/>
                    <a:pt x="55200" y="108000"/>
                    <a:pt x="55200" y="108000"/>
                  </a:cubicBezTo>
                  <a:cubicBezTo>
                    <a:pt x="52800" y="108000"/>
                    <a:pt x="52800" y="108000"/>
                    <a:pt x="52800" y="108000"/>
                  </a:cubicBezTo>
                  <a:cubicBezTo>
                    <a:pt x="52800" y="108000"/>
                    <a:pt x="52800" y="108000"/>
                    <a:pt x="52800" y="108000"/>
                  </a:cubicBezTo>
                  <a:cubicBezTo>
                    <a:pt x="52800" y="110400"/>
                    <a:pt x="52800" y="110400"/>
                    <a:pt x="50400" y="110400"/>
                  </a:cubicBezTo>
                  <a:cubicBezTo>
                    <a:pt x="50400" y="112800"/>
                    <a:pt x="50400" y="112800"/>
                    <a:pt x="50400" y="112800"/>
                  </a:cubicBezTo>
                  <a:cubicBezTo>
                    <a:pt x="48000" y="115200"/>
                    <a:pt x="48000" y="115200"/>
                    <a:pt x="48000" y="115200"/>
                  </a:cubicBezTo>
                  <a:cubicBezTo>
                    <a:pt x="48000" y="115200"/>
                    <a:pt x="48000" y="115200"/>
                    <a:pt x="48000" y="115200"/>
                  </a:cubicBezTo>
                  <a:cubicBezTo>
                    <a:pt x="45600" y="115200"/>
                    <a:pt x="45600" y="115200"/>
                    <a:pt x="43200" y="115200"/>
                  </a:cubicBezTo>
                  <a:cubicBezTo>
                    <a:pt x="43200" y="112800"/>
                    <a:pt x="43200" y="112800"/>
                    <a:pt x="40800" y="112800"/>
                  </a:cubicBezTo>
                  <a:cubicBezTo>
                    <a:pt x="40800" y="112800"/>
                    <a:pt x="40800" y="112800"/>
                    <a:pt x="40800" y="112800"/>
                  </a:cubicBezTo>
                  <a:cubicBezTo>
                    <a:pt x="40800" y="112800"/>
                    <a:pt x="40800" y="112800"/>
                    <a:pt x="40800" y="112800"/>
                  </a:cubicBezTo>
                  <a:cubicBezTo>
                    <a:pt x="40800" y="112800"/>
                    <a:pt x="40800" y="112800"/>
                    <a:pt x="40800" y="110400"/>
                  </a:cubicBezTo>
                  <a:cubicBezTo>
                    <a:pt x="40800" y="110400"/>
                    <a:pt x="40800" y="110400"/>
                    <a:pt x="40800" y="110400"/>
                  </a:cubicBezTo>
                  <a:cubicBezTo>
                    <a:pt x="40800" y="108000"/>
                    <a:pt x="40800" y="108000"/>
                    <a:pt x="40800" y="108000"/>
                  </a:cubicBezTo>
                  <a:cubicBezTo>
                    <a:pt x="40800" y="105600"/>
                    <a:pt x="40800" y="103200"/>
                    <a:pt x="40800" y="103200"/>
                  </a:cubicBezTo>
                  <a:cubicBezTo>
                    <a:pt x="40800" y="103200"/>
                    <a:pt x="38400" y="103200"/>
                    <a:pt x="38400" y="103200"/>
                  </a:cubicBezTo>
                  <a:cubicBezTo>
                    <a:pt x="38400" y="103200"/>
                    <a:pt x="38400" y="103200"/>
                    <a:pt x="36000" y="103200"/>
                  </a:cubicBezTo>
                  <a:cubicBezTo>
                    <a:pt x="36000" y="103200"/>
                    <a:pt x="36000" y="100800"/>
                    <a:pt x="36000" y="100800"/>
                  </a:cubicBezTo>
                  <a:cubicBezTo>
                    <a:pt x="36000" y="100800"/>
                    <a:pt x="33600" y="100800"/>
                    <a:pt x="33600" y="100800"/>
                  </a:cubicBezTo>
                  <a:cubicBezTo>
                    <a:pt x="33600" y="100800"/>
                    <a:pt x="33600" y="100800"/>
                    <a:pt x="33600" y="100800"/>
                  </a:cubicBezTo>
                  <a:cubicBezTo>
                    <a:pt x="31200" y="98400"/>
                    <a:pt x="31200" y="98400"/>
                    <a:pt x="31200" y="98400"/>
                  </a:cubicBezTo>
                  <a:cubicBezTo>
                    <a:pt x="31200" y="98400"/>
                    <a:pt x="31200" y="98400"/>
                    <a:pt x="31200" y="98400"/>
                  </a:cubicBezTo>
                  <a:cubicBezTo>
                    <a:pt x="31200" y="98400"/>
                    <a:pt x="31200" y="98400"/>
                    <a:pt x="31200" y="98400"/>
                  </a:cubicBezTo>
                  <a:cubicBezTo>
                    <a:pt x="31200" y="98400"/>
                    <a:pt x="28800" y="98400"/>
                    <a:pt x="26400" y="100800"/>
                  </a:cubicBezTo>
                  <a:cubicBezTo>
                    <a:pt x="26400" y="100800"/>
                    <a:pt x="26400" y="100800"/>
                    <a:pt x="26400" y="100800"/>
                  </a:cubicBezTo>
                  <a:cubicBezTo>
                    <a:pt x="24000" y="100800"/>
                    <a:pt x="24000" y="100800"/>
                    <a:pt x="24000" y="100800"/>
                  </a:cubicBezTo>
                  <a:cubicBezTo>
                    <a:pt x="24000" y="103200"/>
                    <a:pt x="24000" y="103200"/>
                    <a:pt x="21600" y="103200"/>
                  </a:cubicBezTo>
                  <a:cubicBezTo>
                    <a:pt x="21600" y="103200"/>
                    <a:pt x="21600" y="103200"/>
                    <a:pt x="21600" y="103200"/>
                  </a:cubicBezTo>
                  <a:cubicBezTo>
                    <a:pt x="21600" y="103200"/>
                    <a:pt x="21600" y="100800"/>
                    <a:pt x="21600" y="100800"/>
                  </a:cubicBezTo>
                  <a:cubicBezTo>
                    <a:pt x="21600" y="100800"/>
                    <a:pt x="19200" y="100800"/>
                    <a:pt x="19200" y="98400"/>
                  </a:cubicBezTo>
                  <a:cubicBezTo>
                    <a:pt x="19200" y="98400"/>
                    <a:pt x="16800" y="98400"/>
                    <a:pt x="16800" y="98400"/>
                  </a:cubicBezTo>
                  <a:cubicBezTo>
                    <a:pt x="16800" y="96000"/>
                    <a:pt x="16800" y="96000"/>
                    <a:pt x="16800" y="96000"/>
                  </a:cubicBezTo>
                  <a:cubicBezTo>
                    <a:pt x="16800" y="96000"/>
                    <a:pt x="16800" y="96000"/>
                    <a:pt x="16800" y="93600"/>
                  </a:cubicBezTo>
                  <a:cubicBezTo>
                    <a:pt x="16800" y="93600"/>
                    <a:pt x="16800" y="93600"/>
                    <a:pt x="19200" y="91200"/>
                  </a:cubicBezTo>
                  <a:cubicBezTo>
                    <a:pt x="19200" y="91200"/>
                    <a:pt x="19200" y="88800"/>
                    <a:pt x="19200" y="88800"/>
                  </a:cubicBezTo>
                  <a:cubicBezTo>
                    <a:pt x="19200" y="88800"/>
                    <a:pt x="21600" y="88800"/>
                    <a:pt x="21600" y="88800"/>
                  </a:cubicBezTo>
                  <a:cubicBezTo>
                    <a:pt x="21600" y="88800"/>
                    <a:pt x="21600" y="88800"/>
                    <a:pt x="19200" y="88800"/>
                  </a:cubicBezTo>
                  <a:cubicBezTo>
                    <a:pt x="19200" y="86400"/>
                    <a:pt x="19200" y="86400"/>
                    <a:pt x="19200" y="86400"/>
                  </a:cubicBezTo>
                  <a:cubicBezTo>
                    <a:pt x="19200" y="84000"/>
                    <a:pt x="16800" y="84000"/>
                    <a:pt x="16800" y="84000"/>
                  </a:cubicBezTo>
                  <a:cubicBezTo>
                    <a:pt x="16800" y="84000"/>
                    <a:pt x="16800" y="84000"/>
                    <a:pt x="16800" y="84000"/>
                  </a:cubicBezTo>
                  <a:cubicBezTo>
                    <a:pt x="16800" y="81600"/>
                    <a:pt x="16800" y="81600"/>
                    <a:pt x="16800" y="81600"/>
                  </a:cubicBezTo>
                  <a:cubicBezTo>
                    <a:pt x="16800" y="81600"/>
                    <a:pt x="16800" y="79200"/>
                    <a:pt x="16800" y="79200"/>
                  </a:cubicBezTo>
                  <a:cubicBezTo>
                    <a:pt x="14400" y="79200"/>
                    <a:pt x="14400" y="79200"/>
                    <a:pt x="14400" y="79200"/>
                  </a:cubicBezTo>
                  <a:cubicBezTo>
                    <a:pt x="14400" y="79200"/>
                    <a:pt x="14400" y="79200"/>
                    <a:pt x="14400" y="79200"/>
                  </a:cubicBezTo>
                  <a:cubicBezTo>
                    <a:pt x="14400" y="79200"/>
                    <a:pt x="14400" y="79200"/>
                    <a:pt x="12000" y="79200"/>
                  </a:cubicBezTo>
                  <a:cubicBezTo>
                    <a:pt x="9600" y="79200"/>
                    <a:pt x="7200" y="79200"/>
                    <a:pt x="7200" y="79200"/>
                  </a:cubicBezTo>
                  <a:cubicBezTo>
                    <a:pt x="7200" y="79200"/>
                    <a:pt x="7200" y="79200"/>
                    <a:pt x="7200" y="79200"/>
                  </a:cubicBezTo>
                  <a:cubicBezTo>
                    <a:pt x="7200" y="79200"/>
                    <a:pt x="7200" y="79200"/>
                    <a:pt x="7200" y="79200"/>
                  </a:cubicBezTo>
                  <a:cubicBezTo>
                    <a:pt x="7200" y="79200"/>
                    <a:pt x="7200" y="76800"/>
                    <a:pt x="7200" y="76800"/>
                  </a:cubicBezTo>
                  <a:cubicBezTo>
                    <a:pt x="4800" y="76800"/>
                    <a:pt x="4800" y="74400"/>
                    <a:pt x="4800" y="74400"/>
                  </a:cubicBezTo>
                  <a:cubicBezTo>
                    <a:pt x="4800" y="74400"/>
                    <a:pt x="4800" y="72000"/>
                    <a:pt x="4800" y="72000"/>
                  </a:cubicBezTo>
                  <a:cubicBezTo>
                    <a:pt x="4800" y="72000"/>
                    <a:pt x="4800" y="69600"/>
                    <a:pt x="4800" y="69600"/>
                  </a:cubicBezTo>
                  <a:cubicBezTo>
                    <a:pt x="4800" y="69600"/>
                    <a:pt x="4800" y="69600"/>
                    <a:pt x="4800" y="69600"/>
                  </a:cubicBezTo>
                  <a:cubicBezTo>
                    <a:pt x="4800" y="69600"/>
                    <a:pt x="7200" y="69600"/>
                    <a:pt x="7200" y="67200"/>
                  </a:cubicBezTo>
                  <a:cubicBezTo>
                    <a:pt x="7200" y="67200"/>
                    <a:pt x="7200" y="67200"/>
                    <a:pt x="9600" y="67200"/>
                  </a:cubicBezTo>
                  <a:cubicBezTo>
                    <a:pt x="9600" y="67200"/>
                    <a:pt x="12000" y="64800"/>
                    <a:pt x="12000" y="64800"/>
                  </a:cubicBezTo>
                  <a:cubicBezTo>
                    <a:pt x="12000" y="64800"/>
                    <a:pt x="12000" y="64800"/>
                    <a:pt x="12000" y="64800"/>
                  </a:cubicBezTo>
                  <a:cubicBezTo>
                    <a:pt x="12000" y="64800"/>
                    <a:pt x="12000" y="62400"/>
                    <a:pt x="12000" y="62400"/>
                  </a:cubicBezTo>
                  <a:cubicBezTo>
                    <a:pt x="12000" y="62400"/>
                    <a:pt x="12000" y="60000"/>
                    <a:pt x="12000" y="60000"/>
                  </a:cubicBezTo>
                  <a:cubicBezTo>
                    <a:pt x="12000" y="60000"/>
                    <a:pt x="12000" y="60000"/>
                    <a:pt x="12000" y="60000"/>
                  </a:cubicBezTo>
                  <a:cubicBezTo>
                    <a:pt x="12000" y="60000"/>
                    <a:pt x="12000" y="60000"/>
                    <a:pt x="12000" y="60000"/>
                  </a:cubicBezTo>
                  <a:cubicBezTo>
                    <a:pt x="12000" y="57600"/>
                    <a:pt x="12000" y="57600"/>
                    <a:pt x="12000" y="57600"/>
                  </a:cubicBezTo>
                  <a:cubicBezTo>
                    <a:pt x="12000" y="57600"/>
                    <a:pt x="12000" y="55200"/>
                    <a:pt x="12000" y="55200"/>
                  </a:cubicBezTo>
                  <a:cubicBezTo>
                    <a:pt x="12000" y="55200"/>
                    <a:pt x="12000" y="55200"/>
                    <a:pt x="12000" y="55200"/>
                  </a:cubicBezTo>
                  <a:cubicBezTo>
                    <a:pt x="12000" y="55200"/>
                    <a:pt x="12000" y="55200"/>
                    <a:pt x="12000" y="55200"/>
                  </a:cubicBezTo>
                  <a:cubicBezTo>
                    <a:pt x="12000" y="55200"/>
                    <a:pt x="9600" y="55200"/>
                    <a:pt x="9600" y="52800"/>
                  </a:cubicBezTo>
                  <a:cubicBezTo>
                    <a:pt x="9600" y="52800"/>
                    <a:pt x="9600" y="52800"/>
                    <a:pt x="9600" y="52800"/>
                  </a:cubicBezTo>
                  <a:cubicBezTo>
                    <a:pt x="7200" y="52800"/>
                    <a:pt x="7200" y="50400"/>
                    <a:pt x="7200" y="50400"/>
                  </a:cubicBezTo>
                  <a:cubicBezTo>
                    <a:pt x="4800" y="50400"/>
                    <a:pt x="4800" y="50400"/>
                    <a:pt x="4800" y="50400"/>
                  </a:cubicBezTo>
                  <a:cubicBezTo>
                    <a:pt x="4800" y="50400"/>
                    <a:pt x="4800" y="50400"/>
                    <a:pt x="4800" y="50400"/>
                  </a:cubicBezTo>
                  <a:cubicBezTo>
                    <a:pt x="4800" y="50400"/>
                    <a:pt x="4800" y="48000"/>
                    <a:pt x="4800" y="48000"/>
                  </a:cubicBezTo>
                  <a:cubicBezTo>
                    <a:pt x="4800" y="48000"/>
                    <a:pt x="4800" y="45600"/>
                    <a:pt x="4800" y="45600"/>
                  </a:cubicBezTo>
                  <a:cubicBezTo>
                    <a:pt x="4800" y="45600"/>
                    <a:pt x="7200" y="43200"/>
                    <a:pt x="7200" y="43200"/>
                  </a:cubicBezTo>
                  <a:cubicBezTo>
                    <a:pt x="7200" y="43200"/>
                    <a:pt x="7200" y="40800"/>
                    <a:pt x="7200" y="40800"/>
                  </a:cubicBezTo>
                  <a:cubicBezTo>
                    <a:pt x="7200" y="40800"/>
                    <a:pt x="7200" y="40800"/>
                    <a:pt x="9600" y="40800"/>
                  </a:cubicBezTo>
                  <a:cubicBezTo>
                    <a:pt x="9600" y="40800"/>
                    <a:pt x="9600" y="40800"/>
                    <a:pt x="9600" y="40800"/>
                  </a:cubicBezTo>
                  <a:cubicBezTo>
                    <a:pt x="9600" y="40800"/>
                    <a:pt x="12000" y="40800"/>
                    <a:pt x="12000" y="40800"/>
                  </a:cubicBezTo>
                  <a:cubicBezTo>
                    <a:pt x="14400" y="40800"/>
                    <a:pt x="16800" y="40800"/>
                    <a:pt x="16800" y="40800"/>
                  </a:cubicBezTo>
                  <a:cubicBezTo>
                    <a:pt x="16800" y="40800"/>
                    <a:pt x="16800" y="40800"/>
                    <a:pt x="16800" y="40800"/>
                  </a:cubicBezTo>
                  <a:cubicBezTo>
                    <a:pt x="16800" y="40800"/>
                    <a:pt x="16800" y="38400"/>
                    <a:pt x="16800" y="38400"/>
                  </a:cubicBezTo>
                  <a:cubicBezTo>
                    <a:pt x="16800" y="38400"/>
                    <a:pt x="16800" y="38400"/>
                    <a:pt x="16800" y="36000"/>
                  </a:cubicBezTo>
                  <a:cubicBezTo>
                    <a:pt x="19200" y="36000"/>
                    <a:pt x="19200" y="36000"/>
                    <a:pt x="19200" y="36000"/>
                  </a:cubicBezTo>
                  <a:cubicBezTo>
                    <a:pt x="19200" y="36000"/>
                    <a:pt x="19200" y="36000"/>
                    <a:pt x="19200" y="33600"/>
                  </a:cubicBezTo>
                  <a:cubicBezTo>
                    <a:pt x="19200" y="33600"/>
                    <a:pt x="21600" y="33600"/>
                    <a:pt x="21600" y="33600"/>
                  </a:cubicBezTo>
                  <a:cubicBezTo>
                    <a:pt x="21600" y="33600"/>
                    <a:pt x="21600" y="31200"/>
                    <a:pt x="21600" y="31200"/>
                  </a:cubicBezTo>
                  <a:cubicBezTo>
                    <a:pt x="21600" y="31200"/>
                    <a:pt x="21600" y="31200"/>
                    <a:pt x="21600" y="31200"/>
                  </a:cubicBezTo>
                  <a:cubicBezTo>
                    <a:pt x="21600" y="31200"/>
                    <a:pt x="19200" y="31200"/>
                    <a:pt x="19200" y="28800"/>
                  </a:cubicBezTo>
                  <a:cubicBezTo>
                    <a:pt x="19200" y="28800"/>
                    <a:pt x="19200" y="26400"/>
                    <a:pt x="19200" y="26400"/>
                  </a:cubicBezTo>
                  <a:cubicBezTo>
                    <a:pt x="19200" y="26400"/>
                    <a:pt x="16800" y="26400"/>
                    <a:pt x="16800" y="26400"/>
                  </a:cubicBezTo>
                  <a:cubicBezTo>
                    <a:pt x="16800" y="24000"/>
                    <a:pt x="16800" y="24000"/>
                    <a:pt x="16800" y="24000"/>
                  </a:cubicBezTo>
                  <a:cubicBezTo>
                    <a:pt x="16800" y="24000"/>
                    <a:pt x="16800" y="24000"/>
                    <a:pt x="19200" y="24000"/>
                  </a:cubicBezTo>
                  <a:cubicBezTo>
                    <a:pt x="19200" y="21600"/>
                    <a:pt x="19200" y="21600"/>
                    <a:pt x="19200" y="21600"/>
                  </a:cubicBezTo>
                  <a:cubicBezTo>
                    <a:pt x="21600" y="19200"/>
                    <a:pt x="21600" y="19200"/>
                    <a:pt x="21600" y="19200"/>
                  </a:cubicBezTo>
                  <a:cubicBezTo>
                    <a:pt x="24000" y="19200"/>
                    <a:pt x="24000" y="19200"/>
                    <a:pt x="24000" y="19200"/>
                  </a:cubicBezTo>
                  <a:cubicBezTo>
                    <a:pt x="24000" y="16800"/>
                    <a:pt x="24000" y="16800"/>
                    <a:pt x="24000" y="19200"/>
                  </a:cubicBezTo>
                  <a:cubicBezTo>
                    <a:pt x="24000" y="19200"/>
                    <a:pt x="24000" y="19200"/>
                    <a:pt x="24000" y="19200"/>
                  </a:cubicBezTo>
                  <a:cubicBezTo>
                    <a:pt x="24000" y="19200"/>
                    <a:pt x="26400" y="19200"/>
                    <a:pt x="28800" y="19200"/>
                  </a:cubicBezTo>
                  <a:cubicBezTo>
                    <a:pt x="28800" y="21600"/>
                    <a:pt x="28800" y="21600"/>
                    <a:pt x="31200" y="21600"/>
                  </a:cubicBezTo>
                  <a:cubicBezTo>
                    <a:pt x="31200" y="21600"/>
                    <a:pt x="31200" y="21600"/>
                    <a:pt x="31200" y="21600"/>
                  </a:cubicBezTo>
                  <a:cubicBezTo>
                    <a:pt x="31200" y="21600"/>
                    <a:pt x="31200" y="21600"/>
                    <a:pt x="31200" y="21600"/>
                  </a:cubicBezTo>
                  <a:cubicBezTo>
                    <a:pt x="33600" y="21600"/>
                    <a:pt x="33600" y="21600"/>
                    <a:pt x="33600" y="21600"/>
                  </a:cubicBezTo>
                  <a:cubicBezTo>
                    <a:pt x="36000" y="19200"/>
                    <a:pt x="36000" y="19200"/>
                    <a:pt x="36000" y="19200"/>
                  </a:cubicBezTo>
                  <a:cubicBezTo>
                    <a:pt x="36000" y="19200"/>
                    <a:pt x="36000" y="19200"/>
                    <a:pt x="36000" y="19200"/>
                  </a:cubicBezTo>
                  <a:cubicBezTo>
                    <a:pt x="36000" y="19200"/>
                    <a:pt x="38400" y="19200"/>
                    <a:pt x="38400" y="16800"/>
                  </a:cubicBezTo>
                  <a:cubicBezTo>
                    <a:pt x="38400" y="16800"/>
                    <a:pt x="38400" y="16800"/>
                    <a:pt x="40800" y="16800"/>
                  </a:cubicBezTo>
                  <a:cubicBezTo>
                    <a:pt x="40800" y="16800"/>
                    <a:pt x="40800" y="16800"/>
                    <a:pt x="40800" y="16800"/>
                  </a:cubicBezTo>
                  <a:cubicBezTo>
                    <a:pt x="40800" y="16800"/>
                    <a:pt x="40800" y="14400"/>
                    <a:pt x="40800" y="14400"/>
                  </a:cubicBezTo>
                  <a:cubicBezTo>
                    <a:pt x="40800" y="12000"/>
                    <a:pt x="40800" y="9600"/>
                    <a:pt x="40800" y="9600"/>
                  </a:cubicBezTo>
                  <a:cubicBezTo>
                    <a:pt x="40800" y="9600"/>
                    <a:pt x="40800" y="7200"/>
                    <a:pt x="40800" y="7200"/>
                  </a:cubicBezTo>
                  <a:cubicBezTo>
                    <a:pt x="40800" y="7200"/>
                    <a:pt x="40800" y="7200"/>
                    <a:pt x="43200" y="7200"/>
                  </a:cubicBezTo>
                  <a:cubicBezTo>
                    <a:pt x="43200" y="7200"/>
                    <a:pt x="43200" y="7200"/>
                    <a:pt x="45600" y="7200"/>
                  </a:cubicBezTo>
                  <a:cubicBezTo>
                    <a:pt x="45600" y="7200"/>
                    <a:pt x="48000" y="7200"/>
                    <a:pt x="48000" y="7200"/>
                  </a:cubicBezTo>
                  <a:cubicBezTo>
                    <a:pt x="48000" y="4800"/>
                    <a:pt x="50400" y="4800"/>
                    <a:pt x="50400" y="4800"/>
                  </a:cubicBezTo>
                  <a:cubicBezTo>
                    <a:pt x="50400" y="4800"/>
                    <a:pt x="50400" y="4800"/>
                    <a:pt x="50400" y="4800"/>
                  </a:cubicBezTo>
                  <a:cubicBezTo>
                    <a:pt x="50400" y="7200"/>
                    <a:pt x="50400" y="7200"/>
                    <a:pt x="50400" y="7200"/>
                  </a:cubicBezTo>
                  <a:cubicBezTo>
                    <a:pt x="50400" y="7200"/>
                    <a:pt x="50400" y="7200"/>
                    <a:pt x="50400" y="7200"/>
                  </a:cubicBezTo>
                  <a:cubicBezTo>
                    <a:pt x="52800" y="9600"/>
                    <a:pt x="52800" y="9600"/>
                    <a:pt x="52800" y="9600"/>
                  </a:cubicBezTo>
                  <a:cubicBezTo>
                    <a:pt x="52800" y="12000"/>
                    <a:pt x="55200" y="14400"/>
                    <a:pt x="55200" y="14400"/>
                  </a:cubicBezTo>
                  <a:cubicBezTo>
                    <a:pt x="55200" y="14400"/>
                    <a:pt x="55200" y="14400"/>
                    <a:pt x="55200" y="14400"/>
                  </a:cubicBezTo>
                  <a:cubicBezTo>
                    <a:pt x="55200" y="14400"/>
                    <a:pt x="57600" y="12000"/>
                    <a:pt x="57600" y="12000"/>
                  </a:cubicBezTo>
                  <a:cubicBezTo>
                    <a:pt x="57600" y="12000"/>
                    <a:pt x="57600" y="12000"/>
                    <a:pt x="60000" y="12000"/>
                  </a:cubicBezTo>
                  <a:cubicBezTo>
                    <a:pt x="60000" y="12000"/>
                    <a:pt x="60000" y="12000"/>
                    <a:pt x="60000" y="12000"/>
                  </a:cubicBezTo>
                  <a:cubicBezTo>
                    <a:pt x="60000" y="12000"/>
                    <a:pt x="60000" y="12000"/>
                    <a:pt x="60000" y="12000"/>
                  </a:cubicBezTo>
                  <a:cubicBezTo>
                    <a:pt x="60000" y="12000"/>
                    <a:pt x="62400" y="12000"/>
                    <a:pt x="62400" y="12000"/>
                  </a:cubicBezTo>
                  <a:cubicBezTo>
                    <a:pt x="62400" y="14400"/>
                    <a:pt x="64800" y="14400"/>
                    <a:pt x="64800" y="14400"/>
                  </a:cubicBezTo>
                  <a:cubicBezTo>
                    <a:pt x="64800" y="14400"/>
                    <a:pt x="64800" y="14400"/>
                    <a:pt x="64800" y="14400"/>
                  </a:cubicBezTo>
                  <a:cubicBezTo>
                    <a:pt x="64800" y="14400"/>
                    <a:pt x="64800" y="12000"/>
                    <a:pt x="64800" y="12000"/>
                  </a:cubicBezTo>
                  <a:cubicBezTo>
                    <a:pt x="64800" y="12000"/>
                    <a:pt x="67200" y="12000"/>
                    <a:pt x="67200" y="9600"/>
                  </a:cubicBezTo>
                  <a:cubicBezTo>
                    <a:pt x="67200" y="9600"/>
                    <a:pt x="69600" y="7200"/>
                    <a:pt x="69600" y="7200"/>
                  </a:cubicBezTo>
                  <a:cubicBezTo>
                    <a:pt x="69600" y="7200"/>
                    <a:pt x="69600" y="4800"/>
                    <a:pt x="69600" y="7200"/>
                  </a:cubicBezTo>
                  <a:cubicBezTo>
                    <a:pt x="69600" y="7200"/>
                    <a:pt x="69600" y="7200"/>
                    <a:pt x="72000" y="7200"/>
                  </a:cubicBezTo>
                  <a:cubicBezTo>
                    <a:pt x="72000" y="7200"/>
                    <a:pt x="72000" y="7200"/>
                    <a:pt x="74400" y="7200"/>
                  </a:cubicBezTo>
                  <a:cubicBezTo>
                    <a:pt x="74400" y="7200"/>
                    <a:pt x="76800" y="7200"/>
                    <a:pt x="76800" y="7200"/>
                  </a:cubicBezTo>
                  <a:cubicBezTo>
                    <a:pt x="76800" y="7200"/>
                    <a:pt x="79200" y="7200"/>
                    <a:pt x="79200" y="7200"/>
                  </a:cubicBezTo>
                  <a:cubicBezTo>
                    <a:pt x="79200" y="7200"/>
                    <a:pt x="79200" y="7200"/>
                    <a:pt x="79200" y="7200"/>
                  </a:cubicBezTo>
                  <a:cubicBezTo>
                    <a:pt x="79200" y="9600"/>
                    <a:pt x="79200" y="9600"/>
                    <a:pt x="79200" y="9600"/>
                  </a:cubicBezTo>
                  <a:cubicBezTo>
                    <a:pt x="79200" y="9600"/>
                    <a:pt x="79200" y="9600"/>
                    <a:pt x="79200" y="12000"/>
                  </a:cubicBezTo>
                  <a:cubicBezTo>
                    <a:pt x="79200" y="12000"/>
                    <a:pt x="79200" y="12000"/>
                    <a:pt x="79200" y="14400"/>
                  </a:cubicBezTo>
                  <a:cubicBezTo>
                    <a:pt x="79200" y="14400"/>
                    <a:pt x="79200" y="16800"/>
                    <a:pt x="79200" y="16800"/>
                  </a:cubicBezTo>
                  <a:cubicBezTo>
                    <a:pt x="79200" y="16800"/>
                    <a:pt x="79200" y="16800"/>
                    <a:pt x="79200" y="16800"/>
                  </a:cubicBezTo>
                  <a:cubicBezTo>
                    <a:pt x="79200" y="16800"/>
                    <a:pt x="81600" y="19200"/>
                    <a:pt x="81600" y="19200"/>
                  </a:cubicBezTo>
                  <a:cubicBezTo>
                    <a:pt x="81600" y="19200"/>
                    <a:pt x="81600" y="19200"/>
                    <a:pt x="81600" y="19200"/>
                  </a:cubicBezTo>
                  <a:cubicBezTo>
                    <a:pt x="84000" y="19200"/>
                    <a:pt x="84000" y="19200"/>
                    <a:pt x="84000" y="19200"/>
                  </a:cubicBezTo>
                  <a:cubicBezTo>
                    <a:pt x="84000" y="19200"/>
                    <a:pt x="84000" y="21600"/>
                    <a:pt x="86400" y="21600"/>
                  </a:cubicBezTo>
                  <a:cubicBezTo>
                    <a:pt x="86400" y="21600"/>
                    <a:pt x="86400" y="21600"/>
                    <a:pt x="86400" y="21600"/>
                  </a:cubicBezTo>
                  <a:cubicBezTo>
                    <a:pt x="86400" y="21600"/>
                    <a:pt x="86400" y="21600"/>
                    <a:pt x="86400" y="21600"/>
                  </a:cubicBezTo>
                  <a:cubicBezTo>
                    <a:pt x="88800" y="21600"/>
                    <a:pt x="88800" y="21600"/>
                    <a:pt x="88800" y="21600"/>
                  </a:cubicBezTo>
                  <a:cubicBezTo>
                    <a:pt x="88800" y="21600"/>
                    <a:pt x="88800" y="21600"/>
                    <a:pt x="91200" y="21600"/>
                  </a:cubicBezTo>
                  <a:cubicBezTo>
                    <a:pt x="91200" y="21600"/>
                    <a:pt x="91200" y="19200"/>
                    <a:pt x="93600" y="19200"/>
                  </a:cubicBezTo>
                  <a:cubicBezTo>
                    <a:pt x="93600" y="19200"/>
                    <a:pt x="93600" y="19200"/>
                    <a:pt x="93600" y="19200"/>
                  </a:cubicBezTo>
                  <a:cubicBezTo>
                    <a:pt x="96000" y="19200"/>
                    <a:pt x="96000" y="19200"/>
                    <a:pt x="96000" y="19200"/>
                  </a:cubicBezTo>
                  <a:moveTo>
                    <a:pt x="38400" y="93600"/>
                  </a:moveTo>
                  <a:cubicBezTo>
                    <a:pt x="38400" y="93600"/>
                    <a:pt x="38400" y="93600"/>
                    <a:pt x="40800" y="93600"/>
                  </a:cubicBezTo>
                  <a:cubicBezTo>
                    <a:pt x="40800" y="96000"/>
                    <a:pt x="40800" y="96000"/>
                    <a:pt x="40800" y="96000"/>
                  </a:cubicBezTo>
                  <a:cubicBezTo>
                    <a:pt x="40800" y="96000"/>
                    <a:pt x="40800" y="96000"/>
                    <a:pt x="40800" y="96000"/>
                  </a:cubicBezTo>
                  <a:cubicBezTo>
                    <a:pt x="43200" y="96000"/>
                    <a:pt x="45600" y="98400"/>
                    <a:pt x="48000" y="98400"/>
                  </a:cubicBezTo>
                  <a:cubicBezTo>
                    <a:pt x="50400" y="98400"/>
                    <a:pt x="52800" y="98400"/>
                    <a:pt x="55200" y="100800"/>
                  </a:cubicBezTo>
                  <a:cubicBezTo>
                    <a:pt x="55200" y="100800"/>
                    <a:pt x="57600" y="100800"/>
                    <a:pt x="57600" y="100800"/>
                  </a:cubicBezTo>
                  <a:cubicBezTo>
                    <a:pt x="57600" y="100800"/>
                    <a:pt x="57600" y="100800"/>
                    <a:pt x="57600" y="100800"/>
                  </a:cubicBezTo>
                  <a:cubicBezTo>
                    <a:pt x="57600" y="100800"/>
                    <a:pt x="60000" y="100800"/>
                    <a:pt x="60000" y="100800"/>
                  </a:cubicBezTo>
                  <a:cubicBezTo>
                    <a:pt x="60000" y="100800"/>
                    <a:pt x="60000" y="100800"/>
                    <a:pt x="62400" y="100800"/>
                  </a:cubicBezTo>
                  <a:cubicBezTo>
                    <a:pt x="64800" y="100800"/>
                    <a:pt x="67200" y="98400"/>
                    <a:pt x="69600" y="98400"/>
                  </a:cubicBezTo>
                  <a:cubicBezTo>
                    <a:pt x="72000" y="98400"/>
                    <a:pt x="74400" y="98400"/>
                    <a:pt x="74400" y="96000"/>
                  </a:cubicBezTo>
                  <a:cubicBezTo>
                    <a:pt x="76800" y="96000"/>
                    <a:pt x="76800" y="96000"/>
                    <a:pt x="76800" y="96000"/>
                  </a:cubicBezTo>
                  <a:cubicBezTo>
                    <a:pt x="79200" y="96000"/>
                    <a:pt x="79200" y="96000"/>
                    <a:pt x="79200" y="96000"/>
                  </a:cubicBezTo>
                  <a:cubicBezTo>
                    <a:pt x="79200" y="96000"/>
                    <a:pt x="79200" y="93600"/>
                    <a:pt x="79200" y="93600"/>
                  </a:cubicBezTo>
                  <a:cubicBezTo>
                    <a:pt x="79200" y="93600"/>
                    <a:pt x="79200" y="93600"/>
                    <a:pt x="81600" y="93600"/>
                  </a:cubicBezTo>
                  <a:cubicBezTo>
                    <a:pt x="81600" y="91200"/>
                    <a:pt x="84000" y="91200"/>
                    <a:pt x="86400" y="88800"/>
                  </a:cubicBezTo>
                  <a:cubicBezTo>
                    <a:pt x="88800" y="86400"/>
                    <a:pt x="91200" y="84000"/>
                    <a:pt x="91200" y="84000"/>
                  </a:cubicBezTo>
                  <a:cubicBezTo>
                    <a:pt x="91200" y="84000"/>
                    <a:pt x="91200" y="81600"/>
                    <a:pt x="91200" y="81600"/>
                  </a:cubicBezTo>
                  <a:cubicBezTo>
                    <a:pt x="91200" y="81600"/>
                    <a:pt x="91200" y="81600"/>
                    <a:pt x="93600" y="81600"/>
                  </a:cubicBezTo>
                  <a:cubicBezTo>
                    <a:pt x="93600" y="81600"/>
                    <a:pt x="93600" y="81600"/>
                    <a:pt x="93600" y="81600"/>
                  </a:cubicBezTo>
                  <a:cubicBezTo>
                    <a:pt x="93600" y="81600"/>
                    <a:pt x="93600" y="81600"/>
                    <a:pt x="93600" y="79200"/>
                  </a:cubicBezTo>
                  <a:cubicBezTo>
                    <a:pt x="93600" y="79200"/>
                    <a:pt x="93600" y="79200"/>
                    <a:pt x="93600" y="79200"/>
                  </a:cubicBezTo>
                  <a:cubicBezTo>
                    <a:pt x="93600" y="79200"/>
                    <a:pt x="93600" y="79200"/>
                    <a:pt x="93600" y="76800"/>
                  </a:cubicBezTo>
                  <a:cubicBezTo>
                    <a:pt x="96000" y="76800"/>
                    <a:pt x="96000" y="74400"/>
                    <a:pt x="96000" y="72000"/>
                  </a:cubicBezTo>
                  <a:cubicBezTo>
                    <a:pt x="98400" y="69600"/>
                    <a:pt x="98400" y="67200"/>
                    <a:pt x="98400" y="64800"/>
                  </a:cubicBezTo>
                  <a:cubicBezTo>
                    <a:pt x="98400" y="62400"/>
                    <a:pt x="98400" y="62400"/>
                    <a:pt x="98400" y="62400"/>
                  </a:cubicBezTo>
                  <a:cubicBezTo>
                    <a:pt x="98400" y="62400"/>
                    <a:pt x="98400" y="60000"/>
                    <a:pt x="98400" y="60000"/>
                  </a:cubicBezTo>
                  <a:cubicBezTo>
                    <a:pt x="98400" y="60000"/>
                    <a:pt x="98400" y="60000"/>
                    <a:pt x="98400" y="60000"/>
                  </a:cubicBezTo>
                  <a:cubicBezTo>
                    <a:pt x="98400" y="60000"/>
                    <a:pt x="98400" y="60000"/>
                    <a:pt x="98400" y="57600"/>
                  </a:cubicBezTo>
                  <a:cubicBezTo>
                    <a:pt x="98400" y="55200"/>
                    <a:pt x="98400" y="52800"/>
                    <a:pt x="98400" y="50400"/>
                  </a:cubicBezTo>
                  <a:cubicBezTo>
                    <a:pt x="96000" y="48000"/>
                    <a:pt x="96000" y="45600"/>
                    <a:pt x="96000" y="43200"/>
                  </a:cubicBezTo>
                  <a:cubicBezTo>
                    <a:pt x="93600" y="43200"/>
                    <a:pt x="93600" y="43200"/>
                    <a:pt x="93600" y="43200"/>
                  </a:cubicBezTo>
                  <a:cubicBezTo>
                    <a:pt x="93600" y="40800"/>
                    <a:pt x="93600" y="40800"/>
                    <a:pt x="93600" y="40800"/>
                  </a:cubicBezTo>
                  <a:cubicBezTo>
                    <a:pt x="93600" y="40800"/>
                    <a:pt x="93600" y="40800"/>
                    <a:pt x="93600" y="40800"/>
                  </a:cubicBezTo>
                  <a:cubicBezTo>
                    <a:pt x="93600" y="40800"/>
                    <a:pt x="91200" y="38400"/>
                    <a:pt x="91200" y="38400"/>
                  </a:cubicBezTo>
                  <a:cubicBezTo>
                    <a:pt x="91200" y="36000"/>
                    <a:pt x="88800" y="36000"/>
                    <a:pt x="86400" y="33600"/>
                  </a:cubicBezTo>
                  <a:cubicBezTo>
                    <a:pt x="86400" y="31200"/>
                    <a:pt x="84000" y="28800"/>
                    <a:pt x="81600" y="28800"/>
                  </a:cubicBezTo>
                  <a:cubicBezTo>
                    <a:pt x="81600" y="28800"/>
                    <a:pt x="81600" y="28800"/>
                    <a:pt x="81600" y="28800"/>
                  </a:cubicBezTo>
                  <a:cubicBezTo>
                    <a:pt x="81600" y="28800"/>
                    <a:pt x="79200" y="26400"/>
                    <a:pt x="79200" y="26400"/>
                  </a:cubicBezTo>
                  <a:cubicBezTo>
                    <a:pt x="79200" y="26400"/>
                    <a:pt x="79200" y="26400"/>
                    <a:pt x="79200" y="26400"/>
                  </a:cubicBezTo>
                  <a:cubicBezTo>
                    <a:pt x="79200" y="26400"/>
                    <a:pt x="79200" y="26400"/>
                    <a:pt x="79200" y="26400"/>
                  </a:cubicBezTo>
                  <a:cubicBezTo>
                    <a:pt x="79200" y="26400"/>
                    <a:pt x="79200" y="26400"/>
                    <a:pt x="76800" y="26400"/>
                  </a:cubicBezTo>
                  <a:cubicBezTo>
                    <a:pt x="76800" y="26400"/>
                    <a:pt x="76800" y="26400"/>
                    <a:pt x="76800" y="26400"/>
                  </a:cubicBezTo>
                  <a:cubicBezTo>
                    <a:pt x="74400" y="24000"/>
                    <a:pt x="72000" y="24000"/>
                    <a:pt x="69600" y="21600"/>
                  </a:cubicBezTo>
                  <a:cubicBezTo>
                    <a:pt x="67200" y="21600"/>
                    <a:pt x="64800" y="21600"/>
                    <a:pt x="62400" y="21600"/>
                  </a:cubicBezTo>
                  <a:cubicBezTo>
                    <a:pt x="62400" y="21600"/>
                    <a:pt x="62400" y="21600"/>
                    <a:pt x="60000" y="21600"/>
                  </a:cubicBezTo>
                  <a:cubicBezTo>
                    <a:pt x="60000" y="21600"/>
                    <a:pt x="60000" y="21600"/>
                    <a:pt x="60000" y="21600"/>
                  </a:cubicBezTo>
                  <a:cubicBezTo>
                    <a:pt x="60000" y="21600"/>
                    <a:pt x="60000" y="21600"/>
                    <a:pt x="60000" y="21600"/>
                  </a:cubicBezTo>
                  <a:cubicBezTo>
                    <a:pt x="57600" y="21600"/>
                    <a:pt x="57600" y="21600"/>
                    <a:pt x="57600" y="21600"/>
                  </a:cubicBezTo>
                  <a:cubicBezTo>
                    <a:pt x="55200" y="21600"/>
                    <a:pt x="52800" y="21600"/>
                    <a:pt x="50400" y="21600"/>
                  </a:cubicBezTo>
                  <a:cubicBezTo>
                    <a:pt x="48000" y="24000"/>
                    <a:pt x="45600" y="24000"/>
                    <a:pt x="43200" y="24000"/>
                  </a:cubicBezTo>
                  <a:cubicBezTo>
                    <a:pt x="40800" y="24000"/>
                    <a:pt x="40800" y="26400"/>
                    <a:pt x="40800" y="26400"/>
                  </a:cubicBezTo>
                  <a:cubicBezTo>
                    <a:pt x="40800" y="26400"/>
                    <a:pt x="40800" y="26400"/>
                    <a:pt x="40800" y="26400"/>
                  </a:cubicBezTo>
                  <a:cubicBezTo>
                    <a:pt x="40800" y="26400"/>
                    <a:pt x="40800" y="26400"/>
                    <a:pt x="38400" y="26400"/>
                  </a:cubicBezTo>
                  <a:cubicBezTo>
                    <a:pt x="38400" y="26400"/>
                    <a:pt x="38400" y="26400"/>
                    <a:pt x="38400" y="28800"/>
                  </a:cubicBezTo>
                  <a:cubicBezTo>
                    <a:pt x="36000" y="28800"/>
                    <a:pt x="33600" y="31200"/>
                    <a:pt x="31200" y="31200"/>
                  </a:cubicBezTo>
                  <a:cubicBezTo>
                    <a:pt x="28800" y="33600"/>
                    <a:pt x="28800" y="36000"/>
                    <a:pt x="26400" y="38400"/>
                  </a:cubicBezTo>
                  <a:cubicBezTo>
                    <a:pt x="26400" y="38400"/>
                    <a:pt x="26400" y="38400"/>
                    <a:pt x="26400" y="38400"/>
                  </a:cubicBezTo>
                  <a:cubicBezTo>
                    <a:pt x="26400" y="38400"/>
                    <a:pt x="26400" y="38400"/>
                    <a:pt x="26400" y="38400"/>
                  </a:cubicBezTo>
                  <a:cubicBezTo>
                    <a:pt x="26400" y="40800"/>
                    <a:pt x="26400" y="40800"/>
                    <a:pt x="26400" y="40800"/>
                  </a:cubicBezTo>
                  <a:cubicBezTo>
                    <a:pt x="26400" y="40800"/>
                    <a:pt x="26400" y="40800"/>
                    <a:pt x="24000" y="40800"/>
                  </a:cubicBezTo>
                  <a:cubicBezTo>
                    <a:pt x="24000" y="40800"/>
                    <a:pt x="24000" y="40800"/>
                    <a:pt x="24000" y="43200"/>
                  </a:cubicBezTo>
                  <a:cubicBezTo>
                    <a:pt x="24000" y="43200"/>
                    <a:pt x="24000" y="43200"/>
                    <a:pt x="24000" y="43200"/>
                  </a:cubicBezTo>
                  <a:cubicBezTo>
                    <a:pt x="24000" y="45600"/>
                    <a:pt x="21600" y="48000"/>
                    <a:pt x="21600" y="50400"/>
                  </a:cubicBezTo>
                  <a:cubicBezTo>
                    <a:pt x="21600" y="52800"/>
                    <a:pt x="19200" y="55200"/>
                    <a:pt x="19200" y="57600"/>
                  </a:cubicBezTo>
                  <a:cubicBezTo>
                    <a:pt x="19200" y="57600"/>
                    <a:pt x="19200" y="57600"/>
                    <a:pt x="19200" y="60000"/>
                  </a:cubicBezTo>
                  <a:cubicBezTo>
                    <a:pt x="19200" y="60000"/>
                    <a:pt x="19200" y="60000"/>
                    <a:pt x="19200" y="60000"/>
                  </a:cubicBezTo>
                  <a:cubicBezTo>
                    <a:pt x="19200" y="60000"/>
                    <a:pt x="19200" y="60000"/>
                    <a:pt x="19200" y="60000"/>
                  </a:cubicBezTo>
                  <a:cubicBezTo>
                    <a:pt x="19200" y="62400"/>
                    <a:pt x="19200" y="62400"/>
                    <a:pt x="19200" y="62400"/>
                  </a:cubicBezTo>
                  <a:cubicBezTo>
                    <a:pt x="19200" y="64800"/>
                    <a:pt x="19200" y="67200"/>
                    <a:pt x="21600" y="69600"/>
                  </a:cubicBezTo>
                  <a:cubicBezTo>
                    <a:pt x="21600" y="72000"/>
                    <a:pt x="21600" y="74400"/>
                    <a:pt x="24000" y="76800"/>
                  </a:cubicBezTo>
                  <a:cubicBezTo>
                    <a:pt x="24000" y="76800"/>
                    <a:pt x="24000" y="79200"/>
                    <a:pt x="24000" y="79200"/>
                  </a:cubicBezTo>
                  <a:cubicBezTo>
                    <a:pt x="24000" y="79200"/>
                    <a:pt x="24000" y="79200"/>
                    <a:pt x="24000" y="79200"/>
                  </a:cubicBezTo>
                  <a:cubicBezTo>
                    <a:pt x="24000" y="79200"/>
                    <a:pt x="24000" y="79200"/>
                    <a:pt x="24000" y="81600"/>
                  </a:cubicBezTo>
                  <a:cubicBezTo>
                    <a:pt x="26400" y="81600"/>
                    <a:pt x="26400" y="81600"/>
                    <a:pt x="26400" y="81600"/>
                  </a:cubicBezTo>
                  <a:cubicBezTo>
                    <a:pt x="26400" y="84000"/>
                    <a:pt x="28800" y="86400"/>
                    <a:pt x="31200" y="88800"/>
                  </a:cubicBezTo>
                  <a:cubicBezTo>
                    <a:pt x="33600" y="88800"/>
                    <a:pt x="33600" y="91200"/>
                    <a:pt x="36000" y="93600"/>
                  </a:cubicBezTo>
                  <a:cubicBezTo>
                    <a:pt x="36000" y="93600"/>
                    <a:pt x="36000" y="93600"/>
                    <a:pt x="38400" y="93600"/>
                  </a:cubicBezTo>
                  <a:cubicBezTo>
                    <a:pt x="38400" y="93600"/>
                    <a:pt x="38400" y="93600"/>
                    <a:pt x="38400" y="93600"/>
                  </a:cubicBezTo>
                  <a:cubicBezTo>
                    <a:pt x="38400" y="93600"/>
                    <a:pt x="38400" y="93600"/>
                    <a:pt x="38400" y="93600"/>
                  </a:cubicBezTo>
                  <a:moveTo>
                    <a:pt x="98400" y="14400"/>
                  </a:moveTo>
                  <a:cubicBezTo>
                    <a:pt x="98400" y="14400"/>
                    <a:pt x="98400" y="14400"/>
                    <a:pt x="98400" y="14400"/>
                  </a:cubicBezTo>
                  <a:cubicBezTo>
                    <a:pt x="96000" y="12000"/>
                    <a:pt x="93600" y="14400"/>
                    <a:pt x="91200" y="14400"/>
                  </a:cubicBezTo>
                  <a:cubicBezTo>
                    <a:pt x="91200" y="14400"/>
                    <a:pt x="91200" y="14400"/>
                    <a:pt x="91200" y="14400"/>
                  </a:cubicBezTo>
                  <a:cubicBezTo>
                    <a:pt x="91200" y="14400"/>
                    <a:pt x="91200" y="14400"/>
                    <a:pt x="91200" y="14400"/>
                  </a:cubicBezTo>
                  <a:cubicBezTo>
                    <a:pt x="91200" y="14400"/>
                    <a:pt x="91200" y="14400"/>
                    <a:pt x="91200" y="14400"/>
                  </a:cubicBezTo>
                  <a:cubicBezTo>
                    <a:pt x="91200" y="14400"/>
                    <a:pt x="88800" y="16800"/>
                    <a:pt x="88800" y="16800"/>
                  </a:cubicBezTo>
                  <a:cubicBezTo>
                    <a:pt x="88800" y="16800"/>
                    <a:pt x="88800" y="16800"/>
                    <a:pt x="88800" y="16800"/>
                  </a:cubicBezTo>
                  <a:cubicBezTo>
                    <a:pt x="86400" y="14400"/>
                    <a:pt x="86400" y="14400"/>
                    <a:pt x="86400" y="14400"/>
                  </a:cubicBezTo>
                  <a:cubicBezTo>
                    <a:pt x="86400" y="14400"/>
                    <a:pt x="86400" y="14400"/>
                    <a:pt x="86400" y="14400"/>
                  </a:cubicBezTo>
                  <a:cubicBezTo>
                    <a:pt x="86400" y="14400"/>
                    <a:pt x="86400" y="14400"/>
                    <a:pt x="86400" y="14400"/>
                  </a:cubicBezTo>
                  <a:cubicBezTo>
                    <a:pt x="86400" y="14400"/>
                    <a:pt x="86400" y="14400"/>
                    <a:pt x="86400" y="14400"/>
                  </a:cubicBezTo>
                  <a:cubicBezTo>
                    <a:pt x="86400" y="14400"/>
                    <a:pt x="86400" y="14400"/>
                    <a:pt x="86400" y="14400"/>
                  </a:cubicBezTo>
                  <a:cubicBezTo>
                    <a:pt x="86400" y="14400"/>
                    <a:pt x="86400" y="14400"/>
                    <a:pt x="86400" y="14400"/>
                  </a:cubicBezTo>
                  <a:cubicBezTo>
                    <a:pt x="84000" y="14400"/>
                    <a:pt x="84000" y="14400"/>
                    <a:pt x="84000" y="14400"/>
                  </a:cubicBezTo>
                  <a:cubicBezTo>
                    <a:pt x="84000" y="14400"/>
                    <a:pt x="84000" y="14400"/>
                    <a:pt x="84000" y="14400"/>
                  </a:cubicBezTo>
                  <a:cubicBezTo>
                    <a:pt x="84000" y="14400"/>
                    <a:pt x="84000" y="14400"/>
                    <a:pt x="84000" y="14400"/>
                  </a:cubicBezTo>
                  <a:cubicBezTo>
                    <a:pt x="84000" y="12000"/>
                    <a:pt x="84000" y="12000"/>
                    <a:pt x="84000" y="12000"/>
                  </a:cubicBezTo>
                  <a:cubicBezTo>
                    <a:pt x="84000" y="12000"/>
                    <a:pt x="84000" y="12000"/>
                    <a:pt x="84000" y="12000"/>
                  </a:cubicBezTo>
                  <a:cubicBezTo>
                    <a:pt x="84000" y="12000"/>
                    <a:pt x="84000" y="12000"/>
                    <a:pt x="84000" y="12000"/>
                  </a:cubicBezTo>
                  <a:cubicBezTo>
                    <a:pt x="84000" y="9600"/>
                    <a:pt x="84000" y="9600"/>
                    <a:pt x="84000" y="9600"/>
                  </a:cubicBezTo>
                  <a:cubicBezTo>
                    <a:pt x="84000" y="9600"/>
                    <a:pt x="84000" y="4800"/>
                    <a:pt x="81600" y="4800"/>
                  </a:cubicBezTo>
                  <a:cubicBezTo>
                    <a:pt x="81600" y="4800"/>
                    <a:pt x="79200" y="4800"/>
                    <a:pt x="79200" y="2400"/>
                  </a:cubicBezTo>
                  <a:cubicBezTo>
                    <a:pt x="79200" y="2400"/>
                    <a:pt x="79200" y="2400"/>
                    <a:pt x="79200" y="2400"/>
                  </a:cubicBezTo>
                  <a:cubicBezTo>
                    <a:pt x="76800" y="2400"/>
                    <a:pt x="76800" y="2400"/>
                    <a:pt x="76800" y="2400"/>
                  </a:cubicBezTo>
                  <a:cubicBezTo>
                    <a:pt x="76800" y="2400"/>
                    <a:pt x="76800" y="2400"/>
                    <a:pt x="76800" y="2400"/>
                  </a:cubicBezTo>
                  <a:cubicBezTo>
                    <a:pt x="76800" y="2400"/>
                    <a:pt x="74400" y="2400"/>
                    <a:pt x="74400" y="2400"/>
                  </a:cubicBezTo>
                  <a:cubicBezTo>
                    <a:pt x="74400" y="2400"/>
                    <a:pt x="74400" y="2400"/>
                    <a:pt x="74400" y="2400"/>
                  </a:cubicBezTo>
                  <a:cubicBezTo>
                    <a:pt x="74400" y="2400"/>
                    <a:pt x="74400" y="2400"/>
                    <a:pt x="72000" y="2400"/>
                  </a:cubicBezTo>
                  <a:cubicBezTo>
                    <a:pt x="72000" y="0"/>
                    <a:pt x="72000" y="0"/>
                    <a:pt x="72000" y="0"/>
                  </a:cubicBezTo>
                  <a:cubicBezTo>
                    <a:pt x="69600" y="0"/>
                    <a:pt x="67200" y="2400"/>
                    <a:pt x="64800" y="2400"/>
                  </a:cubicBezTo>
                  <a:cubicBezTo>
                    <a:pt x="64800" y="2400"/>
                    <a:pt x="64800" y="4800"/>
                    <a:pt x="64800" y="4800"/>
                  </a:cubicBezTo>
                  <a:cubicBezTo>
                    <a:pt x="64800" y="4800"/>
                    <a:pt x="62400" y="7200"/>
                    <a:pt x="62400" y="7200"/>
                  </a:cubicBezTo>
                  <a:cubicBezTo>
                    <a:pt x="62400" y="7200"/>
                    <a:pt x="62400" y="7200"/>
                    <a:pt x="62400" y="7200"/>
                  </a:cubicBezTo>
                  <a:cubicBezTo>
                    <a:pt x="62400" y="7200"/>
                    <a:pt x="62400" y="7200"/>
                    <a:pt x="60000" y="7200"/>
                  </a:cubicBezTo>
                  <a:cubicBezTo>
                    <a:pt x="60000" y="7200"/>
                    <a:pt x="60000" y="7200"/>
                    <a:pt x="60000" y="7200"/>
                  </a:cubicBezTo>
                  <a:cubicBezTo>
                    <a:pt x="60000" y="7200"/>
                    <a:pt x="60000" y="7200"/>
                    <a:pt x="60000" y="7200"/>
                  </a:cubicBezTo>
                  <a:cubicBezTo>
                    <a:pt x="60000" y="7200"/>
                    <a:pt x="60000" y="7200"/>
                    <a:pt x="60000" y="7200"/>
                  </a:cubicBezTo>
                  <a:cubicBezTo>
                    <a:pt x="60000" y="7200"/>
                    <a:pt x="60000" y="7200"/>
                    <a:pt x="60000" y="7200"/>
                  </a:cubicBezTo>
                  <a:cubicBezTo>
                    <a:pt x="57600" y="7200"/>
                    <a:pt x="57600" y="7200"/>
                    <a:pt x="57600" y="7200"/>
                  </a:cubicBezTo>
                  <a:cubicBezTo>
                    <a:pt x="57600" y="7200"/>
                    <a:pt x="57600" y="7200"/>
                    <a:pt x="57600" y="7200"/>
                  </a:cubicBezTo>
                  <a:cubicBezTo>
                    <a:pt x="57600" y="7200"/>
                    <a:pt x="57600" y="7200"/>
                    <a:pt x="57600" y="7200"/>
                  </a:cubicBezTo>
                  <a:cubicBezTo>
                    <a:pt x="55200" y="7200"/>
                    <a:pt x="55200" y="4800"/>
                    <a:pt x="55200" y="4800"/>
                  </a:cubicBezTo>
                  <a:cubicBezTo>
                    <a:pt x="55200" y="4800"/>
                    <a:pt x="55200" y="4800"/>
                    <a:pt x="55200" y="4800"/>
                  </a:cubicBezTo>
                  <a:cubicBezTo>
                    <a:pt x="55200" y="4800"/>
                    <a:pt x="55200" y="4800"/>
                    <a:pt x="55200" y="4800"/>
                  </a:cubicBezTo>
                  <a:cubicBezTo>
                    <a:pt x="55200" y="4800"/>
                    <a:pt x="55200" y="4800"/>
                    <a:pt x="55200" y="4800"/>
                  </a:cubicBezTo>
                  <a:cubicBezTo>
                    <a:pt x="55200" y="4800"/>
                    <a:pt x="52800" y="2400"/>
                    <a:pt x="52800" y="2400"/>
                  </a:cubicBezTo>
                  <a:cubicBezTo>
                    <a:pt x="50400" y="0"/>
                    <a:pt x="50400" y="0"/>
                    <a:pt x="48000" y="0"/>
                  </a:cubicBezTo>
                  <a:cubicBezTo>
                    <a:pt x="48000" y="0"/>
                    <a:pt x="48000" y="0"/>
                    <a:pt x="48000" y="0"/>
                  </a:cubicBezTo>
                  <a:cubicBezTo>
                    <a:pt x="48000" y="0"/>
                    <a:pt x="48000" y="0"/>
                    <a:pt x="48000" y="0"/>
                  </a:cubicBezTo>
                  <a:cubicBezTo>
                    <a:pt x="48000" y="0"/>
                    <a:pt x="48000" y="0"/>
                    <a:pt x="48000" y="0"/>
                  </a:cubicBezTo>
                  <a:cubicBezTo>
                    <a:pt x="48000" y="0"/>
                    <a:pt x="48000" y="0"/>
                    <a:pt x="48000" y="0"/>
                  </a:cubicBezTo>
                  <a:cubicBezTo>
                    <a:pt x="48000" y="0"/>
                    <a:pt x="48000" y="0"/>
                    <a:pt x="48000" y="0"/>
                  </a:cubicBezTo>
                  <a:cubicBezTo>
                    <a:pt x="45600" y="0"/>
                    <a:pt x="45600" y="2400"/>
                    <a:pt x="45600" y="2400"/>
                  </a:cubicBezTo>
                  <a:cubicBezTo>
                    <a:pt x="45600" y="2400"/>
                    <a:pt x="45600" y="2400"/>
                    <a:pt x="43200" y="2400"/>
                  </a:cubicBezTo>
                  <a:cubicBezTo>
                    <a:pt x="43200" y="2400"/>
                    <a:pt x="43200" y="2400"/>
                    <a:pt x="43200" y="2400"/>
                  </a:cubicBezTo>
                  <a:cubicBezTo>
                    <a:pt x="43200" y="2400"/>
                    <a:pt x="43200" y="2400"/>
                    <a:pt x="43200" y="2400"/>
                  </a:cubicBezTo>
                  <a:cubicBezTo>
                    <a:pt x="43200" y="2400"/>
                    <a:pt x="43200" y="2400"/>
                    <a:pt x="43200" y="2400"/>
                  </a:cubicBezTo>
                  <a:cubicBezTo>
                    <a:pt x="43200" y="2400"/>
                    <a:pt x="40800" y="2400"/>
                    <a:pt x="40800" y="2400"/>
                  </a:cubicBezTo>
                  <a:cubicBezTo>
                    <a:pt x="40800" y="2400"/>
                    <a:pt x="40800" y="2400"/>
                    <a:pt x="40800" y="2400"/>
                  </a:cubicBezTo>
                  <a:cubicBezTo>
                    <a:pt x="40800" y="2400"/>
                    <a:pt x="40800" y="2400"/>
                    <a:pt x="40800" y="2400"/>
                  </a:cubicBezTo>
                  <a:cubicBezTo>
                    <a:pt x="40800" y="2400"/>
                    <a:pt x="40800" y="2400"/>
                    <a:pt x="40800" y="2400"/>
                  </a:cubicBezTo>
                  <a:cubicBezTo>
                    <a:pt x="38400" y="4800"/>
                    <a:pt x="36000" y="4800"/>
                    <a:pt x="36000" y="7200"/>
                  </a:cubicBezTo>
                  <a:cubicBezTo>
                    <a:pt x="36000" y="7200"/>
                    <a:pt x="36000" y="9600"/>
                    <a:pt x="36000" y="9600"/>
                  </a:cubicBezTo>
                  <a:cubicBezTo>
                    <a:pt x="36000" y="9600"/>
                    <a:pt x="36000" y="12000"/>
                    <a:pt x="36000" y="12000"/>
                  </a:cubicBezTo>
                  <a:cubicBezTo>
                    <a:pt x="36000" y="14400"/>
                    <a:pt x="36000" y="14400"/>
                    <a:pt x="36000" y="14400"/>
                  </a:cubicBezTo>
                  <a:cubicBezTo>
                    <a:pt x="36000" y="14400"/>
                    <a:pt x="36000" y="14400"/>
                    <a:pt x="36000" y="14400"/>
                  </a:cubicBezTo>
                  <a:cubicBezTo>
                    <a:pt x="36000" y="14400"/>
                    <a:pt x="33600" y="14400"/>
                    <a:pt x="33600" y="14400"/>
                  </a:cubicBezTo>
                  <a:cubicBezTo>
                    <a:pt x="33600" y="14400"/>
                    <a:pt x="33600" y="14400"/>
                    <a:pt x="33600" y="14400"/>
                  </a:cubicBezTo>
                  <a:cubicBezTo>
                    <a:pt x="33600" y="14400"/>
                    <a:pt x="33600" y="14400"/>
                    <a:pt x="33600" y="14400"/>
                  </a:cubicBezTo>
                  <a:cubicBezTo>
                    <a:pt x="31200" y="16800"/>
                    <a:pt x="31200" y="16800"/>
                    <a:pt x="31200" y="16800"/>
                  </a:cubicBezTo>
                  <a:cubicBezTo>
                    <a:pt x="31200" y="16800"/>
                    <a:pt x="31200" y="16800"/>
                    <a:pt x="31200" y="16800"/>
                  </a:cubicBezTo>
                  <a:cubicBezTo>
                    <a:pt x="28800" y="14400"/>
                    <a:pt x="28800" y="14400"/>
                    <a:pt x="28800" y="14400"/>
                  </a:cubicBezTo>
                  <a:cubicBezTo>
                    <a:pt x="28800" y="14400"/>
                    <a:pt x="26400" y="14400"/>
                    <a:pt x="26400" y="14400"/>
                  </a:cubicBezTo>
                  <a:cubicBezTo>
                    <a:pt x="24000" y="12000"/>
                    <a:pt x="21600" y="12000"/>
                    <a:pt x="19200" y="14400"/>
                  </a:cubicBezTo>
                  <a:cubicBezTo>
                    <a:pt x="19200" y="14400"/>
                    <a:pt x="19200" y="14400"/>
                    <a:pt x="19200" y="14400"/>
                  </a:cubicBezTo>
                  <a:cubicBezTo>
                    <a:pt x="19200" y="14400"/>
                    <a:pt x="19200" y="14400"/>
                    <a:pt x="19200" y="14400"/>
                  </a:cubicBezTo>
                  <a:cubicBezTo>
                    <a:pt x="19200" y="14400"/>
                    <a:pt x="19200" y="14400"/>
                    <a:pt x="19200" y="14400"/>
                  </a:cubicBezTo>
                  <a:cubicBezTo>
                    <a:pt x="19200" y="14400"/>
                    <a:pt x="16800" y="16800"/>
                    <a:pt x="16800" y="16800"/>
                  </a:cubicBezTo>
                  <a:cubicBezTo>
                    <a:pt x="16800" y="16800"/>
                    <a:pt x="16800" y="16800"/>
                    <a:pt x="16800" y="16800"/>
                  </a:cubicBezTo>
                  <a:cubicBezTo>
                    <a:pt x="16800" y="16800"/>
                    <a:pt x="16800" y="16800"/>
                    <a:pt x="16800" y="16800"/>
                  </a:cubicBezTo>
                  <a:cubicBezTo>
                    <a:pt x="16800" y="16800"/>
                    <a:pt x="16800" y="16800"/>
                    <a:pt x="16800" y="16800"/>
                  </a:cubicBezTo>
                  <a:cubicBezTo>
                    <a:pt x="16800" y="16800"/>
                    <a:pt x="14400" y="19200"/>
                    <a:pt x="14400" y="19200"/>
                  </a:cubicBezTo>
                  <a:cubicBezTo>
                    <a:pt x="14400" y="19200"/>
                    <a:pt x="14400" y="19200"/>
                    <a:pt x="14400" y="19200"/>
                  </a:cubicBezTo>
                  <a:cubicBezTo>
                    <a:pt x="14400" y="19200"/>
                    <a:pt x="14400" y="19200"/>
                    <a:pt x="14400" y="19200"/>
                  </a:cubicBezTo>
                  <a:cubicBezTo>
                    <a:pt x="14400" y="19200"/>
                    <a:pt x="14400" y="19200"/>
                    <a:pt x="14400" y="19200"/>
                  </a:cubicBezTo>
                  <a:cubicBezTo>
                    <a:pt x="14400" y="19200"/>
                    <a:pt x="14400" y="19200"/>
                    <a:pt x="14400" y="21600"/>
                  </a:cubicBezTo>
                  <a:cubicBezTo>
                    <a:pt x="12000" y="21600"/>
                    <a:pt x="12000" y="24000"/>
                    <a:pt x="12000" y="26400"/>
                  </a:cubicBezTo>
                  <a:cubicBezTo>
                    <a:pt x="12000" y="26400"/>
                    <a:pt x="12000" y="26400"/>
                    <a:pt x="14400" y="28800"/>
                  </a:cubicBezTo>
                  <a:cubicBezTo>
                    <a:pt x="14400" y="28800"/>
                    <a:pt x="14400" y="28800"/>
                    <a:pt x="14400" y="28800"/>
                  </a:cubicBezTo>
                  <a:cubicBezTo>
                    <a:pt x="14400" y="28800"/>
                    <a:pt x="14400" y="28800"/>
                    <a:pt x="14400" y="28800"/>
                  </a:cubicBezTo>
                  <a:cubicBezTo>
                    <a:pt x="14400" y="28800"/>
                    <a:pt x="14400" y="28800"/>
                    <a:pt x="14400" y="28800"/>
                  </a:cubicBezTo>
                  <a:cubicBezTo>
                    <a:pt x="14400" y="28800"/>
                    <a:pt x="14400" y="31200"/>
                    <a:pt x="14400" y="31200"/>
                  </a:cubicBezTo>
                  <a:cubicBezTo>
                    <a:pt x="14400" y="31200"/>
                    <a:pt x="14400" y="31200"/>
                    <a:pt x="14400" y="312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3600"/>
                  </a:cubicBezTo>
                  <a:cubicBezTo>
                    <a:pt x="14400" y="33600"/>
                    <a:pt x="14400" y="33600"/>
                    <a:pt x="14400" y="36000"/>
                  </a:cubicBezTo>
                  <a:cubicBezTo>
                    <a:pt x="12000" y="36000"/>
                    <a:pt x="12000" y="36000"/>
                    <a:pt x="12000" y="36000"/>
                  </a:cubicBezTo>
                  <a:cubicBezTo>
                    <a:pt x="12000" y="36000"/>
                    <a:pt x="12000" y="36000"/>
                    <a:pt x="12000" y="36000"/>
                  </a:cubicBezTo>
                  <a:cubicBezTo>
                    <a:pt x="12000" y="36000"/>
                    <a:pt x="9600" y="36000"/>
                    <a:pt x="9600" y="36000"/>
                  </a:cubicBezTo>
                  <a:cubicBezTo>
                    <a:pt x="9600" y="36000"/>
                    <a:pt x="9600" y="36000"/>
                    <a:pt x="9600" y="36000"/>
                  </a:cubicBezTo>
                  <a:cubicBezTo>
                    <a:pt x="9600" y="36000"/>
                    <a:pt x="9600" y="36000"/>
                    <a:pt x="9600" y="36000"/>
                  </a:cubicBezTo>
                  <a:cubicBezTo>
                    <a:pt x="9600" y="36000"/>
                    <a:pt x="9600" y="36000"/>
                    <a:pt x="9600" y="36000"/>
                  </a:cubicBezTo>
                  <a:cubicBezTo>
                    <a:pt x="7200" y="36000"/>
                    <a:pt x="7200" y="36000"/>
                    <a:pt x="7200" y="36000"/>
                  </a:cubicBezTo>
                  <a:cubicBezTo>
                    <a:pt x="4800" y="36000"/>
                    <a:pt x="2400" y="38400"/>
                    <a:pt x="2400" y="40800"/>
                  </a:cubicBezTo>
                  <a:cubicBezTo>
                    <a:pt x="2400" y="40800"/>
                    <a:pt x="2400" y="40800"/>
                    <a:pt x="2400" y="40800"/>
                  </a:cubicBezTo>
                  <a:cubicBezTo>
                    <a:pt x="0" y="43200"/>
                    <a:pt x="0" y="43200"/>
                    <a:pt x="0" y="43200"/>
                  </a:cubicBezTo>
                  <a:cubicBezTo>
                    <a:pt x="0" y="43200"/>
                    <a:pt x="0" y="43200"/>
                    <a:pt x="0" y="43200"/>
                  </a:cubicBezTo>
                  <a:cubicBezTo>
                    <a:pt x="0" y="43200"/>
                    <a:pt x="0" y="43200"/>
                    <a:pt x="0" y="43200"/>
                  </a:cubicBezTo>
                  <a:cubicBezTo>
                    <a:pt x="0" y="45600"/>
                    <a:pt x="0" y="45600"/>
                    <a:pt x="0" y="45600"/>
                  </a:cubicBezTo>
                  <a:cubicBezTo>
                    <a:pt x="0" y="45600"/>
                    <a:pt x="0" y="45600"/>
                    <a:pt x="0" y="48000"/>
                  </a:cubicBezTo>
                  <a:cubicBezTo>
                    <a:pt x="0" y="48000"/>
                    <a:pt x="0" y="48000"/>
                    <a:pt x="0" y="48000"/>
                  </a:cubicBezTo>
                  <a:cubicBezTo>
                    <a:pt x="0" y="50400"/>
                    <a:pt x="0" y="52800"/>
                    <a:pt x="2400" y="55200"/>
                  </a:cubicBezTo>
                  <a:cubicBezTo>
                    <a:pt x="2400" y="55200"/>
                    <a:pt x="2400" y="55200"/>
                    <a:pt x="2400" y="55200"/>
                  </a:cubicBezTo>
                  <a:cubicBezTo>
                    <a:pt x="4800" y="55200"/>
                    <a:pt x="4800" y="57600"/>
                    <a:pt x="7200" y="57600"/>
                  </a:cubicBezTo>
                  <a:cubicBezTo>
                    <a:pt x="7200" y="57600"/>
                    <a:pt x="7200" y="57600"/>
                    <a:pt x="7200" y="57600"/>
                  </a:cubicBezTo>
                  <a:cubicBezTo>
                    <a:pt x="7200" y="57600"/>
                    <a:pt x="7200" y="57600"/>
                    <a:pt x="7200" y="60000"/>
                  </a:cubicBezTo>
                  <a:cubicBezTo>
                    <a:pt x="7200" y="60000"/>
                    <a:pt x="7200" y="60000"/>
                    <a:pt x="7200" y="60000"/>
                  </a:cubicBezTo>
                  <a:cubicBezTo>
                    <a:pt x="7200" y="60000"/>
                    <a:pt x="7200" y="60000"/>
                    <a:pt x="7200" y="60000"/>
                  </a:cubicBezTo>
                  <a:cubicBezTo>
                    <a:pt x="7200" y="60000"/>
                    <a:pt x="7200" y="60000"/>
                    <a:pt x="7200" y="60000"/>
                  </a:cubicBezTo>
                  <a:cubicBezTo>
                    <a:pt x="7200" y="60000"/>
                    <a:pt x="7200" y="60000"/>
                    <a:pt x="7200" y="60000"/>
                  </a:cubicBezTo>
                  <a:cubicBezTo>
                    <a:pt x="7200" y="60000"/>
                    <a:pt x="7200" y="62400"/>
                    <a:pt x="7200" y="62400"/>
                  </a:cubicBezTo>
                  <a:cubicBezTo>
                    <a:pt x="7200" y="62400"/>
                    <a:pt x="7200" y="62400"/>
                    <a:pt x="7200" y="62400"/>
                  </a:cubicBezTo>
                  <a:cubicBezTo>
                    <a:pt x="7200" y="62400"/>
                    <a:pt x="7200" y="62400"/>
                    <a:pt x="7200" y="62400"/>
                  </a:cubicBezTo>
                  <a:cubicBezTo>
                    <a:pt x="4800" y="62400"/>
                    <a:pt x="4800" y="64800"/>
                    <a:pt x="4800" y="64800"/>
                  </a:cubicBezTo>
                  <a:cubicBezTo>
                    <a:pt x="4800" y="64800"/>
                    <a:pt x="4800" y="64800"/>
                    <a:pt x="4800" y="64800"/>
                  </a:cubicBezTo>
                  <a:cubicBezTo>
                    <a:pt x="4800" y="64800"/>
                    <a:pt x="4800" y="64800"/>
                    <a:pt x="4800" y="64800"/>
                  </a:cubicBezTo>
                  <a:cubicBezTo>
                    <a:pt x="2400" y="64800"/>
                    <a:pt x="2400" y="64800"/>
                    <a:pt x="2400" y="64800"/>
                  </a:cubicBezTo>
                  <a:cubicBezTo>
                    <a:pt x="2400" y="64800"/>
                    <a:pt x="2400" y="64800"/>
                    <a:pt x="2400" y="64800"/>
                  </a:cubicBezTo>
                  <a:cubicBezTo>
                    <a:pt x="0" y="67200"/>
                    <a:pt x="0" y="69600"/>
                    <a:pt x="0" y="72000"/>
                  </a:cubicBezTo>
                  <a:cubicBezTo>
                    <a:pt x="0" y="72000"/>
                    <a:pt x="0" y="72000"/>
                    <a:pt x="0" y="72000"/>
                  </a:cubicBezTo>
                  <a:cubicBezTo>
                    <a:pt x="0" y="72000"/>
                    <a:pt x="0" y="72000"/>
                    <a:pt x="0" y="72000"/>
                  </a:cubicBezTo>
                  <a:cubicBezTo>
                    <a:pt x="0" y="72000"/>
                    <a:pt x="0" y="72000"/>
                    <a:pt x="0" y="72000"/>
                  </a:cubicBezTo>
                  <a:cubicBezTo>
                    <a:pt x="0" y="72000"/>
                    <a:pt x="0" y="72000"/>
                    <a:pt x="0" y="74400"/>
                  </a:cubicBezTo>
                  <a:cubicBezTo>
                    <a:pt x="0" y="74400"/>
                    <a:pt x="0" y="74400"/>
                    <a:pt x="0" y="76800"/>
                  </a:cubicBezTo>
                  <a:cubicBezTo>
                    <a:pt x="0" y="76800"/>
                    <a:pt x="0" y="76800"/>
                    <a:pt x="0" y="76800"/>
                  </a:cubicBezTo>
                  <a:cubicBezTo>
                    <a:pt x="0" y="76800"/>
                    <a:pt x="0" y="76800"/>
                    <a:pt x="0" y="76800"/>
                  </a:cubicBezTo>
                  <a:cubicBezTo>
                    <a:pt x="0" y="76800"/>
                    <a:pt x="0" y="76800"/>
                    <a:pt x="0" y="76800"/>
                  </a:cubicBezTo>
                  <a:cubicBezTo>
                    <a:pt x="0" y="76800"/>
                    <a:pt x="0" y="79200"/>
                    <a:pt x="2400" y="79200"/>
                  </a:cubicBezTo>
                  <a:cubicBezTo>
                    <a:pt x="2400" y="79200"/>
                    <a:pt x="2400" y="79200"/>
                    <a:pt x="2400" y="79200"/>
                  </a:cubicBezTo>
                  <a:cubicBezTo>
                    <a:pt x="2400" y="79200"/>
                    <a:pt x="2400" y="79200"/>
                    <a:pt x="2400" y="79200"/>
                  </a:cubicBezTo>
                  <a:cubicBezTo>
                    <a:pt x="2400" y="79200"/>
                    <a:pt x="2400" y="79200"/>
                    <a:pt x="2400" y="79200"/>
                  </a:cubicBezTo>
                  <a:cubicBezTo>
                    <a:pt x="2400" y="81600"/>
                    <a:pt x="2400" y="81600"/>
                    <a:pt x="4800" y="84000"/>
                  </a:cubicBezTo>
                  <a:cubicBezTo>
                    <a:pt x="4800" y="84000"/>
                    <a:pt x="7200" y="84000"/>
                    <a:pt x="7200" y="84000"/>
                  </a:cubicBezTo>
                  <a:cubicBezTo>
                    <a:pt x="9600" y="84000"/>
                    <a:pt x="9600" y="84000"/>
                    <a:pt x="12000" y="84000"/>
                  </a:cubicBezTo>
                  <a:cubicBezTo>
                    <a:pt x="12000" y="84000"/>
                    <a:pt x="12000" y="84000"/>
                    <a:pt x="12000" y="84000"/>
                  </a:cubicBezTo>
                  <a:cubicBezTo>
                    <a:pt x="12000" y="84000"/>
                    <a:pt x="12000" y="84000"/>
                    <a:pt x="12000" y="84000"/>
                  </a:cubicBezTo>
                  <a:cubicBezTo>
                    <a:pt x="12000" y="84000"/>
                    <a:pt x="12000" y="84000"/>
                    <a:pt x="12000" y="86400"/>
                  </a:cubicBezTo>
                  <a:cubicBezTo>
                    <a:pt x="12000" y="86400"/>
                    <a:pt x="12000" y="86400"/>
                    <a:pt x="12000" y="86400"/>
                  </a:cubicBezTo>
                  <a:cubicBezTo>
                    <a:pt x="14400" y="86400"/>
                    <a:pt x="14400" y="86400"/>
                    <a:pt x="14400" y="86400"/>
                  </a:cubicBezTo>
                  <a:cubicBezTo>
                    <a:pt x="14400" y="86400"/>
                    <a:pt x="14400" y="86400"/>
                    <a:pt x="14400" y="86400"/>
                  </a:cubicBezTo>
                  <a:cubicBezTo>
                    <a:pt x="14400" y="86400"/>
                    <a:pt x="14400" y="86400"/>
                    <a:pt x="14400" y="86400"/>
                  </a:cubicBezTo>
                  <a:cubicBezTo>
                    <a:pt x="14400" y="88800"/>
                    <a:pt x="14400" y="88800"/>
                    <a:pt x="14400" y="88800"/>
                  </a:cubicBezTo>
                  <a:cubicBezTo>
                    <a:pt x="14400" y="88800"/>
                    <a:pt x="14400" y="88800"/>
                    <a:pt x="14400" y="88800"/>
                  </a:cubicBezTo>
                  <a:cubicBezTo>
                    <a:pt x="14400" y="91200"/>
                    <a:pt x="12000" y="91200"/>
                    <a:pt x="12000" y="91200"/>
                  </a:cubicBezTo>
                  <a:cubicBezTo>
                    <a:pt x="12000" y="93600"/>
                    <a:pt x="12000" y="93600"/>
                    <a:pt x="12000" y="93600"/>
                  </a:cubicBezTo>
                  <a:cubicBezTo>
                    <a:pt x="12000" y="96000"/>
                    <a:pt x="12000" y="98400"/>
                    <a:pt x="12000" y="100800"/>
                  </a:cubicBezTo>
                  <a:cubicBezTo>
                    <a:pt x="14400" y="100800"/>
                    <a:pt x="14400" y="100800"/>
                    <a:pt x="14400" y="100800"/>
                  </a:cubicBezTo>
                  <a:cubicBezTo>
                    <a:pt x="14400" y="100800"/>
                    <a:pt x="14400" y="100800"/>
                    <a:pt x="14400" y="100800"/>
                  </a:cubicBezTo>
                  <a:cubicBezTo>
                    <a:pt x="14400" y="100800"/>
                    <a:pt x="14400" y="100800"/>
                    <a:pt x="14400" y="100800"/>
                  </a:cubicBezTo>
                  <a:cubicBezTo>
                    <a:pt x="14400" y="100800"/>
                    <a:pt x="14400" y="100800"/>
                    <a:pt x="14400" y="103200"/>
                  </a:cubicBezTo>
                  <a:cubicBezTo>
                    <a:pt x="14400" y="103200"/>
                    <a:pt x="14400" y="103200"/>
                    <a:pt x="16800" y="103200"/>
                  </a:cubicBezTo>
                  <a:cubicBezTo>
                    <a:pt x="16800" y="103200"/>
                    <a:pt x="16800" y="103200"/>
                    <a:pt x="16800" y="103200"/>
                  </a:cubicBezTo>
                  <a:cubicBezTo>
                    <a:pt x="16800" y="103200"/>
                    <a:pt x="16800" y="103200"/>
                    <a:pt x="16800" y="103200"/>
                  </a:cubicBezTo>
                  <a:cubicBezTo>
                    <a:pt x="16800" y="103200"/>
                    <a:pt x="16800" y="103200"/>
                    <a:pt x="16800" y="105600"/>
                  </a:cubicBezTo>
                  <a:cubicBezTo>
                    <a:pt x="16800" y="105600"/>
                    <a:pt x="16800" y="105600"/>
                    <a:pt x="16800" y="105600"/>
                  </a:cubicBezTo>
                  <a:cubicBezTo>
                    <a:pt x="16800" y="105600"/>
                    <a:pt x="16800" y="105600"/>
                    <a:pt x="16800" y="105600"/>
                  </a:cubicBezTo>
                  <a:cubicBezTo>
                    <a:pt x="16800" y="105600"/>
                    <a:pt x="16800" y="105600"/>
                    <a:pt x="16800" y="105600"/>
                  </a:cubicBezTo>
                  <a:cubicBezTo>
                    <a:pt x="19200" y="105600"/>
                    <a:pt x="19200" y="105600"/>
                    <a:pt x="19200" y="105600"/>
                  </a:cubicBezTo>
                  <a:cubicBezTo>
                    <a:pt x="19200" y="105600"/>
                    <a:pt x="19200" y="105600"/>
                    <a:pt x="19200" y="105600"/>
                  </a:cubicBezTo>
                  <a:cubicBezTo>
                    <a:pt x="21600" y="108000"/>
                    <a:pt x="26400" y="108000"/>
                    <a:pt x="26400" y="105600"/>
                  </a:cubicBezTo>
                  <a:cubicBezTo>
                    <a:pt x="26400" y="105600"/>
                    <a:pt x="26400" y="105600"/>
                    <a:pt x="26400" y="105600"/>
                  </a:cubicBezTo>
                  <a:cubicBezTo>
                    <a:pt x="26400" y="105600"/>
                    <a:pt x="26400" y="105600"/>
                    <a:pt x="26400" y="105600"/>
                  </a:cubicBezTo>
                  <a:cubicBezTo>
                    <a:pt x="26400" y="105600"/>
                    <a:pt x="26400" y="105600"/>
                    <a:pt x="26400" y="105600"/>
                  </a:cubicBezTo>
                  <a:cubicBezTo>
                    <a:pt x="28800" y="105600"/>
                    <a:pt x="28800" y="105600"/>
                    <a:pt x="28800" y="105600"/>
                  </a:cubicBezTo>
                  <a:cubicBezTo>
                    <a:pt x="28800" y="105600"/>
                    <a:pt x="31200" y="105600"/>
                    <a:pt x="31200" y="105600"/>
                  </a:cubicBezTo>
                  <a:cubicBezTo>
                    <a:pt x="31200" y="105600"/>
                    <a:pt x="31200" y="105600"/>
                    <a:pt x="31200" y="105600"/>
                  </a:cubicBezTo>
                  <a:cubicBezTo>
                    <a:pt x="31200" y="105600"/>
                    <a:pt x="31200" y="105600"/>
                    <a:pt x="31200" y="105600"/>
                  </a:cubicBezTo>
                  <a:cubicBezTo>
                    <a:pt x="31200" y="105600"/>
                    <a:pt x="31200" y="105600"/>
                    <a:pt x="31200" y="105600"/>
                  </a:cubicBezTo>
                  <a:cubicBezTo>
                    <a:pt x="33600" y="105600"/>
                    <a:pt x="33600" y="105600"/>
                    <a:pt x="33600" y="105600"/>
                  </a:cubicBezTo>
                  <a:cubicBezTo>
                    <a:pt x="33600" y="105600"/>
                    <a:pt x="33600" y="105600"/>
                    <a:pt x="33600" y="105600"/>
                  </a:cubicBezTo>
                  <a:cubicBezTo>
                    <a:pt x="33600" y="105600"/>
                    <a:pt x="33600" y="105600"/>
                    <a:pt x="33600" y="105600"/>
                  </a:cubicBezTo>
                  <a:cubicBezTo>
                    <a:pt x="33600" y="105600"/>
                    <a:pt x="33600" y="105600"/>
                    <a:pt x="33600" y="105600"/>
                  </a:cubicBezTo>
                  <a:cubicBezTo>
                    <a:pt x="33600" y="105600"/>
                    <a:pt x="33600" y="108000"/>
                    <a:pt x="33600" y="108000"/>
                  </a:cubicBezTo>
                  <a:cubicBezTo>
                    <a:pt x="33600" y="108000"/>
                    <a:pt x="33600" y="108000"/>
                    <a:pt x="33600" y="108000"/>
                  </a:cubicBezTo>
                  <a:cubicBezTo>
                    <a:pt x="33600" y="108000"/>
                    <a:pt x="33600" y="108000"/>
                    <a:pt x="33600" y="110400"/>
                  </a:cubicBezTo>
                  <a:cubicBezTo>
                    <a:pt x="33600" y="110400"/>
                    <a:pt x="33600" y="110400"/>
                    <a:pt x="33600" y="110400"/>
                  </a:cubicBezTo>
                  <a:cubicBezTo>
                    <a:pt x="33600" y="110400"/>
                    <a:pt x="33600" y="110400"/>
                    <a:pt x="33600" y="110400"/>
                  </a:cubicBezTo>
                  <a:cubicBezTo>
                    <a:pt x="33600" y="110400"/>
                    <a:pt x="33600" y="110400"/>
                    <a:pt x="33600" y="110400"/>
                  </a:cubicBezTo>
                  <a:cubicBezTo>
                    <a:pt x="33600" y="112800"/>
                    <a:pt x="33600" y="115200"/>
                    <a:pt x="38400" y="117600"/>
                  </a:cubicBezTo>
                  <a:cubicBezTo>
                    <a:pt x="38400" y="117600"/>
                    <a:pt x="38400" y="117600"/>
                    <a:pt x="38400" y="117600"/>
                  </a:cubicBezTo>
                  <a:cubicBezTo>
                    <a:pt x="38400" y="117600"/>
                    <a:pt x="38400" y="117600"/>
                    <a:pt x="40800" y="117600"/>
                  </a:cubicBezTo>
                  <a:cubicBezTo>
                    <a:pt x="40800" y="117600"/>
                    <a:pt x="40800" y="117600"/>
                    <a:pt x="40800" y="117600"/>
                  </a:cubicBezTo>
                  <a:cubicBezTo>
                    <a:pt x="40800" y="117600"/>
                    <a:pt x="40800" y="117600"/>
                    <a:pt x="40800" y="117600"/>
                  </a:cubicBezTo>
                  <a:cubicBezTo>
                    <a:pt x="40800" y="117600"/>
                    <a:pt x="40800" y="117600"/>
                    <a:pt x="40800" y="117600"/>
                  </a:cubicBezTo>
                  <a:cubicBezTo>
                    <a:pt x="40800" y="117600"/>
                    <a:pt x="43200" y="120000"/>
                    <a:pt x="43200" y="120000"/>
                  </a:cubicBezTo>
                  <a:cubicBezTo>
                    <a:pt x="43200" y="120000"/>
                    <a:pt x="43200" y="120000"/>
                    <a:pt x="43200" y="120000"/>
                  </a:cubicBezTo>
                  <a:cubicBezTo>
                    <a:pt x="43200" y="120000"/>
                    <a:pt x="45600" y="120000"/>
                    <a:pt x="45600" y="120000"/>
                  </a:cubicBezTo>
                  <a:cubicBezTo>
                    <a:pt x="48000" y="120000"/>
                    <a:pt x="48000" y="120000"/>
                    <a:pt x="48000" y="120000"/>
                  </a:cubicBezTo>
                  <a:cubicBezTo>
                    <a:pt x="48000" y="120000"/>
                    <a:pt x="50400" y="120000"/>
                    <a:pt x="52800" y="117600"/>
                  </a:cubicBezTo>
                  <a:cubicBezTo>
                    <a:pt x="52800" y="117600"/>
                    <a:pt x="52800" y="117600"/>
                    <a:pt x="52800" y="115200"/>
                  </a:cubicBezTo>
                  <a:cubicBezTo>
                    <a:pt x="55200" y="115200"/>
                    <a:pt x="55200" y="115200"/>
                    <a:pt x="55200" y="112800"/>
                  </a:cubicBezTo>
                  <a:cubicBezTo>
                    <a:pt x="55200" y="112800"/>
                    <a:pt x="55200" y="112800"/>
                    <a:pt x="55200" y="112800"/>
                  </a:cubicBezTo>
                  <a:cubicBezTo>
                    <a:pt x="57600" y="112800"/>
                    <a:pt x="57600" y="112800"/>
                    <a:pt x="57600" y="112800"/>
                  </a:cubicBezTo>
                  <a:cubicBezTo>
                    <a:pt x="57600" y="112800"/>
                    <a:pt x="57600" y="112800"/>
                    <a:pt x="57600" y="112800"/>
                  </a:cubicBezTo>
                  <a:cubicBezTo>
                    <a:pt x="60000" y="112800"/>
                    <a:pt x="60000" y="112800"/>
                    <a:pt x="60000" y="112800"/>
                  </a:cubicBezTo>
                  <a:cubicBezTo>
                    <a:pt x="60000" y="112800"/>
                    <a:pt x="60000" y="112800"/>
                    <a:pt x="60000" y="112800"/>
                  </a:cubicBezTo>
                  <a:cubicBezTo>
                    <a:pt x="60000" y="112800"/>
                    <a:pt x="60000" y="112800"/>
                    <a:pt x="60000" y="112800"/>
                  </a:cubicBezTo>
                  <a:cubicBezTo>
                    <a:pt x="60000" y="112800"/>
                    <a:pt x="60000" y="112800"/>
                    <a:pt x="60000" y="112800"/>
                  </a:cubicBezTo>
                  <a:cubicBezTo>
                    <a:pt x="60000" y="112800"/>
                    <a:pt x="60000" y="112800"/>
                    <a:pt x="60000" y="112800"/>
                  </a:cubicBezTo>
                  <a:cubicBezTo>
                    <a:pt x="60000" y="112800"/>
                    <a:pt x="62400" y="112800"/>
                    <a:pt x="62400" y="112800"/>
                  </a:cubicBezTo>
                  <a:cubicBezTo>
                    <a:pt x="62400" y="115200"/>
                    <a:pt x="62400" y="115200"/>
                    <a:pt x="62400" y="115200"/>
                  </a:cubicBezTo>
                  <a:cubicBezTo>
                    <a:pt x="62400" y="115200"/>
                    <a:pt x="62400" y="115200"/>
                    <a:pt x="62400" y="115200"/>
                  </a:cubicBezTo>
                  <a:cubicBezTo>
                    <a:pt x="62400" y="115200"/>
                    <a:pt x="62400" y="115200"/>
                    <a:pt x="62400" y="115200"/>
                  </a:cubicBezTo>
                  <a:cubicBezTo>
                    <a:pt x="62400" y="115200"/>
                    <a:pt x="62400" y="115200"/>
                    <a:pt x="62400" y="115200"/>
                  </a:cubicBezTo>
                  <a:cubicBezTo>
                    <a:pt x="62400" y="117600"/>
                    <a:pt x="64800" y="117600"/>
                    <a:pt x="64800" y="120000"/>
                  </a:cubicBezTo>
                  <a:cubicBezTo>
                    <a:pt x="67200" y="120000"/>
                    <a:pt x="69600" y="120000"/>
                    <a:pt x="69600" y="120000"/>
                  </a:cubicBezTo>
                  <a:cubicBezTo>
                    <a:pt x="69600" y="120000"/>
                    <a:pt x="69600" y="120000"/>
                    <a:pt x="69600" y="120000"/>
                  </a:cubicBezTo>
                  <a:cubicBezTo>
                    <a:pt x="69600" y="120000"/>
                    <a:pt x="69600" y="120000"/>
                    <a:pt x="69600" y="120000"/>
                  </a:cubicBezTo>
                  <a:cubicBezTo>
                    <a:pt x="72000" y="120000"/>
                    <a:pt x="72000" y="120000"/>
                    <a:pt x="72000" y="120000"/>
                  </a:cubicBezTo>
                  <a:cubicBezTo>
                    <a:pt x="72000" y="120000"/>
                    <a:pt x="72000" y="120000"/>
                    <a:pt x="72000" y="120000"/>
                  </a:cubicBezTo>
                  <a:cubicBezTo>
                    <a:pt x="72000" y="120000"/>
                    <a:pt x="72000" y="120000"/>
                    <a:pt x="72000" y="120000"/>
                  </a:cubicBezTo>
                  <a:cubicBezTo>
                    <a:pt x="72000" y="120000"/>
                    <a:pt x="72000" y="120000"/>
                    <a:pt x="72000" y="120000"/>
                  </a:cubicBezTo>
                  <a:cubicBezTo>
                    <a:pt x="72000" y="120000"/>
                    <a:pt x="74400" y="120000"/>
                    <a:pt x="74400" y="120000"/>
                  </a:cubicBezTo>
                  <a:cubicBezTo>
                    <a:pt x="74400" y="120000"/>
                    <a:pt x="74400" y="120000"/>
                    <a:pt x="74400" y="120000"/>
                  </a:cubicBezTo>
                  <a:cubicBezTo>
                    <a:pt x="74400" y="120000"/>
                    <a:pt x="74400" y="120000"/>
                    <a:pt x="74400" y="120000"/>
                  </a:cubicBezTo>
                  <a:cubicBezTo>
                    <a:pt x="74400" y="120000"/>
                    <a:pt x="74400" y="120000"/>
                    <a:pt x="74400" y="120000"/>
                  </a:cubicBezTo>
                  <a:cubicBezTo>
                    <a:pt x="76800" y="120000"/>
                    <a:pt x="76800" y="117600"/>
                    <a:pt x="76800" y="117600"/>
                  </a:cubicBezTo>
                  <a:cubicBezTo>
                    <a:pt x="79200" y="117600"/>
                    <a:pt x="79200" y="117600"/>
                    <a:pt x="79200" y="117600"/>
                  </a:cubicBezTo>
                  <a:cubicBezTo>
                    <a:pt x="79200" y="117600"/>
                    <a:pt x="79200" y="117600"/>
                    <a:pt x="79200" y="117600"/>
                  </a:cubicBezTo>
                  <a:cubicBezTo>
                    <a:pt x="79200" y="117600"/>
                    <a:pt x="79200" y="117600"/>
                    <a:pt x="79200" y="117600"/>
                  </a:cubicBezTo>
                  <a:cubicBezTo>
                    <a:pt x="81600" y="117600"/>
                    <a:pt x="81600" y="115200"/>
                    <a:pt x="81600" y="112800"/>
                  </a:cubicBezTo>
                  <a:cubicBezTo>
                    <a:pt x="81600" y="112800"/>
                    <a:pt x="81600" y="112800"/>
                    <a:pt x="81600" y="110400"/>
                  </a:cubicBezTo>
                  <a:cubicBezTo>
                    <a:pt x="81600" y="110400"/>
                    <a:pt x="81600" y="110400"/>
                    <a:pt x="81600" y="108000"/>
                  </a:cubicBezTo>
                  <a:cubicBezTo>
                    <a:pt x="81600" y="108000"/>
                    <a:pt x="81600" y="108000"/>
                    <a:pt x="81600" y="108000"/>
                  </a:cubicBezTo>
                  <a:cubicBezTo>
                    <a:pt x="81600" y="108000"/>
                    <a:pt x="84000" y="108000"/>
                    <a:pt x="84000" y="108000"/>
                  </a:cubicBezTo>
                  <a:cubicBezTo>
                    <a:pt x="84000" y="108000"/>
                    <a:pt x="84000" y="108000"/>
                    <a:pt x="84000" y="108000"/>
                  </a:cubicBezTo>
                  <a:cubicBezTo>
                    <a:pt x="84000" y="105600"/>
                    <a:pt x="84000" y="105600"/>
                    <a:pt x="84000" y="105600"/>
                  </a:cubicBezTo>
                  <a:cubicBezTo>
                    <a:pt x="84000" y="105600"/>
                    <a:pt x="84000" y="105600"/>
                    <a:pt x="86400" y="105600"/>
                  </a:cubicBezTo>
                  <a:cubicBezTo>
                    <a:pt x="86400" y="105600"/>
                    <a:pt x="86400" y="105600"/>
                    <a:pt x="86400" y="105600"/>
                  </a:cubicBezTo>
                  <a:cubicBezTo>
                    <a:pt x="86400" y="105600"/>
                    <a:pt x="86400" y="105600"/>
                    <a:pt x="86400" y="105600"/>
                  </a:cubicBezTo>
                  <a:cubicBezTo>
                    <a:pt x="88800" y="105600"/>
                    <a:pt x="88800" y="105600"/>
                    <a:pt x="91200" y="108000"/>
                  </a:cubicBezTo>
                  <a:cubicBezTo>
                    <a:pt x="91200" y="108000"/>
                    <a:pt x="91200" y="108000"/>
                    <a:pt x="91200" y="108000"/>
                  </a:cubicBezTo>
                  <a:cubicBezTo>
                    <a:pt x="93600" y="108000"/>
                    <a:pt x="96000" y="108000"/>
                    <a:pt x="98400" y="108000"/>
                  </a:cubicBezTo>
                  <a:cubicBezTo>
                    <a:pt x="98400" y="105600"/>
                    <a:pt x="98400" y="105600"/>
                    <a:pt x="98400" y="105600"/>
                  </a:cubicBezTo>
                  <a:cubicBezTo>
                    <a:pt x="98400" y="105600"/>
                    <a:pt x="98400" y="105600"/>
                    <a:pt x="98400" y="105600"/>
                  </a:cubicBezTo>
                  <a:cubicBezTo>
                    <a:pt x="98400" y="105600"/>
                    <a:pt x="98400" y="105600"/>
                    <a:pt x="98400" y="105600"/>
                  </a:cubicBezTo>
                  <a:cubicBezTo>
                    <a:pt x="100800" y="105600"/>
                    <a:pt x="100800" y="105600"/>
                    <a:pt x="100800" y="105600"/>
                  </a:cubicBezTo>
                  <a:cubicBezTo>
                    <a:pt x="100800" y="105600"/>
                    <a:pt x="100800" y="103200"/>
                    <a:pt x="100800" y="103200"/>
                  </a:cubicBezTo>
                  <a:cubicBezTo>
                    <a:pt x="100800" y="103200"/>
                    <a:pt x="100800" y="103200"/>
                    <a:pt x="100800" y="103200"/>
                  </a:cubicBezTo>
                  <a:cubicBezTo>
                    <a:pt x="100800" y="103200"/>
                    <a:pt x="100800" y="103200"/>
                    <a:pt x="100800" y="103200"/>
                  </a:cubicBezTo>
                  <a:cubicBezTo>
                    <a:pt x="103200" y="103200"/>
                    <a:pt x="103200" y="103200"/>
                    <a:pt x="103200" y="103200"/>
                  </a:cubicBezTo>
                  <a:cubicBezTo>
                    <a:pt x="103200" y="103200"/>
                    <a:pt x="103200" y="100800"/>
                    <a:pt x="103200" y="100800"/>
                  </a:cubicBezTo>
                  <a:cubicBezTo>
                    <a:pt x="103200" y="100800"/>
                    <a:pt x="103200" y="100800"/>
                    <a:pt x="103200" y="100800"/>
                  </a:cubicBezTo>
                  <a:cubicBezTo>
                    <a:pt x="103200" y="100800"/>
                    <a:pt x="103200" y="100800"/>
                    <a:pt x="103200" y="100800"/>
                  </a:cubicBezTo>
                  <a:cubicBezTo>
                    <a:pt x="103200" y="100800"/>
                    <a:pt x="103200" y="100800"/>
                    <a:pt x="105600" y="100800"/>
                  </a:cubicBezTo>
                  <a:cubicBezTo>
                    <a:pt x="105600" y="100800"/>
                    <a:pt x="105600" y="100800"/>
                    <a:pt x="105600" y="100800"/>
                  </a:cubicBezTo>
                  <a:cubicBezTo>
                    <a:pt x="105600" y="98400"/>
                    <a:pt x="105600" y="96000"/>
                    <a:pt x="105600" y="96000"/>
                  </a:cubicBezTo>
                  <a:cubicBezTo>
                    <a:pt x="105600" y="93600"/>
                    <a:pt x="105600" y="93600"/>
                    <a:pt x="105600" y="93600"/>
                  </a:cubicBezTo>
                  <a:cubicBezTo>
                    <a:pt x="105600" y="91200"/>
                    <a:pt x="105600" y="91200"/>
                    <a:pt x="105600" y="91200"/>
                  </a:cubicBezTo>
                  <a:cubicBezTo>
                    <a:pt x="105600" y="91200"/>
                    <a:pt x="105600" y="91200"/>
                    <a:pt x="105600" y="91200"/>
                  </a:cubicBezTo>
                  <a:cubicBezTo>
                    <a:pt x="105600" y="91200"/>
                    <a:pt x="105600" y="91200"/>
                    <a:pt x="105600" y="91200"/>
                  </a:cubicBezTo>
                  <a:cubicBezTo>
                    <a:pt x="103200" y="91200"/>
                    <a:pt x="103200" y="91200"/>
                    <a:pt x="103200" y="88800"/>
                  </a:cubicBezTo>
                  <a:cubicBezTo>
                    <a:pt x="103200" y="88800"/>
                    <a:pt x="103200" y="88800"/>
                    <a:pt x="103200" y="88800"/>
                  </a:cubicBezTo>
                  <a:cubicBezTo>
                    <a:pt x="103200" y="88800"/>
                    <a:pt x="103200" y="88800"/>
                    <a:pt x="103200" y="88800"/>
                  </a:cubicBezTo>
                  <a:cubicBezTo>
                    <a:pt x="103200" y="86400"/>
                    <a:pt x="103200" y="86400"/>
                    <a:pt x="103200" y="86400"/>
                  </a:cubicBezTo>
                  <a:cubicBezTo>
                    <a:pt x="103200" y="86400"/>
                    <a:pt x="103200" y="86400"/>
                    <a:pt x="103200" y="86400"/>
                  </a:cubicBezTo>
                  <a:cubicBezTo>
                    <a:pt x="105600" y="86400"/>
                    <a:pt x="105600" y="86400"/>
                    <a:pt x="105600" y="86400"/>
                  </a:cubicBezTo>
                  <a:cubicBezTo>
                    <a:pt x="105600" y="86400"/>
                    <a:pt x="105600" y="86400"/>
                    <a:pt x="105600" y="86400"/>
                  </a:cubicBezTo>
                  <a:cubicBezTo>
                    <a:pt x="105600" y="86400"/>
                    <a:pt x="105600" y="86400"/>
                    <a:pt x="105600" y="86400"/>
                  </a:cubicBezTo>
                  <a:cubicBezTo>
                    <a:pt x="105600" y="86400"/>
                    <a:pt x="105600" y="86400"/>
                    <a:pt x="105600" y="86400"/>
                  </a:cubicBezTo>
                  <a:cubicBezTo>
                    <a:pt x="105600" y="86400"/>
                    <a:pt x="105600" y="86400"/>
                    <a:pt x="105600" y="84000"/>
                  </a:cubicBezTo>
                  <a:cubicBezTo>
                    <a:pt x="105600" y="84000"/>
                    <a:pt x="105600" y="84000"/>
                    <a:pt x="105600" y="84000"/>
                  </a:cubicBezTo>
                  <a:cubicBezTo>
                    <a:pt x="108000" y="84000"/>
                    <a:pt x="108000" y="84000"/>
                    <a:pt x="108000" y="84000"/>
                  </a:cubicBezTo>
                  <a:cubicBezTo>
                    <a:pt x="108000" y="84000"/>
                    <a:pt x="108000" y="84000"/>
                    <a:pt x="108000" y="84000"/>
                  </a:cubicBezTo>
                  <a:cubicBezTo>
                    <a:pt x="108000" y="84000"/>
                    <a:pt x="108000" y="84000"/>
                    <a:pt x="108000" y="84000"/>
                  </a:cubicBezTo>
                  <a:cubicBezTo>
                    <a:pt x="110400" y="84000"/>
                    <a:pt x="110400" y="84000"/>
                    <a:pt x="110400" y="84000"/>
                  </a:cubicBezTo>
                  <a:cubicBezTo>
                    <a:pt x="110400" y="84000"/>
                    <a:pt x="110400" y="84000"/>
                    <a:pt x="112800" y="84000"/>
                  </a:cubicBezTo>
                  <a:cubicBezTo>
                    <a:pt x="112800" y="84000"/>
                    <a:pt x="115200" y="84000"/>
                    <a:pt x="115200" y="81600"/>
                  </a:cubicBezTo>
                  <a:cubicBezTo>
                    <a:pt x="115200" y="81600"/>
                    <a:pt x="117600" y="81600"/>
                    <a:pt x="117600" y="79200"/>
                  </a:cubicBezTo>
                  <a:cubicBezTo>
                    <a:pt x="117600" y="79200"/>
                    <a:pt x="117600" y="79200"/>
                    <a:pt x="117600" y="79200"/>
                  </a:cubicBezTo>
                  <a:cubicBezTo>
                    <a:pt x="117600" y="79200"/>
                    <a:pt x="117600" y="76800"/>
                    <a:pt x="117600" y="76800"/>
                  </a:cubicBezTo>
                  <a:cubicBezTo>
                    <a:pt x="117600" y="76800"/>
                    <a:pt x="117600" y="76800"/>
                    <a:pt x="117600" y="76800"/>
                  </a:cubicBezTo>
                  <a:cubicBezTo>
                    <a:pt x="117600" y="74400"/>
                    <a:pt x="117600" y="74400"/>
                    <a:pt x="117600" y="74400"/>
                  </a:cubicBezTo>
                  <a:cubicBezTo>
                    <a:pt x="117600" y="72000"/>
                    <a:pt x="117600" y="72000"/>
                    <a:pt x="117600" y="72000"/>
                  </a:cubicBezTo>
                  <a:cubicBezTo>
                    <a:pt x="120000" y="69600"/>
                    <a:pt x="117600" y="67200"/>
                    <a:pt x="115200" y="67200"/>
                  </a:cubicBezTo>
                  <a:cubicBezTo>
                    <a:pt x="115200" y="67200"/>
                    <a:pt x="115200" y="64800"/>
                    <a:pt x="115200" y="64800"/>
                  </a:cubicBezTo>
                  <a:cubicBezTo>
                    <a:pt x="115200" y="64800"/>
                    <a:pt x="112800" y="64800"/>
                    <a:pt x="112800" y="64800"/>
                  </a:cubicBezTo>
                  <a:cubicBezTo>
                    <a:pt x="112800" y="64800"/>
                    <a:pt x="112800" y="64800"/>
                    <a:pt x="112800" y="64800"/>
                  </a:cubicBezTo>
                  <a:cubicBezTo>
                    <a:pt x="112800" y="62400"/>
                    <a:pt x="112800" y="62400"/>
                    <a:pt x="112800" y="62400"/>
                  </a:cubicBezTo>
                  <a:cubicBezTo>
                    <a:pt x="112800" y="62400"/>
                    <a:pt x="112800" y="62400"/>
                    <a:pt x="112800" y="62400"/>
                  </a:cubicBezTo>
                  <a:cubicBezTo>
                    <a:pt x="112800" y="60000"/>
                    <a:pt x="112800" y="60000"/>
                    <a:pt x="112800" y="60000"/>
                  </a:cubicBezTo>
                  <a:cubicBezTo>
                    <a:pt x="112800" y="60000"/>
                    <a:pt x="112800" y="60000"/>
                    <a:pt x="112800" y="60000"/>
                  </a:cubicBezTo>
                  <a:cubicBezTo>
                    <a:pt x="112800" y="60000"/>
                    <a:pt x="112800" y="60000"/>
                    <a:pt x="112800" y="60000"/>
                  </a:cubicBezTo>
                  <a:cubicBezTo>
                    <a:pt x="112800" y="60000"/>
                    <a:pt x="112800" y="60000"/>
                    <a:pt x="112800" y="60000"/>
                  </a:cubicBezTo>
                  <a:cubicBezTo>
                    <a:pt x="112800" y="60000"/>
                    <a:pt x="112800" y="57600"/>
                    <a:pt x="112800" y="57600"/>
                  </a:cubicBezTo>
                  <a:cubicBezTo>
                    <a:pt x="112800" y="57600"/>
                    <a:pt x="112800" y="57600"/>
                    <a:pt x="112800" y="57600"/>
                  </a:cubicBezTo>
                  <a:cubicBezTo>
                    <a:pt x="112800" y="57600"/>
                    <a:pt x="112800" y="57600"/>
                    <a:pt x="115200" y="57600"/>
                  </a:cubicBezTo>
                  <a:cubicBezTo>
                    <a:pt x="115200" y="57600"/>
                    <a:pt x="115200" y="57600"/>
                    <a:pt x="115200" y="57600"/>
                  </a:cubicBezTo>
                  <a:cubicBezTo>
                    <a:pt x="115200" y="57600"/>
                    <a:pt x="115200" y="57600"/>
                    <a:pt x="115200" y="57600"/>
                  </a:cubicBezTo>
                  <a:cubicBezTo>
                    <a:pt x="115200" y="57600"/>
                    <a:pt x="115200" y="57600"/>
                    <a:pt x="115200" y="57600"/>
                  </a:cubicBezTo>
                  <a:cubicBezTo>
                    <a:pt x="115200" y="55200"/>
                    <a:pt x="115200" y="55200"/>
                    <a:pt x="117600" y="55200"/>
                  </a:cubicBezTo>
                  <a:cubicBezTo>
                    <a:pt x="117600" y="55200"/>
                    <a:pt x="120000" y="52800"/>
                    <a:pt x="120000" y="50400"/>
                  </a:cubicBezTo>
                  <a:cubicBezTo>
                    <a:pt x="120000" y="50400"/>
                    <a:pt x="120000" y="50400"/>
                    <a:pt x="120000" y="50400"/>
                  </a:cubicBezTo>
                  <a:cubicBezTo>
                    <a:pt x="120000" y="50400"/>
                    <a:pt x="120000" y="50400"/>
                    <a:pt x="120000" y="50400"/>
                  </a:cubicBezTo>
                  <a:cubicBezTo>
                    <a:pt x="117600" y="48000"/>
                    <a:pt x="117600" y="48000"/>
                    <a:pt x="117600" y="48000"/>
                  </a:cubicBezTo>
                  <a:cubicBezTo>
                    <a:pt x="117600" y="48000"/>
                    <a:pt x="117600" y="48000"/>
                    <a:pt x="117600" y="48000"/>
                  </a:cubicBezTo>
                  <a:cubicBezTo>
                    <a:pt x="117600" y="48000"/>
                    <a:pt x="117600" y="48000"/>
                    <a:pt x="117600" y="48000"/>
                  </a:cubicBezTo>
                  <a:cubicBezTo>
                    <a:pt x="117600" y="48000"/>
                    <a:pt x="117600" y="48000"/>
                    <a:pt x="117600" y="48000"/>
                  </a:cubicBezTo>
                  <a:cubicBezTo>
                    <a:pt x="117600" y="48000"/>
                    <a:pt x="117600" y="45600"/>
                    <a:pt x="117600" y="45600"/>
                  </a:cubicBezTo>
                  <a:cubicBezTo>
                    <a:pt x="117600" y="45600"/>
                    <a:pt x="117600" y="45600"/>
                    <a:pt x="117600" y="45600"/>
                  </a:cubicBezTo>
                  <a:cubicBezTo>
                    <a:pt x="117600" y="45600"/>
                    <a:pt x="117600" y="45600"/>
                    <a:pt x="117600" y="45600"/>
                  </a:cubicBezTo>
                  <a:cubicBezTo>
                    <a:pt x="117600" y="45600"/>
                    <a:pt x="117600" y="45600"/>
                    <a:pt x="117600" y="45600"/>
                  </a:cubicBezTo>
                  <a:cubicBezTo>
                    <a:pt x="117600" y="43200"/>
                    <a:pt x="117600" y="43200"/>
                    <a:pt x="117600" y="43200"/>
                  </a:cubicBezTo>
                  <a:cubicBezTo>
                    <a:pt x="117600" y="40800"/>
                    <a:pt x="117600" y="40800"/>
                    <a:pt x="117600" y="40800"/>
                  </a:cubicBezTo>
                  <a:cubicBezTo>
                    <a:pt x="117600" y="40800"/>
                    <a:pt x="117600" y="40800"/>
                    <a:pt x="117600" y="40800"/>
                  </a:cubicBezTo>
                  <a:cubicBezTo>
                    <a:pt x="117600" y="40800"/>
                    <a:pt x="117600" y="40800"/>
                    <a:pt x="117600" y="40800"/>
                  </a:cubicBezTo>
                  <a:cubicBezTo>
                    <a:pt x="115200" y="40800"/>
                    <a:pt x="115200" y="38400"/>
                    <a:pt x="115200" y="38400"/>
                  </a:cubicBezTo>
                  <a:cubicBezTo>
                    <a:pt x="112800" y="36000"/>
                    <a:pt x="110400" y="36000"/>
                    <a:pt x="110400" y="38400"/>
                  </a:cubicBezTo>
                  <a:cubicBezTo>
                    <a:pt x="110400" y="36000"/>
                    <a:pt x="108000" y="36000"/>
                    <a:pt x="105600" y="36000"/>
                  </a:cubicBezTo>
                  <a:cubicBezTo>
                    <a:pt x="105600" y="36000"/>
                    <a:pt x="105600" y="36000"/>
                    <a:pt x="105600" y="36000"/>
                  </a:cubicBezTo>
                  <a:cubicBezTo>
                    <a:pt x="105600" y="36000"/>
                    <a:pt x="105600" y="36000"/>
                    <a:pt x="105600" y="36000"/>
                  </a:cubicBezTo>
                  <a:cubicBezTo>
                    <a:pt x="105600" y="36000"/>
                    <a:pt x="105600" y="36000"/>
                    <a:pt x="105600" y="36000"/>
                  </a:cubicBezTo>
                  <a:cubicBezTo>
                    <a:pt x="105600" y="36000"/>
                    <a:pt x="105600" y="36000"/>
                    <a:pt x="105600" y="36000"/>
                  </a:cubicBezTo>
                  <a:cubicBezTo>
                    <a:pt x="105600" y="36000"/>
                    <a:pt x="105600" y="33600"/>
                    <a:pt x="105600" y="33600"/>
                  </a:cubicBezTo>
                  <a:cubicBezTo>
                    <a:pt x="105600" y="33600"/>
                    <a:pt x="105600" y="33600"/>
                    <a:pt x="105600" y="33600"/>
                  </a:cubicBezTo>
                  <a:cubicBezTo>
                    <a:pt x="105600" y="33600"/>
                    <a:pt x="105600" y="33600"/>
                    <a:pt x="105600" y="33600"/>
                  </a:cubicBezTo>
                  <a:cubicBezTo>
                    <a:pt x="103200" y="33600"/>
                    <a:pt x="103200" y="33600"/>
                    <a:pt x="103200" y="33600"/>
                  </a:cubicBezTo>
                  <a:cubicBezTo>
                    <a:pt x="103200" y="33600"/>
                    <a:pt x="103200" y="31200"/>
                    <a:pt x="103200" y="31200"/>
                  </a:cubicBezTo>
                  <a:cubicBezTo>
                    <a:pt x="105600" y="31200"/>
                    <a:pt x="105600" y="28800"/>
                    <a:pt x="105600" y="28800"/>
                  </a:cubicBezTo>
                  <a:cubicBezTo>
                    <a:pt x="105600" y="28800"/>
                    <a:pt x="105600" y="28800"/>
                    <a:pt x="105600" y="26400"/>
                  </a:cubicBezTo>
                  <a:cubicBezTo>
                    <a:pt x="108000" y="26400"/>
                    <a:pt x="108000" y="24000"/>
                    <a:pt x="105600" y="21600"/>
                  </a:cubicBezTo>
                  <a:cubicBezTo>
                    <a:pt x="105600" y="21600"/>
                    <a:pt x="105600" y="21600"/>
                    <a:pt x="105600" y="21600"/>
                  </a:cubicBezTo>
                  <a:cubicBezTo>
                    <a:pt x="105600" y="21600"/>
                    <a:pt x="105600" y="21600"/>
                    <a:pt x="105600" y="21600"/>
                  </a:cubicBezTo>
                  <a:cubicBezTo>
                    <a:pt x="105600" y="21600"/>
                    <a:pt x="105600" y="21600"/>
                    <a:pt x="105600" y="21600"/>
                  </a:cubicBezTo>
                  <a:cubicBezTo>
                    <a:pt x="103200" y="19200"/>
                    <a:pt x="103200" y="19200"/>
                    <a:pt x="103200" y="19200"/>
                  </a:cubicBezTo>
                  <a:cubicBezTo>
                    <a:pt x="103200" y="19200"/>
                    <a:pt x="103200" y="19200"/>
                    <a:pt x="103200" y="19200"/>
                  </a:cubicBezTo>
                  <a:cubicBezTo>
                    <a:pt x="103200" y="19200"/>
                    <a:pt x="103200" y="19200"/>
                    <a:pt x="103200" y="19200"/>
                  </a:cubicBezTo>
                  <a:cubicBezTo>
                    <a:pt x="103200" y="19200"/>
                    <a:pt x="103200" y="19200"/>
                    <a:pt x="103200" y="19200"/>
                  </a:cubicBezTo>
                  <a:cubicBezTo>
                    <a:pt x="100800" y="16800"/>
                    <a:pt x="100800" y="16800"/>
                    <a:pt x="100800" y="16800"/>
                  </a:cubicBezTo>
                  <a:cubicBezTo>
                    <a:pt x="100800" y="16800"/>
                    <a:pt x="100800" y="16800"/>
                    <a:pt x="100800" y="16800"/>
                  </a:cubicBezTo>
                  <a:cubicBezTo>
                    <a:pt x="100800" y="16800"/>
                    <a:pt x="100800" y="16800"/>
                    <a:pt x="100800" y="16800"/>
                  </a:cubicBezTo>
                  <a:cubicBezTo>
                    <a:pt x="100800" y="16800"/>
                    <a:pt x="100800" y="16800"/>
                    <a:pt x="100800" y="16800"/>
                  </a:cubicBezTo>
                  <a:cubicBezTo>
                    <a:pt x="100800" y="14400"/>
                    <a:pt x="98400" y="14400"/>
                    <a:pt x="98400" y="14400"/>
                  </a:cubicBezTo>
                  <a:cubicBezTo>
                    <a:pt x="98400" y="14400"/>
                    <a:pt x="98400" y="14400"/>
                    <a:pt x="98400" y="14400"/>
                  </a:cubicBezTo>
                  <a:cubicBezTo>
                    <a:pt x="98400" y="14400"/>
                    <a:pt x="98400" y="14400"/>
                    <a:pt x="98400" y="14400"/>
                  </a:cubicBezTo>
                  <a:close/>
                  <a:moveTo>
                    <a:pt x="74400" y="31200"/>
                  </a:moveTo>
                  <a:cubicBezTo>
                    <a:pt x="76800" y="31200"/>
                    <a:pt x="76800" y="31200"/>
                    <a:pt x="76800" y="31200"/>
                  </a:cubicBezTo>
                  <a:cubicBezTo>
                    <a:pt x="76800" y="31200"/>
                    <a:pt x="76800" y="31200"/>
                    <a:pt x="76800" y="31200"/>
                  </a:cubicBezTo>
                  <a:cubicBezTo>
                    <a:pt x="76800" y="31200"/>
                    <a:pt x="76800" y="31200"/>
                    <a:pt x="76800" y="31200"/>
                  </a:cubicBezTo>
                  <a:cubicBezTo>
                    <a:pt x="76800" y="31200"/>
                    <a:pt x="76800" y="31200"/>
                    <a:pt x="76800" y="31200"/>
                  </a:cubicBezTo>
                  <a:cubicBezTo>
                    <a:pt x="79200" y="31200"/>
                    <a:pt x="79200" y="31200"/>
                    <a:pt x="79200" y="31200"/>
                  </a:cubicBezTo>
                  <a:cubicBezTo>
                    <a:pt x="79200" y="31200"/>
                    <a:pt x="79200" y="31200"/>
                    <a:pt x="79200" y="31200"/>
                  </a:cubicBezTo>
                  <a:cubicBezTo>
                    <a:pt x="79200" y="33600"/>
                    <a:pt x="79200" y="33600"/>
                    <a:pt x="79200" y="33600"/>
                  </a:cubicBezTo>
                  <a:cubicBezTo>
                    <a:pt x="81600" y="33600"/>
                    <a:pt x="81600" y="36000"/>
                    <a:pt x="84000" y="36000"/>
                  </a:cubicBezTo>
                  <a:cubicBezTo>
                    <a:pt x="84000" y="38400"/>
                    <a:pt x="86400" y="40800"/>
                    <a:pt x="88800" y="40800"/>
                  </a:cubicBezTo>
                  <a:cubicBezTo>
                    <a:pt x="88800" y="43200"/>
                    <a:pt x="88800" y="43200"/>
                    <a:pt x="88800" y="43200"/>
                  </a:cubicBezTo>
                  <a:cubicBezTo>
                    <a:pt x="88800" y="43200"/>
                    <a:pt x="88800" y="43200"/>
                    <a:pt x="88800" y="43200"/>
                  </a:cubicBezTo>
                  <a:cubicBezTo>
                    <a:pt x="88800" y="45600"/>
                    <a:pt x="88800" y="45600"/>
                    <a:pt x="88800" y="45600"/>
                  </a:cubicBezTo>
                  <a:cubicBezTo>
                    <a:pt x="88800" y="45600"/>
                    <a:pt x="88800" y="45600"/>
                    <a:pt x="88800" y="45600"/>
                  </a:cubicBezTo>
                  <a:cubicBezTo>
                    <a:pt x="88800" y="45600"/>
                    <a:pt x="91200" y="45600"/>
                    <a:pt x="91200" y="45600"/>
                  </a:cubicBezTo>
                  <a:cubicBezTo>
                    <a:pt x="91200" y="45600"/>
                    <a:pt x="91200" y="45600"/>
                    <a:pt x="91200" y="45600"/>
                  </a:cubicBezTo>
                  <a:cubicBezTo>
                    <a:pt x="91200" y="45600"/>
                    <a:pt x="91200" y="45600"/>
                    <a:pt x="91200" y="45600"/>
                  </a:cubicBezTo>
                  <a:cubicBezTo>
                    <a:pt x="91200" y="48000"/>
                    <a:pt x="91200" y="50400"/>
                    <a:pt x="91200" y="52800"/>
                  </a:cubicBezTo>
                  <a:cubicBezTo>
                    <a:pt x="91200" y="52800"/>
                    <a:pt x="91200" y="52800"/>
                    <a:pt x="91200" y="52800"/>
                  </a:cubicBezTo>
                  <a:cubicBezTo>
                    <a:pt x="91200" y="52800"/>
                    <a:pt x="91200" y="52800"/>
                    <a:pt x="91200" y="52800"/>
                  </a:cubicBezTo>
                  <a:cubicBezTo>
                    <a:pt x="93600" y="55200"/>
                    <a:pt x="93600" y="57600"/>
                    <a:pt x="93600" y="57600"/>
                  </a:cubicBezTo>
                  <a:cubicBezTo>
                    <a:pt x="93600" y="57600"/>
                    <a:pt x="93600" y="57600"/>
                    <a:pt x="93600" y="57600"/>
                  </a:cubicBezTo>
                  <a:cubicBezTo>
                    <a:pt x="93600" y="57600"/>
                    <a:pt x="93600" y="57600"/>
                    <a:pt x="93600" y="57600"/>
                  </a:cubicBezTo>
                  <a:cubicBezTo>
                    <a:pt x="93600" y="60000"/>
                    <a:pt x="93600" y="60000"/>
                    <a:pt x="93600" y="60000"/>
                  </a:cubicBezTo>
                  <a:cubicBezTo>
                    <a:pt x="93600" y="60000"/>
                    <a:pt x="93600" y="60000"/>
                    <a:pt x="93600" y="60000"/>
                  </a:cubicBezTo>
                  <a:cubicBezTo>
                    <a:pt x="93600" y="60000"/>
                    <a:pt x="93600" y="60000"/>
                    <a:pt x="93600" y="60000"/>
                  </a:cubicBezTo>
                  <a:cubicBezTo>
                    <a:pt x="93600" y="62400"/>
                    <a:pt x="93600" y="62400"/>
                    <a:pt x="93600" y="62400"/>
                  </a:cubicBezTo>
                  <a:cubicBezTo>
                    <a:pt x="93600" y="62400"/>
                    <a:pt x="93600" y="62400"/>
                    <a:pt x="93600" y="64800"/>
                  </a:cubicBezTo>
                  <a:cubicBezTo>
                    <a:pt x="93600" y="64800"/>
                    <a:pt x="93600" y="67200"/>
                    <a:pt x="91200" y="69600"/>
                  </a:cubicBezTo>
                  <a:cubicBezTo>
                    <a:pt x="91200" y="72000"/>
                    <a:pt x="91200" y="74400"/>
                    <a:pt x="88800" y="76800"/>
                  </a:cubicBezTo>
                  <a:cubicBezTo>
                    <a:pt x="88800" y="76800"/>
                    <a:pt x="88800" y="76800"/>
                    <a:pt x="88800" y="76800"/>
                  </a:cubicBezTo>
                  <a:cubicBezTo>
                    <a:pt x="88800" y="76800"/>
                    <a:pt x="88800" y="76800"/>
                    <a:pt x="88800" y="76800"/>
                  </a:cubicBezTo>
                  <a:cubicBezTo>
                    <a:pt x="88800" y="76800"/>
                    <a:pt x="88800" y="76800"/>
                    <a:pt x="88800" y="76800"/>
                  </a:cubicBezTo>
                  <a:cubicBezTo>
                    <a:pt x="88800" y="76800"/>
                    <a:pt x="88800" y="76800"/>
                    <a:pt x="88800" y="76800"/>
                  </a:cubicBezTo>
                  <a:cubicBezTo>
                    <a:pt x="88800" y="76800"/>
                    <a:pt x="88800" y="76800"/>
                    <a:pt x="88800" y="76800"/>
                  </a:cubicBezTo>
                  <a:cubicBezTo>
                    <a:pt x="88800" y="79200"/>
                    <a:pt x="88800" y="79200"/>
                    <a:pt x="88800" y="79200"/>
                  </a:cubicBezTo>
                  <a:cubicBezTo>
                    <a:pt x="88800" y="79200"/>
                    <a:pt x="88800" y="79200"/>
                    <a:pt x="88800" y="79200"/>
                  </a:cubicBezTo>
                  <a:cubicBezTo>
                    <a:pt x="88800" y="79200"/>
                    <a:pt x="88800" y="79200"/>
                    <a:pt x="88800" y="79200"/>
                  </a:cubicBezTo>
                  <a:cubicBezTo>
                    <a:pt x="88800" y="79200"/>
                    <a:pt x="88800" y="79200"/>
                    <a:pt x="88800" y="79200"/>
                  </a:cubicBezTo>
                  <a:cubicBezTo>
                    <a:pt x="88800" y="79200"/>
                    <a:pt x="88800" y="79200"/>
                    <a:pt x="88800" y="79200"/>
                  </a:cubicBezTo>
                  <a:cubicBezTo>
                    <a:pt x="88800" y="79200"/>
                    <a:pt x="88800" y="79200"/>
                    <a:pt x="88800" y="79200"/>
                  </a:cubicBezTo>
                  <a:cubicBezTo>
                    <a:pt x="86400" y="79200"/>
                    <a:pt x="86400" y="79200"/>
                    <a:pt x="86400" y="79200"/>
                  </a:cubicBezTo>
                  <a:cubicBezTo>
                    <a:pt x="86400" y="79200"/>
                    <a:pt x="86400" y="79200"/>
                    <a:pt x="86400" y="81600"/>
                  </a:cubicBezTo>
                  <a:cubicBezTo>
                    <a:pt x="86400" y="81600"/>
                    <a:pt x="84000" y="84000"/>
                    <a:pt x="84000" y="84000"/>
                  </a:cubicBezTo>
                  <a:cubicBezTo>
                    <a:pt x="84000" y="84000"/>
                    <a:pt x="84000" y="84000"/>
                    <a:pt x="84000" y="84000"/>
                  </a:cubicBezTo>
                  <a:cubicBezTo>
                    <a:pt x="84000" y="86400"/>
                    <a:pt x="84000" y="86400"/>
                    <a:pt x="84000" y="86400"/>
                  </a:cubicBezTo>
                  <a:cubicBezTo>
                    <a:pt x="81600" y="86400"/>
                    <a:pt x="79200" y="88800"/>
                    <a:pt x="79200" y="88800"/>
                  </a:cubicBezTo>
                  <a:cubicBezTo>
                    <a:pt x="76800" y="88800"/>
                    <a:pt x="76800" y="88800"/>
                    <a:pt x="76800" y="91200"/>
                  </a:cubicBezTo>
                  <a:cubicBezTo>
                    <a:pt x="76800" y="91200"/>
                    <a:pt x="76800" y="91200"/>
                    <a:pt x="76800" y="91200"/>
                  </a:cubicBezTo>
                  <a:cubicBezTo>
                    <a:pt x="74400" y="91200"/>
                    <a:pt x="74400" y="91200"/>
                    <a:pt x="74400" y="91200"/>
                  </a:cubicBezTo>
                  <a:cubicBezTo>
                    <a:pt x="74400" y="91200"/>
                    <a:pt x="74400" y="91200"/>
                    <a:pt x="74400" y="91200"/>
                  </a:cubicBezTo>
                  <a:cubicBezTo>
                    <a:pt x="74400" y="91200"/>
                    <a:pt x="74400" y="91200"/>
                    <a:pt x="74400" y="91200"/>
                  </a:cubicBezTo>
                  <a:cubicBezTo>
                    <a:pt x="74400" y="91200"/>
                    <a:pt x="74400" y="91200"/>
                    <a:pt x="74400" y="91200"/>
                  </a:cubicBezTo>
                  <a:cubicBezTo>
                    <a:pt x="74400" y="91200"/>
                    <a:pt x="74400" y="91200"/>
                    <a:pt x="74400" y="91200"/>
                  </a:cubicBezTo>
                  <a:cubicBezTo>
                    <a:pt x="72000" y="93600"/>
                    <a:pt x="69600" y="93600"/>
                    <a:pt x="67200" y="93600"/>
                  </a:cubicBezTo>
                  <a:cubicBezTo>
                    <a:pt x="67200" y="93600"/>
                    <a:pt x="67200" y="93600"/>
                    <a:pt x="67200" y="93600"/>
                  </a:cubicBezTo>
                  <a:cubicBezTo>
                    <a:pt x="67200" y="93600"/>
                    <a:pt x="67200" y="93600"/>
                    <a:pt x="67200" y="93600"/>
                  </a:cubicBezTo>
                  <a:cubicBezTo>
                    <a:pt x="64800" y="93600"/>
                    <a:pt x="62400" y="93600"/>
                    <a:pt x="62400" y="93600"/>
                  </a:cubicBezTo>
                  <a:cubicBezTo>
                    <a:pt x="62400" y="93600"/>
                    <a:pt x="62400" y="93600"/>
                    <a:pt x="62400" y="93600"/>
                  </a:cubicBezTo>
                  <a:cubicBezTo>
                    <a:pt x="62400" y="93600"/>
                    <a:pt x="62400" y="93600"/>
                    <a:pt x="62400" y="93600"/>
                  </a:cubicBezTo>
                  <a:cubicBezTo>
                    <a:pt x="60000" y="96000"/>
                    <a:pt x="60000" y="96000"/>
                    <a:pt x="60000" y="96000"/>
                  </a:cubicBezTo>
                  <a:cubicBezTo>
                    <a:pt x="60000" y="96000"/>
                    <a:pt x="60000" y="96000"/>
                    <a:pt x="60000" y="96000"/>
                  </a:cubicBezTo>
                  <a:cubicBezTo>
                    <a:pt x="57600" y="96000"/>
                    <a:pt x="57600" y="96000"/>
                    <a:pt x="57600" y="96000"/>
                  </a:cubicBezTo>
                  <a:cubicBezTo>
                    <a:pt x="57600" y="96000"/>
                    <a:pt x="57600" y="96000"/>
                    <a:pt x="57600" y="96000"/>
                  </a:cubicBezTo>
                  <a:cubicBezTo>
                    <a:pt x="57600" y="96000"/>
                    <a:pt x="57600" y="93600"/>
                    <a:pt x="55200" y="93600"/>
                  </a:cubicBezTo>
                  <a:cubicBezTo>
                    <a:pt x="52800" y="93600"/>
                    <a:pt x="52800" y="93600"/>
                    <a:pt x="50400" y="93600"/>
                  </a:cubicBezTo>
                  <a:cubicBezTo>
                    <a:pt x="48000" y="93600"/>
                    <a:pt x="45600" y="91200"/>
                    <a:pt x="43200" y="91200"/>
                  </a:cubicBezTo>
                  <a:cubicBezTo>
                    <a:pt x="43200" y="91200"/>
                    <a:pt x="43200" y="91200"/>
                    <a:pt x="43200" y="91200"/>
                  </a:cubicBezTo>
                  <a:cubicBezTo>
                    <a:pt x="43200" y="91200"/>
                    <a:pt x="43200" y="91200"/>
                    <a:pt x="43200" y="91200"/>
                  </a:cubicBezTo>
                  <a:cubicBezTo>
                    <a:pt x="43200" y="91200"/>
                    <a:pt x="43200" y="91200"/>
                    <a:pt x="43200" y="91200"/>
                  </a:cubicBezTo>
                  <a:cubicBezTo>
                    <a:pt x="43200" y="91200"/>
                    <a:pt x="43200" y="91200"/>
                    <a:pt x="43200" y="91200"/>
                  </a:cubicBezTo>
                  <a:cubicBezTo>
                    <a:pt x="40800" y="88800"/>
                    <a:pt x="40800" y="88800"/>
                    <a:pt x="40800" y="88800"/>
                  </a:cubicBezTo>
                  <a:cubicBezTo>
                    <a:pt x="40800" y="88800"/>
                    <a:pt x="40800" y="88800"/>
                    <a:pt x="40800" y="88800"/>
                  </a:cubicBezTo>
                  <a:cubicBezTo>
                    <a:pt x="40800" y="88800"/>
                    <a:pt x="40800" y="88800"/>
                    <a:pt x="40800" y="88800"/>
                  </a:cubicBezTo>
                  <a:cubicBezTo>
                    <a:pt x="40800" y="88800"/>
                    <a:pt x="40800" y="88800"/>
                    <a:pt x="40800" y="88800"/>
                  </a:cubicBezTo>
                  <a:cubicBezTo>
                    <a:pt x="38400" y="88800"/>
                    <a:pt x="38400" y="88800"/>
                    <a:pt x="38400" y="88800"/>
                  </a:cubicBezTo>
                  <a:cubicBezTo>
                    <a:pt x="38400" y="86400"/>
                    <a:pt x="36000" y="86400"/>
                    <a:pt x="33600" y="84000"/>
                  </a:cubicBezTo>
                  <a:cubicBezTo>
                    <a:pt x="33600" y="84000"/>
                    <a:pt x="31200" y="81600"/>
                    <a:pt x="31200" y="79200"/>
                  </a:cubicBezTo>
                  <a:cubicBezTo>
                    <a:pt x="31200" y="79200"/>
                    <a:pt x="28800" y="79200"/>
                    <a:pt x="28800" y="76800"/>
                  </a:cubicBezTo>
                  <a:cubicBezTo>
                    <a:pt x="28800" y="76800"/>
                    <a:pt x="28800" y="76800"/>
                    <a:pt x="28800" y="76800"/>
                  </a:cubicBezTo>
                  <a:cubicBezTo>
                    <a:pt x="28800" y="76800"/>
                    <a:pt x="28800" y="76800"/>
                    <a:pt x="28800" y="76800"/>
                  </a:cubicBezTo>
                  <a:cubicBezTo>
                    <a:pt x="28800" y="76800"/>
                    <a:pt x="28800" y="76800"/>
                    <a:pt x="28800" y="76800"/>
                  </a:cubicBezTo>
                  <a:cubicBezTo>
                    <a:pt x="28800" y="76800"/>
                    <a:pt x="28800" y="74400"/>
                    <a:pt x="28800" y="74400"/>
                  </a:cubicBezTo>
                  <a:cubicBezTo>
                    <a:pt x="28800" y="74400"/>
                    <a:pt x="28800" y="74400"/>
                    <a:pt x="28800" y="74400"/>
                  </a:cubicBezTo>
                  <a:cubicBezTo>
                    <a:pt x="28800" y="74400"/>
                    <a:pt x="28800" y="74400"/>
                    <a:pt x="28800" y="74400"/>
                  </a:cubicBezTo>
                  <a:cubicBezTo>
                    <a:pt x="26400" y="72000"/>
                    <a:pt x="26400" y="72000"/>
                    <a:pt x="26400" y="69600"/>
                  </a:cubicBezTo>
                  <a:cubicBezTo>
                    <a:pt x="26400" y="67200"/>
                    <a:pt x="24000" y="64800"/>
                    <a:pt x="24000" y="62400"/>
                  </a:cubicBezTo>
                  <a:cubicBezTo>
                    <a:pt x="24000" y="62400"/>
                    <a:pt x="24000" y="62400"/>
                    <a:pt x="24000" y="62400"/>
                  </a:cubicBezTo>
                  <a:cubicBezTo>
                    <a:pt x="24000" y="62400"/>
                    <a:pt x="24000" y="62400"/>
                    <a:pt x="24000" y="62400"/>
                  </a:cubicBezTo>
                  <a:cubicBezTo>
                    <a:pt x="24000" y="62400"/>
                    <a:pt x="24000" y="62400"/>
                    <a:pt x="24000" y="62400"/>
                  </a:cubicBezTo>
                  <a:cubicBezTo>
                    <a:pt x="24000" y="60000"/>
                    <a:pt x="24000" y="60000"/>
                    <a:pt x="24000" y="60000"/>
                  </a:cubicBezTo>
                  <a:cubicBezTo>
                    <a:pt x="24000" y="60000"/>
                    <a:pt x="24000" y="60000"/>
                    <a:pt x="24000" y="60000"/>
                  </a:cubicBezTo>
                  <a:cubicBezTo>
                    <a:pt x="24000" y="60000"/>
                    <a:pt x="24000" y="60000"/>
                    <a:pt x="24000" y="60000"/>
                  </a:cubicBezTo>
                  <a:cubicBezTo>
                    <a:pt x="24000" y="57600"/>
                    <a:pt x="24000" y="57600"/>
                    <a:pt x="24000" y="57600"/>
                  </a:cubicBezTo>
                  <a:cubicBezTo>
                    <a:pt x="24000" y="55200"/>
                    <a:pt x="26400" y="52800"/>
                    <a:pt x="26400" y="50400"/>
                  </a:cubicBezTo>
                  <a:cubicBezTo>
                    <a:pt x="26400" y="50400"/>
                    <a:pt x="26400" y="48000"/>
                    <a:pt x="28800" y="45600"/>
                  </a:cubicBezTo>
                  <a:cubicBezTo>
                    <a:pt x="28800" y="45600"/>
                    <a:pt x="28800" y="45600"/>
                    <a:pt x="28800" y="45600"/>
                  </a:cubicBezTo>
                  <a:cubicBezTo>
                    <a:pt x="28800" y="45600"/>
                    <a:pt x="28800" y="45600"/>
                    <a:pt x="28800" y="45600"/>
                  </a:cubicBezTo>
                  <a:cubicBezTo>
                    <a:pt x="28800" y="43200"/>
                    <a:pt x="28800" y="43200"/>
                    <a:pt x="28800" y="43200"/>
                  </a:cubicBezTo>
                  <a:cubicBezTo>
                    <a:pt x="28800" y="43200"/>
                    <a:pt x="28800" y="43200"/>
                    <a:pt x="28800" y="43200"/>
                  </a:cubicBezTo>
                  <a:cubicBezTo>
                    <a:pt x="31200" y="43200"/>
                    <a:pt x="31200" y="43200"/>
                    <a:pt x="31200" y="43200"/>
                  </a:cubicBezTo>
                  <a:cubicBezTo>
                    <a:pt x="31200" y="40800"/>
                    <a:pt x="31200" y="40800"/>
                    <a:pt x="31200" y="40800"/>
                  </a:cubicBezTo>
                  <a:cubicBezTo>
                    <a:pt x="31200" y="40800"/>
                    <a:pt x="31200" y="40800"/>
                    <a:pt x="31200" y="40800"/>
                  </a:cubicBezTo>
                  <a:cubicBezTo>
                    <a:pt x="31200" y="40800"/>
                    <a:pt x="31200" y="40800"/>
                    <a:pt x="31200" y="40800"/>
                  </a:cubicBezTo>
                  <a:cubicBezTo>
                    <a:pt x="31200" y="40800"/>
                    <a:pt x="31200" y="40800"/>
                    <a:pt x="31200" y="40800"/>
                  </a:cubicBezTo>
                  <a:cubicBezTo>
                    <a:pt x="33600" y="38400"/>
                    <a:pt x="33600" y="38400"/>
                    <a:pt x="36000" y="36000"/>
                  </a:cubicBezTo>
                  <a:cubicBezTo>
                    <a:pt x="36000" y="36000"/>
                    <a:pt x="36000" y="36000"/>
                    <a:pt x="36000" y="36000"/>
                  </a:cubicBezTo>
                  <a:cubicBezTo>
                    <a:pt x="36000" y="36000"/>
                    <a:pt x="36000" y="36000"/>
                    <a:pt x="36000" y="36000"/>
                  </a:cubicBezTo>
                  <a:cubicBezTo>
                    <a:pt x="36000" y="33600"/>
                    <a:pt x="38400" y="33600"/>
                    <a:pt x="40800" y="31200"/>
                  </a:cubicBezTo>
                  <a:cubicBezTo>
                    <a:pt x="40800" y="31200"/>
                    <a:pt x="40800" y="31200"/>
                    <a:pt x="40800" y="31200"/>
                  </a:cubicBezTo>
                  <a:cubicBezTo>
                    <a:pt x="43200" y="31200"/>
                    <a:pt x="43200" y="31200"/>
                    <a:pt x="43200" y="31200"/>
                  </a:cubicBezTo>
                  <a:cubicBezTo>
                    <a:pt x="43200" y="31200"/>
                    <a:pt x="43200" y="31200"/>
                    <a:pt x="43200" y="31200"/>
                  </a:cubicBezTo>
                  <a:cubicBezTo>
                    <a:pt x="43200" y="31200"/>
                    <a:pt x="43200" y="31200"/>
                    <a:pt x="43200" y="28800"/>
                  </a:cubicBezTo>
                  <a:cubicBezTo>
                    <a:pt x="43200" y="28800"/>
                    <a:pt x="45600" y="28800"/>
                    <a:pt x="45600" y="28800"/>
                  </a:cubicBezTo>
                  <a:cubicBezTo>
                    <a:pt x="45600" y="28800"/>
                    <a:pt x="45600" y="28800"/>
                    <a:pt x="45600" y="28800"/>
                  </a:cubicBezTo>
                  <a:cubicBezTo>
                    <a:pt x="45600" y="28800"/>
                    <a:pt x="45600" y="28800"/>
                    <a:pt x="45600" y="28800"/>
                  </a:cubicBezTo>
                  <a:cubicBezTo>
                    <a:pt x="45600" y="28800"/>
                    <a:pt x="48000" y="28800"/>
                    <a:pt x="50400" y="26400"/>
                  </a:cubicBezTo>
                  <a:cubicBezTo>
                    <a:pt x="52800" y="26400"/>
                    <a:pt x="55200" y="26400"/>
                    <a:pt x="57600" y="26400"/>
                  </a:cubicBezTo>
                  <a:cubicBezTo>
                    <a:pt x="57600" y="26400"/>
                    <a:pt x="57600" y="26400"/>
                    <a:pt x="57600" y="26400"/>
                  </a:cubicBezTo>
                  <a:cubicBezTo>
                    <a:pt x="57600" y="26400"/>
                    <a:pt x="57600" y="26400"/>
                    <a:pt x="57600" y="26400"/>
                  </a:cubicBezTo>
                  <a:cubicBezTo>
                    <a:pt x="57600" y="26400"/>
                    <a:pt x="57600" y="26400"/>
                    <a:pt x="57600" y="26400"/>
                  </a:cubicBezTo>
                  <a:cubicBezTo>
                    <a:pt x="57600" y="26400"/>
                    <a:pt x="57600" y="26400"/>
                    <a:pt x="60000" y="26400"/>
                  </a:cubicBezTo>
                  <a:cubicBezTo>
                    <a:pt x="60000" y="26400"/>
                    <a:pt x="60000" y="26400"/>
                    <a:pt x="60000" y="26400"/>
                  </a:cubicBezTo>
                  <a:cubicBezTo>
                    <a:pt x="60000" y="26400"/>
                    <a:pt x="60000" y="26400"/>
                    <a:pt x="60000" y="26400"/>
                  </a:cubicBezTo>
                  <a:cubicBezTo>
                    <a:pt x="60000" y="26400"/>
                    <a:pt x="62400" y="26400"/>
                    <a:pt x="62400" y="26400"/>
                  </a:cubicBezTo>
                  <a:cubicBezTo>
                    <a:pt x="64800" y="26400"/>
                    <a:pt x="67200" y="26400"/>
                    <a:pt x="69600" y="26400"/>
                  </a:cubicBezTo>
                  <a:cubicBezTo>
                    <a:pt x="69600" y="28800"/>
                    <a:pt x="72000" y="28800"/>
                    <a:pt x="74400" y="28800"/>
                  </a:cubicBezTo>
                  <a:cubicBezTo>
                    <a:pt x="74400" y="28800"/>
                    <a:pt x="74400" y="28800"/>
                    <a:pt x="74400" y="31200"/>
                  </a:cubicBezTo>
                  <a:cubicBezTo>
                    <a:pt x="74400" y="31200"/>
                    <a:pt x="74400" y="31200"/>
                    <a:pt x="74400" y="31200"/>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sp>
          <p:nvSpPr>
            <p:cNvPr id="1142" name="Shape 1142"/>
            <p:cNvSpPr/>
            <p:nvPr/>
          </p:nvSpPr>
          <p:spPr>
            <a:xfrm>
              <a:off x="7466846" y="2332972"/>
              <a:ext cx="68141" cy="60878"/>
            </a:xfrm>
            <a:custGeom>
              <a:avLst/>
              <a:gdLst/>
              <a:ahLst/>
              <a:cxnLst/>
              <a:rect l="0" t="0" r="0" b="0"/>
              <a:pathLst>
                <a:path w="120000" h="120000" extrusionOk="0">
                  <a:moveTo>
                    <a:pt x="88888" y="22222"/>
                  </a:moveTo>
                  <a:cubicBezTo>
                    <a:pt x="88888" y="22222"/>
                    <a:pt x="88888" y="22222"/>
                    <a:pt x="88888" y="22222"/>
                  </a:cubicBezTo>
                  <a:cubicBezTo>
                    <a:pt x="88888" y="22222"/>
                    <a:pt x="93333" y="22222"/>
                    <a:pt x="93333" y="22222"/>
                  </a:cubicBezTo>
                  <a:cubicBezTo>
                    <a:pt x="93333" y="22222"/>
                    <a:pt x="93333" y="22222"/>
                    <a:pt x="93333" y="22222"/>
                  </a:cubicBezTo>
                  <a:cubicBezTo>
                    <a:pt x="93333" y="26666"/>
                    <a:pt x="93333" y="26666"/>
                    <a:pt x="93333" y="26666"/>
                  </a:cubicBezTo>
                  <a:cubicBezTo>
                    <a:pt x="93333" y="26666"/>
                    <a:pt x="93333" y="26666"/>
                    <a:pt x="97777" y="26666"/>
                  </a:cubicBezTo>
                  <a:cubicBezTo>
                    <a:pt x="97777" y="26666"/>
                    <a:pt x="97777" y="31111"/>
                    <a:pt x="97777" y="31111"/>
                  </a:cubicBezTo>
                  <a:cubicBezTo>
                    <a:pt x="97777" y="31111"/>
                    <a:pt x="97777" y="31111"/>
                    <a:pt x="97777" y="31111"/>
                  </a:cubicBezTo>
                  <a:cubicBezTo>
                    <a:pt x="102222" y="31111"/>
                    <a:pt x="97777" y="31111"/>
                    <a:pt x="97777" y="35555"/>
                  </a:cubicBezTo>
                  <a:cubicBezTo>
                    <a:pt x="97777" y="35555"/>
                    <a:pt x="97777" y="35555"/>
                    <a:pt x="97777" y="40000"/>
                  </a:cubicBezTo>
                  <a:cubicBezTo>
                    <a:pt x="93333" y="40000"/>
                    <a:pt x="93333" y="40000"/>
                    <a:pt x="93333" y="40000"/>
                  </a:cubicBezTo>
                  <a:cubicBezTo>
                    <a:pt x="93333" y="44444"/>
                    <a:pt x="93333" y="44444"/>
                    <a:pt x="93333" y="44444"/>
                  </a:cubicBezTo>
                  <a:cubicBezTo>
                    <a:pt x="93333" y="44444"/>
                    <a:pt x="93333" y="44444"/>
                    <a:pt x="93333" y="44444"/>
                  </a:cubicBezTo>
                  <a:cubicBezTo>
                    <a:pt x="93333" y="44444"/>
                    <a:pt x="93333" y="44444"/>
                    <a:pt x="93333" y="44444"/>
                  </a:cubicBezTo>
                  <a:cubicBezTo>
                    <a:pt x="93333" y="48888"/>
                    <a:pt x="93333" y="48888"/>
                    <a:pt x="93333" y="48888"/>
                  </a:cubicBezTo>
                  <a:cubicBezTo>
                    <a:pt x="97777" y="48888"/>
                    <a:pt x="97777" y="48888"/>
                    <a:pt x="97777" y="48888"/>
                  </a:cubicBezTo>
                  <a:cubicBezTo>
                    <a:pt x="97777" y="48888"/>
                    <a:pt x="97777" y="48888"/>
                    <a:pt x="97777" y="48888"/>
                  </a:cubicBezTo>
                  <a:cubicBezTo>
                    <a:pt x="97777" y="48888"/>
                    <a:pt x="97777" y="48888"/>
                    <a:pt x="97777" y="53333"/>
                  </a:cubicBezTo>
                  <a:cubicBezTo>
                    <a:pt x="97777" y="53333"/>
                    <a:pt x="97777" y="53333"/>
                    <a:pt x="97777" y="53333"/>
                  </a:cubicBezTo>
                  <a:cubicBezTo>
                    <a:pt x="97777" y="53333"/>
                    <a:pt x="97777" y="53333"/>
                    <a:pt x="97777" y="53333"/>
                  </a:cubicBezTo>
                  <a:cubicBezTo>
                    <a:pt x="97777" y="53333"/>
                    <a:pt x="97777" y="53333"/>
                    <a:pt x="97777" y="57777"/>
                  </a:cubicBezTo>
                  <a:cubicBezTo>
                    <a:pt x="97777" y="57777"/>
                    <a:pt x="97777" y="57777"/>
                    <a:pt x="97777" y="57777"/>
                  </a:cubicBezTo>
                  <a:cubicBezTo>
                    <a:pt x="97777" y="57777"/>
                    <a:pt x="97777" y="57777"/>
                    <a:pt x="97777" y="57777"/>
                  </a:cubicBezTo>
                  <a:cubicBezTo>
                    <a:pt x="97777" y="57777"/>
                    <a:pt x="97777" y="57777"/>
                    <a:pt x="102222" y="57777"/>
                  </a:cubicBezTo>
                  <a:cubicBezTo>
                    <a:pt x="102222" y="57777"/>
                    <a:pt x="106666" y="57777"/>
                    <a:pt x="106666" y="57777"/>
                  </a:cubicBezTo>
                  <a:cubicBezTo>
                    <a:pt x="106666" y="62222"/>
                    <a:pt x="106666" y="62222"/>
                    <a:pt x="106666" y="62222"/>
                  </a:cubicBezTo>
                  <a:cubicBezTo>
                    <a:pt x="106666" y="62222"/>
                    <a:pt x="106666" y="62222"/>
                    <a:pt x="106666" y="62222"/>
                  </a:cubicBezTo>
                  <a:cubicBezTo>
                    <a:pt x="106666" y="62222"/>
                    <a:pt x="111111" y="62222"/>
                    <a:pt x="111111" y="62222"/>
                  </a:cubicBezTo>
                  <a:cubicBezTo>
                    <a:pt x="111111" y="62222"/>
                    <a:pt x="111111" y="62222"/>
                    <a:pt x="111111" y="62222"/>
                  </a:cubicBezTo>
                  <a:cubicBezTo>
                    <a:pt x="111111" y="62222"/>
                    <a:pt x="111111" y="62222"/>
                    <a:pt x="111111" y="62222"/>
                  </a:cubicBezTo>
                  <a:cubicBezTo>
                    <a:pt x="111111" y="66666"/>
                    <a:pt x="111111" y="66666"/>
                    <a:pt x="111111" y="66666"/>
                  </a:cubicBezTo>
                  <a:cubicBezTo>
                    <a:pt x="111111" y="66666"/>
                    <a:pt x="111111" y="66666"/>
                    <a:pt x="111111" y="66666"/>
                  </a:cubicBezTo>
                  <a:cubicBezTo>
                    <a:pt x="111111" y="71111"/>
                    <a:pt x="111111" y="71111"/>
                    <a:pt x="111111" y="71111"/>
                  </a:cubicBezTo>
                  <a:cubicBezTo>
                    <a:pt x="111111" y="71111"/>
                    <a:pt x="111111" y="71111"/>
                    <a:pt x="111111" y="71111"/>
                  </a:cubicBezTo>
                  <a:cubicBezTo>
                    <a:pt x="111111" y="71111"/>
                    <a:pt x="106666" y="71111"/>
                    <a:pt x="106666" y="71111"/>
                  </a:cubicBezTo>
                  <a:cubicBezTo>
                    <a:pt x="106666" y="75555"/>
                    <a:pt x="106666" y="75555"/>
                    <a:pt x="106666" y="75555"/>
                  </a:cubicBezTo>
                  <a:cubicBezTo>
                    <a:pt x="106666" y="75555"/>
                    <a:pt x="106666" y="75555"/>
                    <a:pt x="106666" y="75555"/>
                  </a:cubicBezTo>
                  <a:cubicBezTo>
                    <a:pt x="106666" y="75555"/>
                    <a:pt x="106666" y="75555"/>
                    <a:pt x="106666" y="75555"/>
                  </a:cubicBezTo>
                  <a:cubicBezTo>
                    <a:pt x="106666" y="75555"/>
                    <a:pt x="102222" y="75555"/>
                    <a:pt x="102222" y="75555"/>
                  </a:cubicBezTo>
                  <a:cubicBezTo>
                    <a:pt x="97777" y="75555"/>
                    <a:pt x="97777" y="75555"/>
                    <a:pt x="97777" y="75555"/>
                  </a:cubicBezTo>
                  <a:cubicBezTo>
                    <a:pt x="93333" y="75555"/>
                    <a:pt x="93333" y="75555"/>
                    <a:pt x="93333" y="75555"/>
                  </a:cubicBezTo>
                  <a:cubicBezTo>
                    <a:pt x="93333" y="75555"/>
                    <a:pt x="93333" y="75555"/>
                    <a:pt x="93333" y="80000"/>
                  </a:cubicBezTo>
                  <a:cubicBezTo>
                    <a:pt x="93333" y="80000"/>
                    <a:pt x="93333" y="80000"/>
                    <a:pt x="93333" y="80000"/>
                  </a:cubicBezTo>
                  <a:cubicBezTo>
                    <a:pt x="93333" y="80000"/>
                    <a:pt x="93333" y="80000"/>
                    <a:pt x="93333" y="80000"/>
                  </a:cubicBezTo>
                  <a:cubicBezTo>
                    <a:pt x="93333" y="80000"/>
                    <a:pt x="93333" y="80000"/>
                    <a:pt x="93333" y="84444"/>
                  </a:cubicBezTo>
                  <a:cubicBezTo>
                    <a:pt x="93333" y="84444"/>
                    <a:pt x="93333" y="84444"/>
                    <a:pt x="93333" y="84444"/>
                  </a:cubicBezTo>
                  <a:cubicBezTo>
                    <a:pt x="93333" y="84444"/>
                    <a:pt x="88888" y="84444"/>
                    <a:pt x="88888" y="84444"/>
                  </a:cubicBezTo>
                  <a:cubicBezTo>
                    <a:pt x="88888" y="84444"/>
                    <a:pt x="88888" y="84444"/>
                    <a:pt x="88888" y="84444"/>
                  </a:cubicBezTo>
                  <a:cubicBezTo>
                    <a:pt x="88888" y="88888"/>
                    <a:pt x="88888" y="88888"/>
                    <a:pt x="88888" y="88888"/>
                  </a:cubicBezTo>
                  <a:cubicBezTo>
                    <a:pt x="88888" y="88888"/>
                    <a:pt x="88888" y="88888"/>
                    <a:pt x="88888" y="88888"/>
                  </a:cubicBezTo>
                  <a:cubicBezTo>
                    <a:pt x="88888" y="88888"/>
                    <a:pt x="88888" y="93333"/>
                    <a:pt x="88888" y="93333"/>
                  </a:cubicBezTo>
                  <a:cubicBezTo>
                    <a:pt x="88888" y="93333"/>
                    <a:pt x="88888" y="97777"/>
                    <a:pt x="88888" y="97777"/>
                  </a:cubicBezTo>
                  <a:cubicBezTo>
                    <a:pt x="88888" y="97777"/>
                    <a:pt x="88888" y="97777"/>
                    <a:pt x="88888" y="97777"/>
                  </a:cubicBezTo>
                  <a:cubicBezTo>
                    <a:pt x="88888" y="102222"/>
                    <a:pt x="93333" y="102222"/>
                    <a:pt x="88888" y="102222"/>
                  </a:cubicBezTo>
                  <a:cubicBezTo>
                    <a:pt x="88888" y="102222"/>
                    <a:pt x="88888" y="102222"/>
                    <a:pt x="88888" y="102222"/>
                  </a:cubicBezTo>
                  <a:cubicBezTo>
                    <a:pt x="88888" y="102222"/>
                    <a:pt x="88888" y="102222"/>
                    <a:pt x="88888" y="102222"/>
                  </a:cubicBezTo>
                  <a:cubicBezTo>
                    <a:pt x="88888" y="102222"/>
                    <a:pt x="84444" y="106666"/>
                    <a:pt x="84444" y="106666"/>
                  </a:cubicBezTo>
                  <a:cubicBezTo>
                    <a:pt x="84444" y="106666"/>
                    <a:pt x="84444" y="106666"/>
                    <a:pt x="80000" y="106666"/>
                  </a:cubicBezTo>
                  <a:cubicBezTo>
                    <a:pt x="80000" y="106666"/>
                    <a:pt x="80000" y="106666"/>
                    <a:pt x="80000" y="106666"/>
                  </a:cubicBezTo>
                  <a:cubicBezTo>
                    <a:pt x="80000" y="106666"/>
                    <a:pt x="80000" y="106666"/>
                    <a:pt x="80000" y="106666"/>
                  </a:cubicBezTo>
                  <a:cubicBezTo>
                    <a:pt x="80000" y="106666"/>
                    <a:pt x="75555" y="106666"/>
                    <a:pt x="75555" y="106666"/>
                  </a:cubicBezTo>
                  <a:cubicBezTo>
                    <a:pt x="75555" y="106666"/>
                    <a:pt x="75555" y="106666"/>
                    <a:pt x="71111" y="102222"/>
                  </a:cubicBezTo>
                  <a:cubicBezTo>
                    <a:pt x="71111" y="102222"/>
                    <a:pt x="71111" y="97777"/>
                    <a:pt x="71111" y="97777"/>
                  </a:cubicBezTo>
                  <a:cubicBezTo>
                    <a:pt x="71111" y="97777"/>
                    <a:pt x="71111" y="97777"/>
                    <a:pt x="66666" y="97777"/>
                  </a:cubicBezTo>
                  <a:cubicBezTo>
                    <a:pt x="66666" y="97777"/>
                    <a:pt x="66666" y="97777"/>
                    <a:pt x="66666" y="102222"/>
                  </a:cubicBezTo>
                  <a:cubicBezTo>
                    <a:pt x="66666" y="102222"/>
                    <a:pt x="62222" y="102222"/>
                    <a:pt x="62222" y="102222"/>
                  </a:cubicBezTo>
                  <a:cubicBezTo>
                    <a:pt x="62222" y="102222"/>
                    <a:pt x="62222" y="102222"/>
                    <a:pt x="62222" y="102222"/>
                  </a:cubicBezTo>
                  <a:cubicBezTo>
                    <a:pt x="62222" y="102222"/>
                    <a:pt x="62222" y="102222"/>
                    <a:pt x="62222" y="102222"/>
                  </a:cubicBezTo>
                  <a:cubicBezTo>
                    <a:pt x="62222" y="102222"/>
                    <a:pt x="57777" y="102222"/>
                    <a:pt x="57777" y="102222"/>
                  </a:cubicBezTo>
                  <a:cubicBezTo>
                    <a:pt x="57777" y="102222"/>
                    <a:pt x="57777" y="102222"/>
                    <a:pt x="57777" y="102222"/>
                  </a:cubicBezTo>
                  <a:cubicBezTo>
                    <a:pt x="57777" y="102222"/>
                    <a:pt x="53333" y="102222"/>
                    <a:pt x="53333" y="102222"/>
                  </a:cubicBezTo>
                  <a:cubicBezTo>
                    <a:pt x="53333" y="102222"/>
                    <a:pt x="53333" y="102222"/>
                    <a:pt x="53333" y="106666"/>
                  </a:cubicBezTo>
                  <a:cubicBezTo>
                    <a:pt x="53333" y="106666"/>
                    <a:pt x="53333" y="106666"/>
                    <a:pt x="48888" y="106666"/>
                  </a:cubicBezTo>
                  <a:cubicBezTo>
                    <a:pt x="48888" y="111111"/>
                    <a:pt x="48888" y="111111"/>
                    <a:pt x="48888" y="111111"/>
                  </a:cubicBezTo>
                  <a:cubicBezTo>
                    <a:pt x="48888" y="111111"/>
                    <a:pt x="48888" y="111111"/>
                    <a:pt x="48888" y="111111"/>
                  </a:cubicBezTo>
                  <a:cubicBezTo>
                    <a:pt x="48888" y="111111"/>
                    <a:pt x="48888" y="111111"/>
                    <a:pt x="48888" y="111111"/>
                  </a:cubicBezTo>
                  <a:cubicBezTo>
                    <a:pt x="44444" y="111111"/>
                    <a:pt x="44444" y="111111"/>
                    <a:pt x="44444" y="111111"/>
                  </a:cubicBezTo>
                  <a:cubicBezTo>
                    <a:pt x="44444" y="111111"/>
                    <a:pt x="44444" y="111111"/>
                    <a:pt x="40000" y="111111"/>
                  </a:cubicBezTo>
                  <a:cubicBezTo>
                    <a:pt x="40000" y="111111"/>
                    <a:pt x="40000" y="106666"/>
                    <a:pt x="35555" y="106666"/>
                  </a:cubicBezTo>
                  <a:cubicBezTo>
                    <a:pt x="35555" y="106666"/>
                    <a:pt x="35555" y="106666"/>
                    <a:pt x="35555" y="106666"/>
                  </a:cubicBezTo>
                  <a:cubicBezTo>
                    <a:pt x="35555" y="106666"/>
                    <a:pt x="35555" y="106666"/>
                    <a:pt x="35555" y="106666"/>
                  </a:cubicBezTo>
                  <a:cubicBezTo>
                    <a:pt x="35555" y="106666"/>
                    <a:pt x="35555" y="106666"/>
                    <a:pt x="35555" y="102222"/>
                  </a:cubicBezTo>
                  <a:cubicBezTo>
                    <a:pt x="35555" y="102222"/>
                    <a:pt x="35555" y="102222"/>
                    <a:pt x="35555" y="97777"/>
                  </a:cubicBezTo>
                  <a:cubicBezTo>
                    <a:pt x="35555" y="97777"/>
                    <a:pt x="35555" y="93333"/>
                    <a:pt x="35555" y="93333"/>
                  </a:cubicBezTo>
                  <a:cubicBezTo>
                    <a:pt x="35555" y="93333"/>
                    <a:pt x="35555" y="93333"/>
                    <a:pt x="35555" y="93333"/>
                  </a:cubicBezTo>
                  <a:cubicBezTo>
                    <a:pt x="35555" y="93333"/>
                    <a:pt x="35555" y="93333"/>
                    <a:pt x="35555" y="93333"/>
                  </a:cubicBezTo>
                  <a:cubicBezTo>
                    <a:pt x="35555" y="93333"/>
                    <a:pt x="35555" y="93333"/>
                    <a:pt x="35555" y="93333"/>
                  </a:cubicBezTo>
                  <a:cubicBezTo>
                    <a:pt x="31111" y="88888"/>
                    <a:pt x="31111" y="88888"/>
                    <a:pt x="31111" y="88888"/>
                  </a:cubicBezTo>
                  <a:cubicBezTo>
                    <a:pt x="31111" y="88888"/>
                    <a:pt x="31111" y="88888"/>
                    <a:pt x="31111" y="88888"/>
                  </a:cubicBezTo>
                  <a:cubicBezTo>
                    <a:pt x="31111" y="88888"/>
                    <a:pt x="31111" y="88888"/>
                    <a:pt x="31111" y="88888"/>
                  </a:cubicBezTo>
                  <a:cubicBezTo>
                    <a:pt x="31111" y="88888"/>
                    <a:pt x="31111" y="88888"/>
                    <a:pt x="31111" y="88888"/>
                  </a:cubicBezTo>
                  <a:cubicBezTo>
                    <a:pt x="31111" y="88888"/>
                    <a:pt x="31111" y="88888"/>
                    <a:pt x="26666" y="84444"/>
                  </a:cubicBezTo>
                  <a:cubicBezTo>
                    <a:pt x="26666" y="84444"/>
                    <a:pt x="26666" y="84444"/>
                    <a:pt x="26666" y="84444"/>
                  </a:cubicBezTo>
                  <a:cubicBezTo>
                    <a:pt x="26666" y="84444"/>
                    <a:pt x="26666" y="84444"/>
                    <a:pt x="26666" y="84444"/>
                  </a:cubicBezTo>
                  <a:cubicBezTo>
                    <a:pt x="26666" y="84444"/>
                    <a:pt x="26666" y="84444"/>
                    <a:pt x="26666" y="84444"/>
                  </a:cubicBezTo>
                  <a:cubicBezTo>
                    <a:pt x="26666" y="84444"/>
                    <a:pt x="26666" y="84444"/>
                    <a:pt x="26666" y="84444"/>
                  </a:cubicBezTo>
                  <a:cubicBezTo>
                    <a:pt x="22222" y="84444"/>
                    <a:pt x="22222" y="84444"/>
                    <a:pt x="22222" y="84444"/>
                  </a:cubicBezTo>
                  <a:cubicBezTo>
                    <a:pt x="17777" y="84444"/>
                    <a:pt x="17777" y="84444"/>
                    <a:pt x="17777" y="84444"/>
                  </a:cubicBezTo>
                  <a:cubicBezTo>
                    <a:pt x="13333" y="84444"/>
                    <a:pt x="13333" y="84444"/>
                    <a:pt x="13333" y="84444"/>
                  </a:cubicBezTo>
                  <a:cubicBezTo>
                    <a:pt x="13333" y="84444"/>
                    <a:pt x="13333" y="84444"/>
                    <a:pt x="13333" y="84444"/>
                  </a:cubicBezTo>
                  <a:cubicBezTo>
                    <a:pt x="13333" y="84444"/>
                    <a:pt x="13333" y="84444"/>
                    <a:pt x="13333" y="84444"/>
                  </a:cubicBezTo>
                  <a:cubicBezTo>
                    <a:pt x="13333" y="84444"/>
                    <a:pt x="13333" y="84444"/>
                    <a:pt x="13333" y="80000"/>
                  </a:cubicBezTo>
                  <a:cubicBezTo>
                    <a:pt x="13333" y="80000"/>
                    <a:pt x="13333" y="80000"/>
                    <a:pt x="13333" y="80000"/>
                  </a:cubicBezTo>
                  <a:cubicBezTo>
                    <a:pt x="8888" y="80000"/>
                    <a:pt x="8888" y="80000"/>
                    <a:pt x="8888" y="80000"/>
                  </a:cubicBezTo>
                  <a:cubicBezTo>
                    <a:pt x="8888" y="75555"/>
                    <a:pt x="8888" y="75555"/>
                    <a:pt x="8888" y="75555"/>
                  </a:cubicBezTo>
                  <a:cubicBezTo>
                    <a:pt x="8888" y="71111"/>
                    <a:pt x="8888" y="71111"/>
                    <a:pt x="8888" y="71111"/>
                  </a:cubicBezTo>
                  <a:cubicBezTo>
                    <a:pt x="8888" y="71111"/>
                    <a:pt x="8888" y="71111"/>
                    <a:pt x="13333" y="71111"/>
                  </a:cubicBezTo>
                  <a:cubicBezTo>
                    <a:pt x="13333" y="71111"/>
                    <a:pt x="13333" y="66666"/>
                    <a:pt x="17777" y="66666"/>
                  </a:cubicBezTo>
                  <a:cubicBezTo>
                    <a:pt x="17777" y="66666"/>
                    <a:pt x="22222" y="62222"/>
                    <a:pt x="22222" y="62222"/>
                  </a:cubicBezTo>
                  <a:cubicBezTo>
                    <a:pt x="22222" y="62222"/>
                    <a:pt x="22222" y="62222"/>
                    <a:pt x="22222" y="62222"/>
                  </a:cubicBezTo>
                  <a:cubicBezTo>
                    <a:pt x="22222" y="62222"/>
                    <a:pt x="22222" y="62222"/>
                    <a:pt x="22222" y="62222"/>
                  </a:cubicBezTo>
                  <a:cubicBezTo>
                    <a:pt x="22222" y="62222"/>
                    <a:pt x="22222" y="62222"/>
                    <a:pt x="22222" y="62222"/>
                  </a:cubicBezTo>
                  <a:cubicBezTo>
                    <a:pt x="22222" y="62222"/>
                    <a:pt x="22222" y="62222"/>
                    <a:pt x="22222" y="57777"/>
                  </a:cubicBezTo>
                  <a:cubicBezTo>
                    <a:pt x="22222" y="57777"/>
                    <a:pt x="22222" y="57777"/>
                    <a:pt x="22222" y="57777"/>
                  </a:cubicBezTo>
                  <a:cubicBezTo>
                    <a:pt x="22222" y="57777"/>
                    <a:pt x="22222" y="57777"/>
                    <a:pt x="22222" y="57777"/>
                  </a:cubicBezTo>
                  <a:cubicBezTo>
                    <a:pt x="22222" y="57777"/>
                    <a:pt x="22222" y="57777"/>
                    <a:pt x="22222" y="57777"/>
                  </a:cubicBezTo>
                  <a:cubicBezTo>
                    <a:pt x="22222" y="57777"/>
                    <a:pt x="22222" y="57777"/>
                    <a:pt x="22222" y="57777"/>
                  </a:cubicBezTo>
                  <a:cubicBezTo>
                    <a:pt x="22222" y="57777"/>
                    <a:pt x="22222" y="57777"/>
                    <a:pt x="22222" y="53333"/>
                  </a:cubicBezTo>
                  <a:cubicBezTo>
                    <a:pt x="22222" y="53333"/>
                    <a:pt x="22222" y="53333"/>
                    <a:pt x="22222" y="53333"/>
                  </a:cubicBezTo>
                  <a:cubicBezTo>
                    <a:pt x="22222" y="53333"/>
                    <a:pt x="22222" y="53333"/>
                    <a:pt x="22222" y="48888"/>
                  </a:cubicBezTo>
                  <a:cubicBezTo>
                    <a:pt x="22222" y="48888"/>
                    <a:pt x="22222" y="48888"/>
                    <a:pt x="22222" y="48888"/>
                  </a:cubicBezTo>
                  <a:cubicBezTo>
                    <a:pt x="22222" y="48888"/>
                    <a:pt x="22222" y="48888"/>
                    <a:pt x="22222" y="48888"/>
                  </a:cubicBezTo>
                  <a:cubicBezTo>
                    <a:pt x="22222" y="48888"/>
                    <a:pt x="17777" y="48888"/>
                    <a:pt x="17777" y="44444"/>
                  </a:cubicBezTo>
                  <a:cubicBezTo>
                    <a:pt x="17777" y="44444"/>
                    <a:pt x="13333" y="44444"/>
                    <a:pt x="13333" y="44444"/>
                  </a:cubicBezTo>
                  <a:cubicBezTo>
                    <a:pt x="13333" y="40000"/>
                    <a:pt x="13333" y="40000"/>
                    <a:pt x="13333" y="40000"/>
                  </a:cubicBezTo>
                  <a:cubicBezTo>
                    <a:pt x="13333" y="40000"/>
                    <a:pt x="13333" y="40000"/>
                    <a:pt x="13333" y="40000"/>
                  </a:cubicBezTo>
                  <a:cubicBezTo>
                    <a:pt x="13333" y="35555"/>
                    <a:pt x="13333" y="35555"/>
                    <a:pt x="13333" y="35555"/>
                  </a:cubicBezTo>
                  <a:cubicBezTo>
                    <a:pt x="13333" y="35555"/>
                    <a:pt x="17777" y="35555"/>
                    <a:pt x="17777" y="35555"/>
                  </a:cubicBezTo>
                  <a:cubicBezTo>
                    <a:pt x="17777" y="35555"/>
                    <a:pt x="17777" y="31111"/>
                    <a:pt x="17777" y="31111"/>
                  </a:cubicBezTo>
                  <a:cubicBezTo>
                    <a:pt x="17777" y="31111"/>
                    <a:pt x="17777" y="31111"/>
                    <a:pt x="17777" y="31111"/>
                  </a:cubicBezTo>
                  <a:cubicBezTo>
                    <a:pt x="17777" y="31111"/>
                    <a:pt x="22222" y="31111"/>
                    <a:pt x="22222" y="31111"/>
                  </a:cubicBezTo>
                  <a:cubicBezTo>
                    <a:pt x="22222" y="26666"/>
                    <a:pt x="22222" y="26666"/>
                    <a:pt x="22222" y="31111"/>
                  </a:cubicBezTo>
                  <a:cubicBezTo>
                    <a:pt x="22222" y="31111"/>
                    <a:pt x="26666" y="31111"/>
                    <a:pt x="26666" y="31111"/>
                  </a:cubicBezTo>
                  <a:cubicBezTo>
                    <a:pt x="31111" y="31111"/>
                    <a:pt x="31111" y="31111"/>
                    <a:pt x="31111" y="31111"/>
                  </a:cubicBezTo>
                  <a:cubicBezTo>
                    <a:pt x="31111" y="31111"/>
                    <a:pt x="31111" y="31111"/>
                    <a:pt x="31111" y="31111"/>
                  </a:cubicBezTo>
                  <a:cubicBezTo>
                    <a:pt x="31111" y="31111"/>
                    <a:pt x="35555" y="31111"/>
                    <a:pt x="35555" y="31111"/>
                  </a:cubicBezTo>
                  <a:cubicBezTo>
                    <a:pt x="35555" y="31111"/>
                    <a:pt x="40000" y="26666"/>
                    <a:pt x="40000" y="26666"/>
                  </a:cubicBezTo>
                  <a:cubicBezTo>
                    <a:pt x="40000" y="26666"/>
                    <a:pt x="40000" y="26666"/>
                    <a:pt x="44444" y="26666"/>
                  </a:cubicBezTo>
                  <a:cubicBezTo>
                    <a:pt x="44444" y="26666"/>
                    <a:pt x="44444" y="26666"/>
                    <a:pt x="44444" y="26666"/>
                  </a:cubicBezTo>
                  <a:cubicBezTo>
                    <a:pt x="44444" y="26666"/>
                    <a:pt x="44444" y="26666"/>
                    <a:pt x="44444" y="26666"/>
                  </a:cubicBezTo>
                  <a:cubicBezTo>
                    <a:pt x="44444" y="26666"/>
                    <a:pt x="44444" y="26666"/>
                    <a:pt x="44444" y="22222"/>
                  </a:cubicBezTo>
                  <a:cubicBezTo>
                    <a:pt x="44444" y="22222"/>
                    <a:pt x="44444" y="22222"/>
                    <a:pt x="44444" y="22222"/>
                  </a:cubicBezTo>
                  <a:cubicBezTo>
                    <a:pt x="44444" y="17777"/>
                    <a:pt x="48888" y="13333"/>
                    <a:pt x="48888" y="13333"/>
                  </a:cubicBezTo>
                  <a:cubicBezTo>
                    <a:pt x="48888" y="13333"/>
                    <a:pt x="48888" y="13333"/>
                    <a:pt x="48888" y="13333"/>
                  </a:cubicBezTo>
                  <a:cubicBezTo>
                    <a:pt x="48888" y="13333"/>
                    <a:pt x="48888" y="13333"/>
                    <a:pt x="48888" y="13333"/>
                  </a:cubicBezTo>
                  <a:cubicBezTo>
                    <a:pt x="48888" y="13333"/>
                    <a:pt x="53333" y="13333"/>
                    <a:pt x="53333" y="13333"/>
                  </a:cubicBezTo>
                  <a:cubicBezTo>
                    <a:pt x="53333" y="13333"/>
                    <a:pt x="53333" y="13333"/>
                    <a:pt x="53333" y="13333"/>
                  </a:cubicBezTo>
                  <a:cubicBezTo>
                    <a:pt x="53333" y="13333"/>
                    <a:pt x="57777" y="13333"/>
                    <a:pt x="57777" y="8888"/>
                  </a:cubicBezTo>
                  <a:cubicBezTo>
                    <a:pt x="57777" y="8888"/>
                    <a:pt x="57777" y="8888"/>
                    <a:pt x="57777" y="8888"/>
                  </a:cubicBezTo>
                  <a:cubicBezTo>
                    <a:pt x="57777" y="8888"/>
                    <a:pt x="62222" y="8888"/>
                    <a:pt x="62222" y="8888"/>
                  </a:cubicBezTo>
                  <a:cubicBezTo>
                    <a:pt x="62222" y="8888"/>
                    <a:pt x="62222" y="13333"/>
                    <a:pt x="62222" y="13333"/>
                  </a:cubicBezTo>
                  <a:cubicBezTo>
                    <a:pt x="62222" y="13333"/>
                    <a:pt x="62222" y="13333"/>
                    <a:pt x="62222" y="13333"/>
                  </a:cubicBezTo>
                  <a:cubicBezTo>
                    <a:pt x="62222" y="13333"/>
                    <a:pt x="62222" y="17777"/>
                    <a:pt x="62222" y="17777"/>
                  </a:cubicBezTo>
                  <a:cubicBezTo>
                    <a:pt x="62222" y="17777"/>
                    <a:pt x="66666" y="22222"/>
                    <a:pt x="66666" y="22222"/>
                  </a:cubicBezTo>
                  <a:cubicBezTo>
                    <a:pt x="66666" y="22222"/>
                    <a:pt x="66666" y="22222"/>
                    <a:pt x="66666" y="22222"/>
                  </a:cubicBezTo>
                  <a:cubicBezTo>
                    <a:pt x="66666" y="22222"/>
                    <a:pt x="66666" y="22222"/>
                    <a:pt x="66666" y="22222"/>
                  </a:cubicBezTo>
                  <a:cubicBezTo>
                    <a:pt x="66666" y="22222"/>
                    <a:pt x="66666" y="22222"/>
                    <a:pt x="71111" y="26666"/>
                  </a:cubicBezTo>
                  <a:cubicBezTo>
                    <a:pt x="71111" y="26666"/>
                    <a:pt x="71111" y="26666"/>
                    <a:pt x="71111" y="26666"/>
                  </a:cubicBezTo>
                  <a:cubicBezTo>
                    <a:pt x="71111" y="26666"/>
                    <a:pt x="71111" y="26666"/>
                    <a:pt x="71111" y="26666"/>
                  </a:cubicBezTo>
                  <a:cubicBezTo>
                    <a:pt x="71111" y="26666"/>
                    <a:pt x="71111" y="26666"/>
                    <a:pt x="71111" y="26666"/>
                  </a:cubicBezTo>
                  <a:cubicBezTo>
                    <a:pt x="71111" y="26666"/>
                    <a:pt x="71111" y="26666"/>
                    <a:pt x="75555" y="26666"/>
                  </a:cubicBezTo>
                  <a:cubicBezTo>
                    <a:pt x="75555" y="26666"/>
                    <a:pt x="75555" y="26666"/>
                    <a:pt x="75555" y="26666"/>
                  </a:cubicBezTo>
                  <a:cubicBezTo>
                    <a:pt x="75555" y="26666"/>
                    <a:pt x="75555" y="26666"/>
                    <a:pt x="80000" y="26666"/>
                  </a:cubicBezTo>
                  <a:cubicBezTo>
                    <a:pt x="80000" y="26666"/>
                    <a:pt x="80000" y="26666"/>
                    <a:pt x="80000" y="26666"/>
                  </a:cubicBezTo>
                  <a:cubicBezTo>
                    <a:pt x="80000" y="26666"/>
                    <a:pt x="80000" y="26666"/>
                    <a:pt x="80000" y="26666"/>
                  </a:cubicBezTo>
                  <a:cubicBezTo>
                    <a:pt x="80000" y="26666"/>
                    <a:pt x="80000" y="26666"/>
                    <a:pt x="80000" y="26666"/>
                  </a:cubicBezTo>
                  <a:cubicBezTo>
                    <a:pt x="80000" y="26666"/>
                    <a:pt x="80000" y="26666"/>
                    <a:pt x="84444" y="26666"/>
                  </a:cubicBezTo>
                  <a:cubicBezTo>
                    <a:pt x="84444" y="26666"/>
                    <a:pt x="84444" y="26666"/>
                    <a:pt x="84444" y="22222"/>
                  </a:cubicBezTo>
                  <a:cubicBezTo>
                    <a:pt x="88888" y="22222"/>
                    <a:pt x="88888" y="22222"/>
                    <a:pt x="88888" y="22222"/>
                  </a:cubicBezTo>
                  <a:cubicBezTo>
                    <a:pt x="88888" y="22222"/>
                    <a:pt x="88888" y="22222"/>
                    <a:pt x="88888" y="22222"/>
                  </a:cubicBezTo>
                  <a:moveTo>
                    <a:pt x="44444" y="84444"/>
                  </a:moveTo>
                  <a:cubicBezTo>
                    <a:pt x="44444" y="84444"/>
                    <a:pt x="48888" y="84444"/>
                    <a:pt x="48888" y="88888"/>
                  </a:cubicBezTo>
                  <a:cubicBezTo>
                    <a:pt x="53333" y="88888"/>
                    <a:pt x="53333" y="88888"/>
                    <a:pt x="57777" y="88888"/>
                  </a:cubicBezTo>
                  <a:cubicBezTo>
                    <a:pt x="57777" y="88888"/>
                    <a:pt x="57777" y="88888"/>
                    <a:pt x="62222" y="88888"/>
                  </a:cubicBezTo>
                  <a:cubicBezTo>
                    <a:pt x="62222" y="88888"/>
                    <a:pt x="62222" y="88888"/>
                    <a:pt x="62222" y="88888"/>
                  </a:cubicBezTo>
                  <a:cubicBezTo>
                    <a:pt x="62222" y="88888"/>
                    <a:pt x="62222" y="88888"/>
                    <a:pt x="62222" y="88888"/>
                  </a:cubicBezTo>
                  <a:cubicBezTo>
                    <a:pt x="62222" y="88888"/>
                    <a:pt x="62222" y="88888"/>
                    <a:pt x="66666" y="88888"/>
                  </a:cubicBezTo>
                  <a:cubicBezTo>
                    <a:pt x="66666" y="88888"/>
                    <a:pt x="71111" y="84444"/>
                    <a:pt x="71111" y="84444"/>
                  </a:cubicBezTo>
                  <a:cubicBezTo>
                    <a:pt x="75555" y="84444"/>
                    <a:pt x="75555" y="80000"/>
                    <a:pt x="80000" y="80000"/>
                  </a:cubicBezTo>
                  <a:cubicBezTo>
                    <a:pt x="80000" y="80000"/>
                    <a:pt x="80000" y="80000"/>
                    <a:pt x="80000" y="75555"/>
                  </a:cubicBezTo>
                  <a:cubicBezTo>
                    <a:pt x="80000" y="75555"/>
                    <a:pt x="80000" y="75555"/>
                    <a:pt x="80000" y="75555"/>
                  </a:cubicBezTo>
                  <a:cubicBezTo>
                    <a:pt x="80000" y="75555"/>
                    <a:pt x="80000" y="75555"/>
                    <a:pt x="80000" y="75555"/>
                  </a:cubicBezTo>
                  <a:cubicBezTo>
                    <a:pt x="80000" y="75555"/>
                    <a:pt x="84444" y="75555"/>
                    <a:pt x="84444" y="75555"/>
                  </a:cubicBezTo>
                  <a:cubicBezTo>
                    <a:pt x="84444" y="71111"/>
                    <a:pt x="84444" y="66666"/>
                    <a:pt x="84444" y="66666"/>
                  </a:cubicBezTo>
                  <a:cubicBezTo>
                    <a:pt x="84444" y="62222"/>
                    <a:pt x="84444" y="57777"/>
                    <a:pt x="84444" y="57777"/>
                  </a:cubicBezTo>
                  <a:cubicBezTo>
                    <a:pt x="84444" y="57777"/>
                    <a:pt x="84444" y="57777"/>
                    <a:pt x="84444" y="57777"/>
                  </a:cubicBezTo>
                  <a:cubicBezTo>
                    <a:pt x="84444" y="57777"/>
                    <a:pt x="84444" y="53333"/>
                    <a:pt x="84444" y="53333"/>
                  </a:cubicBezTo>
                  <a:cubicBezTo>
                    <a:pt x="84444" y="53333"/>
                    <a:pt x="84444" y="53333"/>
                    <a:pt x="84444" y="53333"/>
                  </a:cubicBezTo>
                  <a:cubicBezTo>
                    <a:pt x="84444" y="53333"/>
                    <a:pt x="84444" y="53333"/>
                    <a:pt x="84444" y="53333"/>
                  </a:cubicBezTo>
                  <a:cubicBezTo>
                    <a:pt x="84444" y="53333"/>
                    <a:pt x="84444" y="53333"/>
                    <a:pt x="84444" y="53333"/>
                  </a:cubicBezTo>
                  <a:cubicBezTo>
                    <a:pt x="84444" y="53333"/>
                    <a:pt x="84444" y="53333"/>
                    <a:pt x="84444" y="53333"/>
                  </a:cubicBezTo>
                  <a:cubicBezTo>
                    <a:pt x="84444" y="53333"/>
                    <a:pt x="84444" y="53333"/>
                    <a:pt x="84444" y="53333"/>
                  </a:cubicBezTo>
                  <a:cubicBezTo>
                    <a:pt x="84444" y="53333"/>
                    <a:pt x="84444" y="48888"/>
                    <a:pt x="84444" y="48888"/>
                  </a:cubicBezTo>
                  <a:cubicBezTo>
                    <a:pt x="80000" y="48888"/>
                    <a:pt x="80000" y="44444"/>
                    <a:pt x="80000" y="44444"/>
                  </a:cubicBezTo>
                  <a:cubicBezTo>
                    <a:pt x="75555" y="40000"/>
                    <a:pt x="75555" y="40000"/>
                    <a:pt x="71111" y="40000"/>
                  </a:cubicBezTo>
                  <a:cubicBezTo>
                    <a:pt x="71111" y="40000"/>
                    <a:pt x="71111" y="40000"/>
                    <a:pt x="71111" y="40000"/>
                  </a:cubicBezTo>
                  <a:cubicBezTo>
                    <a:pt x="71111" y="40000"/>
                    <a:pt x="71111" y="40000"/>
                    <a:pt x="71111" y="40000"/>
                  </a:cubicBezTo>
                  <a:cubicBezTo>
                    <a:pt x="71111" y="40000"/>
                    <a:pt x="71111" y="35555"/>
                    <a:pt x="71111" y="35555"/>
                  </a:cubicBezTo>
                  <a:cubicBezTo>
                    <a:pt x="66666" y="35555"/>
                    <a:pt x="66666" y="35555"/>
                    <a:pt x="66666" y="35555"/>
                  </a:cubicBezTo>
                  <a:cubicBezTo>
                    <a:pt x="66666" y="35555"/>
                    <a:pt x="66666" y="35555"/>
                    <a:pt x="66666" y="35555"/>
                  </a:cubicBezTo>
                  <a:cubicBezTo>
                    <a:pt x="66666" y="35555"/>
                    <a:pt x="66666" y="35555"/>
                    <a:pt x="66666" y="35555"/>
                  </a:cubicBezTo>
                  <a:cubicBezTo>
                    <a:pt x="66666" y="35555"/>
                    <a:pt x="66666" y="35555"/>
                    <a:pt x="66666" y="35555"/>
                  </a:cubicBezTo>
                  <a:cubicBezTo>
                    <a:pt x="66666" y="35555"/>
                    <a:pt x="66666" y="35555"/>
                    <a:pt x="66666" y="35555"/>
                  </a:cubicBezTo>
                  <a:cubicBezTo>
                    <a:pt x="62222" y="35555"/>
                    <a:pt x="62222" y="35555"/>
                    <a:pt x="62222" y="35555"/>
                  </a:cubicBezTo>
                  <a:cubicBezTo>
                    <a:pt x="62222" y="35555"/>
                    <a:pt x="62222" y="35555"/>
                    <a:pt x="62222" y="35555"/>
                  </a:cubicBezTo>
                  <a:cubicBezTo>
                    <a:pt x="62222" y="35555"/>
                    <a:pt x="62222" y="35555"/>
                    <a:pt x="62222" y="35555"/>
                  </a:cubicBezTo>
                  <a:cubicBezTo>
                    <a:pt x="62222" y="35555"/>
                    <a:pt x="62222" y="35555"/>
                    <a:pt x="62222" y="35555"/>
                  </a:cubicBezTo>
                  <a:cubicBezTo>
                    <a:pt x="57777" y="35555"/>
                    <a:pt x="57777" y="35555"/>
                    <a:pt x="57777" y="35555"/>
                  </a:cubicBezTo>
                  <a:cubicBezTo>
                    <a:pt x="57777" y="35555"/>
                    <a:pt x="57777" y="35555"/>
                    <a:pt x="57777" y="35555"/>
                  </a:cubicBezTo>
                  <a:cubicBezTo>
                    <a:pt x="57777" y="35555"/>
                    <a:pt x="57777" y="35555"/>
                    <a:pt x="57777" y="35555"/>
                  </a:cubicBezTo>
                  <a:cubicBezTo>
                    <a:pt x="53333" y="35555"/>
                    <a:pt x="48888" y="35555"/>
                    <a:pt x="48888" y="35555"/>
                  </a:cubicBezTo>
                  <a:cubicBezTo>
                    <a:pt x="48888" y="40000"/>
                    <a:pt x="48888" y="40000"/>
                    <a:pt x="44444" y="40000"/>
                  </a:cubicBezTo>
                  <a:cubicBezTo>
                    <a:pt x="44444" y="40000"/>
                    <a:pt x="44444" y="40000"/>
                    <a:pt x="44444" y="40000"/>
                  </a:cubicBezTo>
                  <a:cubicBezTo>
                    <a:pt x="44444" y="40000"/>
                    <a:pt x="44444" y="40000"/>
                    <a:pt x="44444" y="40000"/>
                  </a:cubicBezTo>
                  <a:cubicBezTo>
                    <a:pt x="44444" y="40000"/>
                    <a:pt x="44444" y="40000"/>
                    <a:pt x="44444" y="40000"/>
                  </a:cubicBezTo>
                  <a:cubicBezTo>
                    <a:pt x="40000" y="44444"/>
                    <a:pt x="40000" y="44444"/>
                    <a:pt x="35555" y="48888"/>
                  </a:cubicBezTo>
                  <a:cubicBezTo>
                    <a:pt x="35555" y="48888"/>
                    <a:pt x="35555" y="48888"/>
                    <a:pt x="35555" y="48888"/>
                  </a:cubicBezTo>
                  <a:cubicBezTo>
                    <a:pt x="35555" y="48888"/>
                    <a:pt x="35555" y="48888"/>
                    <a:pt x="35555" y="48888"/>
                  </a:cubicBezTo>
                  <a:cubicBezTo>
                    <a:pt x="35555" y="48888"/>
                    <a:pt x="35555" y="48888"/>
                    <a:pt x="35555" y="48888"/>
                  </a:cubicBezTo>
                  <a:cubicBezTo>
                    <a:pt x="35555" y="48888"/>
                    <a:pt x="35555" y="48888"/>
                    <a:pt x="35555" y="48888"/>
                  </a:cubicBezTo>
                  <a:cubicBezTo>
                    <a:pt x="35555" y="48888"/>
                    <a:pt x="35555" y="48888"/>
                    <a:pt x="35555" y="53333"/>
                  </a:cubicBezTo>
                  <a:cubicBezTo>
                    <a:pt x="35555" y="53333"/>
                    <a:pt x="35555" y="53333"/>
                    <a:pt x="35555" y="53333"/>
                  </a:cubicBezTo>
                  <a:cubicBezTo>
                    <a:pt x="35555" y="53333"/>
                    <a:pt x="35555" y="53333"/>
                    <a:pt x="35555" y="53333"/>
                  </a:cubicBezTo>
                  <a:cubicBezTo>
                    <a:pt x="35555" y="53333"/>
                    <a:pt x="31111" y="53333"/>
                    <a:pt x="31111" y="53333"/>
                  </a:cubicBezTo>
                  <a:cubicBezTo>
                    <a:pt x="31111" y="57777"/>
                    <a:pt x="31111" y="57777"/>
                    <a:pt x="31111" y="57777"/>
                  </a:cubicBezTo>
                  <a:cubicBezTo>
                    <a:pt x="31111" y="57777"/>
                    <a:pt x="31111" y="57777"/>
                    <a:pt x="31111" y="57777"/>
                  </a:cubicBezTo>
                  <a:cubicBezTo>
                    <a:pt x="31111" y="57777"/>
                    <a:pt x="31111" y="57777"/>
                    <a:pt x="31111" y="57777"/>
                  </a:cubicBezTo>
                  <a:cubicBezTo>
                    <a:pt x="31111" y="57777"/>
                    <a:pt x="31111" y="57777"/>
                    <a:pt x="31111" y="57777"/>
                  </a:cubicBezTo>
                  <a:cubicBezTo>
                    <a:pt x="31111" y="57777"/>
                    <a:pt x="31111" y="62222"/>
                    <a:pt x="31111" y="62222"/>
                  </a:cubicBezTo>
                  <a:cubicBezTo>
                    <a:pt x="31111" y="62222"/>
                    <a:pt x="31111" y="62222"/>
                    <a:pt x="31111" y="62222"/>
                  </a:cubicBezTo>
                  <a:cubicBezTo>
                    <a:pt x="31111" y="62222"/>
                    <a:pt x="31111" y="66666"/>
                    <a:pt x="35555" y="71111"/>
                  </a:cubicBezTo>
                  <a:cubicBezTo>
                    <a:pt x="35555" y="71111"/>
                    <a:pt x="35555" y="75555"/>
                    <a:pt x="35555" y="75555"/>
                  </a:cubicBezTo>
                  <a:cubicBezTo>
                    <a:pt x="35555"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0000"/>
                    <a:pt x="40000" y="80000"/>
                  </a:cubicBezTo>
                  <a:cubicBezTo>
                    <a:pt x="40000" y="80000"/>
                    <a:pt x="40000" y="84444"/>
                    <a:pt x="44444" y="84444"/>
                  </a:cubicBezTo>
                  <a:cubicBezTo>
                    <a:pt x="44444" y="84444"/>
                    <a:pt x="44444" y="84444"/>
                    <a:pt x="44444" y="84444"/>
                  </a:cubicBezTo>
                  <a:moveTo>
                    <a:pt x="97777" y="13333"/>
                  </a:moveTo>
                  <a:cubicBezTo>
                    <a:pt x="97777" y="13333"/>
                    <a:pt x="97777" y="13333"/>
                    <a:pt x="97777" y="13333"/>
                  </a:cubicBezTo>
                  <a:cubicBezTo>
                    <a:pt x="93333" y="13333"/>
                    <a:pt x="88888" y="13333"/>
                    <a:pt x="84444" y="13333"/>
                  </a:cubicBezTo>
                  <a:cubicBezTo>
                    <a:pt x="84444" y="13333"/>
                    <a:pt x="84444" y="13333"/>
                    <a:pt x="84444" y="13333"/>
                  </a:cubicBezTo>
                  <a:cubicBezTo>
                    <a:pt x="84444" y="13333"/>
                    <a:pt x="84444" y="17777"/>
                    <a:pt x="80000" y="17777"/>
                  </a:cubicBezTo>
                  <a:cubicBezTo>
                    <a:pt x="80000" y="17777"/>
                    <a:pt x="80000" y="17777"/>
                    <a:pt x="80000" y="17777"/>
                  </a:cubicBezTo>
                  <a:cubicBezTo>
                    <a:pt x="80000" y="17777"/>
                    <a:pt x="80000" y="17777"/>
                    <a:pt x="80000" y="17777"/>
                  </a:cubicBezTo>
                  <a:cubicBezTo>
                    <a:pt x="80000" y="17777"/>
                    <a:pt x="80000" y="17777"/>
                    <a:pt x="80000" y="17777"/>
                  </a:cubicBezTo>
                  <a:cubicBezTo>
                    <a:pt x="80000" y="17777"/>
                    <a:pt x="75555" y="17777"/>
                    <a:pt x="75555" y="17777"/>
                  </a:cubicBezTo>
                  <a:cubicBezTo>
                    <a:pt x="75555" y="17777"/>
                    <a:pt x="75555" y="17777"/>
                    <a:pt x="75555" y="17777"/>
                  </a:cubicBezTo>
                  <a:cubicBezTo>
                    <a:pt x="75555" y="17777"/>
                    <a:pt x="75555" y="17777"/>
                    <a:pt x="75555" y="17777"/>
                  </a:cubicBezTo>
                  <a:cubicBezTo>
                    <a:pt x="75555" y="17777"/>
                    <a:pt x="75555" y="17777"/>
                    <a:pt x="75555" y="17777"/>
                  </a:cubicBezTo>
                  <a:cubicBezTo>
                    <a:pt x="75555" y="17777"/>
                    <a:pt x="75555" y="17777"/>
                    <a:pt x="75555" y="17777"/>
                  </a:cubicBezTo>
                  <a:cubicBezTo>
                    <a:pt x="75555" y="17777"/>
                    <a:pt x="75555" y="17777"/>
                    <a:pt x="75555" y="17777"/>
                  </a:cubicBezTo>
                  <a:cubicBezTo>
                    <a:pt x="75555" y="17777"/>
                    <a:pt x="75555" y="17777"/>
                    <a:pt x="71111" y="17777"/>
                  </a:cubicBezTo>
                  <a:cubicBezTo>
                    <a:pt x="71111" y="13333"/>
                    <a:pt x="71111" y="13333"/>
                    <a:pt x="71111" y="8888"/>
                  </a:cubicBezTo>
                  <a:cubicBezTo>
                    <a:pt x="71111" y="8888"/>
                    <a:pt x="71111" y="4444"/>
                    <a:pt x="66666" y="4444"/>
                  </a:cubicBezTo>
                  <a:cubicBezTo>
                    <a:pt x="66666" y="4444"/>
                    <a:pt x="62222" y="0"/>
                    <a:pt x="62222" y="0"/>
                  </a:cubicBezTo>
                  <a:cubicBezTo>
                    <a:pt x="62222" y="0"/>
                    <a:pt x="62222" y="0"/>
                    <a:pt x="62222" y="0"/>
                  </a:cubicBezTo>
                  <a:cubicBezTo>
                    <a:pt x="62222" y="0"/>
                    <a:pt x="62222" y="0"/>
                    <a:pt x="62222" y="0"/>
                  </a:cubicBezTo>
                  <a:cubicBezTo>
                    <a:pt x="57777" y="0"/>
                    <a:pt x="57777" y="0"/>
                    <a:pt x="57777" y="0"/>
                  </a:cubicBezTo>
                  <a:cubicBezTo>
                    <a:pt x="57777" y="0"/>
                    <a:pt x="57777" y="0"/>
                    <a:pt x="57777" y="0"/>
                  </a:cubicBezTo>
                  <a:cubicBezTo>
                    <a:pt x="57777" y="0"/>
                    <a:pt x="57777" y="0"/>
                    <a:pt x="57777" y="0"/>
                  </a:cubicBezTo>
                  <a:cubicBezTo>
                    <a:pt x="57777" y="0"/>
                    <a:pt x="57777" y="0"/>
                    <a:pt x="57777" y="0"/>
                  </a:cubicBezTo>
                  <a:cubicBezTo>
                    <a:pt x="57777" y="0"/>
                    <a:pt x="57777" y="0"/>
                    <a:pt x="57777" y="0"/>
                  </a:cubicBezTo>
                  <a:cubicBezTo>
                    <a:pt x="53333" y="0"/>
                    <a:pt x="53333" y="0"/>
                    <a:pt x="53333" y="0"/>
                  </a:cubicBezTo>
                  <a:cubicBezTo>
                    <a:pt x="53333" y="0"/>
                    <a:pt x="53333" y="0"/>
                    <a:pt x="53333" y="0"/>
                  </a:cubicBezTo>
                  <a:cubicBezTo>
                    <a:pt x="53333" y="0"/>
                    <a:pt x="53333" y="0"/>
                    <a:pt x="53333" y="0"/>
                  </a:cubicBezTo>
                  <a:cubicBezTo>
                    <a:pt x="53333" y="0"/>
                    <a:pt x="53333" y="0"/>
                    <a:pt x="53333" y="0"/>
                  </a:cubicBezTo>
                  <a:cubicBezTo>
                    <a:pt x="53333" y="0"/>
                    <a:pt x="53333" y="0"/>
                    <a:pt x="48888" y="0"/>
                  </a:cubicBezTo>
                  <a:cubicBezTo>
                    <a:pt x="48888" y="0"/>
                    <a:pt x="48888" y="0"/>
                    <a:pt x="48888" y="0"/>
                  </a:cubicBezTo>
                  <a:cubicBezTo>
                    <a:pt x="48888" y="4444"/>
                    <a:pt x="48888" y="4444"/>
                    <a:pt x="48888" y="4444"/>
                  </a:cubicBezTo>
                  <a:cubicBezTo>
                    <a:pt x="48888" y="4444"/>
                    <a:pt x="48888" y="4444"/>
                    <a:pt x="48888" y="4444"/>
                  </a:cubicBezTo>
                  <a:cubicBezTo>
                    <a:pt x="48888" y="4444"/>
                    <a:pt x="48888" y="4444"/>
                    <a:pt x="48888" y="4444"/>
                  </a:cubicBezTo>
                  <a:cubicBezTo>
                    <a:pt x="48888" y="4444"/>
                    <a:pt x="48888" y="4444"/>
                    <a:pt x="48888" y="4444"/>
                  </a:cubicBezTo>
                  <a:cubicBezTo>
                    <a:pt x="44444" y="4444"/>
                    <a:pt x="44444" y="4444"/>
                    <a:pt x="44444" y="4444"/>
                  </a:cubicBezTo>
                  <a:cubicBezTo>
                    <a:pt x="44444" y="4444"/>
                    <a:pt x="40000" y="4444"/>
                    <a:pt x="40000" y="8888"/>
                  </a:cubicBezTo>
                  <a:cubicBezTo>
                    <a:pt x="35555" y="13333"/>
                    <a:pt x="35555" y="13333"/>
                    <a:pt x="35555" y="13333"/>
                  </a:cubicBezTo>
                  <a:cubicBezTo>
                    <a:pt x="35555" y="13333"/>
                    <a:pt x="35555" y="17777"/>
                    <a:pt x="35555" y="17777"/>
                  </a:cubicBezTo>
                  <a:cubicBezTo>
                    <a:pt x="35555" y="17777"/>
                    <a:pt x="35555" y="17777"/>
                    <a:pt x="35555" y="17777"/>
                  </a:cubicBezTo>
                  <a:cubicBezTo>
                    <a:pt x="35555" y="22222"/>
                    <a:pt x="35555" y="22222"/>
                    <a:pt x="35555" y="22222"/>
                  </a:cubicBezTo>
                  <a:cubicBezTo>
                    <a:pt x="35555" y="22222"/>
                    <a:pt x="35555" y="22222"/>
                    <a:pt x="35555" y="22222"/>
                  </a:cubicBezTo>
                  <a:cubicBezTo>
                    <a:pt x="35555" y="22222"/>
                    <a:pt x="35555" y="22222"/>
                    <a:pt x="35555" y="22222"/>
                  </a:cubicBezTo>
                  <a:cubicBezTo>
                    <a:pt x="31111" y="22222"/>
                    <a:pt x="31111" y="22222"/>
                    <a:pt x="31111" y="22222"/>
                  </a:cubicBezTo>
                  <a:cubicBezTo>
                    <a:pt x="31111" y="22222"/>
                    <a:pt x="26666" y="22222"/>
                    <a:pt x="26666" y="22222"/>
                  </a:cubicBezTo>
                  <a:cubicBezTo>
                    <a:pt x="26666" y="22222"/>
                    <a:pt x="22222" y="17777"/>
                    <a:pt x="22222" y="17777"/>
                  </a:cubicBezTo>
                  <a:cubicBezTo>
                    <a:pt x="17777" y="17777"/>
                    <a:pt x="13333" y="17777"/>
                    <a:pt x="13333" y="22222"/>
                  </a:cubicBezTo>
                  <a:cubicBezTo>
                    <a:pt x="13333" y="22222"/>
                    <a:pt x="13333" y="22222"/>
                    <a:pt x="13333" y="22222"/>
                  </a:cubicBezTo>
                  <a:cubicBezTo>
                    <a:pt x="13333" y="22222"/>
                    <a:pt x="13333" y="22222"/>
                    <a:pt x="13333" y="22222"/>
                  </a:cubicBezTo>
                  <a:cubicBezTo>
                    <a:pt x="13333" y="26666"/>
                    <a:pt x="13333" y="26666"/>
                    <a:pt x="13333" y="26666"/>
                  </a:cubicBezTo>
                  <a:cubicBezTo>
                    <a:pt x="13333" y="26666"/>
                    <a:pt x="13333" y="26666"/>
                    <a:pt x="13333" y="26666"/>
                  </a:cubicBezTo>
                  <a:cubicBezTo>
                    <a:pt x="13333" y="26666"/>
                    <a:pt x="13333" y="26666"/>
                    <a:pt x="13333" y="26666"/>
                  </a:cubicBezTo>
                  <a:cubicBezTo>
                    <a:pt x="13333" y="26666"/>
                    <a:pt x="13333" y="26666"/>
                    <a:pt x="13333" y="26666"/>
                  </a:cubicBezTo>
                  <a:cubicBezTo>
                    <a:pt x="8888" y="26666"/>
                    <a:pt x="8888" y="26666"/>
                    <a:pt x="8888" y="26666"/>
                  </a:cubicBezTo>
                  <a:cubicBezTo>
                    <a:pt x="8888" y="26666"/>
                    <a:pt x="8888" y="26666"/>
                    <a:pt x="8888" y="26666"/>
                  </a:cubicBezTo>
                  <a:cubicBezTo>
                    <a:pt x="8888" y="26666"/>
                    <a:pt x="8888" y="26666"/>
                    <a:pt x="8888" y="26666"/>
                  </a:cubicBezTo>
                  <a:cubicBezTo>
                    <a:pt x="8888" y="31111"/>
                    <a:pt x="8888" y="31111"/>
                    <a:pt x="8888" y="31111"/>
                  </a:cubicBezTo>
                  <a:cubicBezTo>
                    <a:pt x="8888" y="31111"/>
                    <a:pt x="8888" y="31111"/>
                    <a:pt x="8888" y="31111"/>
                  </a:cubicBezTo>
                  <a:cubicBezTo>
                    <a:pt x="8888" y="31111"/>
                    <a:pt x="8888" y="31111"/>
                    <a:pt x="8888" y="31111"/>
                  </a:cubicBezTo>
                  <a:cubicBezTo>
                    <a:pt x="8888" y="31111"/>
                    <a:pt x="8888" y="31111"/>
                    <a:pt x="8888" y="31111"/>
                  </a:cubicBezTo>
                  <a:cubicBezTo>
                    <a:pt x="8888" y="31111"/>
                    <a:pt x="8888" y="31111"/>
                    <a:pt x="8888" y="31111"/>
                  </a:cubicBezTo>
                  <a:cubicBezTo>
                    <a:pt x="8888" y="31111"/>
                    <a:pt x="8888" y="31111"/>
                    <a:pt x="8888" y="31111"/>
                  </a:cubicBezTo>
                  <a:cubicBezTo>
                    <a:pt x="4444" y="31111"/>
                    <a:pt x="4444" y="31111"/>
                    <a:pt x="4444" y="31111"/>
                  </a:cubicBezTo>
                  <a:cubicBezTo>
                    <a:pt x="4444" y="35555"/>
                    <a:pt x="4444" y="35555"/>
                    <a:pt x="4444" y="35555"/>
                  </a:cubicBezTo>
                  <a:cubicBezTo>
                    <a:pt x="4444" y="35555"/>
                    <a:pt x="4444" y="35555"/>
                    <a:pt x="4444" y="35555"/>
                  </a:cubicBezTo>
                  <a:cubicBezTo>
                    <a:pt x="4444" y="35555"/>
                    <a:pt x="4444" y="35555"/>
                    <a:pt x="4444" y="35555"/>
                  </a:cubicBezTo>
                  <a:cubicBezTo>
                    <a:pt x="4444" y="35555"/>
                    <a:pt x="4444" y="35555"/>
                    <a:pt x="4444" y="35555"/>
                  </a:cubicBezTo>
                  <a:cubicBezTo>
                    <a:pt x="4444" y="40000"/>
                    <a:pt x="4444" y="44444"/>
                    <a:pt x="4444" y="44444"/>
                  </a:cubicBezTo>
                  <a:cubicBezTo>
                    <a:pt x="4444" y="48888"/>
                    <a:pt x="8888" y="48888"/>
                    <a:pt x="8888" y="48888"/>
                  </a:cubicBezTo>
                  <a:cubicBezTo>
                    <a:pt x="8888" y="48888"/>
                    <a:pt x="8888" y="53333"/>
                    <a:pt x="13333" y="53333"/>
                  </a:cubicBezTo>
                  <a:cubicBezTo>
                    <a:pt x="13333" y="53333"/>
                    <a:pt x="13333" y="53333"/>
                    <a:pt x="13333" y="53333"/>
                  </a:cubicBezTo>
                  <a:cubicBezTo>
                    <a:pt x="13333" y="53333"/>
                    <a:pt x="13333" y="53333"/>
                    <a:pt x="13333" y="53333"/>
                  </a:cubicBezTo>
                  <a:cubicBezTo>
                    <a:pt x="13333" y="53333"/>
                    <a:pt x="13333" y="53333"/>
                    <a:pt x="13333" y="53333"/>
                  </a:cubicBezTo>
                  <a:cubicBezTo>
                    <a:pt x="13333" y="57777"/>
                    <a:pt x="13333" y="57777"/>
                    <a:pt x="13333" y="57777"/>
                  </a:cubicBezTo>
                  <a:cubicBezTo>
                    <a:pt x="13333" y="57777"/>
                    <a:pt x="13333" y="57777"/>
                    <a:pt x="13333" y="57777"/>
                  </a:cubicBezTo>
                  <a:cubicBezTo>
                    <a:pt x="8888" y="57777"/>
                    <a:pt x="8888" y="57777"/>
                    <a:pt x="8888" y="57777"/>
                  </a:cubicBezTo>
                  <a:cubicBezTo>
                    <a:pt x="8888" y="57777"/>
                    <a:pt x="8888" y="57777"/>
                    <a:pt x="8888" y="57777"/>
                  </a:cubicBezTo>
                  <a:cubicBezTo>
                    <a:pt x="8888" y="57777"/>
                    <a:pt x="8888" y="57777"/>
                    <a:pt x="8888" y="57777"/>
                  </a:cubicBezTo>
                  <a:cubicBezTo>
                    <a:pt x="8888" y="57777"/>
                    <a:pt x="8888" y="57777"/>
                    <a:pt x="8888" y="57777"/>
                  </a:cubicBezTo>
                  <a:cubicBezTo>
                    <a:pt x="8888" y="57777"/>
                    <a:pt x="8888" y="57777"/>
                    <a:pt x="8888" y="57777"/>
                  </a:cubicBezTo>
                  <a:cubicBezTo>
                    <a:pt x="8888" y="57777"/>
                    <a:pt x="8888" y="62222"/>
                    <a:pt x="4444" y="62222"/>
                  </a:cubicBezTo>
                  <a:cubicBezTo>
                    <a:pt x="0" y="66666"/>
                    <a:pt x="0" y="71111"/>
                    <a:pt x="0" y="75555"/>
                  </a:cubicBezTo>
                  <a:cubicBezTo>
                    <a:pt x="0" y="75555"/>
                    <a:pt x="0" y="75555"/>
                    <a:pt x="0" y="75555"/>
                  </a:cubicBezTo>
                  <a:cubicBezTo>
                    <a:pt x="0" y="75555"/>
                    <a:pt x="0" y="75555"/>
                    <a:pt x="0" y="75555"/>
                  </a:cubicBezTo>
                  <a:cubicBezTo>
                    <a:pt x="0" y="75555"/>
                    <a:pt x="0" y="75555"/>
                    <a:pt x="0" y="75555"/>
                  </a:cubicBezTo>
                  <a:cubicBezTo>
                    <a:pt x="0" y="75555"/>
                    <a:pt x="0" y="80000"/>
                    <a:pt x="0" y="80000"/>
                  </a:cubicBezTo>
                  <a:cubicBezTo>
                    <a:pt x="0" y="80000"/>
                    <a:pt x="0"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4444"/>
                    <a:pt x="4444" y="84444"/>
                  </a:cubicBezTo>
                  <a:cubicBezTo>
                    <a:pt x="4444" y="84444"/>
                    <a:pt x="4444" y="88888"/>
                    <a:pt x="4444" y="88888"/>
                  </a:cubicBezTo>
                  <a:cubicBezTo>
                    <a:pt x="4444" y="88888"/>
                    <a:pt x="4444" y="88888"/>
                    <a:pt x="4444" y="88888"/>
                  </a:cubicBezTo>
                  <a:cubicBezTo>
                    <a:pt x="4444" y="88888"/>
                    <a:pt x="4444" y="88888"/>
                    <a:pt x="4444" y="88888"/>
                  </a:cubicBezTo>
                  <a:cubicBezTo>
                    <a:pt x="4444" y="88888"/>
                    <a:pt x="4444" y="88888"/>
                    <a:pt x="4444" y="88888"/>
                  </a:cubicBezTo>
                  <a:cubicBezTo>
                    <a:pt x="4444" y="88888"/>
                    <a:pt x="8888" y="93333"/>
                    <a:pt x="8888" y="93333"/>
                  </a:cubicBezTo>
                  <a:cubicBezTo>
                    <a:pt x="13333" y="93333"/>
                    <a:pt x="13333" y="93333"/>
                    <a:pt x="17777" y="93333"/>
                  </a:cubicBezTo>
                  <a:cubicBezTo>
                    <a:pt x="17777" y="93333"/>
                    <a:pt x="22222" y="93333"/>
                    <a:pt x="22222" y="93333"/>
                  </a:cubicBezTo>
                  <a:cubicBezTo>
                    <a:pt x="22222" y="93333"/>
                    <a:pt x="22222" y="93333"/>
                    <a:pt x="22222" y="93333"/>
                  </a:cubicBezTo>
                  <a:cubicBezTo>
                    <a:pt x="22222" y="93333"/>
                    <a:pt x="22222" y="93333"/>
                    <a:pt x="22222" y="93333"/>
                  </a:cubicBezTo>
                  <a:cubicBezTo>
                    <a:pt x="22222" y="93333"/>
                    <a:pt x="22222" y="93333"/>
                    <a:pt x="22222" y="93333"/>
                  </a:cubicBezTo>
                  <a:cubicBezTo>
                    <a:pt x="22222" y="93333"/>
                    <a:pt x="22222" y="93333"/>
                    <a:pt x="22222" y="93333"/>
                  </a:cubicBezTo>
                  <a:cubicBezTo>
                    <a:pt x="22222" y="93333"/>
                    <a:pt x="22222" y="93333"/>
                    <a:pt x="22222" y="93333"/>
                  </a:cubicBezTo>
                  <a:cubicBezTo>
                    <a:pt x="26666" y="97777"/>
                    <a:pt x="26666" y="97777"/>
                    <a:pt x="26666" y="97777"/>
                  </a:cubicBezTo>
                  <a:cubicBezTo>
                    <a:pt x="26666" y="97777"/>
                    <a:pt x="26666" y="97777"/>
                    <a:pt x="26666" y="97777"/>
                  </a:cubicBezTo>
                  <a:cubicBezTo>
                    <a:pt x="26666" y="97777"/>
                    <a:pt x="26666" y="97777"/>
                    <a:pt x="26666" y="97777"/>
                  </a:cubicBezTo>
                  <a:cubicBezTo>
                    <a:pt x="26666" y="97777"/>
                    <a:pt x="26666" y="97777"/>
                    <a:pt x="26666" y="97777"/>
                  </a:cubicBezTo>
                  <a:cubicBezTo>
                    <a:pt x="26666" y="97777"/>
                    <a:pt x="26666" y="97777"/>
                    <a:pt x="26666" y="97777"/>
                  </a:cubicBezTo>
                  <a:cubicBezTo>
                    <a:pt x="26666" y="97777"/>
                    <a:pt x="26666" y="102222"/>
                    <a:pt x="26666" y="102222"/>
                  </a:cubicBezTo>
                  <a:cubicBezTo>
                    <a:pt x="22222" y="111111"/>
                    <a:pt x="26666" y="115555"/>
                    <a:pt x="31111" y="115555"/>
                  </a:cubicBezTo>
                  <a:cubicBezTo>
                    <a:pt x="31111" y="115555"/>
                    <a:pt x="31111" y="115555"/>
                    <a:pt x="31111" y="115555"/>
                  </a:cubicBezTo>
                  <a:cubicBezTo>
                    <a:pt x="31111" y="115555"/>
                    <a:pt x="31111" y="115555"/>
                    <a:pt x="31111" y="115555"/>
                  </a:cubicBezTo>
                  <a:cubicBezTo>
                    <a:pt x="31111" y="115555"/>
                    <a:pt x="31111" y="115555"/>
                    <a:pt x="31111" y="115555"/>
                  </a:cubicBezTo>
                  <a:cubicBezTo>
                    <a:pt x="31111" y="115555"/>
                    <a:pt x="31111" y="115555"/>
                    <a:pt x="31111" y="115555"/>
                  </a:cubicBezTo>
                  <a:cubicBezTo>
                    <a:pt x="31111" y="115555"/>
                    <a:pt x="31111" y="115555"/>
                    <a:pt x="31111" y="115555"/>
                  </a:cubicBezTo>
                  <a:cubicBezTo>
                    <a:pt x="35555" y="115555"/>
                    <a:pt x="35555" y="115555"/>
                    <a:pt x="35555" y="115555"/>
                  </a:cubicBezTo>
                  <a:cubicBezTo>
                    <a:pt x="35555" y="115555"/>
                    <a:pt x="35555" y="120000"/>
                    <a:pt x="35555" y="120000"/>
                  </a:cubicBezTo>
                  <a:cubicBezTo>
                    <a:pt x="40000" y="120000"/>
                    <a:pt x="40000" y="120000"/>
                    <a:pt x="40000" y="120000"/>
                  </a:cubicBezTo>
                  <a:cubicBezTo>
                    <a:pt x="40000" y="120000"/>
                    <a:pt x="40000" y="120000"/>
                    <a:pt x="40000" y="120000"/>
                  </a:cubicBezTo>
                  <a:cubicBezTo>
                    <a:pt x="40000" y="120000"/>
                    <a:pt x="40000" y="120000"/>
                    <a:pt x="40000" y="120000"/>
                  </a:cubicBezTo>
                  <a:cubicBezTo>
                    <a:pt x="40000" y="120000"/>
                    <a:pt x="44444" y="120000"/>
                    <a:pt x="44444" y="120000"/>
                  </a:cubicBezTo>
                  <a:cubicBezTo>
                    <a:pt x="44444" y="120000"/>
                    <a:pt x="44444" y="120000"/>
                    <a:pt x="44444" y="120000"/>
                  </a:cubicBezTo>
                  <a:cubicBezTo>
                    <a:pt x="44444" y="120000"/>
                    <a:pt x="44444" y="120000"/>
                    <a:pt x="44444" y="120000"/>
                  </a:cubicBezTo>
                  <a:cubicBezTo>
                    <a:pt x="44444" y="120000"/>
                    <a:pt x="44444" y="120000"/>
                    <a:pt x="44444" y="120000"/>
                  </a:cubicBezTo>
                  <a:cubicBezTo>
                    <a:pt x="44444" y="120000"/>
                    <a:pt x="44444" y="120000"/>
                    <a:pt x="44444" y="120000"/>
                  </a:cubicBezTo>
                  <a:cubicBezTo>
                    <a:pt x="48888" y="120000"/>
                    <a:pt x="53333" y="120000"/>
                    <a:pt x="53333" y="115555"/>
                  </a:cubicBezTo>
                  <a:cubicBezTo>
                    <a:pt x="57777" y="115555"/>
                    <a:pt x="57777" y="115555"/>
                    <a:pt x="57777" y="115555"/>
                  </a:cubicBezTo>
                  <a:cubicBezTo>
                    <a:pt x="57777" y="115555"/>
                    <a:pt x="57777" y="115555"/>
                    <a:pt x="57777" y="115555"/>
                  </a:cubicBezTo>
                  <a:cubicBezTo>
                    <a:pt x="57777" y="115555"/>
                    <a:pt x="57777" y="115555"/>
                    <a:pt x="57777" y="115555"/>
                  </a:cubicBezTo>
                  <a:cubicBezTo>
                    <a:pt x="57777" y="115555"/>
                    <a:pt x="57777" y="115555"/>
                    <a:pt x="57777" y="115555"/>
                  </a:cubicBezTo>
                  <a:cubicBezTo>
                    <a:pt x="57777" y="111111"/>
                    <a:pt x="57777" y="111111"/>
                    <a:pt x="62222" y="111111"/>
                  </a:cubicBezTo>
                  <a:cubicBezTo>
                    <a:pt x="62222" y="111111"/>
                    <a:pt x="62222" y="111111"/>
                    <a:pt x="62222" y="111111"/>
                  </a:cubicBezTo>
                  <a:cubicBezTo>
                    <a:pt x="62222" y="111111"/>
                    <a:pt x="62222" y="111111"/>
                    <a:pt x="62222" y="111111"/>
                  </a:cubicBezTo>
                  <a:cubicBezTo>
                    <a:pt x="62222" y="111111"/>
                    <a:pt x="62222" y="111111"/>
                    <a:pt x="62222" y="111111"/>
                  </a:cubicBezTo>
                  <a:cubicBezTo>
                    <a:pt x="66666" y="111111"/>
                    <a:pt x="66666" y="111111"/>
                    <a:pt x="66666" y="111111"/>
                  </a:cubicBezTo>
                  <a:cubicBezTo>
                    <a:pt x="66666" y="111111"/>
                    <a:pt x="71111" y="111111"/>
                    <a:pt x="71111" y="111111"/>
                  </a:cubicBezTo>
                  <a:cubicBezTo>
                    <a:pt x="71111" y="115555"/>
                    <a:pt x="71111" y="115555"/>
                    <a:pt x="75555" y="115555"/>
                  </a:cubicBezTo>
                  <a:cubicBezTo>
                    <a:pt x="75555" y="120000"/>
                    <a:pt x="80000" y="120000"/>
                    <a:pt x="84444" y="115555"/>
                  </a:cubicBezTo>
                  <a:cubicBezTo>
                    <a:pt x="84444" y="115555"/>
                    <a:pt x="84444" y="115555"/>
                    <a:pt x="84444" y="115555"/>
                  </a:cubicBezTo>
                  <a:cubicBezTo>
                    <a:pt x="84444" y="115555"/>
                    <a:pt x="84444" y="115555"/>
                    <a:pt x="88888" y="115555"/>
                  </a:cubicBezTo>
                  <a:cubicBezTo>
                    <a:pt x="88888" y="115555"/>
                    <a:pt x="88888" y="115555"/>
                    <a:pt x="88888" y="115555"/>
                  </a:cubicBezTo>
                  <a:cubicBezTo>
                    <a:pt x="88888" y="115555"/>
                    <a:pt x="88888" y="115555"/>
                    <a:pt x="88888" y="115555"/>
                  </a:cubicBezTo>
                  <a:cubicBezTo>
                    <a:pt x="88888" y="115555"/>
                    <a:pt x="88888" y="115555"/>
                    <a:pt x="88888" y="115555"/>
                  </a:cubicBezTo>
                  <a:cubicBezTo>
                    <a:pt x="93333" y="111111"/>
                    <a:pt x="93333" y="111111"/>
                    <a:pt x="93333" y="111111"/>
                  </a:cubicBezTo>
                  <a:cubicBezTo>
                    <a:pt x="93333" y="111111"/>
                    <a:pt x="93333" y="111111"/>
                    <a:pt x="97777" y="111111"/>
                  </a:cubicBezTo>
                  <a:cubicBezTo>
                    <a:pt x="97777" y="111111"/>
                    <a:pt x="97777" y="111111"/>
                    <a:pt x="97777" y="111111"/>
                  </a:cubicBezTo>
                  <a:cubicBezTo>
                    <a:pt x="97777" y="111111"/>
                    <a:pt x="97777" y="111111"/>
                    <a:pt x="97777" y="111111"/>
                  </a:cubicBezTo>
                  <a:cubicBezTo>
                    <a:pt x="97777" y="111111"/>
                    <a:pt x="97777" y="111111"/>
                    <a:pt x="97777" y="111111"/>
                  </a:cubicBezTo>
                  <a:cubicBezTo>
                    <a:pt x="97777" y="111111"/>
                    <a:pt x="97777" y="111111"/>
                    <a:pt x="97777" y="111111"/>
                  </a:cubicBezTo>
                  <a:cubicBezTo>
                    <a:pt x="97777" y="106666"/>
                    <a:pt x="102222" y="102222"/>
                    <a:pt x="102222" y="97777"/>
                  </a:cubicBezTo>
                  <a:cubicBezTo>
                    <a:pt x="102222" y="97777"/>
                    <a:pt x="97777" y="97777"/>
                    <a:pt x="97777" y="97777"/>
                  </a:cubicBezTo>
                  <a:cubicBezTo>
                    <a:pt x="97777" y="93333"/>
                    <a:pt x="97777" y="93333"/>
                    <a:pt x="97777" y="93333"/>
                  </a:cubicBezTo>
                  <a:cubicBezTo>
                    <a:pt x="97777" y="93333"/>
                    <a:pt x="97777" y="93333"/>
                    <a:pt x="97777" y="93333"/>
                  </a:cubicBezTo>
                  <a:cubicBezTo>
                    <a:pt x="97777" y="93333"/>
                    <a:pt x="97777" y="93333"/>
                    <a:pt x="97777" y="93333"/>
                  </a:cubicBezTo>
                  <a:cubicBezTo>
                    <a:pt x="97777" y="93333"/>
                    <a:pt x="97777" y="93333"/>
                    <a:pt x="97777" y="88888"/>
                  </a:cubicBezTo>
                  <a:cubicBezTo>
                    <a:pt x="97777" y="88888"/>
                    <a:pt x="97777" y="88888"/>
                    <a:pt x="97777" y="88888"/>
                  </a:cubicBezTo>
                  <a:cubicBezTo>
                    <a:pt x="97777" y="88888"/>
                    <a:pt x="97777" y="88888"/>
                    <a:pt x="97777" y="88888"/>
                  </a:cubicBezTo>
                  <a:cubicBezTo>
                    <a:pt x="97777" y="88888"/>
                    <a:pt x="97777" y="88888"/>
                    <a:pt x="97777" y="88888"/>
                  </a:cubicBezTo>
                  <a:cubicBezTo>
                    <a:pt x="102222" y="88888"/>
                    <a:pt x="102222" y="84444"/>
                    <a:pt x="102222" y="84444"/>
                  </a:cubicBezTo>
                  <a:cubicBezTo>
                    <a:pt x="102222" y="84444"/>
                    <a:pt x="106666" y="84444"/>
                    <a:pt x="106666" y="84444"/>
                  </a:cubicBezTo>
                  <a:cubicBezTo>
                    <a:pt x="115555" y="84444"/>
                    <a:pt x="115555" y="80000"/>
                    <a:pt x="115555" y="80000"/>
                  </a:cubicBezTo>
                  <a:cubicBezTo>
                    <a:pt x="115555" y="75555"/>
                    <a:pt x="115555" y="75555"/>
                    <a:pt x="115555" y="75555"/>
                  </a:cubicBezTo>
                  <a:cubicBezTo>
                    <a:pt x="115555" y="75555"/>
                    <a:pt x="115555" y="75555"/>
                    <a:pt x="115555" y="75555"/>
                  </a:cubicBezTo>
                  <a:cubicBezTo>
                    <a:pt x="120000" y="75555"/>
                    <a:pt x="120000" y="75555"/>
                    <a:pt x="120000" y="75555"/>
                  </a:cubicBezTo>
                  <a:cubicBezTo>
                    <a:pt x="120000" y="75555"/>
                    <a:pt x="120000" y="75555"/>
                    <a:pt x="120000" y="75555"/>
                  </a:cubicBezTo>
                  <a:cubicBezTo>
                    <a:pt x="120000" y="75555"/>
                    <a:pt x="120000" y="75555"/>
                    <a:pt x="120000" y="75555"/>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71111"/>
                    <a:pt x="120000" y="71111"/>
                    <a:pt x="120000" y="71111"/>
                  </a:cubicBezTo>
                  <a:cubicBezTo>
                    <a:pt x="120000" y="66666"/>
                    <a:pt x="120000" y="66666"/>
                    <a:pt x="120000" y="66666"/>
                  </a:cubicBezTo>
                  <a:cubicBezTo>
                    <a:pt x="120000" y="66666"/>
                    <a:pt x="120000" y="66666"/>
                    <a:pt x="120000" y="62222"/>
                  </a:cubicBezTo>
                  <a:cubicBezTo>
                    <a:pt x="120000" y="62222"/>
                    <a:pt x="120000" y="62222"/>
                    <a:pt x="120000" y="62222"/>
                  </a:cubicBezTo>
                  <a:cubicBezTo>
                    <a:pt x="120000" y="57777"/>
                    <a:pt x="115555" y="53333"/>
                    <a:pt x="115555" y="53333"/>
                  </a:cubicBezTo>
                  <a:cubicBezTo>
                    <a:pt x="111111" y="53333"/>
                    <a:pt x="111111" y="53333"/>
                    <a:pt x="111111" y="53333"/>
                  </a:cubicBezTo>
                  <a:cubicBezTo>
                    <a:pt x="111111" y="53333"/>
                    <a:pt x="111111" y="53333"/>
                    <a:pt x="111111" y="53333"/>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8888"/>
                    <a:pt x="106666" y="48888"/>
                  </a:cubicBezTo>
                  <a:cubicBezTo>
                    <a:pt x="106666" y="48888"/>
                    <a:pt x="106666" y="44444"/>
                    <a:pt x="102222" y="44444"/>
                  </a:cubicBezTo>
                  <a:cubicBezTo>
                    <a:pt x="102222" y="44444"/>
                    <a:pt x="102222" y="44444"/>
                    <a:pt x="102222" y="44444"/>
                  </a:cubicBezTo>
                  <a:cubicBezTo>
                    <a:pt x="106666" y="44444"/>
                    <a:pt x="106666" y="40000"/>
                    <a:pt x="106666" y="40000"/>
                  </a:cubicBezTo>
                  <a:cubicBezTo>
                    <a:pt x="111111" y="35555"/>
                    <a:pt x="111111" y="26666"/>
                    <a:pt x="106666" y="26666"/>
                  </a:cubicBezTo>
                  <a:cubicBezTo>
                    <a:pt x="106666" y="26666"/>
                    <a:pt x="106666" y="26666"/>
                    <a:pt x="106666" y="26666"/>
                  </a:cubicBezTo>
                  <a:cubicBezTo>
                    <a:pt x="106666" y="26666"/>
                    <a:pt x="106666" y="26666"/>
                    <a:pt x="106666" y="26666"/>
                  </a:cubicBezTo>
                  <a:cubicBezTo>
                    <a:pt x="106666" y="22222"/>
                    <a:pt x="106666" y="22222"/>
                    <a:pt x="106666" y="22222"/>
                  </a:cubicBezTo>
                  <a:cubicBezTo>
                    <a:pt x="106666" y="22222"/>
                    <a:pt x="106666" y="22222"/>
                    <a:pt x="106666" y="22222"/>
                  </a:cubicBezTo>
                  <a:cubicBezTo>
                    <a:pt x="106666" y="22222"/>
                    <a:pt x="106666" y="22222"/>
                    <a:pt x="106666" y="22222"/>
                  </a:cubicBezTo>
                  <a:cubicBezTo>
                    <a:pt x="106666" y="22222"/>
                    <a:pt x="106666" y="22222"/>
                    <a:pt x="106666" y="22222"/>
                  </a:cubicBezTo>
                  <a:cubicBezTo>
                    <a:pt x="106666" y="22222"/>
                    <a:pt x="102222" y="22222"/>
                    <a:pt x="102222" y="17777"/>
                  </a:cubicBezTo>
                  <a:cubicBezTo>
                    <a:pt x="102222" y="17777"/>
                    <a:pt x="102222" y="17777"/>
                    <a:pt x="102222" y="17777"/>
                  </a:cubicBezTo>
                  <a:cubicBezTo>
                    <a:pt x="102222" y="17777"/>
                    <a:pt x="102222" y="17777"/>
                    <a:pt x="102222" y="17777"/>
                  </a:cubicBezTo>
                  <a:cubicBezTo>
                    <a:pt x="102222" y="17777"/>
                    <a:pt x="102222" y="17777"/>
                    <a:pt x="102222" y="17777"/>
                  </a:cubicBezTo>
                  <a:cubicBezTo>
                    <a:pt x="102222" y="17777"/>
                    <a:pt x="102222" y="17777"/>
                    <a:pt x="102222" y="17777"/>
                  </a:cubicBezTo>
                  <a:cubicBezTo>
                    <a:pt x="102222" y="17777"/>
                    <a:pt x="102222" y="17777"/>
                    <a:pt x="102222"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7777"/>
                    <a:pt x="97777" y="17777"/>
                    <a:pt x="97777" y="17777"/>
                  </a:cubicBezTo>
                  <a:cubicBezTo>
                    <a:pt x="97777" y="13333"/>
                    <a:pt x="97777" y="13333"/>
                    <a:pt x="97777" y="13333"/>
                  </a:cubicBezTo>
                  <a:cubicBezTo>
                    <a:pt x="97777" y="13333"/>
                    <a:pt x="97777" y="13333"/>
                    <a:pt x="97777" y="13333"/>
                  </a:cubicBezTo>
                  <a:cubicBezTo>
                    <a:pt x="97777" y="13333"/>
                    <a:pt x="97777" y="13333"/>
                    <a:pt x="97777" y="13333"/>
                  </a:cubicBezTo>
                  <a:cubicBezTo>
                    <a:pt x="97777" y="13333"/>
                    <a:pt x="97777" y="13333"/>
                    <a:pt x="97777" y="13333"/>
                  </a:cubicBezTo>
                  <a:cubicBezTo>
                    <a:pt x="97777" y="13333"/>
                    <a:pt x="97777" y="13333"/>
                    <a:pt x="97777" y="13333"/>
                  </a:cubicBezTo>
                  <a:close/>
                  <a:moveTo>
                    <a:pt x="66666" y="44444"/>
                  </a:moveTo>
                  <a:cubicBezTo>
                    <a:pt x="66666" y="48888"/>
                    <a:pt x="66666" y="48888"/>
                    <a:pt x="66666" y="48888"/>
                  </a:cubicBezTo>
                  <a:cubicBezTo>
                    <a:pt x="66666" y="48888"/>
                    <a:pt x="66666" y="48888"/>
                    <a:pt x="66666" y="48888"/>
                  </a:cubicBezTo>
                  <a:cubicBezTo>
                    <a:pt x="66666" y="48888"/>
                    <a:pt x="66666" y="48888"/>
                    <a:pt x="66666" y="48888"/>
                  </a:cubicBezTo>
                  <a:cubicBezTo>
                    <a:pt x="71111" y="48888"/>
                    <a:pt x="71111" y="48888"/>
                    <a:pt x="71111" y="48888"/>
                  </a:cubicBezTo>
                  <a:cubicBezTo>
                    <a:pt x="71111" y="48888"/>
                    <a:pt x="71111" y="48888"/>
                    <a:pt x="71111" y="48888"/>
                  </a:cubicBezTo>
                  <a:cubicBezTo>
                    <a:pt x="71111" y="48888"/>
                    <a:pt x="71111" y="48888"/>
                    <a:pt x="71111" y="48888"/>
                  </a:cubicBezTo>
                  <a:cubicBezTo>
                    <a:pt x="71111" y="53333"/>
                    <a:pt x="75555" y="53333"/>
                    <a:pt x="75555" y="53333"/>
                  </a:cubicBezTo>
                  <a:cubicBezTo>
                    <a:pt x="75555" y="53333"/>
                    <a:pt x="75555" y="53333"/>
                    <a:pt x="75555" y="53333"/>
                  </a:cubicBezTo>
                  <a:cubicBezTo>
                    <a:pt x="75555" y="53333"/>
                    <a:pt x="75555" y="53333"/>
                    <a:pt x="75555" y="53333"/>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57777"/>
                    <a:pt x="75555" y="57777"/>
                    <a:pt x="75555" y="57777"/>
                  </a:cubicBezTo>
                  <a:cubicBezTo>
                    <a:pt x="75555" y="62222"/>
                    <a:pt x="75555" y="62222"/>
                    <a:pt x="75555" y="62222"/>
                  </a:cubicBezTo>
                  <a:cubicBezTo>
                    <a:pt x="75555" y="62222"/>
                    <a:pt x="75555" y="62222"/>
                    <a:pt x="75555" y="62222"/>
                  </a:cubicBezTo>
                  <a:cubicBezTo>
                    <a:pt x="75555" y="62222"/>
                    <a:pt x="75555" y="62222"/>
                    <a:pt x="75555" y="62222"/>
                  </a:cubicBezTo>
                  <a:cubicBezTo>
                    <a:pt x="75555" y="66666"/>
                    <a:pt x="75555" y="66666"/>
                    <a:pt x="75555" y="71111"/>
                  </a:cubicBezTo>
                  <a:cubicBezTo>
                    <a:pt x="75555" y="71111"/>
                    <a:pt x="75555" y="71111"/>
                    <a:pt x="75555" y="71111"/>
                  </a:cubicBezTo>
                  <a:cubicBezTo>
                    <a:pt x="75555" y="71111"/>
                    <a:pt x="75555" y="71111"/>
                    <a:pt x="75555" y="71111"/>
                  </a:cubicBezTo>
                  <a:cubicBezTo>
                    <a:pt x="71111" y="71111"/>
                    <a:pt x="71111" y="71111"/>
                    <a:pt x="71111" y="71111"/>
                  </a:cubicBezTo>
                  <a:cubicBezTo>
                    <a:pt x="71111" y="71111"/>
                    <a:pt x="71111" y="71111"/>
                    <a:pt x="71111" y="71111"/>
                  </a:cubicBezTo>
                  <a:cubicBezTo>
                    <a:pt x="71111" y="71111"/>
                    <a:pt x="71111" y="71111"/>
                    <a:pt x="71111" y="71111"/>
                  </a:cubicBezTo>
                  <a:cubicBezTo>
                    <a:pt x="71111" y="71111"/>
                    <a:pt x="71111" y="71111"/>
                    <a:pt x="71111" y="71111"/>
                  </a:cubicBezTo>
                  <a:cubicBezTo>
                    <a:pt x="71111" y="71111"/>
                    <a:pt x="71111" y="71111"/>
                    <a:pt x="71111" y="71111"/>
                  </a:cubicBezTo>
                  <a:cubicBezTo>
                    <a:pt x="71111" y="71111"/>
                    <a:pt x="71111" y="71111"/>
                    <a:pt x="71111" y="75555"/>
                  </a:cubicBezTo>
                  <a:cubicBezTo>
                    <a:pt x="71111" y="75555"/>
                    <a:pt x="71111" y="75555"/>
                    <a:pt x="66666" y="75555"/>
                  </a:cubicBezTo>
                  <a:cubicBezTo>
                    <a:pt x="66666" y="75555"/>
                    <a:pt x="62222" y="80000"/>
                    <a:pt x="62222" y="80000"/>
                  </a:cubicBezTo>
                  <a:cubicBezTo>
                    <a:pt x="62222" y="80000"/>
                    <a:pt x="62222" y="80000"/>
                    <a:pt x="62222" y="80000"/>
                  </a:cubicBezTo>
                  <a:cubicBezTo>
                    <a:pt x="62222" y="80000"/>
                    <a:pt x="62222" y="80000"/>
                    <a:pt x="62222" y="80000"/>
                  </a:cubicBezTo>
                  <a:cubicBezTo>
                    <a:pt x="62222" y="80000"/>
                    <a:pt x="62222" y="80000"/>
                    <a:pt x="62222" y="80000"/>
                  </a:cubicBezTo>
                  <a:cubicBezTo>
                    <a:pt x="62222" y="80000"/>
                    <a:pt x="62222" y="80000"/>
                    <a:pt x="62222" y="80000"/>
                  </a:cubicBezTo>
                  <a:cubicBezTo>
                    <a:pt x="62222" y="80000"/>
                    <a:pt x="62222" y="80000"/>
                    <a:pt x="62222" y="80000"/>
                  </a:cubicBezTo>
                  <a:cubicBezTo>
                    <a:pt x="57777" y="80000"/>
                    <a:pt x="57777" y="80000"/>
                    <a:pt x="57777" y="80000"/>
                  </a:cubicBezTo>
                  <a:cubicBezTo>
                    <a:pt x="57777" y="80000"/>
                    <a:pt x="57777" y="80000"/>
                    <a:pt x="57777" y="80000"/>
                  </a:cubicBezTo>
                  <a:cubicBezTo>
                    <a:pt x="57777" y="80000"/>
                    <a:pt x="57777" y="80000"/>
                    <a:pt x="57777" y="80000"/>
                  </a:cubicBezTo>
                  <a:cubicBezTo>
                    <a:pt x="57777" y="80000"/>
                    <a:pt x="53333" y="80000"/>
                    <a:pt x="53333" y="80000"/>
                  </a:cubicBezTo>
                  <a:cubicBezTo>
                    <a:pt x="53333" y="80000"/>
                    <a:pt x="53333" y="80000"/>
                    <a:pt x="53333" y="80000"/>
                  </a:cubicBezTo>
                  <a:cubicBezTo>
                    <a:pt x="53333" y="80000"/>
                    <a:pt x="53333" y="80000"/>
                    <a:pt x="53333" y="80000"/>
                  </a:cubicBezTo>
                  <a:cubicBezTo>
                    <a:pt x="53333" y="75555"/>
                    <a:pt x="53333" y="75555"/>
                    <a:pt x="48888" y="75555"/>
                  </a:cubicBezTo>
                  <a:cubicBezTo>
                    <a:pt x="48888" y="75555"/>
                    <a:pt x="48888" y="75555"/>
                    <a:pt x="48888" y="75555"/>
                  </a:cubicBezTo>
                  <a:cubicBezTo>
                    <a:pt x="48888" y="75555"/>
                    <a:pt x="48888" y="75555"/>
                    <a:pt x="48888" y="75555"/>
                  </a:cubicBezTo>
                  <a:cubicBezTo>
                    <a:pt x="48888" y="75555"/>
                    <a:pt x="48888" y="75555"/>
                    <a:pt x="48888" y="75555"/>
                  </a:cubicBezTo>
                  <a:cubicBezTo>
                    <a:pt x="48888" y="75555"/>
                    <a:pt x="48888" y="75555"/>
                    <a:pt x="48888" y="75555"/>
                  </a:cubicBezTo>
                  <a:cubicBezTo>
                    <a:pt x="44444" y="75555"/>
                    <a:pt x="44444" y="75555"/>
                    <a:pt x="44444" y="75555"/>
                  </a:cubicBezTo>
                  <a:cubicBezTo>
                    <a:pt x="44444" y="75555"/>
                    <a:pt x="44444" y="75555"/>
                    <a:pt x="44444" y="75555"/>
                  </a:cubicBezTo>
                  <a:cubicBezTo>
                    <a:pt x="44444" y="75555"/>
                    <a:pt x="44444" y="75555"/>
                    <a:pt x="44444" y="75555"/>
                  </a:cubicBezTo>
                  <a:cubicBezTo>
                    <a:pt x="44444" y="71111"/>
                    <a:pt x="44444" y="71111"/>
                    <a:pt x="44444" y="71111"/>
                  </a:cubicBezTo>
                  <a:cubicBezTo>
                    <a:pt x="44444" y="71111"/>
                    <a:pt x="44444" y="71111"/>
                    <a:pt x="44444" y="71111"/>
                  </a:cubicBezTo>
                  <a:cubicBezTo>
                    <a:pt x="44444" y="71111"/>
                    <a:pt x="44444" y="71111"/>
                    <a:pt x="44444" y="71111"/>
                  </a:cubicBezTo>
                  <a:cubicBezTo>
                    <a:pt x="44444" y="71111"/>
                    <a:pt x="44444" y="71111"/>
                    <a:pt x="44444" y="66666"/>
                  </a:cubicBezTo>
                  <a:cubicBezTo>
                    <a:pt x="44444" y="66666"/>
                    <a:pt x="44444" y="66666"/>
                    <a:pt x="44444" y="66666"/>
                  </a:cubicBezTo>
                  <a:cubicBezTo>
                    <a:pt x="44444" y="66666"/>
                    <a:pt x="44444" y="66666"/>
                    <a:pt x="44444" y="66666"/>
                  </a:cubicBezTo>
                  <a:cubicBezTo>
                    <a:pt x="40000" y="66666"/>
                    <a:pt x="40000" y="62222"/>
                    <a:pt x="40000" y="62222"/>
                  </a:cubicBezTo>
                  <a:cubicBezTo>
                    <a:pt x="40000" y="62222"/>
                    <a:pt x="40000" y="62222"/>
                    <a:pt x="40000" y="62222"/>
                  </a:cubicBezTo>
                  <a:cubicBezTo>
                    <a:pt x="40000" y="62222"/>
                    <a:pt x="40000" y="62222"/>
                    <a:pt x="40000" y="62222"/>
                  </a:cubicBezTo>
                  <a:cubicBezTo>
                    <a:pt x="40000" y="62222"/>
                    <a:pt x="40000" y="62222"/>
                    <a:pt x="40000" y="62222"/>
                  </a:cubicBezTo>
                  <a:cubicBezTo>
                    <a:pt x="40000" y="62222"/>
                    <a:pt x="40000" y="62222"/>
                    <a:pt x="40000" y="62222"/>
                  </a:cubicBezTo>
                  <a:cubicBezTo>
                    <a:pt x="40000" y="57777"/>
                    <a:pt x="40000" y="57777"/>
                    <a:pt x="40000" y="57777"/>
                  </a:cubicBezTo>
                  <a:cubicBezTo>
                    <a:pt x="40000" y="57777"/>
                    <a:pt x="40000" y="57777"/>
                    <a:pt x="40000"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7777"/>
                    <a:pt x="44444" y="57777"/>
                  </a:cubicBezTo>
                  <a:cubicBezTo>
                    <a:pt x="44444" y="57777"/>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53333"/>
                    <a:pt x="44444" y="53333"/>
                    <a:pt x="44444" y="53333"/>
                  </a:cubicBezTo>
                  <a:cubicBezTo>
                    <a:pt x="44444"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48888" y="48888"/>
                    <a:pt x="48888" y="48888"/>
                  </a:cubicBezTo>
                  <a:cubicBezTo>
                    <a:pt x="48888" y="48888"/>
                    <a:pt x="53333" y="48888"/>
                    <a:pt x="53333" y="44444"/>
                  </a:cubicBezTo>
                  <a:cubicBezTo>
                    <a:pt x="53333" y="44444"/>
                    <a:pt x="53333" y="44444"/>
                    <a:pt x="53333" y="44444"/>
                  </a:cubicBezTo>
                  <a:cubicBezTo>
                    <a:pt x="53333" y="44444"/>
                    <a:pt x="53333" y="44444"/>
                    <a:pt x="53333" y="44444"/>
                  </a:cubicBezTo>
                  <a:cubicBezTo>
                    <a:pt x="53333" y="44444"/>
                    <a:pt x="53333" y="44444"/>
                    <a:pt x="53333" y="44444"/>
                  </a:cubicBezTo>
                  <a:cubicBezTo>
                    <a:pt x="53333" y="44444"/>
                    <a:pt x="53333"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57777" y="44444"/>
                    <a:pt x="57777" y="44444"/>
                    <a:pt x="57777" y="44444"/>
                  </a:cubicBezTo>
                  <a:cubicBezTo>
                    <a:pt x="62222" y="44444"/>
                    <a:pt x="62222" y="44444"/>
                    <a:pt x="62222" y="44444"/>
                  </a:cubicBezTo>
                  <a:cubicBezTo>
                    <a:pt x="62222" y="44444"/>
                    <a:pt x="62222" y="44444"/>
                    <a:pt x="62222" y="44444"/>
                  </a:cubicBezTo>
                  <a:cubicBezTo>
                    <a:pt x="62222" y="44444"/>
                    <a:pt x="62222" y="44444"/>
                    <a:pt x="62222" y="44444"/>
                  </a:cubicBezTo>
                  <a:cubicBezTo>
                    <a:pt x="62222" y="44444"/>
                    <a:pt x="62222" y="44444"/>
                    <a:pt x="62222" y="44444"/>
                  </a:cubicBezTo>
                  <a:cubicBezTo>
                    <a:pt x="62222" y="44444"/>
                    <a:pt x="62222" y="44444"/>
                    <a:pt x="62222" y="44444"/>
                  </a:cubicBezTo>
                  <a:cubicBezTo>
                    <a:pt x="62222" y="44444"/>
                    <a:pt x="62222" y="44444"/>
                    <a:pt x="62222" y="44444"/>
                  </a:cubicBezTo>
                  <a:cubicBezTo>
                    <a:pt x="66666" y="44444"/>
                    <a:pt x="66666" y="44444"/>
                    <a:pt x="66666" y="44444"/>
                  </a:cubicBezTo>
                  <a:cubicBezTo>
                    <a:pt x="66666" y="44444"/>
                    <a:pt x="66666" y="44444"/>
                    <a:pt x="66666" y="44444"/>
                  </a:cubicBezTo>
                  <a:cubicBezTo>
                    <a:pt x="66666" y="44444"/>
                    <a:pt x="66666" y="44444"/>
                    <a:pt x="66666" y="44444"/>
                  </a:cubicBezTo>
                  <a:cubicBezTo>
                    <a:pt x="66666" y="44444"/>
                    <a:pt x="66666" y="44444"/>
                    <a:pt x="66666" y="44444"/>
                  </a:cubicBezTo>
                  <a:cubicBezTo>
                    <a:pt x="66666" y="44444"/>
                    <a:pt x="66666" y="44444"/>
                    <a:pt x="66666" y="44444"/>
                  </a:cubicBezTo>
                  <a:cubicBezTo>
                    <a:pt x="66666" y="44444"/>
                    <a:pt x="66666" y="44444"/>
                    <a:pt x="66666" y="44444"/>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AAAF8"/>
                </a:buClr>
                <a:buFont typeface="Arial"/>
                <a:buNone/>
              </a:pPr>
              <a:endParaRPr sz="1800" b="0" i="0" u="none" strike="noStrike" cap="none">
                <a:solidFill>
                  <a:srgbClr val="FFFFFF"/>
                </a:solidFill>
                <a:latin typeface="Comfortaa"/>
                <a:ea typeface="Comfortaa"/>
                <a:cs typeface="Comfortaa"/>
                <a:sym typeface="Comfortaa"/>
              </a:endParaRPr>
            </a:p>
          </p:txBody>
        </p:sp>
      </p:grpSp>
      <p:grpSp>
        <p:nvGrpSpPr>
          <p:cNvPr id="1143" name="Shape 1143"/>
          <p:cNvGrpSpPr/>
          <p:nvPr/>
        </p:nvGrpSpPr>
        <p:grpSpPr>
          <a:xfrm>
            <a:off x="4215977" y="1642876"/>
            <a:ext cx="422890" cy="403451"/>
            <a:chOff x="2114360" y="3051161"/>
            <a:chExt cx="704816" cy="672419"/>
          </a:xfrm>
        </p:grpSpPr>
        <p:sp>
          <p:nvSpPr>
            <p:cNvPr id="1144" name="Shape 1144"/>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1145" name="Shape 1145"/>
            <p:cNvGrpSpPr/>
            <p:nvPr/>
          </p:nvGrpSpPr>
          <p:grpSpPr>
            <a:xfrm>
              <a:off x="2114360" y="3444417"/>
              <a:ext cx="279161" cy="279162"/>
              <a:chOff x="-4901926" y="-20638"/>
              <a:chExt cx="442912" cy="442912"/>
            </a:xfrm>
          </p:grpSpPr>
          <p:sp>
            <p:nvSpPr>
              <p:cNvPr id="1146" name="Shape 1146"/>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47" name="Shape 1147"/>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48" name="Shape 1148"/>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49" name="Shape 1149"/>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0" name="Shape 1150"/>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51" name="Shape 1151"/>
            <p:cNvGrpSpPr/>
            <p:nvPr/>
          </p:nvGrpSpPr>
          <p:grpSpPr>
            <a:xfrm>
              <a:off x="2540014" y="3433349"/>
              <a:ext cx="279161" cy="279162"/>
              <a:chOff x="-4901926" y="-20638"/>
              <a:chExt cx="442912" cy="442912"/>
            </a:xfrm>
          </p:grpSpPr>
          <p:sp>
            <p:nvSpPr>
              <p:cNvPr id="1152" name="Shape 1152"/>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53" name="Shape 1153"/>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4" name="Shape 1154"/>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5" name="Shape 1155"/>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56" name="Shape 1156"/>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57" name="Shape 1157"/>
            <p:cNvGrpSpPr/>
            <p:nvPr/>
          </p:nvGrpSpPr>
          <p:grpSpPr>
            <a:xfrm>
              <a:off x="2338080" y="3051161"/>
              <a:ext cx="279161" cy="279162"/>
              <a:chOff x="-4901926" y="-20638"/>
              <a:chExt cx="442912" cy="442912"/>
            </a:xfrm>
          </p:grpSpPr>
          <p:sp>
            <p:nvSpPr>
              <p:cNvPr id="1158" name="Shape 115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59" name="Shape 1159"/>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60" name="Shape 1160"/>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61" name="Shape 1161"/>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62" name="Shape 1162"/>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163" name="Shape 1163"/>
          <p:cNvGrpSpPr/>
          <p:nvPr/>
        </p:nvGrpSpPr>
        <p:grpSpPr>
          <a:xfrm>
            <a:off x="4742295" y="1874118"/>
            <a:ext cx="167496" cy="167496"/>
            <a:chOff x="-4901926" y="-20638"/>
            <a:chExt cx="442912" cy="442912"/>
          </a:xfrm>
        </p:grpSpPr>
        <p:sp>
          <p:nvSpPr>
            <p:cNvPr id="1164" name="Shape 116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65" name="Shape 1165"/>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66" name="Shape 1166"/>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67" name="Shape 1167"/>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68" name="Shape 1168"/>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169" name="Shape 1169"/>
          <p:cNvGrpSpPr/>
          <p:nvPr/>
        </p:nvGrpSpPr>
        <p:grpSpPr>
          <a:xfrm>
            <a:off x="6170620" y="3305742"/>
            <a:ext cx="422890" cy="403451"/>
            <a:chOff x="2114360" y="3051161"/>
            <a:chExt cx="704816" cy="672419"/>
          </a:xfrm>
        </p:grpSpPr>
        <p:sp>
          <p:nvSpPr>
            <p:cNvPr id="1170" name="Shape 1170"/>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1171" name="Shape 1171"/>
            <p:cNvGrpSpPr/>
            <p:nvPr/>
          </p:nvGrpSpPr>
          <p:grpSpPr>
            <a:xfrm>
              <a:off x="2114360" y="3444417"/>
              <a:ext cx="279161" cy="279162"/>
              <a:chOff x="-4901926" y="-20638"/>
              <a:chExt cx="442912" cy="442912"/>
            </a:xfrm>
          </p:grpSpPr>
          <p:sp>
            <p:nvSpPr>
              <p:cNvPr id="1172" name="Shape 1172"/>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73" name="Shape 1173"/>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74" name="Shape 1174"/>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75" name="Shape 1175"/>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76" name="Shape 1176"/>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77" name="Shape 1177"/>
            <p:cNvGrpSpPr/>
            <p:nvPr/>
          </p:nvGrpSpPr>
          <p:grpSpPr>
            <a:xfrm>
              <a:off x="2540014" y="3433349"/>
              <a:ext cx="279161" cy="279162"/>
              <a:chOff x="-4901926" y="-20638"/>
              <a:chExt cx="442912" cy="442912"/>
            </a:xfrm>
          </p:grpSpPr>
          <p:sp>
            <p:nvSpPr>
              <p:cNvPr id="1178" name="Shape 117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79" name="Shape 1179"/>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0" name="Shape 1180"/>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1" name="Shape 1181"/>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2" name="Shape 1182"/>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183" name="Shape 1183"/>
            <p:cNvGrpSpPr/>
            <p:nvPr/>
          </p:nvGrpSpPr>
          <p:grpSpPr>
            <a:xfrm>
              <a:off x="2338080" y="3051161"/>
              <a:ext cx="279161" cy="279162"/>
              <a:chOff x="-4901926" y="-20638"/>
              <a:chExt cx="442912" cy="442912"/>
            </a:xfrm>
          </p:grpSpPr>
          <p:sp>
            <p:nvSpPr>
              <p:cNvPr id="1184" name="Shape 118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85" name="Shape 1185"/>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6" name="Shape 1186"/>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7" name="Shape 1187"/>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188" name="Shape 1188"/>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189" name="Shape 1189"/>
          <p:cNvGrpSpPr/>
          <p:nvPr/>
        </p:nvGrpSpPr>
        <p:grpSpPr>
          <a:xfrm>
            <a:off x="6696938" y="3536987"/>
            <a:ext cx="167496" cy="167496"/>
            <a:chOff x="-4901926" y="-20638"/>
            <a:chExt cx="442912" cy="442912"/>
          </a:xfrm>
        </p:grpSpPr>
        <p:sp>
          <p:nvSpPr>
            <p:cNvPr id="1190" name="Shape 1190"/>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91" name="Shape 1191"/>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92" name="Shape 1192"/>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93" name="Shape 1193"/>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194" name="Shape 1194"/>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grpSp>
        <p:nvGrpSpPr>
          <p:cNvPr id="1195" name="Shape 1195"/>
          <p:cNvGrpSpPr/>
          <p:nvPr/>
        </p:nvGrpSpPr>
        <p:grpSpPr>
          <a:xfrm>
            <a:off x="7750983" y="3304742"/>
            <a:ext cx="422890" cy="403451"/>
            <a:chOff x="2114360" y="3051161"/>
            <a:chExt cx="704816" cy="672419"/>
          </a:xfrm>
        </p:grpSpPr>
        <p:sp>
          <p:nvSpPr>
            <p:cNvPr id="1196" name="Shape 1196"/>
            <p:cNvSpPr/>
            <p:nvPr/>
          </p:nvSpPr>
          <p:spPr>
            <a:xfrm>
              <a:off x="2211150" y="3156626"/>
              <a:ext cx="512064" cy="514878"/>
            </a:xfrm>
            <a:prstGeom prst="ellipse">
              <a:avLst/>
            </a:prstGeom>
            <a:noFill/>
            <a:ln w="9525" cap="flat" cmpd="sng">
              <a:solidFill>
                <a:schemeClr val="accent3"/>
              </a:solidFill>
              <a:prstDash val="solid"/>
              <a:round/>
              <a:headEnd type="none" w="med" len="med"/>
              <a:tailEnd type="none" w="med" len="med"/>
            </a:ln>
          </p:spPr>
          <p:txBody>
            <a:bodyPr lIns="68550" tIns="34275" rIns="68550"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Comfortaa"/>
                <a:ea typeface="Comfortaa"/>
                <a:cs typeface="Comfortaa"/>
                <a:sym typeface="Comfortaa"/>
              </a:endParaRPr>
            </a:p>
          </p:txBody>
        </p:sp>
        <p:grpSp>
          <p:nvGrpSpPr>
            <p:cNvPr id="1197" name="Shape 1197"/>
            <p:cNvGrpSpPr/>
            <p:nvPr/>
          </p:nvGrpSpPr>
          <p:grpSpPr>
            <a:xfrm>
              <a:off x="2114360" y="3444417"/>
              <a:ext cx="279161" cy="279162"/>
              <a:chOff x="-4901926" y="-20638"/>
              <a:chExt cx="442912" cy="442912"/>
            </a:xfrm>
          </p:grpSpPr>
          <p:sp>
            <p:nvSpPr>
              <p:cNvPr id="1198" name="Shape 1198"/>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199" name="Shape 1199"/>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0" name="Shape 1200"/>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1" name="Shape 1201"/>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2" name="Shape 1202"/>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203" name="Shape 1203"/>
            <p:cNvGrpSpPr/>
            <p:nvPr/>
          </p:nvGrpSpPr>
          <p:grpSpPr>
            <a:xfrm>
              <a:off x="2540014" y="3433349"/>
              <a:ext cx="279161" cy="279162"/>
              <a:chOff x="-4901926" y="-20638"/>
              <a:chExt cx="442912" cy="442912"/>
            </a:xfrm>
          </p:grpSpPr>
          <p:sp>
            <p:nvSpPr>
              <p:cNvPr id="1204" name="Shape 1204"/>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205" name="Shape 1205"/>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6" name="Shape 1206"/>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7" name="Shape 1207"/>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08" name="Shape 1208"/>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nvGrpSpPr>
            <p:cNvPr id="1209" name="Shape 1209"/>
            <p:cNvGrpSpPr/>
            <p:nvPr/>
          </p:nvGrpSpPr>
          <p:grpSpPr>
            <a:xfrm>
              <a:off x="2338080" y="3051161"/>
              <a:ext cx="279161" cy="279162"/>
              <a:chOff x="-4901926" y="-20638"/>
              <a:chExt cx="442912" cy="442912"/>
            </a:xfrm>
          </p:grpSpPr>
          <p:sp>
            <p:nvSpPr>
              <p:cNvPr id="1210" name="Shape 1210"/>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solidFill>
                <a:srgbClr val="FFFFFF"/>
              </a:solidFill>
              <a:ln w="9525" cap="flat" cmpd="sng">
                <a:solidFill>
                  <a:schemeClr val="accent3"/>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211" name="Shape 1211"/>
              <p:cNvCxnSpPr/>
              <p:nvPr/>
            </p:nvCxnSpPr>
            <p:spPr>
              <a:xfrm rot="10800000">
                <a:off x="-4779687"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12" name="Shape 1212"/>
              <p:cNvCxnSpPr/>
              <p:nvPr/>
            </p:nvCxnSpPr>
            <p:spPr>
              <a:xfrm rot="10800000">
                <a:off x="-4711426"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13" name="Shape 1213"/>
              <p:cNvCxnSpPr/>
              <p:nvPr/>
            </p:nvCxnSpPr>
            <p:spPr>
              <a:xfrm rot="10800000">
                <a:off x="-4649512" y="77787"/>
                <a:ext cx="0" cy="222250"/>
              </a:xfrm>
              <a:prstGeom prst="straightConnector1">
                <a:avLst/>
              </a:prstGeom>
              <a:noFill/>
              <a:ln w="9525" cap="rnd" cmpd="sng">
                <a:solidFill>
                  <a:schemeClr val="accent3"/>
                </a:solidFill>
                <a:prstDash val="solid"/>
                <a:round/>
                <a:headEnd type="none" w="med" len="med"/>
                <a:tailEnd type="none" w="med" len="med"/>
              </a:ln>
            </p:spPr>
          </p:cxnSp>
          <p:cxnSp>
            <p:nvCxnSpPr>
              <p:cNvPr id="1214" name="Shape 1214"/>
              <p:cNvCxnSpPr/>
              <p:nvPr/>
            </p:nvCxnSpPr>
            <p:spPr>
              <a:xfrm rot="10800000">
                <a:off x="-4581251" y="77787"/>
                <a:ext cx="0" cy="222250"/>
              </a:xfrm>
              <a:prstGeom prst="straightConnector1">
                <a:avLst/>
              </a:prstGeom>
              <a:noFill/>
              <a:ln w="9525" cap="rnd" cmpd="sng">
                <a:solidFill>
                  <a:schemeClr val="accent3"/>
                </a:solidFill>
                <a:prstDash val="solid"/>
                <a:round/>
                <a:headEnd type="none" w="med" len="med"/>
                <a:tailEnd type="none" w="med" len="med"/>
              </a:ln>
            </p:spPr>
          </p:cxnSp>
        </p:grpSp>
      </p:grpSp>
      <p:grpSp>
        <p:nvGrpSpPr>
          <p:cNvPr id="1215" name="Shape 1215"/>
          <p:cNvGrpSpPr/>
          <p:nvPr/>
        </p:nvGrpSpPr>
        <p:grpSpPr>
          <a:xfrm>
            <a:off x="8277299" y="3535987"/>
            <a:ext cx="167496" cy="167496"/>
            <a:chOff x="-4901926" y="-20638"/>
            <a:chExt cx="442912" cy="442912"/>
          </a:xfrm>
        </p:grpSpPr>
        <p:sp>
          <p:nvSpPr>
            <p:cNvPr id="1216" name="Shape 1216"/>
            <p:cNvSpPr/>
            <p:nvPr/>
          </p:nvSpPr>
          <p:spPr>
            <a:xfrm>
              <a:off x="-4901926" y="-20638"/>
              <a:ext cx="442912" cy="442912"/>
            </a:xfrm>
            <a:custGeom>
              <a:avLst/>
              <a:gdLst/>
              <a:ahLst/>
              <a:cxnLst/>
              <a:rect l="0" t="0" r="0" b="0"/>
              <a:pathLst>
                <a:path w="120000" h="120000" extrusionOk="0">
                  <a:moveTo>
                    <a:pt x="12413" y="0"/>
                  </a:moveTo>
                  <a:cubicBezTo>
                    <a:pt x="109655" y="0"/>
                    <a:pt x="109655" y="0"/>
                    <a:pt x="109655" y="0"/>
                  </a:cubicBezTo>
                  <a:cubicBezTo>
                    <a:pt x="115862" y="0"/>
                    <a:pt x="120000" y="4137"/>
                    <a:pt x="120000" y="10344"/>
                  </a:cubicBezTo>
                  <a:cubicBezTo>
                    <a:pt x="120000" y="109655"/>
                    <a:pt x="120000" y="109655"/>
                    <a:pt x="120000" y="109655"/>
                  </a:cubicBezTo>
                  <a:cubicBezTo>
                    <a:pt x="120000" y="115862"/>
                    <a:pt x="115862" y="120000"/>
                    <a:pt x="109655" y="120000"/>
                  </a:cubicBezTo>
                  <a:cubicBezTo>
                    <a:pt x="12413" y="120000"/>
                    <a:pt x="12413" y="120000"/>
                    <a:pt x="12413" y="120000"/>
                  </a:cubicBezTo>
                  <a:cubicBezTo>
                    <a:pt x="6206" y="120000"/>
                    <a:pt x="0" y="115862"/>
                    <a:pt x="0" y="109655"/>
                  </a:cubicBezTo>
                  <a:cubicBezTo>
                    <a:pt x="0" y="10344"/>
                    <a:pt x="0" y="10344"/>
                    <a:pt x="0" y="10344"/>
                  </a:cubicBezTo>
                  <a:cubicBezTo>
                    <a:pt x="0" y="4137"/>
                    <a:pt x="6206" y="0"/>
                    <a:pt x="12413" y="0"/>
                  </a:cubicBezTo>
                  <a:close/>
                </a:path>
              </a:pathLst>
            </a:custGeom>
            <a:noFill/>
            <a:ln w="9525" cap="flat" cmpd="sng">
              <a:solidFill>
                <a:srgbClr val="5AC68D"/>
              </a:solidFill>
              <a:prstDash val="solid"/>
              <a:miter/>
              <a:headEnd type="none" w="med" len="med"/>
              <a:tailEnd type="none" w="med" len="med"/>
            </a:ln>
          </p:spPr>
          <p:txBody>
            <a:bodyPr lIns="68575" tIns="34275" rIns="68575" bIns="34275" anchor="t" anchorCtr="0">
              <a:noAutofit/>
            </a:bodyPr>
            <a:lstStyle/>
            <a:p>
              <a:pPr marL="0" marR="0" lvl="0" indent="0" algn="l" rtl="0">
                <a:lnSpc>
                  <a:spcPct val="100000"/>
                </a:lnSpc>
                <a:spcBef>
                  <a:spcPts val="0"/>
                </a:spcBef>
                <a:spcAft>
                  <a:spcPts val="0"/>
                </a:spcAft>
                <a:buClr>
                  <a:srgbClr val="000000"/>
                </a:buClr>
                <a:buFont typeface="Arial"/>
                <a:buNone/>
              </a:pPr>
              <a:endParaRPr sz="1050" b="0" i="0" u="none" strike="noStrike" cap="none">
                <a:solidFill>
                  <a:srgbClr val="000000"/>
                </a:solidFill>
                <a:latin typeface="Arial"/>
                <a:ea typeface="Arial"/>
                <a:cs typeface="Arial"/>
                <a:sym typeface="Arial"/>
              </a:endParaRPr>
            </a:p>
          </p:txBody>
        </p:sp>
        <p:cxnSp>
          <p:nvCxnSpPr>
            <p:cNvPr id="1217" name="Shape 1217"/>
            <p:cNvCxnSpPr/>
            <p:nvPr/>
          </p:nvCxnSpPr>
          <p:spPr>
            <a:xfrm rot="10800000">
              <a:off x="-4779687"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218" name="Shape 1218"/>
            <p:cNvCxnSpPr/>
            <p:nvPr/>
          </p:nvCxnSpPr>
          <p:spPr>
            <a:xfrm rot="10800000">
              <a:off x="-4711426"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219" name="Shape 1219"/>
            <p:cNvCxnSpPr/>
            <p:nvPr/>
          </p:nvCxnSpPr>
          <p:spPr>
            <a:xfrm rot="10800000">
              <a:off x="-4649512" y="77787"/>
              <a:ext cx="0" cy="222250"/>
            </a:xfrm>
            <a:prstGeom prst="straightConnector1">
              <a:avLst/>
            </a:prstGeom>
            <a:noFill/>
            <a:ln w="9525" cap="rnd" cmpd="sng">
              <a:solidFill>
                <a:srgbClr val="5AC68D"/>
              </a:solidFill>
              <a:prstDash val="solid"/>
              <a:round/>
              <a:headEnd type="none" w="med" len="med"/>
              <a:tailEnd type="none" w="med" len="med"/>
            </a:ln>
          </p:spPr>
        </p:cxnSp>
        <p:cxnSp>
          <p:nvCxnSpPr>
            <p:cNvPr id="1220" name="Shape 1220"/>
            <p:cNvCxnSpPr/>
            <p:nvPr/>
          </p:nvCxnSpPr>
          <p:spPr>
            <a:xfrm rot="10800000">
              <a:off x="-4581251" y="77787"/>
              <a:ext cx="0" cy="222250"/>
            </a:xfrm>
            <a:prstGeom prst="straightConnector1">
              <a:avLst/>
            </a:prstGeom>
            <a:noFill/>
            <a:ln w="9525" cap="rnd" cmpd="sng">
              <a:solidFill>
                <a:srgbClr val="5AC68D"/>
              </a:solidFill>
              <a:prstDash val="solid"/>
              <a:round/>
              <a:headEnd type="none" w="med" len="med"/>
              <a:tailEnd type="none" w="med" len="med"/>
            </a:ln>
          </p:spPr>
        </p:cxnSp>
      </p:grpSp>
      <p:cxnSp>
        <p:nvCxnSpPr>
          <p:cNvPr id="1221" name="Shape 1221"/>
          <p:cNvCxnSpPr/>
          <p:nvPr/>
        </p:nvCxnSpPr>
        <p:spPr>
          <a:xfrm flipH="1">
            <a:off x="7012128" y="4201169"/>
            <a:ext cx="1028700" cy="3723"/>
          </a:xfrm>
          <a:prstGeom prst="straightConnector1">
            <a:avLst/>
          </a:prstGeom>
          <a:noFill/>
          <a:ln w="19050" cap="flat" cmpd="sng">
            <a:solidFill>
              <a:srgbClr val="A9B4BC"/>
            </a:solidFill>
            <a:prstDash val="solid"/>
            <a:round/>
            <a:headEnd type="triangle" w="lg" len="lg"/>
            <a:tailEnd type="triangle" w="lg" len="lg"/>
          </a:ln>
        </p:spPr>
      </p:cxnSp>
      <p:grpSp>
        <p:nvGrpSpPr>
          <p:cNvPr id="1222" name="Shape 1222"/>
          <p:cNvGrpSpPr/>
          <p:nvPr/>
        </p:nvGrpSpPr>
        <p:grpSpPr>
          <a:xfrm>
            <a:off x="8094852" y="4042175"/>
            <a:ext cx="449273" cy="289404"/>
            <a:chOff x="10357571" y="5131903"/>
            <a:chExt cx="944705" cy="608541"/>
          </a:xfrm>
        </p:grpSpPr>
        <p:sp>
          <p:nvSpPr>
            <p:cNvPr id="1223" name="Shape 1223"/>
            <p:cNvSpPr/>
            <p:nvPr/>
          </p:nvSpPr>
          <p:spPr>
            <a:xfrm>
              <a:off x="10357571" y="5131903"/>
              <a:ext cx="944705" cy="608541"/>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dk1"/>
            </a:solidFill>
            <a:ln>
              <a:noFill/>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Comfortaa"/>
                <a:ea typeface="Comfortaa"/>
                <a:cs typeface="Comfortaa"/>
                <a:sym typeface="Comfortaa"/>
              </a:endParaRPr>
            </a:p>
          </p:txBody>
        </p:sp>
        <p:sp>
          <p:nvSpPr>
            <p:cNvPr id="1224" name="Shape 1224"/>
            <p:cNvSpPr/>
            <p:nvPr/>
          </p:nvSpPr>
          <p:spPr>
            <a:xfrm>
              <a:off x="10574310" y="5310057"/>
              <a:ext cx="485437" cy="321015"/>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grpSp>
        <p:nvGrpSpPr>
          <p:cNvPr id="1225" name="Shape 1225"/>
          <p:cNvGrpSpPr/>
          <p:nvPr/>
        </p:nvGrpSpPr>
        <p:grpSpPr>
          <a:xfrm>
            <a:off x="6567740" y="4011902"/>
            <a:ext cx="353688" cy="417618"/>
            <a:chOff x="8318767" y="5022076"/>
            <a:chExt cx="749179" cy="884597"/>
          </a:xfrm>
        </p:grpSpPr>
        <p:grpSp>
          <p:nvGrpSpPr>
            <p:cNvPr id="1226" name="Shape 1226"/>
            <p:cNvGrpSpPr/>
            <p:nvPr/>
          </p:nvGrpSpPr>
          <p:grpSpPr>
            <a:xfrm>
              <a:off x="8318767" y="5022076"/>
              <a:ext cx="749179" cy="884597"/>
              <a:chOff x="8318767" y="5022076"/>
              <a:chExt cx="749179" cy="884597"/>
            </a:xfrm>
          </p:grpSpPr>
          <p:sp>
            <p:nvSpPr>
              <p:cNvPr id="1227" name="Shape 1227"/>
              <p:cNvSpPr/>
              <p:nvPr/>
            </p:nvSpPr>
            <p:spPr>
              <a:xfrm>
                <a:off x="8318767" y="5022076"/>
                <a:ext cx="749179" cy="884597"/>
              </a:xfrm>
              <a:custGeom>
                <a:avLst/>
                <a:gdLst/>
                <a:ahLst/>
                <a:cxnLst/>
                <a:rect l="0" t="0" r="0" b="0"/>
                <a:pathLst>
                  <a:path w="120000" h="120000" extrusionOk="0">
                    <a:moveTo>
                      <a:pt x="37348" y="67281"/>
                    </a:moveTo>
                    <a:cubicBezTo>
                      <a:pt x="35359" y="67281"/>
                      <a:pt x="33812" y="68571"/>
                      <a:pt x="33812" y="70230"/>
                    </a:cubicBezTo>
                    <a:cubicBezTo>
                      <a:pt x="33812" y="71889"/>
                      <a:pt x="35359" y="73179"/>
                      <a:pt x="37348" y="73179"/>
                    </a:cubicBezTo>
                    <a:cubicBezTo>
                      <a:pt x="39337" y="73179"/>
                      <a:pt x="40883" y="71889"/>
                      <a:pt x="40883" y="70230"/>
                    </a:cubicBezTo>
                    <a:cubicBezTo>
                      <a:pt x="40883" y="68571"/>
                      <a:pt x="39337" y="67281"/>
                      <a:pt x="37348" y="67281"/>
                    </a:cubicBezTo>
                    <a:close/>
                    <a:moveTo>
                      <a:pt x="36906" y="70230"/>
                    </a:moveTo>
                    <a:cubicBezTo>
                      <a:pt x="36906" y="70046"/>
                      <a:pt x="37127" y="69861"/>
                      <a:pt x="37348" y="69861"/>
                    </a:cubicBezTo>
                    <a:cubicBezTo>
                      <a:pt x="37569" y="69861"/>
                      <a:pt x="37790" y="70046"/>
                      <a:pt x="37790" y="70230"/>
                    </a:cubicBezTo>
                    <a:cubicBezTo>
                      <a:pt x="37790" y="70783"/>
                      <a:pt x="36906" y="70783"/>
                      <a:pt x="36906" y="70230"/>
                    </a:cubicBezTo>
                    <a:close/>
                    <a:moveTo>
                      <a:pt x="104972" y="68571"/>
                    </a:moveTo>
                    <a:cubicBezTo>
                      <a:pt x="78011" y="68571"/>
                      <a:pt x="78011" y="68571"/>
                      <a:pt x="78011" y="68571"/>
                    </a:cubicBezTo>
                    <a:cubicBezTo>
                      <a:pt x="76906" y="68571"/>
                      <a:pt x="76022" y="69308"/>
                      <a:pt x="76022" y="70230"/>
                    </a:cubicBezTo>
                    <a:cubicBezTo>
                      <a:pt x="76022" y="71152"/>
                      <a:pt x="76906" y="71889"/>
                      <a:pt x="78011" y="71889"/>
                    </a:cubicBezTo>
                    <a:cubicBezTo>
                      <a:pt x="104972" y="71889"/>
                      <a:pt x="104972" y="71889"/>
                      <a:pt x="104972" y="71889"/>
                    </a:cubicBezTo>
                    <a:cubicBezTo>
                      <a:pt x="106077" y="71889"/>
                      <a:pt x="106961" y="71152"/>
                      <a:pt x="106961" y="70230"/>
                    </a:cubicBezTo>
                    <a:cubicBezTo>
                      <a:pt x="106961" y="69308"/>
                      <a:pt x="106077" y="68571"/>
                      <a:pt x="104972" y="68571"/>
                    </a:cubicBezTo>
                    <a:close/>
                    <a:moveTo>
                      <a:pt x="52154" y="94746"/>
                    </a:moveTo>
                    <a:cubicBezTo>
                      <a:pt x="50165" y="94746"/>
                      <a:pt x="48618" y="96036"/>
                      <a:pt x="48618" y="97695"/>
                    </a:cubicBezTo>
                    <a:cubicBezTo>
                      <a:pt x="48618" y="99354"/>
                      <a:pt x="50165" y="100645"/>
                      <a:pt x="52154" y="100645"/>
                    </a:cubicBezTo>
                    <a:cubicBezTo>
                      <a:pt x="54143" y="100645"/>
                      <a:pt x="55690" y="99354"/>
                      <a:pt x="55690" y="97695"/>
                    </a:cubicBezTo>
                    <a:cubicBezTo>
                      <a:pt x="55690" y="96036"/>
                      <a:pt x="54143" y="94746"/>
                      <a:pt x="52154" y="94746"/>
                    </a:cubicBezTo>
                    <a:close/>
                    <a:moveTo>
                      <a:pt x="51712" y="97695"/>
                    </a:moveTo>
                    <a:cubicBezTo>
                      <a:pt x="51712" y="97327"/>
                      <a:pt x="51933" y="97142"/>
                      <a:pt x="52154" y="97142"/>
                    </a:cubicBezTo>
                    <a:cubicBezTo>
                      <a:pt x="52596" y="97142"/>
                      <a:pt x="52817" y="97327"/>
                      <a:pt x="52817" y="97695"/>
                    </a:cubicBezTo>
                    <a:cubicBezTo>
                      <a:pt x="52817" y="98064"/>
                      <a:pt x="51712" y="98064"/>
                      <a:pt x="51712" y="97695"/>
                    </a:cubicBezTo>
                    <a:close/>
                    <a:moveTo>
                      <a:pt x="104972" y="95852"/>
                    </a:moveTo>
                    <a:cubicBezTo>
                      <a:pt x="78011" y="95852"/>
                      <a:pt x="78011" y="95852"/>
                      <a:pt x="78011" y="95852"/>
                    </a:cubicBezTo>
                    <a:cubicBezTo>
                      <a:pt x="76906" y="95852"/>
                      <a:pt x="76022" y="96774"/>
                      <a:pt x="76022" y="97695"/>
                    </a:cubicBezTo>
                    <a:cubicBezTo>
                      <a:pt x="76022" y="98617"/>
                      <a:pt x="76906" y="99354"/>
                      <a:pt x="78011" y="99354"/>
                    </a:cubicBezTo>
                    <a:cubicBezTo>
                      <a:pt x="104972" y="99354"/>
                      <a:pt x="104972" y="99354"/>
                      <a:pt x="104972" y="99354"/>
                    </a:cubicBezTo>
                    <a:cubicBezTo>
                      <a:pt x="106077" y="99354"/>
                      <a:pt x="106961" y="98617"/>
                      <a:pt x="106961" y="97695"/>
                    </a:cubicBezTo>
                    <a:cubicBezTo>
                      <a:pt x="106961" y="96774"/>
                      <a:pt x="106077" y="95852"/>
                      <a:pt x="104972" y="95852"/>
                    </a:cubicBezTo>
                    <a:close/>
                    <a:moveTo>
                      <a:pt x="52154" y="67281"/>
                    </a:moveTo>
                    <a:cubicBezTo>
                      <a:pt x="50165" y="67281"/>
                      <a:pt x="48618" y="68571"/>
                      <a:pt x="48618" y="70230"/>
                    </a:cubicBezTo>
                    <a:cubicBezTo>
                      <a:pt x="48618" y="71889"/>
                      <a:pt x="50165" y="73179"/>
                      <a:pt x="52154" y="73179"/>
                    </a:cubicBezTo>
                    <a:cubicBezTo>
                      <a:pt x="54143" y="73179"/>
                      <a:pt x="55690" y="71889"/>
                      <a:pt x="55690" y="70230"/>
                    </a:cubicBezTo>
                    <a:cubicBezTo>
                      <a:pt x="55690" y="68571"/>
                      <a:pt x="54143" y="67281"/>
                      <a:pt x="52154" y="67281"/>
                    </a:cubicBezTo>
                    <a:close/>
                    <a:moveTo>
                      <a:pt x="51712" y="70230"/>
                    </a:moveTo>
                    <a:cubicBezTo>
                      <a:pt x="51712" y="70046"/>
                      <a:pt x="51933" y="69861"/>
                      <a:pt x="52154" y="69861"/>
                    </a:cubicBezTo>
                    <a:cubicBezTo>
                      <a:pt x="52596" y="69861"/>
                      <a:pt x="52817" y="70046"/>
                      <a:pt x="52817" y="70230"/>
                    </a:cubicBezTo>
                    <a:cubicBezTo>
                      <a:pt x="52817" y="70783"/>
                      <a:pt x="51712" y="70783"/>
                      <a:pt x="51712" y="70230"/>
                    </a:cubicBezTo>
                    <a:close/>
                    <a:moveTo>
                      <a:pt x="22541" y="67281"/>
                    </a:moveTo>
                    <a:cubicBezTo>
                      <a:pt x="20552" y="67281"/>
                      <a:pt x="19005" y="68571"/>
                      <a:pt x="19005" y="70230"/>
                    </a:cubicBezTo>
                    <a:cubicBezTo>
                      <a:pt x="19005" y="71889"/>
                      <a:pt x="20552" y="73179"/>
                      <a:pt x="22541" y="73179"/>
                    </a:cubicBezTo>
                    <a:cubicBezTo>
                      <a:pt x="24530" y="73179"/>
                      <a:pt x="26077" y="71889"/>
                      <a:pt x="26077" y="70230"/>
                    </a:cubicBezTo>
                    <a:cubicBezTo>
                      <a:pt x="26077" y="68571"/>
                      <a:pt x="24530" y="67281"/>
                      <a:pt x="22541" y="67281"/>
                    </a:cubicBezTo>
                    <a:close/>
                    <a:moveTo>
                      <a:pt x="22099" y="70230"/>
                    </a:moveTo>
                    <a:cubicBezTo>
                      <a:pt x="22099" y="70046"/>
                      <a:pt x="22320" y="69861"/>
                      <a:pt x="22541" y="69861"/>
                    </a:cubicBezTo>
                    <a:cubicBezTo>
                      <a:pt x="22762" y="69861"/>
                      <a:pt x="22983" y="70046"/>
                      <a:pt x="22983" y="70230"/>
                    </a:cubicBezTo>
                    <a:cubicBezTo>
                      <a:pt x="22983" y="70783"/>
                      <a:pt x="22099" y="70783"/>
                      <a:pt x="22099" y="70230"/>
                    </a:cubicBezTo>
                    <a:close/>
                    <a:moveTo>
                      <a:pt x="37348" y="94746"/>
                    </a:moveTo>
                    <a:cubicBezTo>
                      <a:pt x="35359" y="94746"/>
                      <a:pt x="33812" y="96036"/>
                      <a:pt x="33812" y="97695"/>
                    </a:cubicBezTo>
                    <a:cubicBezTo>
                      <a:pt x="33812" y="99354"/>
                      <a:pt x="35359" y="100645"/>
                      <a:pt x="37348" y="100645"/>
                    </a:cubicBezTo>
                    <a:cubicBezTo>
                      <a:pt x="39337" y="100645"/>
                      <a:pt x="40883" y="99354"/>
                      <a:pt x="40883" y="97695"/>
                    </a:cubicBezTo>
                    <a:cubicBezTo>
                      <a:pt x="40883" y="96036"/>
                      <a:pt x="39337" y="94746"/>
                      <a:pt x="37348" y="94746"/>
                    </a:cubicBezTo>
                    <a:close/>
                    <a:moveTo>
                      <a:pt x="36906" y="97695"/>
                    </a:moveTo>
                    <a:cubicBezTo>
                      <a:pt x="36906" y="97327"/>
                      <a:pt x="37127" y="97142"/>
                      <a:pt x="37348" y="97142"/>
                    </a:cubicBezTo>
                    <a:cubicBezTo>
                      <a:pt x="37569" y="97142"/>
                      <a:pt x="37790" y="97327"/>
                      <a:pt x="37790" y="97695"/>
                    </a:cubicBezTo>
                    <a:cubicBezTo>
                      <a:pt x="37790" y="98064"/>
                      <a:pt x="36906" y="98064"/>
                      <a:pt x="36906" y="97695"/>
                    </a:cubicBezTo>
                    <a:close/>
                    <a:moveTo>
                      <a:pt x="22541" y="94746"/>
                    </a:moveTo>
                    <a:cubicBezTo>
                      <a:pt x="20552" y="94746"/>
                      <a:pt x="19005" y="96036"/>
                      <a:pt x="19005" y="97695"/>
                    </a:cubicBezTo>
                    <a:cubicBezTo>
                      <a:pt x="19005" y="99354"/>
                      <a:pt x="20552" y="100645"/>
                      <a:pt x="22541" y="100645"/>
                    </a:cubicBezTo>
                    <a:cubicBezTo>
                      <a:pt x="24530" y="100645"/>
                      <a:pt x="26077" y="99354"/>
                      <a:pt x="26077" y="97695"/>
                    </a:cubicBezTo>
                    <a:cubicBezTo>
                      <a:pt x="26077" y="96036"/>
                      <a:pt x="24530" y="94746"/>
                      <a:pt x="22541" y="94746"/>
                    </a:cubicBezTo>
                    <a:close/>
                    <a:moveTo>
                      <a:pt x="22099" y="97695"/>
                    </a:moveTo>
                    <a:cubicBezTo>
                      <a:pt x="22099" y="97327"/>
                      <a:pt x="22320" y="97142"/>
                      <a:pt x="22541" y="97142"/>
                    </a:cubicBezTo>
                    <a:cubicBezTo>
                      <a:pt x="22762" y="97142"/>
                      <a:pt x="22983" y="97327"/>
                      <a:pt x="22983" y="97695"/>
                    </a:cubicBezTo>
                    <a:cubicBezTo>
                      <a:pt x="22983" y="98064"/>
                      <a:pt x="22099" y="98064"/>
                      <a:pt x="22099" y="97695"/>
                    </a:cubicBezTo>
                    <a:close/>
                    <a:moveTo>
                      <a:pt x="52154" y="12534"/>
                    </a:moveTo>
                    <a:cubicBezTo>
                      <a:pt x="50165" y="12534"/>
                      <a:pt x="48618" y="13824"/>
                      <a:pt x="48618" y="15483"/>
                    </a:cubicBezTo>
                    <a:cubicBezTo>
                      <a:pt x="48618" y="17142"/>
                      <a:pt x="50165" y="18433"/>
                      <a:pt x="52154" y="18433"/>
                    </a:cubicBezTo>
                    <a:cubicBezTo>
                      <a:pt x="54143" y="18433"/>
                      <a:pt x="55690" y="17142"/>
                      <a:pt x="55690" y="15483"/>
                    </a:cubicBezTo>
                    <a:cubicBezTo>
                      <a:pt x="55690" y="13824"/>
                      <a:pt x="54143" y="12534"/>
                      <a:pt x="52154" y="12534"/>
                    </a:cubicBezTo>
                    <a:close/>
                    <a:moveTo>
                      <a:pt x="51712" y="15483"/>
                    </a:moveTo>
                    <a:cubicBezTo>
                      <a:pt x="51712" y="15299"/>
                      <a:pt x="51933" y="15115"/>
                      <a:pt x="52154" y="15115"/>
                    </a:cubicBezTo>
                    <a:cubicBezTo>
                      <a:pt x="52596" y="15115"/>
                      <a:pt x="52817" y="15299"/>
                      <a:pt x="52817" y="15483"/>
                    </a:cubicBezTo>
                    <a:cubicBezTo>
                      <a:pt x="52817" y="16036"/>
                      <a:pt x="51712" y="16036"/>
                      <a:pt x="51712" y="15483"/>
                    </a:cubicBezTo>
                    <a:close/>
                    <a:moveTo>
                      <a:pt x="37348" y="12534"/>
                    </a:moveTo>
                    <a:cubicBezTo>
                      <a:pt x="35359" y="12534"/>
                      <a:pt x="33812" y="13824"/>
                      <a:pt x="33812" y="15483"/>
                    </a:cubicBezTo>
                    <a:cubicBezTo>
                      <a:pt x="33812" y="17142"/>
                      <a:pt x="35359" y="18433"/>
                      <a:pt x="37348" y="18433"/>
                    </a:cubicBezTo>
                    <a:cubicBezTo>
                      <a:pt x="39337" y="18433"/>
                      <a:pt x="40883" y="17142"/>
                      <a:pt x="40883" y="15483"/>
                    </a:cubicBezTo>
                    <a:cubicBezTo>
                      <a:pt x="40883" y="13824"/>
                      <a:pt x="39337" y="12534"/>
                      <a:pt x="37348" y="12534"/>
                    </a:cubicBezTo>
                    <a:close/>
                    <a:moveTo>
                      <a:pt x="36906" y="15483"/>
                    </a:moveTo>
                    <a:cubicBezTo>
                      <a:pt x="36906" y="15299"/>
                      <a:pt x="37127" y="15115"/>
                      <a:pt x="37348" y="15115"/>
                    </a:cubicBezTo>
                    <a:cubicBezTo>
                      <a:pt x="37569" y="15115"/>
                      <a:pt x="37790" y="15299"/>
                      <a:pt x="37790" y="15483"/>
                    </a:cubicBezTo>
                    <a:cubicBezTo>
                      <a:pt x="37790" y="16036"/>
                      <a:pt x="36906" y="16036"/>
                      <a:pt x="36906" y="15483"/>
                    </a:cubicBezTo>
                    <a:close/>
                    <a:moveTo>
                      <a:pt x="104972" y="13824"/>
                    </a:moveTo>
                    <a:cubicBezTo>
                      <a:pt x="78011" y="13824"/>
                      <a:pt x="78011" y="13824"/>
                      <a:pt x="78011" y="13824"/>
                    </a:cubicBezTo>
                    <a:cubicBezTo>
                      <a:pt x="76906" y="13824"/>
                      <a:pt x="76022" y="14562"/>
                      <a:pt x="76022" y="15483"/>
                    </a:cubicBezTo>
                    <a:cubicBezTo>
                      <a:pt x="76022" y="16405"/>
                      <a:pt x="76906" y="17142"/>
                      <a:pt x="78011" y="17142"/>
                    </a:cubicBezTo>
                    <a:cubicBezTo>
                      <a:pt x="104972" y="17142"/>
                      <a:pt x="104972" y="17142"/>
                      <a:pt x="104972" y="17142"/>
                    </a:cubicBezTo>
                    <a:cubicBezTo>
                      <a:pt x="106077" y="17142"/>
                      <a:pt x="106961" y="16405"/>
                      <a:pt x="106961" y="15483"/>
                    </a:cubicBezTo>
                    <a:cubicBezTo>
                      <a:pt x="106961" y="14562"/>
                      <a:pt x="106077" y="13824"/>
                      <a:pt x="104972" y="13824"/>
                    </a:cubicBezTo>
                    <a:close/>
                    <a:moveTo>
                      <a:pt x="120000" y="5714"/>
                    </a:moveTo>
                    <a:cubicBezTo>
                      <a:pt x="120000" y="2580"/>
                      <a:pt x="116906" y="0"/>
                      <a:pt x="113149" y="0"/>
                    </a:cubicBezTo>
                    <a:cubicBezTo>
                      <a:pt x="6850" y="0"/>
                      <a:pt x="6850" y="0"/>
                      <a:pt x="6850" y="0"/>
                    </a:cubicBezTo>
                    <a:cubicBezTo>
                      <a:pt x="3093" y="0"/>
                      <a:pt x="0" y="2580"/>
                      <a:pt x="0" y="5714"/>
                    </a:cubicBezTo>
                    <a:cubicBezTo>
                      <a:pt x="0" y="25253"/>
                      <a:pt x="0" y="25253"/>
                      <a:pt x="0" y="25253"/>
                    </a:cubicBezTo>
                    <a:cubicBezTo>
                      <a:pt x="0" y="26728"/>
                      <a:pt x="662" y="28202"/>
                      <a:pt x="1988" y="29124"/>
                    </a:cubicBezTo>
                    <a:cubicBezTo>
                      <a:pt x="662" y="30230"/>
                      <a:pt x="0" y="31520"/>
                      <a:pt x="0" y="33179"/>
                    </a:cubicBezTo>
                    <a:cubicBezTo>
                      <a:pt x="0" y="52534"/>
                      <a:pt x="0" y="52534"/>
                      <a:pt x="0" y="52534"/>
                    </a:cubicBezTo>
                    <a:cubicBezTo>
                      <a:pt x="0" y="54193"/>
                      <a:pt x="662" y="55483"/>
                      <a:pt x="1988" y="56589"/>
                    </a:cubicBezTo>
                    <a:cubicBezTo>
                      <a:pt x="662" y="57511"/>
                      <a:pt x="0" y="58986"/>
                      <a:pt x="0" y="60460"/>
                    </a:cubicBezTo>
                    <a:cubicBezTo>
                      <a:pt x="0" y="80000"/>
                      <a:pt x="0" y="80000"/>
                      <a:pt x="0" y="80000"/>
                    </a:cubicBezTo>
                    <a:cubicBezTo>
                      <a:pt x="0" y="81474"/>
                      <a:pt x="662" y="82949"/>
                      <a:pt x="1988" y="83870"/>
                    </a:cubicBezTo>
                    <a:cubicBezTo>
                      <a:pt x="662" y="84976"/>
                      <a:pt x="0" y="86451"/>
                      <a:pt x="0" y="87926"/>
                    </a:cubicBezTo>
                    <a:cubicBezTo>
                      <a:pt x="0" y="107281"/>
                      <a:pt x="0" y="107281"/>
                      <a:pt x="0" y="107281"/>
                    </a:cubicBezTo>
                    <a:cubicBezTo>
                      <a:pt x="0" y="110414"/>
                      <a:pt x="3093" y="112995"/>
                      <a:pt x="6850" y="112995"/>
                    </a:cubicBezTo>
                    <a:cubicBezTo>
                      <a:pt x="15027" y="112995"/>
                      <a:pt x="15027" y="112995"/>
                      <a:pt x="15027" y="112995"/>
                    </a:cubicBezTo>
                    <a:cubicBezTo>
                      <a:pt x="15027" y="116682"/>
                      <a:pt x="15027" y="116682"/>
                      <a:pt x="15027" y="116682"/>
                    </a:cubicBezTo>
                    <a:cubicBezTo>
                      <a:pt x="15027" y="118525"/>
                      <a:pt x="16795" y="120000"/>
                      <a:pt x="19005" y="120000"/>
                    </a:cubicBezTo>
                    <a:cubicBezTo>
                      <a:pt x="35359" y="120000"/>
                      <a:pt x="35359" y="120000"/>
                      <a:pt x="35359" y="120000"/>
                    </a:cubicBezTo>
                    <a:cubicBezTo>
                      <a:pt x="37790" y="120000"/>
                      <a:pt x="39558" y="118525"/>
                      <a:pt x="39558" y="116682"/>
                    </a:cubicBezTo>
                    <a:cubicBezTo>
                      <a:pt x="39558" y="112995"/>
                      <a:pt x="39558" y="112995"/>
                      <a:pt x="39558" y="112995"/>
                    </a:cubicBezTo>
                    <a:cubicBezTo>
                      <a:pt x="77790" y="112995"/>
                      <a:pt x="77790" y="112995"/>
                      <a:pt x="77790" y="112995"/>
                    </a:cubicBezTo>
                    <a:cubicBezTo>
                      <a:pt x="77790" y="116682"/>
                      <a:pt x="77790" y="116682"/>
                      <a:pt x="77790" y="116682"/>
                    </a:cubicBezTo>
                    <a:cubicBezTo>
                      <a:pt x="77790" y="118525"/>
                      <a:pt x="79558" y="120000"/>
                      <a:pt x="81988" y="120000"/>
                    </a:cubicBezTo>
                    <a:cubicBezTo>
                      <a:pt x="98342" y="120000"/>
                      <a:pt x="98342" y="120000"/>
                      <a:pt x="98342" y="120000"/>
                    </a:cubicBezTo>
                    <a:cubicBezTo>
                      <a:pt x="100552" y="120000"/>
                      <a:pt x="102320" y="118525"/>
                      <a:pt x="102320" y="116682"/>
                    </a:cubicBezTo>
                    <a:cubicBezTo>
                      <a:pt x="102320" y="112995"/>
                      <a:pt x="102320" y="112995"/>
                      <a:pt x="102320" y="112995"/>
                    </a:cubicBezTo>
                    <a:cubicBezTo>
                      <a:pt x="113149" y="112995"/>
                      <a:pt x="113149" y="112995"/>
                      <a:pt x="113149" y="112995"/>
                    </a:cubicBezTo>
                    <a:cubicBezTo>
                      <a:pt x="116906" y="112995"/>
                      <a:pt x="120000" y="110414"/>
                      <a:pt x="120000" y="107281"/>
                    </a:cubicBezTo>
                    <a:cubicBezTo>
                      <a:pt x="120000" y="87926"/>
                      <a:pt x="120000" y="87926"/>
                      <a:pt x="120000" y="87926"/>
                    </a:cubicBezTo>
                    <a:cubicBezTo>
                      <a:pt x="120000" y="86451"/>
                      <a:pt x="119116" y="84976"/>
                      <a:pt x="118011" y="83870"/>
                    </a:cubicBezTo>
                    <a:cubicBezTo>
                      <a:pt x="119116" y="82949"/>
                      <a:pt x="120000" y="81474"/>
                      <a:pt x="120000" y="80000"/>
                    </a:cubicBezTo>
                    <a:cubicBezTo>
                      <a:pt x="120000" y="60460"/>
                      <a:pt x="120000" y="60460"/>
                      <a:pt x="120000" y="60460"/>
                    </a:cubicBezTo>
                    <a:cubicBezTo>
                      <a:pt x="120000" y="58986"/>
                      <a:pt x="119116" y="57511"/>
                      <a:pt x="118011" y="56589"/>
                    </a:cubicBezTo>
                    <a:cubicBezTo>
                      <a:pt x="119116" y="55483"/>
                      <a:pt x="120000" y="54193"/>
                      <a:pt x="120000" y="52534"/>
                    </a:cubicBezTo>
                    <a:cubicBezTo>
                      <a:pt x="120000" y="33179"/>
                      <a:pt x="120000" y="33179"/>
                      <a:pt x="120000" y="33179"/>
                    </a:cubicBezTo>
                    <a:cubicBezTo>
                      <a:pt x="120000" y="31520"/>
                      <a:pt x="119116" y="30230"/>
                      <a:pt x="118011" y="29124"/>
                    </a:cubicBezTo>
                    <a:cubicBezTo>
                      <a:pt x="119116" y="28202"/>
                      <a:pt x="120000" y="26728"/>
                      <a:pt x="120000" y="25253"/>
                    </a:cubicBezTo>
                    <a:cubicBezTo>
                      <a:pt x="120000" y="5714"/>
                      <a:pt x="120000" y="5714"/>
                      <a:pt x="120000" y="5714"/>
                    </a:cubicBezTo>
                    <a:close/>
                    <a:moveTo>
                      <a:pt x="35359" y="116682"/>
                    </a:moveTo>
                    <a:cubicBezTo>
                      <a:pt x="19005" y="116682"/>
                      <a:pt x="19005" y="116682"/>
                      <a:pt x="19005" y="116682"/>
                    </a:cubicBezTo>
                    <a:cubicBezTo>
                      <a:pt x="19005" y="112995"/>
                      <a:pt x="19005" y="112995"/>
                      <a:pt x="19005" y="112995"/>
                    </a:cubicBezTo>
                    <a:cubicBezTo>
                      <a:pt x="35359" y="112995"/>
                      <a:pt x="35359" y="112995"/>
                      <a:pt x="35359" y="112995"/>
                    </a:cubicBezTo>
                    <a:lnTo>
                      <a:pt x="35359" y="116682"/>
                    </a:lnTo>
                    <a:close/>
                    <a:moveTo>
                      <a:pt x="98342" y="116682"/>
                    </a:moveTo>
                    <a:cubicBezTo>
                      <a:pt x="81988" y="116682"/>
                      <a:pt x="81988" y="116682"/>
                      <a:pt x="81988" y="116682"/>
                    </a:cubicBezTo>
                    <a:cubicBezTo>
                      <a:pt x="81988" y="112995"/>
                      <a:pt x="81988" y="112995"/>
                      <a:pt x="81988" y="112995"/>
                    </a:cubicBezTo>
                    <a:cubicBezTo>
                      <a:pt x="98342" y="112995"/>
                      <a:pt x="98342" y="112995"/>
                      <a:pt x="98342" y="112995"/>
                    </a:cubicBezTo>
                    <a:lnTo>
                      <a:pt x="98342" y="116682"/>
                    </a:lnTo>
                    <a:close/>
                    <a:moveTo>
                      <a:pt x="115801" y="107281"/>
                    </a:moveTo>
                    <a:cubicBezTo>
                      <a:pt x="115801" y="108571"/>
                      <a:pt x="114696" y="109677"/>
                      <a:pt x="113149" y="109677"/>
                    </a:cubicBezTo>
                    <a:cubicBezTo>
                      <a:pt x="6850" y="109677"/>
                      <a:pt x="6850" y="109677"/>
                      <a:pt x="6850" y="109677"/>
                    </a:cubicBezTo>
                    <a:cubicBezTo>
                      <a:pt x="5303" y="109677"/>
                      <a:pt x="3977" y="108571"/>
                      <a:pt x="3977" y="107281"/>
                    </a:cubicBezTo>
                    <a:cubicBezTo>
                      <a:pt x="3977" y="87926"/>
                      <a:pt x="3977" y="87926"/>
                      <a:pt x="3977" y="87926"/>
                    </a:cubicBezTo>
                    <a:cubicBezTo>
                      <a:pt x="3977" y="86635"/>
                      <a:pt x="5303" y="85714"/>
                      <a:pt x="6850" y="85714"/>
                    </a:cubicBezTo>
                    <a:cubicBezTo>
                      <a:pt x="113149" y="85714"/>
                      <a:pt x="113149" y="85714"/>
                      <a:pt x="113149" y="85714"/>
                    </a:cubicBezTo>
                    <a:cubicBezTo>
                      <a:pt x="114696" y="85714"/>
                      <a:pt x="115801" y="86635"/>
                      <a:pt x="115801" y="87926"/>
                    </a:cubicBezTo>
                    <a:lnTo>
                      <a:pt x="115801" y="107281"/>
                    </a:lnTo>
                    <a:close/>
                    <a:moveTo>
                      <a:pt x="115801" y="80000"/>
                    </a:moveTo>
                    <a:cubicBezTo>
                      <a:pt x="115801" y="81290"/>
                      <a:pt x="114696" y="82211"/>
                      <a:pt x="113149" y="82211"/>
                    </a:cubicBezTo>
                    <a:cubicBezTo>
                      <a:pt x="6850" y="82211"/>
                      <a:pt x="6850" y="82211"/>
                      <a:pt x="6850" y="82211"/>
                    </a:cubicBezTo>
                    <a:cubicBezTo>
                      <a:pt x="5303" y="82211"/>
                      <a:pt x="3977" y="81290"/>
                      <a:pt x="3977" y="80000"/>
                    </a:cubicBezTo>
                    <a:cubicBezTo>
                      <a:pt x="3977" y="60460"/>
                      <a:pt x="3977" y="60460"/>
                      <a:pt x="3977" y="60460"/>
                    </a:cubicBezTo>
                    <a:cubicBezTo>
                      <a:pt x="3977" y="59354"/>
                      <a:pt x="5303" y="58248"/>
                      <a:pt x="6850" y="58248"/>
                    </a:cubicBezTo>
                    <a:cubicBezTo>
                      <a:pt x="113149" y="58248"/>
                      <a:pt x="113149" y="58248"/>
                      <a:pt x="113149" y="58248"/>
                    </a:cubicBezTo>
                    <a:cubicBezTo>
                      <a:pt x="114696" y="58248"/>
                      <a:pt x="115801" y="59354"/>
                      <a:pt x="115801" y="60460"/>
                    </a:cubicBezTo>
                    <a:lnTo>
                      <a:pt x="115801" y="80000"/>
                    </a:lnTo>
                    <a:close/>
                    <a:moveTo>
                      <a:pt x="115801" y="52534"/>
                    </a:moveTo>
                    <a:cubicBezTo>
                      <a:pt x="115801" y="53824"/>
                      <a:pt x="114696" y="54930"/>
                      <a:pt x="113149" y="54930"/>
                    </a:cubicBezTo>
                    <a:cubicBezTo>
                      <a:pt x="6850" y="54930"/>
                      <a:pt x="6850" y="54930"/>
                      <a:pt x="6850" y="54930"/>
                    </a:cubicBezTo>
                    <a:cubicBezTo>
                      <a:pt x="5303" y="54930"/>
                      <a:pt x="3977" y="53824"/>
                      <a:pt x="3977" y="52534"/>
                    </a:cubicBezTo>
                    <a:cubicBezTo>
                      <a:pt x="3977" y="33179"/>
                      <a:pt x="3977" y="33179"/>
                      <a:pt x="3977" y="33179"/>
                    </a:cubicBezTo>
                    <a:cubicBezTo>
                      <a:pt x="3977" y="31889"/>
                      <a:pt x="5303" y="30783"/>
                      <a:pt x="6850" y="30783"/>
                    </a:cubicBezTo>
                    <a:cubicBezTo>
                      <a:pt x="113149" y="30783"/>
                      <a:pt x="113149" y="30783"/>
                      <a:pt x="113149" y="30783"/>
                    </a:cubicBezTo>
                    <a:cubicBezTo>
                      <a:pt x="114696" y="30783"/>
                      <a:pt x="115801" y="31889"/>
                      <a:pt x="115801" y="33179"/>
                    </a:cubicBezTo>
                    <a:lnTo>
                      <a:pt x="115801" y="52534"/>
                    </a:lnTo>
                    <a:close/>
                    <a:moveTo>
                      <a:pt x="115801" y="25253"/>
                    </a:moveTo>
                    <a:cubicBezTo>
                      <a:pt x="115801" y="26359"/>
                      <a:pt x="114696" y="27465"/>
                      <a:pt x="113149" y="27465"/>
                    </a:cubicBezTo>
                    <a:cubicBezTo>
                      <a:pt x="6850" y="27465"/>
                      <a:pt x="6850" y="27465"/>
                      <a:pt x="6850" y="27465"/>
                    </a:cubicBezTo>
                    <a:cubicBezTo>
                      <a:pt x="5303" y="27465"/>
                      <a:pt x="3977" y="26359"/>
                      <a:pt x="3977" y="25253"/>
                    </a:cubicBezTo>
                    <a:cubicBezTo>
                      <a:pt x="3977" y="5714"/>
                      <a:pt x="3977" y="5714"/>
                      <a:pt x="3977" y="5714"/>
                    </a:cubicBezTo>
                    <a:cubicBezTo>
                      <a:pt x="3977" y="4423"/>
                      <a:pt x="5303" y="3502"/>
                      <a:pt x="6850" y="3502"/>
                    </a:cubicBezTo>
                    <a:cubicBezTo>
                      <a:pt x="113149" y="3502"/>
                      <a:pt x="113149" y="3502"/>
                      <a:pt x="113149" y="3502"/>
                    </a:cubicBezTo>
                    <a:cubicBezTo>
                      <a:pt x="114696" y="3502"/>
                      <a:pt x="115801" y="4423"/>
                      <a:pt x="115801" y="5714"/>
                    </a:cubicBezTo>
                    <a:lnTo>
                      <a:pt x="115801" y="25253"/>
                    </a:lnTo>
                    <a:close/>
                    <a:moveTo>
                      <a:pt x="37348" y="39815"/>
                    </a:moveTo>
                    <a:cubicBezTo>
                      <a:pt x="35359" y="39815"/>
                      <a:pt x="33812" y="41290"/>
                      <a:pt x="33812" y="42764"/>
                    </a:cubicBezTo>
                    <a:cubicBezTo>
                      <a:pt x="33812" y="44423"/>
                      <a:pt x="35359" y="45898"/>
                      <a:pt x="37348" y="45898"/>
                    </a:cubicBezTo>
                    <a:cubicBezTo>
                      <a:pt x="39337" y="45898"/>
                      <a:pt x="40883" y="44423"/>
                      <a:pt x="40883" y="42764"/>
                    </a:cubicBezTo>
                    <a:cubicBezTo>
                      <a:pt x="40883" y="41290"/>
                      <a:pt x="39337" y="39815"/>
                      <a:pt x="37348" y="39815"/>
                    </a:cubicBezTo>
                    <a:close/>
                    <a:moveTo>
                      <a:pt x="36906" y="42764"/>
                    </a:moveTo>
                    <a:cubicBezTo>
                      <a:pt x="36906" y="42580"/>
                      <a:pt x="37127" y="42396"/>
                      <a:pt x="37348" y="42396"/>
                    </a:cubicBezTo>
                    <a:cubicBezTo>
                      <a:pt x="37569" y="42396"/>
                      <a:pt x="37790" y="42580"/>
                      <a:pt x="37790" y="42764"/>
                    </a:cubicBezTo>
                    <a:cubicBezTo>
                      <a:pt x="37790" y="43317"/>
                      <a:pt x="36906" y="43317"/>
                      <a:pt x="36906" y="42764"/>
                    </a:cubicBezTo>
                    <a:close/>
                    <a:moveTo>
                      <a:pt x="22541" y="39815"/>
                    </a:moveTo>
                    <a:cubicBezTo>
                      <a:pt x="20552" y="39815"/>
                      <a:pt x="19005" y="41290"/>
                      <a:pt x="19005" y="42764"/>
                    </a:cubicBezTo>
                    <a:cubicBezTo>
                      <a:pt x="19005" y="44423"/>
                      <a:pt x="20552" y="45898"/>
                      <a:pt x="22541" y="45898"/>
                    </a:cubicBezTo>
                    <a:cubicBezTo>
                      <a:pt x="24530" y="45898"/>
                      <a:pt x="26077" y="44423"/>
                      <a:pt x="26077" y="42764"/>
                    </a:cubicBezTo>
                    <a:cubicBezTo>
                      <a:pt x="26077" y="41290"/>
                      <a:pt x="24530" y="39815"/>
                      <a:pt x="22541" y="39815"/>
                    </a:cubicBezTo>
                    <a:close/>
                    <a:moveTo>
                      <a:pt x="22099" y="42764"/>
                    </a:moveTo>
                    <a:cubicBezTo>
                      <a:pt x="22099" y="42580"/>
                      <a:pt x="22320" y="42396"/>
                      <a:pt x="22541" y="42396"/>
                    </a:cubicBezTo>
                    <a:cubicBezTo>
                      <a:pt x="22762" y="42396"/>
                      <a:pt x="22983" y="42580"/>
                      <a:pt x="22983" y="42764"/>
                    </a:cubicBezTo>
                    <a:cubicBezTo>
                      <a:pt x="22983" y="43317"/>
                      <a:pt x="22099" y="43317"/>
                      <a:pt x="22099" y="42764"/>
                    </a:cubicBezTo>
                    <a:close/>
                    <a:moveTo>
                      <a:pt x="52154" y="39815"/>
                    </a:moveTo>
                    <a:cubicBezTo>
                      <a:pt x="50165" y="39815"/>
                      <a:pt x="48618" y="41290"/>
                      <a:pt x="48618" y="42764"/>
                    </a:cubicBezTo>
                    <a:cubicBezTo>
                      <a:pt x="48618" y="44423"/>
                      <a:pt x="50165" y="45898"/>
                      <a:pt x="52154" y="45898"/>
                    </a:cubicBezTo>
                    <a:cubicBezTo>
                      <a:pt x="54143" y="45898"/>
                      <a:pt x="55690" y="44423"/>
                      <a:pt x="55690" y="42764"/>
                    </a:cubicBezTo>
                    <a:cubicBezTo>
                      <a:pt x="55690" y="41290"/>
                      <a:pt x="54143" y="39815"/>
                      <a:pt x="52154" y="39815"/>
                    </a:cubicBezTo>
                    <a:close/>
                    <a:moveTo>
                      <a:pt x="51712" y="42764"/>
                    </a:moveTo>
                    <a:cubicBezTo>
                      <a:pt x="51712" y="42580"/>
                      <a:pt x="51933" y="42396"/>
                      <a:pt x="52154" y="42396"/>
                    </a:cubicBezTo>
                    <a:cubicBezTo>
                      <a:pt x="52596" y="42396"/>
                      <a:pt x="52817" y="42580"/>
                      <a:pt x="52817" y="42764"/>
                    </a:cubicBezTo>
                    <a:cubicBezTo>
                      <a:pt x="52817" y="43317"/>
                      <a:pt x="51712" y="43317"/>
                      <a:pt x="51712" y="42764"/>
                    </a:cubicBezTo>
                    <a:close/>
                    <a:moveTo>
                      <a:pt x="104972" y="41105"/>
                    </a:moveTo>
                    <a:cubicBezTo>
                      <a:pt x="78011" y="41105"/>
                      <a:pt x="78011" y="41105"/>
                      <a:pt x="78011" y="41105"/>
                    </a:cubicBezTo>
                    <a:cubicBezTo>
                      <a:pt x="76906" y="41105"/>
                      <a:pt x="76022" y="41843"/>
                      <a:pt x="76022" y="42764"/>
                    </a:cubicBezTo>
                    <a:cubicBezTo>
                      <a:pt x="76022" y="43870"/>
                      <a:pt x="76906" y="44608"/>
                      <a:pt x="78011" y="44608"/>
                    </a:cubicBezTo>
                    <a:cubicBezTo>
                      <a:pt x="104972" y="44608"/>
                      <a:pt x="104972" y="44608"/>
                      <a:pt x="104972" y="44608"/>
                    </a:cubicBezTo>
                    <a:cubicBezTo>
                      <a:pt x="106077" y="44608"/>
                      <a:pt x="106961" y="43870"/>
                      <a:pt x="106961" y="42764"/>
                    </a:cubicBezTo>
                    <a:cubicBezTo>
                      <a:pt x="106961" y="41843"/>
                      <a:pt x="106077" y="41105"/>
                      <a:pt x="104972" y="41105"/>
                    </a:cubicBezTo>
                    <a:close/>
                    <a:moveTo>
                      <a:pt x="22541" y="12534"/>
                    </a:moveTo>
                    <a:cubicBezTo>
                      <a:pt x="20552" y="12534"/>
                      <a:pt x="19005" y="13824"/>
                      <a:pt x="19005" y="15483"/>
                    </a:cubicBezTo>
                    <a:cubicBezTo>
                      <a:pt x="19005" y="17142"/>
                      <a:pt x="20552" y="18433"/>
                      <a:pt x="22541" y="18433"/>
                    </a:cubicBezTo>
                    <a:cubicBezTo>
                      <a:pt x="24530" y="18433"/>
                      <a:pt x="26077" y="17142"/>
                      <a:pt x="26077" y="15483"/>
                    </a:cubicBezTo>
                    <a:cubicBezTo>
                      <a:pt x="26077" y="13824"/>
                      <a:pt x="24530" y="12534"/>
                      <a:pt x="22541" y="12534"/>
                    </a:cubicBezTo>
                    <a:close/>
                    <a:moveTo>
                      <a:pt x="22099" y="15483"/>
                    </a:moveTo>
                    <a:cubicBezTo>
                      <a:pt x="22099" y="15299"/>
                      <a:pt x="22320" y="15115"/>
                      <a:pt x="22541" y="15115"/>
                    </a:cubicBezTo>
                    <a:cubicBezTo>
                      <a:pt x="22762" y="15115"/>
                      <a:pt x="22983" y="15299"/>
                      <a:pt x="22983" y="15483"/>
                    </a:cubicBezTo>
                    <a:cubicBezTo>
                      <a:pt x="22983" y="16036"/>
                      <a:pt x="22099" y="16036"/>
                      <a:pt x="22099" y="15483"/>
                    </a:cubicBezTo>
                    <a:close/>
                  </a:path>
                </a:pathLst>
              </a:custGeom>
              <a:solidFill>
                <a:schemeClr val="dk1"/>
              </a:solidFill>
              <a:ln>
                <a:noFill/>
              </a:ln>
            </p:spPr>
            <p:txBody>
              <a:bodyPr lIns="68550" tIns="34275" rIns="68550" bIns="34275" anchor="t" anchorCtr="0">
                <a:noAutofit/>
              </a:bodyPr>
              <a:lstStyle/>
              <a:p>
                <a:pPr marL="0" marR="0" lvl="0" indent="0" algn="l" rtl="0">
                  <a:lnSpc>
                    <a:spcPct val="100000"/>
                  </a:lnSpc>
                  <a:spcBef>
                    <a:spcPts val="0"/>
                  </a:spcBef>
                  <a:spcAft>
                    <a:spcPts val="0"/>
                  </a:spcAft>
                  <a:buClr>
                    <a:srgbClr val="000000"/>
                  </a:buClr>
                  <a:buFont typeface="Arial"/>
                  <a:buNone/>
                </a:pPr>
                <a:endParaRPr sz="1350" b="0" i="0" u="none" strike="noStrike" cap="none">
                  <a:solidFill>
                    <a:srgbClr val="394E55"/>
                  </a:solidFill>
                  <a:latin typeface="Arial"/>
                  <a:ea typeface="Arial"/>
                  <a:cs typeface="Arial"/>
                  <a:sym typeface="Arial"/>
                </a:endParaRPr>
              </a:p>
            </p:txBody>
          </p:sp>
          <p:sp>
            <p:nvSpPr>
              <p:cNvPr id="1228" name="Shape 1228"/>
              <p:cNvSpPr/>
              <p:nvPr/>
            </p:nvSpPr>
            <p:spPr>
              <a:xfrm>
                <a:off x="8410757" y="5271496"/>
                <a:ext cx="570207" cy="172805"/>
              </a:xfrm>
              <a:prstGeom prst="rect">
                <a:avLst/>
              </a:prstGeom>
              <a:solidFill>
                <a:schemeClr val="lt1"/>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Arial"/>
                  <a:ea typeface="Arial"/>
                  <a:cs typeface="Arial"/>
                  <a:sym typeface="Arial"/>
                </a:endParaRPr>
              </a:p>
            </p:txBody>
          </p:sp>
          <p:sp>
            <p:nvSpPr>
              <p:cNvPr id="1229" name="Shape 1229"/>
              <p:cNvSpPr/>
              <p:nvPr/>
            </p:nvSpPr>
            <p:spPr>
              <a:xfrm>
                <a:off x="8393300" y="5341403"/>
                <a:ext cx="632290" cy="244539"/>
              </a:xfrm>
              <a:prstGeom prst="rect">
                <a:avLst/>
              </a:prstGeom>
              <a:solidFill>
                <a:schemeClr val="lt1"/>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050" b="0" i="0" u="none" strike="noStrike" cap="none">
                  <a:solidFill>
                    <a:srgbClr val="FFFFFF"/>
                  </a:solidFill>
                  <a:latin typeface="Arial"/>
                  <a:ea typeface="Arial"/>
                  <a:cs typeface="Arial"/>
                  <a:sym typeface="Arial"/>
                </a:endParaRPr>
              </a:p>
            </p:txBody>
          </p:sp>
        </p:grpSp>
        <p:sp>
          <p:nvSpPr>
            <p:cNvPr id="1230" name="Shape 1230"/>
            <p:cNvSpPr/>
            <p:nvPr/>
          </p:nvSpPr>
          <p:spPr>
            <a:xfrm>
              <a:off x="8466295" y="5271496"/>
              <a:ext cx="485437" cy="321015"/>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accent6"/>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000000"/>
                </a:solidFill>
                <a:latin typeface="Arial"/>
                <a:ea typeface="Arial"/>
                <a:cs typeface="Arial"/>
                <a:sym typeface="Arial"/>
              </a:endParaRPr>
            </a:p>
          </p:txBody>
        </p:sp>
      </p:grpSp>
      <p:sp>
        <p:nvSpPr>
          <p:cNvPr id="1231" name="Shape 1231"/>
          <p:cNvSpPr/>
          <p:nvPr/>
        </p:nvSpPr>
        <p:spPr>
          <a:xfrm>
            <a:off x="424372" y="1473779"/>
            <a:ext cx="2040709" cy="23196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1C2B30"/>
              </a:buClr>
              <a:buSzPct val="25000"/>
              <a:buFont typeface="Comfortaa"/>
              <a:buNone/>
            </a:pPr>
            <a:r>
              <a:rPr lang="en" sz="1400" b="1" i="0" u="none" strike="noStrike" cap="none">
                <a:solidFill>
                  <a:srgbClr val="394E55"/>
                </a:solidFill>
                <a:latin typeface="Comfortaa"/>
                <a:ea typeface="Comfortaa"/>
                <a:cs typeface="Comfortaa"/>
                <a:sym typeface="Comfortaa"/>
              </a:rPr>
              <a:t>DEVELOPERS</a:t>
            </a:r>
          </a:p>
          <a:p>
            <a:pPr marL="0" marR="0" lvl="0" indent="0" algn="ctr" rtl="0">
              <a:lnSpc>
                <a:spcPct val="100000"/>
              </a:lnSpc>
              <a:spcBef>
                <a:spcPts val="0"/>
              </a:spcBef>
              <a:spcAft>
                <a:spcPts val="0"/>
              </a:spcAft>
              <a:buClr>
                <a:srgbClr val="1C2B30"/>
              </a:buClr>
              <a:buFont typeface="Arial"/>
              <a:buNone/>
            </a:pPr>
            <a:endParaRPr sz="1400" b="0" i="0" u="none" strike="noStrike" cap="none">
              <a:solidFill>
                <a:srgbClr val="394E55"/>
              </a:solidFill>
              <a:latin typeface="Comfortaa"/>
              <a:ea typeface="Comfortaa"/>
              <a:cs typeface="Comfortaa"/>
              <a:sym typeface="Comfortaa"/>
            </a:endParaRPr>
          </a:p>
        </p:txBody>
      </p:sp>
      <p:sp>
        <p:nvSpPr>
          <p:cNvPr id="1232" name="Shape 1232"/>
          <p:cNvSpPr/>
          <p:nvPr/>
        </p:nvSpPr>
        <p:spPr>
          <a:xfrm>
            <a:off x="6655960" y="1473779"/>
            <a:ext cx="1832829" cy="25158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1C2B30"/>
              </a:buClr>
              <a:buSzPct val="25000"/>
              <a:buFont typeface="Comfortaa"/>
              <a:buNone/>
            </a:pPr>
            <a:r>
              <a:rPr lang="en" sz="1400" b="1" i="0" u="none" strike="noStrike" cap="none">
                <a:solidFill>
                  <a:srgbClr val="394E55"/>
                </a:solidFill>
                <a:latin typeface="Comfortaa"/>
                <a:ea typeface="Comfortaa"/>
                <a:cs typeface="Comfortaa"/>
                <a:sym typeface="Comfortaa"/>
              </a:rPr>
              <a:t>IT OPERATIONS</a:t>
            </a:r>
          </a:p>
        </p:txBody>
      </p:sp>
      <p:sp>
        <p:nvSpPr>
          <p:cNvPr id="1233" name="Shape 1233"/>
          <p:cNvSpPr txBox="1"/>
          <p:nvPr/>
        </p:nvSpPr>
        <p:spPr>
          <a:xfrm>
            <a:off x="7011582" y="2602067"/>
            <a:ext cx="1046811" cy="166627"/>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7F7F7F"/>
              </a:buClr>
              <a:buSzPct val="25000"/>
              <a:buFont typeface="Comfortaa"/>
              <a:buNone/>
            </a:pPr>
            <a:r>
              <a:rPr lang="en" sz="800" b="1" i="0" u="none" strike="noStrike" cap="none">
                <a:solidFill>
                  <a:srgbClr val="708491"/>
                </a:solidFill>
                <a:latin typeface="Arial"/>
                <a:ea typeface="Arial"/>
                <a:cs typeface="Arial"/>
                <a:sym typeface="Arial"/>
              </a:rPr>
              <a:t> Control Plane</a:t>
            </a:r>
          </a:p>
        </p:txBody>
      </p:sp>
      <p:sp>
        <p:nvSpPr>
          <p:cNvPr id="1234" name="Shape 1234"/>
          <p:cNvSpPr/>
          <p:nvPr/>
        </p:nvSpPr>
        <p:spPr>
          <a:xfrm rot="-5400000">
            <a:off x="3287982" y="2405971"/>
            <a:ext cx="2891999" cy="1171500"/>
          </a:xfrm>
          <a:prstGeom prst="rect">
            <a:avLst/>
          </a:prstGeom>
          <a:noFill/>
          <a:ln w="12700" cap="flat" cmpd="sng">
            <a:solidFill>
              <a:schemeClr val="dk1"/>
            </a:solidFill>
            <a:prstDash val="solid"/>
            <a:round/>
            <a:headEnd type="none" w="med" len="med"/>
            <a:tailEnd type="none" w="med" len="med"/>
          </a:ln>
        </p:spPr>
        <p:txBody>
          <a:bodyPr lIns="51425" tIns="25700" rIns="51425" bIns="25700" anchor="ctr" anchorCtr="0">
            <a:noAutofit/>
          </a:bodyPr>
          <a:lstStyle/>
          <a:p>
            <a:pPr marL="0" marR="0" lvl="0" indent="0" algn="ctr" rtl="0">
              <a:lnSpc>
                <a:spcPct val="100000"/>
              </a:lnSpc>
              <a:spcBef>
                <a:spcPts val="0"/>
              </a:spcBef>
              <a:spcAft>
                <a:spcPts val="0"/>
              </a:spcAft>
              <a:buClr>
                <a:srgbClr val="000000"/>
              </a:buClr>
              <a:buFont typeface="Arial"/>
              <a:buNone/>
            </a:pPr>
            <a:endParaRPr sz="825" b="0" i="0" u="none" strike="noStrike" cap="none">
              <a:solidFill>
                <a:srgbClr val="394E55"/>
              </a:solidFill>
              <a:latin typeface="Comfortaa"/>
              <a:ea typeface="Comfortaa"/>
              <a:cs typeface="Comfortaa"/>
              <a:sym typeface="Comfortaa"/>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Shape 1239"/>
          <p:cNvSpPr txBox="1">
            <a:spLocks noGrp="1"/>
          </p:cNvSpPr>
          <p:nvPr>
            <p:ph type="title"/>
          </p:nvPr>
        </p:nvSpPr>
        <p:spPr>
          <a:xfrm>
            <a:off x="242887" y="207982"/>
            <a:ext cx="8643937" cy="61317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chemeClr val="dk2"/>
              </a:buClr>
              <a:buSzPct val="25000"/>
              <a:buFont typeface="Arial"/>
              <a:buNone/>
            </a:pPr>
            <a:r>
              <a:rPr lang="en" sz="2800" b="0" i="0" u="none" strike="noStrike" cap="none">
                <a:solidFill>
                  <a:schemeClr val="dk2"/>
                </a:solidFill>
                <a:latin typeface="Arial"/>
                <a:ea typeface="Arial"/>
                <a:cs typeface="Arial"/>
                <a:sym typeface="Arial"/>
              </a:rPr>
              <a:t>Containers as a Service</a:t>
            </a:r>
          </a:p>
        </p:txBody>
      </p:sp>
      <p:sp>
        <p:nvSpPr>
          <p:cNvPr id="1240" name="Shape 1240"/>
          <p:cNvSpPr/>
          <p:nvPr/>
        </p:nvSpPr>
        <p:spPr>
          <a:xfrm>
            <a:off x="1215445" y="2451296"/>
            <a:ext cx="2502210" cy="2146410"/>
          </a:xfrm>
          <a:prstGeom prst="homePlate">
            <a:avLst>
              <a:gd name="adj" fmla="val 39387"/>
            </a:avLst>
          </a:prstGeom>
          <a:solidFill>
            <a:srgbClr val="FFFFFF"/>
          </a:solidFill>
          <a:ln w="9525" cap="flat" cmpd="sng">
            <a:solidFill>
              <a:srgbClr val="D9D9D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cxnSp>
        <p:nvCxnSpPr>
          <p:cNvPr id="1241" name="Shape 1241"/>
          <p:cNvCxnSpPr/>
          <p:nvPr/>
        </p:nvCxnSpPr>
        <p:spPr>
          <a:xfrm rot="10800000" flipH="1">
            <a:off x="5000535" y="2992711"/>
            <a:ext cx="1105173" cy="465324"/>
          </a:xfrm>
          <a:prstGeom prst="straightConnector1">
            <a:avLst/>
          </a:prstGeom>
          <a:noFill/>
          <a:ln w="12700" cap="flat" cmpd="sng">
            <a:solidFill>
              <a:srgbClr val="A5A5A5"/>
            </a:solidFill>
            <a:prstDash val="solid"/>
            <a:round/>
            <a:headEnd type="none" w="med" len="med"/>
            <a:tailEnd type="stealth" w="lg" len="lg"/>
          </a:ln>
        </p:spPr>
      </p:cxnSp>
      <p:cxnSp>
        <p:nvCxnSpPr>
          <p:cNvPr id="1242" name="Shape 1242"/>
          <p:cNvCxnSpPr/>
          <p:nvPr/>
        </p:nvCxnSpPr>
        <p:spPr>
          <a:xfrm>
            <a:off x="4906987" y="3625869"/>
            <a:ext cx="1150002" cy="826375"/>
          </a:xfrm>
          <a:prstGeom prst="straightConnector1">
            <a:avLst/>
          </a:prstGeom>
          <a:noFill/>
          <a:ln w="12700" cap="flat" cmpd="sng">
            <a:solidFill>
              <a:srgbClr val="A5A5A5"/>
            </a:solidFill>
            <a:prstDash val="solid"/>
            <a:round/>
            <a:headEnd type="none" w="med" len="med"/>
            <a:tailEnd type="stealth" w="lg" len="lg"/>
          </a:ln>
        </p:spPr>
      </p:cxnSp>
      <p:pic>
        <p:nvPicPr>
          <p:cNvPr id="1243" name="Shape 1243"/>
          <p:cNvPicPr preferRelativeResize="0"/>
          <p:nvPr/>
        </p:nvPicPr>
        <p:blipFill rotWithShape="1">
          <a:blip r:embed="rId3">
            <a:alphaModFix/>
          </a:blip>
          <a:srcRect/>
          <a:stretch/>
        </p:blipFill>
        <p:spPr>
          <a:xfrm>
            <a:off x="1499125" y="2589064"/>
            <a:ext cx="370192" cy="370192"/>
          </a:xfrm>
          <a:prstGeom prst="rect">
            <a:avLst/>
          </a:prstGeom>
          <a:noFill/>
          <a:ln>
            <a:noFill/>
          </a:ln>
        </p:spPr>
      </p:pic>
      <p:pic>
        <p:nvPicPr>
          <p:cNvPr id="1244" name="Shape 1244"/>
          <p:cNvPicPr preferRelativeResize="0"/>
          <p:nvPr/>
        </p:nvPicPr>
        <p:blipFill rotWithShape="1">
          <a:blip r:embed="rId3">
            <a:alphaModFix/>
          </a:blip>
          <a:srcRect/>
          <a:stretch/>
        </p:blipFill>
        <p:spPr>
          <a:xfrm>
            <a:off x="1501570" y="3337707"/>
            <a:ext cx="370192" cy="370192"/>
          </a:xfrm>
          <a:prstGeom prst="rect">
            <a:avLst/>
          </a:prstGeom>
          <a:noFill/>
          <a:ln>
            <a:noFill/>
          </a:ln>
        </p:spPr>
      </p:pic>
      <p:pic>
        <p:nvPicPr>
          <p:cNvPr id="1245" name="Shape 1245"/>
          <p:cNvPicPr preferRelativeResize="0"/>
          <p:nvPr/>
        </p:nvPicPr>
        <p:blipFill rotWithShape="1">
          <a:blip r:embed="rId3">
            <a:alphaModFix/>
          </a:blip>
          <a:srcRect/>
          <a:stretch/>
        </p:blipFill>
        <p:spPr>
          <a:xfrm>
            <a:off x="1499816" y="4023171"/>
            <a:ext cx="370192" cy="370192"/>
          </a:xfrm>
          <a:prstGeom prst="rect">
            <a:avLst/>
          </a:prstGeom>
          <a:noFill/>
          <a:ln>
            <a:noFill/>
          </a:ln>
        </p:spPr>
      </p:pic>
      <p:pic>
        <p:nvPicPr>
          <p:cNvPr id="1246" name="Shape 1246"/>
          <p:cNvPicPr preferRelativeResize="0"/>
          <p:nvPr/>
        </p:nvPicPr>
        <p:blipFill rotWithShape="1">
          <a:blip r:embed="rId4">
            <a:alphaModFix/>
          </a:blip>
          <a:srcRect/>
          <a:stretch/>
        </p:blipFill>
        <p:spPr>
          <a:xfrm>
            <a:off x="6874482" y="2096999"/>
            <a:ext cx="570694" cy="448547"/>
          </a:xfrm>
          <a:prstGeom prst="rect">
            <a:avLst/>
          </a:prstGeom>
          <a:noFill/>
          <a:ln>
            <a:noFill/>
          </a:ln>
        </p:spPr>
      </p:pic>
      <p:grpSp>
        <p:nvGrpSpPr>
          <p:cNvPr id="1247" name="Shape 1247"/>
          <p:cNvGrpSpPr/>
          <p:nvPr/>
        </p:nvGrpSpPr>
        <p:grpSpPr>
          <a:xfrm>
            <a:off x="3730063" y="2566557"/>
            <a:ext cx="1359486" cy="1757322"/>
            <a:chOff x="3301744" y="2117831"/>
            <a:chExt cx="1359486" cy="1757322"/>
          </a:xfrm>
        </p:grpSpPr>
        <p:sp>
          <p:nvSpPr>
            <p:cNvPr id="1248" name="Shape 1248"/>
            <p:cNvSpPr/>
            <p:nvPr/>
          </p:nvSpPr>
          <p:spPr>
            <a:xfrm rot="-5400000">
              <a:off x="3102826" y="2316749"/>
              <a:ext cx="1757322" cy="1359486"/>
            </a:xfrm>
            <a:prstGeom prst="homePlate">
              <a:avLst>
                <a:gd name="adj" fmla="val 50000"/>
              </a:avLst>
            </a:prstGeom>
            <a:solidFill>
              <a:srgbClr val="F2F2F2"/>
            </a:solidFill>
            <a:ln w="9525" cap="flat" cmpd="sng">
              <a:solidFill>
                <a:srgbClr val="F2F2F2"/>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grpSp>
          <p:nvGrpSpPr>
            <p:cNvPr id="1249" name="Shape 1249"/>
            <p:cNvGrpSpPr/>
            <p:nvPr/>
          </p:nvGrpSpPr>
          <p:grpSpPr>
            <a:xfrm>
              <a:off x="3577155" y="2466424"/>
              <a:ext cx="295885" cy="1248903"/>
              <a:chOff x="4175791" y="2435266"/>
              <a:chExt cx="297718" cy="1300700"/>
            </a:xfrm>
          </p:grpSpPr>
          <p:pic>
            <p:nvPicPr>
              <p:cNvPr id="1250" name="Shape 1250"/>
              <p:cNvPicPr preferRelativeResize="0"/>
              <p:nvPr/>
            </p:nvPicPr>
            <p:blipFill rotWithShape="1">
              <a:blip r:embed="rId5">
                <a:alphaModFix/>
              </a:blip>
              <a:srcRect/>
              <a:stretch/>
            </p:blipFill>
            <p:spPr>
              <a:xfrm>
                <a:off x="4180335" y="2435266"/>
                <a:ext cx="293174" cy="335965"/>
              </a:xfrm>
              <a:prstGeom prst="rect">
                <a:avLst/>
              </a:prstGeom>
              <a:noFill/>
              <a:ln>
                <a:noFill/>
              </a:ln>
            </p:spPr>
          </p:pic>
          <p:pic>
            <p:nvPicPr>
              <p:cNvPr id="1251" name="Shape 1251"/>
              <p:cNvPicPr preferRelativeResize="0"/>
              <p:nvPr/>
            </p:nvPicPr>
            <p:blipFill rotWithShape="1">
              <a:blip r:embed="rId5">
                <a:alphaModFix/>
              </a:blip>
              <a:srcRect/>
              <a:stretch/>
            </p:blipFill>
            <p:spPr>
              <a:xfrm>
                <a:off x="4178017" y="2934488"/>
                <a:ext cx="293174" cy="335965"/>
              </a:xfrm>
              <a:prstGeom prst="rect">
                <a:avLst/>
              </a:prstGeom>
              <a:noFill/>
              <a:ln>
                <a:noFill/>
              </a:ln>
            </p:spPr>
          </p:pic>
          <p:pic>
            <p:nvPicPr>
              <p:cNvPr id="1252" name="Shape 1252"/>
              <p:cNvPicPr preferRelativeResize="0"/>
              <p:nvPr/>
            </p:nvPicPr>
            <p:blipFill rotWithShape="1">
              <a:blip r:embed="rId5">
                <a:alphaModFix/>
              </a:blip>
              <a:srcRect/>
              <a:stretch/>
            </p:blipFill>
            <p:spPr>
              <a:xfrm>
                <a:off x="4175791" y="3400001"/>
                <a:ext cx="293174" cy="335965"/>
              </a:xfrm>
              <a:prstGeom prst="rect">
                <a:avLst/>
              </a:prstGeom>
              <a:noFill/>
              <a:ln>
                <a:noFill/>
              </a:ln>
            </p:spPr>
          </p:pic>
        </p:grpSp>
      </p:grpSp>
      <p:sp>
        <p:nvSpPr>
          <p:cNvPr id="1253" name="Shape 1253"/>
          <p:cNvSpPr/>
          <p:nvPr/>
        </p:nvSpPr>
        <p:spPr>
          <a:xfrm rot="5400000">
            <a:off x="6147456" y="-519205"/>
            <a:ext cx="222116" cy="3639008"/>
          </a:xfrm>
          <a:prstGeom prst="leftBracket">
            <a:avLst>
              <a:gd name="adj" fmla="val 0"/>
            </a:avLst>
          </a:prstGeom>
          <a:noFill/>
          <a:ln w="254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dk1"/>
              </a:solidFill>
              <a:latin typeface="Arial"/>
              <a:ea typeface="Arial"/>
              <a:cs typeface="Arial"/>
              <a:sym typeface="Arial"/>
            </a:endParaRPr>
          </a:p>
        </p:txBody>
      </p:sp>
      <p:sp>
        <p:nvSpPr>
          <p:cNvPr id="1254" name="Shape 1254"/>
          <p:cNvSpPr/>
          <p:nvPr/>
        </p:nvSpPr>
        <p:spPr>
          <a:xfrm rot="5400000">
            <a:off x="2546460" y="-415633"/>
            <a:ext cx="222116" cy="3424948"/>
          </a:xfrm>
          <a:prstGeom prst="leftBracket">
            <a:avLst>
              <a:gd name="adj" fmla="val 0"/>
            </a:avLst>
          </a:prstGeom>
          <a:noFill/>
          <a:ln w="25400" cap="flat"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dk1"/>
              </a:solidFill>
              <a:latin typeface="Arial"/>
              <a:ea typeface="Arial"/>
              <a:cs typeface="Arial"/>
              <a:sym typeface="Arial"/>
            </a:endParaRPr>
          </a:p>
        </p:txBody>
      </p:sp>
      <p:sp>
        <p:nvSpPr>
          <p:cNvPr id="1255" name="Shape 1255"/>
          <p:cNvSpPr/>
          <p:nvPr/>
        </p:nvSpPr>
        <p:spPr>
          <a:xfrm>
            <a:off x="1908475" y="869450"/>
            <a:ext cx="1501039" cy="26160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1C2B30"/>
              </a:buClr>
              <a:buSzPct val="25000"/>
              <a:buFont typeface="Arial"/>
              <a:buNone/>
            </a:pPr>
            <a:r>
              <a:rPr lang="en" sz="1200" b="1" i="0" u="none" strike="noStrike" cap="none">
                <a:solidFill>
                  <a:schemeClr val="accent1"/>
                </a:solidFill>
                <a:latin typeface="Arial"/>
                <a:ea typeface="Arial"/>
                <a:cs typeface="Arial"/>
                <a:sym typeface="Arial"/>
              </a:rPr>
              <a:t>Developers</a:t>
            </a:r>
          </a:p>
          <a:p>
            <a:pPr marL="0" marR="0" lvl="0" indent="0" algn="ctr" rtl="0">
              <a:lnSpc>
                <a:spcPct val="100000"/>
              </a:lnSpc>
              <a:spcBef>
                <a:spcPts val="0"/>
              </a:spcBef>
              <a:spcAft>
                <a:spcPts val="0"/>
              </a:spcAft>
              <a:buClr>
                <a:srgbClr val="1C2B30"/>
              </a:buClr>
              <a:buFont typeface="Arial"/>
              <a:buNone/>
            </a:pPr>
            <a:endParaRPr sz="1200" b="0" i="0" u="none" strike="noStrike" cap="none">
              <a:solidFill>
                <a:schemeClr val="accent1"/>
              </a:solidFill>
              <a:latin typeface="Arial"/>
              <a:ea typeface="Arial"/>
              <a:cs typeface="Arial"/>
              <a:sym typeface="Arial"/>
            </a:endParaRPr>
          </a:p>
        </p:txBody>
      </p:sp>
      <p:sp>
        <p:nvSpPr>
          <p:cNvPr id="1256" name="Shape 1256"/>
          <p:cNvSpPr/>
          <p:nvPr/>
        </p:nvSpPr>
        <p:spPr>
          <a:xfrm>
            <a:off x="5455532" y="867158"/>
            <a:ext cx="1501039" cy="26160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1C2B30"/>
              </a:buClr>
              <a:buSzPct val="25000"/>
              <a:buFont typeface="Arial"/>
              <a:buNone/>
            </a:pPr>
            <a:r>
              <a:rPr lang="en" sz="1200" b="1" i="0" u="none" strike="noStrike" cap="none">
                <a:solidFill>
                  <a:schemeClr val="accent1"/>
                </a:solidFill>
                <a:latin typeface="Arial"/>
                <a:ea typeface="Arial"/>
                <a:cs typeface="Arial"/>
                <a:sym typeface="Arial"/>
              </a:rPr>
              <a:t>IT Operations</a:t>
            </a:r>
          </a:p>
          <a:p>
            <a:pPr marL="0" marR="0" lvl="0" indent="0" algn="ctr" rtl="0">
              <a:lnSpc>
                <a:spcPct val="100000"/>
              </a:lnSpc>
              <a:spcBef>
                <a:spcPts val="0"/>
              </a:spcBef>
              <a:spcAft>
                <a:spcPts val="0"/>
              </a:spcAft>
              <a:buClr>
                <a:srgbClr val="1C2B30"/>
              </a:buClr>
              <a:buFont typeface="Arial"/>
              <a:buNone/>
            </a:pPr>
            <a:endParaRPr sz="1200" b="0" i="0" u="none" strike="noStrike" cap="none">
              <a:solidFill>
                <a:schemeClr val="accent1"/>
              </a:solidFill>
              <a:latin typeface="Arial"/>
              <a:ea typeface="Arial"/>
              <a:cs typeface="Arial"/>
              <a:sym typeface="Arial"/>
            </a:endParaRPr>
          </a:p>
        </p:txBody>
      </p:sp>
      <p:grpSp>
        <p:nvGrpSpPr>
          <p:cNvPr id="1257" name="Shape 1257"/>
          <p:cNvGrpSpPr/>
          <p:nvPr/>
        </p:nvGrpSpPr>
        <p:grpSpPr>
          <a:xfrm>
            <a:off x="1991798" y="2630413"/>
            <a:ext cx="412181" cy="293100"/>
            <a:chOff x="1676400" y="9809163"/>
            <a:chExt cx="1930399" cy="1366837"/>
          </a:xfrm>
        </p:grpSpPr>
        <p:sp>
          <p:nvSpPr>
            <p:cNvPr id="1258" name="Shape 1258"/>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59" name="Shape 1259"/>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60" name="Shape 1260"/>
            <p:cNvSpPr/>
            <p:nvPr/>
          </p:nvSpPr>
          <p:spPr>
            <a:xfrm>
              <a:off x="1687513" y="10825163"/>
              <a:ext cx="1908173"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grpSp>
        <p:nvGrpSpPr>
          <p:cNvPr id="1261" name="Shape 1261"/>
          <p:cNvGrpSpPr/>
          <p:nvPr/>
        </p:nvGrpSpPr>
        <p:grpSpPr>
          <a:xfrm>
            <a:off x="1989523" y="3360871"/>
            <a:ext cx="412181" cy="293100"/>
            <a:chOff x="1676400" y="9809163"/>
            <a:chExt cx="1930399" cy="1366837"/>
          </a:xfrm>
        </p:grpSpPr>
        <p:sp>
          <p:nvSpPr>
            <p:cNvPr id="1262" name="Shape 1262"/>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63" name="Shape 1263"/>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64" name="Shape 1264"/>
            <p:cNvSpPr/>
            <p:nvPr/>
          </p:nvSpPr>
          <p:spPr>
            <a:xfrm>
              <a:off x="1687513" y="10825163"/>
              <a:ext cx="1908173"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grpSp>
        <p:nvGrpSpPr>
          <p:cNvPr id="1265" name="Shape 1265"/>
          <p:cNvGrpSpPr/>
          <p:nvPr/>
        </p:nvGrpSpPr>
        <p:grpSpPr>
          <a:xfrm>
            <a:off x="1995394" y="4050621"/>
            <a:ext cx="412181" cy="293100"/>
            <a:chOff x="1676400" y="9809163"/>
            <a:chExt cx="1930399" cy="1366837"/>
          </a:xfrm>
        </p:grpSpPr>
        <p:sp>
          <p:nvSpPr>
            <p:cNvPr id="1266" name="Shape 1266"/>
            <p:cNvSpPr/>
            <p:nvPr/>
          </p:nvSpPr>
          <p:spPr>
            <a:xfrm>
              <a:off x="1816100" y="9809163"/>
              <a:ext cx="1650999" cy="987425"/>
            </a:xfrm>
            <a:custGeom>
              <a:avLst/>
              <a:gdLst/>
              <a:ahLst/>
              <a:cxnLst/>
              <a:rect l="0" t="0" r="0" b="0"/>
              <a:pathLst>
                <a:path w="120000" h="120000" extrusionOk="0">
                  <a:moveTo>
                    <a:pt x="116525" y="0"/>
                  </a:moveTo>
                  <a:lnTo>
                    <a:pt x="3487" y="0"/>
                  </a:lnTo>
                  <a:lnTo>
                    <a:pt x="3487" y="0"/>
                  </a:lnTo>
                  <a:lnTo>
                    <a:pt x="3308" y="0"/>
                  </a:lnTo>
                  <a:lnTo>
                    <a:pt x="3128" y="21"/>
                  </a:lnTo>
                  <a:lnTo>
                    <a:pt x="2961" y="64"/>
                  </a:lnTo>
                  <a:lnTo>
                    <a:pt x="2782" y="107"/>
                  </a:lnTo>
                  <a:lnTo>
                    <a:pt x="2628" y="193"/>
                  </a:lnTo>
                  <a:lnTo>
                    <a:pt x="2461" y="257"/>
                  </a:lnTo>
                  <a:lnTo>
                    <a:pt x="2295" y="343"/>
                  </a:lnTo>
                  <a:lnTo>
                    <a:pt x="2141" y="471"/>
                  </a:lnTo>
                  <a:lnTo>
                    <a:pt x="1833" y="707"/>
                  </a:lnTo>
                  <a:lnTo>
                    <a:pt x="1551" y="986"/>
                  </a:lnTo>
                  <a:lnTo>
                    <a:pt x="1269" y="1329"/>
                  </a:lnTo>
                  <a:lnTo>
                    <a:pt x="1025" y="1715"/>
                  </a:lnTo>
                  <a:lnTo>
                    <a:pt x="807" y="2123"/>
                  </a:lnTo>
                  <a:lnTo>
                    <a:pt x="602" y="2552"/>
                  </a:lnTo>
                  <a:lnTo>
                    <a:pt x="423" y="3045"/>
                  </a:lnTo>
                  <a:lnTo>
                    <a:pt x="282" y="3560"/>
                  </a:lnTo>
                  <a:lnTo>
                    <a:pt x="217" y="3839"/>
                  </a:lnTo>
                  <a:lnTo>
                    <a:pt x="166" y="4117"/>
                  </a:lnTo>
                  <a:lnTo>
                    <a:pt x="115" y="4375"/>
                  </a:lnTo>
                  <a:lnTo>
                    <a:pt x="89" y="4654"/>
                  </a:lnTo>
                  <a:lnTo>
                    <a:pt x="38" y="4932"/>
                  </a:lnTo>
                  <a:lnTo>
                    <a:pt x="25" y="5233"/>
                  </a:lnTo>
                  <a:lnTo>
                    <a:pt x="12" y="5533"/>
                  </a:lnTo>
                  <a:lnTo>
                    <a:pt x="0" y="5833"/>
                  </a:lnTo>
                  <a:lnTo>
                    <a:pt x="0" y="114166"/>
                  </a:lnTo>
                  <a:lnTo>
                    <a:pt x="0" y="114166"/>
                  </a:lnTo>
                  <a:lnTo>
                    <a:pt x="12" y="114466"/>
                  </a:lnTo>
                  <a:lnTo>
                    <a:pt x="25" y="114745"/>
                  </a:lnTo>
                  <a:lnTo>
                    <a:pt x="38" y="115045"/>
                  </a:lnTo>
                  <a:lnTo>
                    <a:pt x="89" y="115324"/>
                  </a:lnTo>
                  <a:lnTo>
                    <a:pt x="115" y="115624"/>
                  </a:lnTo>
                  <a:lnTo>
                    <a:pt x="166" y="115903"/>
                  </a:lnTo>
                  <a:lnTo>
                    <a:pt x="217" y="116160"/>
                  </a:lnTo>
                  <a:lnTo>
                    <a:pt x="282" y="116439"/>
                  </a:lnTo>
                  <a:lnTo>
                    <a:pt x="423" y="116954"/>
                  </a:lnTo>
                  <a:lnTo>
                    <a:pt x="602" y="117426"/>
                  </a:lnTo>
                  <a:lnTo>
                    <a:pt x="807" y="117876"/>
                  </a:lnTo>
                  <a:lnTo>
                    <a:pt x="1025" y="118284"/>
                  </a:lnTo>
                  <a:lnTo>
                    <a:pt x="1269" y="118648"/>
                  </a:lnTo>
                  <a:lnTo>
                    <a:pt x="1551" y="118991"/>
                  </a:lnTo>
                  <a:lnTo>
                    <a:pt x="1833" y="119292"/>
                  </a:lnTo>
                  <a:lnTo>
                    <a:pt x="2141" y="119528"/>
                  </a:lnTo>
                  <a:lnTo>
                    <a:pt x="2295" y="119656"/>
                  </a:lnTo>
                  <a:lnTo>
                    <a:pt x="2461" y="119742"/>
                  </a:lnTo>
                  <a:lnTo>
                    <a:pt x="2628" y="119806"/>
                  </a:lnTo>
                  <a:lnTo>
                    <a:pt x="2782" y="119871"/>
                  </a:lnTo>
                  <a:lnTo>
                    <a:pt x="2961" y="119914"/>
                  </a:lnTo>
                  <a:lnTo>
                    <a:pt x="3128" y="119978"/>
                  </a:lnTo>
                  <a:lnTo>
                    <a:pt x="3308" y="120000"/>
                  </a:lnTo>
                  <a:lnTo>
                    <a:pt x="3487" y="120000"/>
                  </a:lnTo>
                  <a:lnTo>
                    <a:pt x="116525" y="120000"/>
                  </a:lnTo>
                  <a:lnTo>
                    <a:pt x="116525" y="120000"/>
                  </a:lnTo>
                  <a:lnTo>
                    <a:pt x="116704" y="120000"/>
                  </a:lnTo>
                  <a:lnTo>
                    <a:pt x="116884" y="119978"/>
                  </a:lnTo>
                  <a:lnTo>
                    <a:pt x="117050" y="119914"/>
                  </a:lnTo>
                  <a:lnTo>
                    <a:pt x="117230" y="119871"/>
                  </a:lnTo>
                  <a:lnTo>
                    <a:pt x="117384" y="119806"/>
                  </a:lnTo>
                  <a:lnTo>
                    <a:pt x="117551" y="119742"/>
                  </a:lnTo>
                  <a:lnTo>
                    <a:pt x="117717" y="119656"/>
                  </a:lnTo>
                  <a:lnTo>
                    <a:pt x="117871" y="119528"/>
                  </a:lnTo>
                  <a:lnTo>
                    <a:pt x="118179" y="119292"/>
                  </a:lnTo>
                  <a:lnTo>
                    <a:pt x="118461" y="118991"/>
                  </a:lnTo>
                  <a:lnTo>
                    <a:pt x="118730" y="118648"/>
                  </a:lnTo>
                  <a:lnTo>
                    <a:pt x="118974" y="118284"/>
                  </a:lnTo>
                  <a:lnTo>
                    <a:pt x="119205" y="117876"/>
                  </a:lnTo>
                  <a:lnTo>
                    <a:pt x="119410" y="117426"/>
                  </a:lnTo>
                  <a:lnTo>
                    <a:pt x="119589" y="116954"/>
                  </a:lnTo>
                  <a:lnTo>
                    <a:pt x="119653" y="116697"/>
                  </a:lnTo>
                  <a:lnTo>
                    <a:pt x="119730" y="116439"/>
                  </a:lnTo>
                  <a:lnTo>
                    <a:pt x="119794" y="116160"/>
                  </a:lnTo>
                  <a:lnTo>
                    <a:pt x="119846" y="115903"/>
                  </a:lnTo>
                  <a:lnTo>
                    <a:pt x="119884" y="115624"/>
                  </a:lnTo>
                  <a:lnTo>
                    <a:pt x="119923" y="115324"/>
                  </a:lnTo>
                  <a:lnTo>
                    <a:pt x="119961" y="115045"/>
                  </a:lnTo>
                  <a:lnTo>
                    <a:pt x="119987" y="114745"/>
                  </a:lnTo>
                  <a:lnTo>
                    <a:pt x="120000" y="114466"/>
                  </a:lnTo>
                  <a:lnTo>
                    <a:pt x="120000" y="114166"/>
                  </a:lnTo>
                  <a:lnTo>
                    <a:pt x="120000" y="5833"/>
                  </a:lnTo>
                  <a:lnTo>
                    <a:pt x="120000" y="5833"/>
                  </a:lnTo>
                  <a:lnTo>
                    <a:pt x="120000" y="5533"/>
                  </a:lnTo>
                  <a:lnTo>
                    <a:pt x="119987" y="5233"/>
                  </a:lnTo>
                  <a:lnTo>
                    <a:pt x="119961" y="4932"/>
                  </a:lnTo>
                  <a:lnTo>
                    <a:pt x="119923" y="4654"/>
                  </a:lnTo>
                  <a:lnTo>
                    <a:pt x="119884" y="4375"/>
                  </a:lnTo>
                  <a:lnTo>
                    <a:pt x="119846" y="4117"/>
                  </a:lnTo>
                  <a:lnTo>
                    <a:pt x="119794" y="3839"/>
                  </a:lnTo>
                  <a:lnTo>
                    <a:pt x="119730" y="3560"/>
                  </a:lnTo>
                  <a:lnTo>
                    <a:pt x="119653" y="3302"/>
                  </a:lnTo>
                  <a:lnTo>
                    <a:pt x="119589" y="3045"/>
                  </a:lnTo>
                  <a:lnTo>
                    <a:pt x="119410" y="2552"/>
                  </a:lnTo>
                  <a:lnTo>
                    <a:pt x="119205" y="2123"/>
                  </a:lnTo>
                  <a:lnTo>
                    <a:pt x="118974" y="1715"/>
                  </a:lnTo>
                  <a:lnTo>
                    <a:pt x="118730" y="1329"/>
                  </a:lnTo>
                  <a:lnTo>
                    <a:pt x="118461" y="986"/>
                  </a:lnTo>
                  <a:lnTo>
                    <a:pt x="118179" y="707"/>
                  </a:lnTo>
                  <a:lnTo>
                    <a:pt x="117871" y="471"/>
                  </a:lnTo>
                  <a:lnTo>
                    <a:pt x="117717" y="343"/>
                  </a:lnTo>
                  <a:lnTo>
                    <a:pt x="117551" y="257"/>
                  </a:lnTo>
                  <a:lnTo>
                    <a:pt x="117384" y="193"/>
                  </a:lnTo>
                  <a:lnTo>
                    <a:pt x="117230" y="107"/>
                  </a:lnTo>
                  <a:lnTo>
                    <a:pt x="117050" y="64"/>
                  </a:lnTo>
                  <a:lnTo>
                    <a:pt x="116884" y="21"/>
                  </a:lnTo>
                  <a:lnTo>
                    <a:pt x="116704" y="0"/>
                  </a:lnTo>
                  <a:lnTo>
                    <a:pt x="116525" y="0"/>
                  </a:lnTo>
                  <a:lnTo>
                    <a:pt x="116525" y="0"/>
                  </a:lnTo>
                  <a:close/>
                  <a:moveTo>
                    <a:pt x="59993" y="1265"/>
                  </a:moveTo>
                  <a:lnTo>
                    <a:pt x="59993" y="1265"/>
                  </a:lnTo>
                  <a:lnTo>
                    <a:pt x="60173" y="1265"/>
                  </a:lnTo>
                  <a:lnTo>
                    <a:pt x="60339" y="1308"/>
                  </a:lnTo>
                  <a:lnTo>
                    <a:pt x="60506" y="1394"/>
                  </a:lnTo>
                  <a:lnTo>
                    <a:pt x="60660" y="1479"/>
                  </a:lnTo>
                  <a:lnTo>
                    <a:pt x="60801" y="1587"/>
                  </a:lnTo>
                  <a:lnTo>
                    <a:pt x="60942" y="1737"/>
                  </a:lnTo>
                  <a:lnTo>
                    <a:pt x="61070" y="1887"/>
                  </a:lnTo>
                  <a:lnTo>
                    <a:pt x="61186" y="2080"/>
                  </a:lnTo>
                  <a:lnTo>
                    <a:pt x="61301" y="2294"/>
                  </a:lnTo>
                  <a:lnTo>
                    <a:pt x="61391" y="2487"/>
                  </a:lnTo>
                  <a:lnTo>
                    <a:pt x="61480" y="2723"/>
                  </a:lnTo>
                  <a:lnTo>
                    <a:pt x="61545" y="2981"/>
                  </a:lnTo>
                  <a:lnTo>
                    <a:pt x="61596" y="3238"/>
                  </a:lnTo>
                  <a:lnTo>
                    <a:pt x="61647" y="3517"/>
                  </a:lnTo>
                  <a:lnTo>
                    <a:pt x="61673" y="3774"/>
                  </a:lnTo>
                  <a:lnTo>
                    <a:pt x="61686" y="4053"/>
                  </a:lnTo>
                  <a:lnTo>
                    <a:pt x="61686" y="4053"/>
                  </a:lnTo>
                  <a:lnTo>
                    <a:pt x="61673" y="4353"/>
                  </a:lnTo>
                  <a:lnTo>
                    <a:pt x="61647" y="4632"/>
                  </a:lnTo>
                  <a:lnTo>
                    <a:pt x="61596" y="4890"/>
                  </a:lnTo>
                  <a:lnTo>
                    <a:pt x="61545" y="5168"/>
                  </a:lnTo>
                  <a:lnTo>
                    <a:pt x="61480" y="5404"/>
                  </a:lnTo>
                  <a:lnTo>
                    <a:pt x="61391" y="5640"/>
                  </a:lnTo>
                  <a:lnTo>
                    <a:pt x="61301" y="5855"/>
                  </a:lnTo>
                  <a:lnTo>
                    <a:pt x="61186" y="6048"/>
                  </a:lnTo>
                  <a:lnTo>
                    <a:pt x="61070" y="6241"/>
                  </a:lnTo>
                  <a:lnTo>
                    <a:pt x="60942" y="6391"/>
                  </a:lnTo>
                  <a:lnTo>
                    <a:pt x="60801" y="6541"/>
                  </a:lnTo>
                  <a:lnTo>
                    <a:pt x="60660" y="6648"/>
                  </a:lnTo>
                  <a:lnTo>
                    <a:pt x="60506" y="6734"/>
                  </a:lnTo>
                  <a:lnTo>
                    <a:pt x="60339" y="6798"/>
                  </a:lnTo>
                  <a:lnTo>
                    <a:pt x="60173" y="6863"/>
                  </a:lnTo>
                  <a:lnTo>
                    <a:pt x="59993" y="6884"/>
                  </a:lnTo>
                  <a:lnTo>
                    <a:pt x="59993" y="6884"/>
                  </a:lnTo>
                  <a:lnTo>
                    <a:pt x="59839" y="6863"/>
                  </a:lnTo>
                  <a:lnTo>
                    <a:pt x="59673" y="6798"/>
                  </a:lnTo>
                  <a:lnTo>
                    <a:pt x="59506" y="6734"/>
                  </a:lnTo>
                  <a:lnTo>
                    <a:pt x="59352" y="6648"/>
                  </a:lnTo>
                  <a:lnTo>
                    <a:pt x="59198" y="6541"/>
                  </a:lnTo>
                  <a:lnTo>
                    <a:pt x="59057" y="6391"/>
                  </a:lnTo>
                  <a:lnTo>
                    <a:pt x="58942" y="6241"/>
                  </a:lnTo>
                  <a:lnTo>
                    <a:pt x="58813" y="6048"/>
                  </a:lnTo>
                  <a:lnTo>
                    <a:pt x="58711" y="5855"/>
                  </a:lnTo>
                  <a:lnTo>
                    <a:pt x="58621" y="5640"/>
                  </a:lnTo>
                  <a:lnTo>
                    <a:pt x="58519" y="5404"/>
                  </a:lnTo>
                  <a:lnTo>
                    <a:pt x="58454" y="5168"/>
                  </a:lnTo>
                  <a:lnTo>
                    <a:pt x="58403" y="4890"/>
                  </a:lnTo>
                  <a:lnTo>
                    <a:pt x="58352" y="4632"/>
                  </a:lnTo>
                  <a:lnTo>
                    <a:pt x="58326" y="4353"/>
                  </a:lnTo>
                  <a:lnTo>
                    <a:pt x="58326" y="4053"/>
                  </a:lnTo>
                  <a:lnTo>
                    <a:pt x="58326" y="4053"/>
                  </a:lnTo>
                  <a:lnTo>
                    <a:pt x="58326" y="3774"/>
                  </a:lnTo>
                  <a:lnTo>
                    <a:pt x="58352" y="3517"/>
                  </a:lnTo>
                  <a:lnTo>
                    <a:pt x="58403" y="3238"/>
                  </a:lnTo>
                  <a:lnTo>
                    <a:pt x="58454" y="2981"/>
                  </a:lnTo>
                  <a:lnTo>
                    <a:pt x="58519" y="2723"/>
                  </a:lnTo>
                  <a:lnTo>
                    <a:pt x="58621" y="2487"/>
                  </a:lnTo>
                  <a:lnTo>
                    <a:pt x="58711" y="2294"/>
                  </a:lnTo>
                  <a:lnTo>
                    <a:pt x="58813" y="2080"/>
                  </a:lnTo>
                  <a:lnTo>
                    <a:pt x="58942" y="1887"/>
                  </a:lnTo>
                  <a:lnTo>
                    <a:pt x="59057" y="1737"/>
                  </a:lnTo>
                  <a:lnTo>
                    <a:pt x="59198" y="1587"/>
                  </a:lnTo>
                  <a:lnTo>
                    <a:pt x="59352" y="1479"/>
                  </a:lnTo>
                  <a:lnTo>
                    <a:pt x="59506" y="1394"/>
                  </a:lnTo>
                  <a:lnTo>
                    <a:pt x="59673" y="1308"/>
                  </a:lnTo>
                  <a:lnTo>
                    <a:pt x="59839" y="1265"/>
                  </a:lnTo>
                  <a:lnTo>
                    <a:pt x="59993" y="1265"/>
                  </a:lnTo>
                  <a:lnTo>
                    <a:pt x="59993" y="1265"/>
                  </a:lnTo>
                  <a:close/>
                  <a:moveTo>
                    <a:pt x="115153" y="109790"/>
                  </a:moveTo>
                  <a:lnTo>
                    <a:pt x="115153" y="109790"/>
                  </a:lnTo>
                  <a:lnTo>
                    <a:pt x="115153" y="110026"/>
                  </a:lnTo>
                  <a:lnTo>
                    <a:pt x="115127" y="110219"/>
                  </a:lnTo>
                  <a:lnTo>
                    <a:pt x="115102" y="110412"/>
                  </a:lnTo>
                  <a:lnTo>
                    <a:pt x="115063" y="110627"/>
                  </a:lnTo>
                  <a:lnTo>
                    <a:pt x="114999" y="110798"/>
                  </a:lnTo>
                  <a:lnTo>
                    <a:pt x="114948" y="110970"/>
                  </a:lnTo>
                  <a:lnTo>
                    <a:pt x="114884" y="111120"/>
                  </a:lnTo>
                  <a:lnTo>
                    <a:pt x="114794" y="111270"/>
                  </a:lnTo>
                  <a:lnTo>
                    <a:pt x="114704" y="111399"/>
                  </a:lnTo>
                  <a:lnTo>
                    <a:pt x="114601" y="111528"/>
                  </a:lnTo>
                  <a:lnTo>
                    <a:pt x="114499" y="111635"/>
                  </a:lnTo>
                  <a:lnTo>
                    <a:pt x="114396" y="111721"/>
                  </a:lnTo>
                  <a:lnTo>
                    <a:pt x="114281" y="111806"/>
                  </a:lnTo>
                  <a:lnTo>
                    <a:pt x="114166" y="111849"/>
                  </a:lnTo>
                  <a:lnTo>
                    <a:pt x="114037" y="111871"/>
                  </a:lnTo>
                  <a:lnTo>
                    <a:pt x="113909" y="111892"/>
                  </a:lnTo>
                  <a:lnTo>
                    <a:pt x="6103" y="111892"/>
                  </a:lnTo>
                  <a:lnTo>
                    <a:pt x="6103" y="111892"/>
                  </a:lnTo>
                  <a:lnTo>
                    <a:pt x="5974" y="111871"/>
                  </a:lnTo>
                  <a:lnTo>
                    <a:pt x="5846" y="111849"/>
                  </a:lnTo>
                  <a:lnTo>
                    <a:pt x="5731" y="111806"/>
                  </a:lnTo>
                  <a:lnTo>
                    <a:pt x="5615" y="111721"/>
                  </a:lnTo>
                  <a:lnTo>
                    <a:pt x="5513" y="111635"/>
                  </a:lnTo>
                  <a:lnTo>
                    <a:pt x="5398" y="111528"/>
                  </a:lnTo>
                  <a:lnTo>
                    <a:pt x="5308" y="111399"/>
                  </a:lnTo>
                  <a:lnTo>
                    <a:pt x="5218" y="111270"/>
                  </a:lnTo>
                  <a:lnTo>
                    <a:pt x="5128" y="111120"/>
                  </a:lnTo>
                  <a:lnTo>
                    <a:pt x="5064" y="110970"/>
                  </a:lnTo>
                  <a:lnTo>
                    <a:pt x="5000" y="110798"/>
                  </a:lnTo>
                  <a:lnTo>
                    <a:pt x="4949" y="110627"/>
                  </a:lnTo>
                  <a:lnTo>
                    <a:pt x="4910" y="110412"/>
                  </a:lnTo>
                  <a:lnTo>
                    <a:pt x="4872" y="110219"/>
                  </a:lnTo>
                  <a:lnTo>
                    <a:pt x="4859" y="110026"/>
                  </a:lnTo>
                  <a:lnTo>
                    <a:pt x="4859" y="109790"/>
                  </a:lnTo>
                  <a:lnTo>
                    <a:pt x="4859" y="10209"/>
                  </a:lnTo>
                  <a:lnTo>
                    <a:pt x="4859" y="10209"/>
                  </a:lnTo>
                  <a:lnTo>
                    <a:pt x="4859" y="9994"/>
                  </a:lnTo>
                  <a:lnTo>
                    <a:pt x="4872" y="9780"/>
                  </a:lnTo>
                  <a:lnTo>
                    <a:pt x="4910" y="9587"/>
                  </a:lnTo>
                  <a:lnTo>
                    <a:pt x="4949" y="9394"/>
                  </a:lnTo>
                  <a:lnTo>
                    <a:pt x="5000" y="9201"/>
                  </a:lnTo>
                  <a:lnTo>
                    <a:pt x="5064" y="9029"/>
                  </a:lnTo>
                  <a:lnTo>
                    <a:pt x="5128" y="8857"/>
                  </a:lnTo>
                  <a:lnTo>
                    <a:pt x="5218" y="8729"/>
                  </a:lnTo>
                  <a:lnTo>
                    <a:pt x="5308" y="8579"/>
                  </a:lnTo>
                  <a:lnTo>
                    <a:pt x="5398" y="8471"/>
                  </a:lnTo>
                  <a:lnTo>
                    <a:pt x="5513" y="8364"/>
                  </a:lnTo>
                  <a:lnTo>
                    <a:pt x="5615" y="8257"/>
                  </a:lnTo>
                  <a:lnTo>
                    <a:pt x="5731" y="8193"/>
                  </a:lnTo>
                  <a:lnTo>
                    <a:pt x="5846" y="8150"/>
                  </a:lnTo>
                  <a:lnTo>
                    <a:pt x="5974" y="8128"/>
                  </a:lnTo>
                  <a:lnTo>
                    <a:pt x="6103" y="8107"/>
                  </a:lnTo>
                  <a:lnTo>
                    <a:pt x="113909" y="8107"/>
                  </a:lnTo>
                  <a:lnTo>
                    <a:pt x="113909" y="8107"/>
                  </a:lnTo>
                  <a:lnTo>
                    <a:pt x="114037" y="8128"/>
                  </a:lnTo>
                  <a:lnTo>
                    <a:pt x="114166" y="8150"/>
                  </a:lnTo>
                  <a:lnTo>
                    <a:pt x="114281" y="8193"/>
                  </a:lnTo>
                  <a:lnTo>
                    <a:pt x="114396" y="8257"/>
                  </a:lnTo>
                  <a:lnTo>
                    <a:pt x="114499" y="8364"/>
                  </a:lnTo>
                  <a:lnTo>
                    <a:pt x="114601" y="8471"/>
                  </a:lnTo>
                  <a:lnTo>
                    <a:pt x="114704" y="8579"/>
                  </a:lnTo>
                  <a:lnTo>
                    <a:pt x="114794" y="8729"/>
                  </a:lnTo>
                  <a:lnTo>
                    <a:pt x="114884" y="8857"/>
                  </a:lnTo>
                  <a:lnTo>
                    <a:pt x="114948" y="9029"/>
                  </a:lnTo>
                  <a:lnTo>
                    <a:pt x="114999" y="9201"/>
                  </a:lnTo>
                  <a:lnTo>
                    <a:pt x="115063" y="9394"/>
                  </a:lnTo>
                  <a:lnTo>
                    <a:pt x="115102" y="9587"/>
                  </a:lnTo>
                  <a:lnTo>
                    <a:pt x="115127" y="9780"/>
                  </a:lnTo>
                  <a:lnTo>
                    <a:pt x="115153" y="9994"/>
                  </a:lnTo>
                  <a:lnTo>
                    <a:pt x="115153" y="10209"/>
                  </a:lnTo>
                  <a:lnTo>
                    <a:pt x="115153" y="109790"/>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67" name="Shape 1267"/>
            <p:cNvSpPr/>
            <p:nvPr/>
          </p:nvSpPr>
          <p:spPr>
            <a:xfrm>
              <a:off x="1676400" y="11107738"/>
              <a:ext cx="1930399" cy="68262"/>
            </a:xfrm>
            <a:custGeom>
              <a:avLst/>
              <a:gdLst/>
              <a:ahLst/>
              <a:cxnLst/>
              <a:rect l="0" t="0" r="0" b="0"/>
              <a:pathLst>
                <a:path w="120000" h="120000" extrusionOk="0">
                  <a:moveTo>
                    <a:pt x="65" y="0"/>
                  </a:moveTo>
                  <a:lnTo>
                    <a:pt x="65" y="0"/>
                  </a:lnTo>
                  <a:lnTo>
                    <a:pt x="32" y="4961"/>
                  </a:lnTo>
                  <a:lnTo>
                    <a:pt x="10" y="9612"/>
                  </a:lnTo>
                  <a:lnTo>
                    <a:pt x="0" y="14573"/>
                  </a:lnTo>
                  <a:lnTo>
                    <a:pt x="0" y="19534"/>
                  </a:lnTo>
                  <a:lnTo>
                    <a:pt x="0" y="21705"/>
                  </a:lnTo>
                  <a:lnTo>
                    <a:pt x="0" y="21705"/>
                  </a:lnTo>
                  <a:lnTo>
                    <a:pt x="0" y="26666"/>
                  </a:lnTo>
                  <a:lnTo>
                    <a:pt x="10" y="31627"/>
                  </a:lnTo>
                  <a:lnTo>
                    <a:pt x="32" y="36589"/>
                  </a:lnTo>
                  <a:lnTo>
                    <a:pt x="65" y="41550"/>
                  </a:lnTo>
                  <a:lnTo>
                    <a:pt x="109" y="46201"/>
                  </a:lnTo>
                  <a:lnTo>
                    <a:pt x="153" y="50852"/>
                  </a:lnTo>
                  <a:lnTo>
                    <a:pt x="208" y="55193"/>
                  </a:lnTo>
                  <a:lnTo>
                    <a:pt x="274" y="59844"/>
                  </a:lnTo>
                  <a:lnTo>
                    <a:pt x="339" y="64186"/>
                  </a:lnTo>
                  <a:lnTo>
                    <a:pt x="416" y="68527"/>
                  </a:lnTo>
                  <a:lnTo>
                    <a:pt x="504" y="72558"/>
                  </a:lnTo>
                  <a:lnTo>
                    <a:pt x="592" y="76589"/>
                  </a:lnTo>
                  <a:lnTo>
                    <a:pt x="679" y="80310"/>
                  </a:lnTo>
                  <a:lnTo>
                    <a:pt x="789" y="84031"/>
                  </a:lnTo>
                  <a:lnTo>
                    <a:pt x="899" y="87751"/>
                  </a:lnTo>
                  <a:lnTo>
                    <a:pt x="1019" y="90852"/>
                  </a:lnTo>
                  <a:lnTo>
                    <a:pt x="1129" y="94263"/>
                  </a:lnTo>
                  <a:lnTo>
                    <a:pt x="1260" y="97364"/>
                  </a:lnTo>
                  <a:lnTo>
                    <a:pt x="1392" y="100465"/>
                  </a:lnTo>
                  <a:lnTo>
                    <a:pt x="1535" y="102945"/>
                  </a:lnTo>
                  <a:lnTo>
                    <a:pt x="1677" y="105736"/>
                  </a:lnTo>
                  <a:lnTo>
                    <a:pt x="1820" y="107906"/>
                  </a:lnTo>
                  <a:lnTo>
                    <a:pt x="1973" y="110387"/>
                  </a:lnTo>
                  <a:lnTo>
                    <a:pt x="2127" y="111937"/>
                  </a:lnTo>
                  <a:lnTo>
                    <a:pt x="2280" y="114108"/>
                  </a:lnTo>
                  <a:lnTo>
                    <a:pt x="2445" y="115348"/>
                  </a:lnTo>
                  <a:lnTo>
                    <a:pt x="2609" y="116589"/>
                  </a:lnTo>
                  <a:lnTo>
                    <a:pt x="2774" y="118139"/>
                  </a:lnTo>
                  <a:lnTo>
                    <a:pt x="2938" y="118759"/>
                  </a:lnTo>
                  <a:lnTo>
                    <a:pt x="3114" y="119379"/>
                  </a:lnTo>
                  <a:lnTo>
                    <a:pt x="3289" y="119689"/>
                  </a:lnTo>
                  <a:lnTo>
                    <a:pt x="3464" y="120000"/>
                  </a:lnTo>
                  <a:lnTo>
                    <a:pt x="116524" y="120000"/>
                  </a:lnTo>
                  <a:lnTo>
                    <a:pt x="116524" y="120000"/>
                  </a:lnTo>
                  <a:lnTo>
                    <a:pt x="116710" y="119689"/>
                  </a:lnTo>
                  <a:lnTo>
                    <a:pt x="116885" y="119379"/>
                  </a:lnTo>
                  <a:lnTo>
                    <a:pt x="117050" y="118759"/>
                  </a:lnTo>
                  <a:lnTo>
                    <a:pt x="117225" y="118139"/>
                  </a:lnTo>
                  <a:lnTo>
                    <a:pt x="117390" y="116589"/>
                  </a:lnTo>
                  <a:lnTo>
                    <a:pt x="117554" y="115348"/>
                  </a:lnTo>
                  <a:lnTo>
                    <a:pt x="117719" y="114108"/>
                  </a:lnTo>
                  <a:lnTo>
                    <a:pt x="117872" y="111937"/>
                  </a:lnTo>
                  <a:lnTo>
                    <a:pt x="118026" y="110387"/>
                  </a:lnTo>
                  <a:lnTo>
                    <a:pt x="118179" y="107906"/>
                  </a:lnTo>
                  <a:lnTo>
                    <a:pt x="118322" y="105736"/>
                  </a:lnTo>
                  <a:lnTo>
                    <a:pt x="118464" y="102945"/>
                  </a:lnTo>
                  <a:lnTo>
                    <a:pt x="118607" y="100465"/>
                  </a:lnTo>
                  <a:lnTo>
                    <a:pt x="118739" y="97364"/>
                  </a:lnTo>
                  <a:lnTo>
                    <a:pt x="118859" y="94263"/>
                  </a:lnTo>
                  <a:lnTo>
                    <a:pt x="118980" y="90852"/>
                  </a:lnTo>
                  <a:lnTo>
                    <a:pt x="119089" y="87751"/>
                  </a:lnTo>
                  <a:lnTo>
                    <a:pt x="119210" y="84031"/>
                  </a:lnTo>
                  <a:lnTo>
                    <a:pt x="119309" y="80310"/>
                  </a:lnTo>
                  <a:lnTo>
                    <a:pt x="119407" y="76589"/>
                  </a:lnTo>
                  <a:lnTo>
                    <a:pt x="119495" y="72558"/>
                  </a:lnTo>
                  <a:lnTo>
                    <a:pt x="119572" y="68527"/>
                  </a:lnTo>
                  <a:lnTo>
                    <a:pt x="119660" y="64186"/>
                  </a:lnTo>
                  <a:lnTo>
                    <a:pt x="119725" y="59844"/>
                  </a:lnTo>
                  <a:lnTo>
                    <a:pt x="119791" y="55193"/>
                  </a:lnTo>
                  <a:lnTo>
                    <a:pt x="119846" y="50852"/>
                  </a:lnTo>
                  <a:lnTo>
                    <a:pt x="119890" y="46201"/>
                  </a:lnTo>
                  <a:lnTo>
                    <a:pt x="119934" y="41550"/>
                  </a:lnTo>
                  <a:lnTo>
                    <a:pt x="119956" y="36589"/>
                  </a:lnTo>
                  <a:lnTo>
                    <a:pt x="119978" y="31627"/>
                  </a:lnTo>
                  <a:lnTo>
                    <a:pt x="119989" y="26666"/>
                  </a:lnTo>
                  <a:lnTo>
                    <a:pt x="120000" y="21705"/>
                  </a:lnTo>
                  <a:lnTo>
                    <a:pt x="120000" y="19534"/>
                  </a:lnTo>
                  <a:lnTo>
                    <a:pt x="120000" y="19534"/>
                  </a:lnTo>
                  <a:lnTo>
                    <a:pt x="119989" y="14573"/>
                  </a:lnTo>
                  <a:lnTo>
                    <a:pt x="119978" y="9612"/>
                  </a:lnTo>
                  <a:lnTo>
                    <a:pt x="119967" y="4961"/>
                  </a:lnTo>
                  <a:lnTo>
                    <a:pt x="119934" y="0"/>
                  </a:lnTo>
                  <a:lnTo>
                    <a:pt x="65" y="0"/>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68" name="Shape 1268"/>
            <p:cNvSpPr/>
            <p:nvPr/>
          </p:nvSpPr>
          <p:spPr>
            <a:xfrm>
              <a:off x="1687513" y="10825163"/>
              <a:ext cx="1908173" cy="263525"/>
            </a:xfrm>
            <a:custGeom>
              <a:avLst/>
              <a:gdLst/>
              <a:ahLst/>
              <a:cxnLst/>
              <a:rect l="0" t="0" r="0" b="0"/>
              <a:pathLst>
                <a:path w="120000" h="120000" extrusionOk="0">
                  <a:moveTo>
                    <a:pt x="119844" y="105449"/>
                  </a:moveTo>
                  <a:lnTo>
                    <a:pt x="112616" y="5356"/>
                  </a:lnTo>
                  <a:lnTo>
                    <a:pt x="112616" y="5356"/>
                  </a:lnTo>
                  <a:lnTo>
                    <a:pt x="112505" y="4157"/>
                  </a:lnTo>
                  <a:lnTo>
                    <a:pt x="112383" y="3117"/>
                  </a:lnTo>
                  <a:lnTo>
                    <a:pt x="112250" y="2158"/>
                  </a:lnTo>
                  <a:lnTo>
                    <a:pt x="112095" y="1359"/>
                  </a:lnTo>
                  <a:lnTo>
                    <a:pt x="111929" y="799"/>
                  </a:lnTo>
                  <a:lnTo>
                    <a:pt x="111751" y="319"/>
                  </a:lnTo>
                  <a:lnTo>
                    <a:pt x="111574" y="79"/>
                  </a:lnTo>
                  <a:lnTo>
                    <a:pt x="111385" y="0"/>
                  </a:lnTo>
                  <a:lnTo>
                    <a:pt x="8614" y="0"/>
                  </a:lnTo>
                  <a:lnTo>
                    <a:pt x="8614" y="0"/>
                  </a:lnTo>
                  <a:lnTo>
                    <a:pt x="8425" y="79"/>
                  </a:lnTo>
                  <a:lnTo>
                    <a:pt x="8237" y="319"/>
                  </a:lnTo>
                  <a:lnTo>
                    <a:pt x="8070" y="799"/>
                  </a:lnTo>
                  <a:lnTo>
                    <a:pt x="7904" y="1359"/>
                  </a:lnTo>
                  <a:lnTo>
                    <a:pt x="7749" y="2158"/>
                  </a:lnTo>
                  <a:lnTo>
                    <a:pt x="7605" y="3117"/>
                  </a:lnTo>
                  <a:lnTo>
                    <a:pt x="7483" y="4157"/>
                  </a:lnTo>
                  <a:lnTo>
                    <a:pt x="7383" y="5356"/>
                  </a:lnTo>
                  <a:lnTo>
                    <a:pt x="155" y="105449"/>
                  </a:lnTo>
                  <a:lnTo>
                    <a:pt x="155" y="105449"/>
                  </a:lnTo>
                  <a:lnTo>
                    <a:pt x="88" y="106728"/>
                  </a:lnTo>
                  <a:lnTo>
                    <a:pt x="22" y="108007"/>
                  </a:lnTo>
                  <a:lnTo>
                    <a:pt x="0" y="109287"/>
                  </a:lnTo>
                  <a:lnTo>
                    <a:pt x="0" y="110566"/>
                  </a:lnTo>
                  <a:lnTo>
                    <a:pt x="11" y="111765"/>
                  </a:lnTo>
                  <a:lnTo>
                    <a:pt x="66" y="112964"/>
                  </a:lnTo>
                  <a:lnTo>
                    <a:pt x="121" y="114163"/>
                  </a:lnTo>
                  <a:lnTo>
                    <a:pt x="210" y="115283"/>
                  </a:lnTo>
                  <a:lnTo>
                    <a:pt x="299" y="116242"/>
                  </a:lnTo>
                  <a:lnTo>
                    <a:pt x="410" y="117201"/>
                  </a:lnTo>
                  <a:lnTo>
                    <a:pt x="543" y="118081"/>
                  </a:lnTo>
                  <a:lnTo>
                    <a:pt x="687" y="118720"/>
                  </a:lnTo>
                  <a:lnTo>
                    <a:pt x="853" y="119280"/>
                  </a:lnTo>
                  <a:lnTo>
                    <a:pt x="1019" y="119680"/>
                  </a:lnTo>
                  <a:lnTo>
                    <a:pt x="1197" y="119920"/>
                  </a:lnTo>
                  <a:lnTo>
                    <a:pt x="1385" y="120000"/>
                  </a:lnTo>
                  <a:lnTo>
                    <a:pt x="118614" y="120000"/>
                  </a:lnTo>
                  <a:lnTo>
                    <a:pt x="118614" y="120000"/>
                  </a:lnTo>
                  <a:lnTo>
                    <a:pt x="118802" y="119920"/>
                  </a:lnTo>
                  <a:lnTo>
                    <a:pt x="118980" y="119680"/>
                  </a:lnTo>
                  <a:lnTo>
                    <a:pt x="119146" y="119280"/>
                  </a:lnTo>
                  <a:lnTo>
                    <a:pt x="119301" y="118720"/>
                  </a:lnTo>
                  <a:lnTo>
                    <a:pt x="119445" y="118081"/>
                  </a:lnTo>
                  <a:lnTo>
                    <a:pt x="119578" y="117201"/>
                  </a:lnTo>
                  <a:lnTo>
                    <a:pt x="119700" y="116242"/>
                  </a:lnTo>
                  <a:lnTo>
                    <a:pt x="119789" y="115283"/>
                  </a:lnTo>
                  <a:lnTo>
                    <a:pt x="119878" y="114163"/>
                  </a:lnTo>
                  <a:lnTo>
                    <a:pt x="119933" y="112964"/>
                  </a:lnTo>
                  <a:lnTo>
                    <a:pt x="119977" y="111765"/>
                  </a:lnTo>
                  <a:lnTo>
                    <a:pt x="120000" y="110566"/>
                  </a:lnTo>
                  <a:lnTo>
                    <a:pt x="120000" y="109287"/>
                  </a:lnTo>
                  <a:lnTo>
                    <a:pt x="119966" y="108007"/>
                  </a:lnTo>
                  <a:lnTo>
                    <a:pt x="119911" y="106728"/>
                  </a:lnTo>
                  <a:lnTo>
                    <a:pt x="119844" y="105449"/>
                  </a:lnTo>
                  <a:lnTo>
                    <a:pt x="119844" y="105449"/>
                  </a:lnTo>
                  <a:close/>
                  <a:moveTo>
                    <a:pt x="44922" y="110806"/>
                  </a:moveTo>
                  <a:lnTo>
                    <a:pt x="46241" y="86102"/>
                  </a:lnTo>
                  <a:lnTo>
                    <a:pt x="73747" y="86102"/>
                  </a:lnTo>
                  <a:lnTo>
                    <a:pt x="75077" y="110806"/>
                  </a:lnTo>
                  <a:lnTo>
                    <a:pt x="44922" y="110806"/>
                  </a:lnTo>
                  <a:close/>
                  <a:moveTo>
                    <a:pt x="9667" y="76828"/>
                  </a:moveTo>
                  <a:lnTo>
                    <a:pt x="13004" y="21665"/>
                  </a:lnTo>
                  <a:lnTo>
                    <a:pt x="106995" y="21665"/>
                  </a:lnTo>
                  <a:lnTo>
                    <a:pt x="110332" y="76828"/>
                  </a:lnTo>
                  <a:lnTo>
                    <a:pt x="9667" y="76828"/>
                  </a:lnTo>
                  <a:close/>
                </a:path>
              </a:pathLst>
            </a:custGeom>
            <a:solidFill>
              <a:srgbClr val="1C2B30"/>
            </a:solidFill>
            <a:ln w="9525" cap="flat" cmpd="sng">
              <a:solidFill>
                <a:srgbClr val="1C2B30"/>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cxnSp>
        <p:nvCxnSpPr>
          <p:cNvPr id="1269" name="Shape 1269"/>
          <p:cNvCxnSpPr/>
          <p:nvPr/>
        </p:nvCxnSpPr>
        <p:spPr>
          <a:xfrm>
            <a:off x="2431999" y="3529939"/>
            <a:ext cx="1233786" cy="0"/>
          </a:xfrm>
          <a:prstGeom prst="straightConnector1">
            <a:avLst/>
          </a:prstGeom>
          <a:noFill/>
          <a:ln w="12700" cap="flat" cmpd="sng">
            <a:solidFill>
              <a:srgbClr val="A5A5A5"/>
            </a:solidFill>
            <a:prstDash val="solid"/>
            <a:round/>
            <a:headEnd type="stealth" w="lg" len="lg"/>
            <a:tailEnd type="stealth" w="lg" len="lg"/>
          </a:ln>
        </p:spPr>
      </p:cxnSp>
      <p:pic>
        <p:nvPicPr>
          <p:cNvPr id="1270" name="Shape 1270"/>
          <p:cNvPicPr preferRelativeResize="0"/>
          <p:nvPr/>
        </p:nvPicPr>
        <p:blipFill rotWithShape="1">
          <a:blip r:embed="rId5">
            <a:alphaModFix/>
          </a:blip>
          <a:srcRect/>
          <a:stretch/>
        </p:blipFill>
        <p:spPr>
          <a:xfrm>
            <a:off x="2863513" y="3212266"/>
            <a:ext cx="291368" cy="322588"/>
          </a:xfrm>
          <a:prstGeom prst="rect">
            <a:avLst/>
          </a:prstGeom>
          <a:noFill/>
          <a:ln>
            <a:noFill/>
          </a:ln>
        </p:spPr>
      </p:pic>
      <p:sp>
        <p:nvSpPr>
          <p:cNvPr id="1271" name="Shape 1271"/>
          <p:cNvSpPr/>
          <p:nvPr/>
        </p:nvSpPr>
        <p:spPr>
          <a:xfrm rot="10800000">
            <a:off x="6105707" y="2614125"/>
            <a:ext cx="1972313" cy="757174"/>
          </a:xfrm>
          <a:prstGeom prst="homePlate">
            <a:avLst>
              <a:gd name="adj" fmla="val 39387"/>
            </a:avLst>
          </a:prstGeom>
          <a:solidFill>
            <a:srgbClr val="FFFFFF"/>
          </a:solidFill>
          <a:ln w="9525" cap="flat" cmpd="sng">
            <a:solidFill>
              <a:srgbClr val="D9D9D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1272" name="Shape 1272"/>
          <p:cNvSpPr/>
          <p:nvPr/>
        </p:nvSpPr>
        <p:spPr>
          <a:xfrm rot="10800000">
            <a:off x="6119713" y="3997228"/>
            <a:ext cx="1958304" cy="757174"/>
          </a:xfrm>
          <a:prstGeom prst="homePlate">
            <a:avLst>
              <a:gd name="adj" fmla="val 39387"/>
            </a:avLst>
          </a:prstGeom>
          <a:solidFill>
            <a:srgbClr val="FFFFFF"/>
          </a:solidFill>
          <a:ln w="9525" cap="flat" cmpd="sng">
            <a:solidFill>
              <a:srgbClr val="D9D9D9"/>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1273" name="Shape 1273"/>
          <p:cNvSpPr/>
          <p:nvPr/>
        </p:nvSpPr>
        <p:spPr>
          <a:xfrm>
            <a:off x="7070825" y="3450016"/>
            <a:ext cx="317780" cy="482997"/>
          </a:xfrm>
          <a:prstGeom prst="upDownArrow">
            <a:avLst>
              <a:gd name="adj1" fmla="val 52017"/>
              <a:gd name="adj2" fmla="val 44001"/>
            </a:avLst>
          </a:prstGeom>
          <a:solidFill>
            <a:srgbClr val="D8D8D8"/>
          </a:solidFill>
          <a:ln w="9525" cap="flat" cmpd="sng">
            <a:solidFill>
              <a:srgbClr val="D8D8D8"/>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pic>
        <p:nvPicPr>
          <p:cNvPr id="1274" name="Shape 1274"/>
          <p:cNvPicPr preferRelativeResize="0"/>
          <p:nvPr/>
        </p:nvPicPr>
        <p:blipFill rotWithShape="1">
          <a:blip r:embed="rId6">
            <a:alphaModFix/>
          </a:blip>
          <a:srcRect/>
          <a:stretch/>
        </p:blipFill>
        <p:spPr>
          <a:xfrm>
            <a:off x="5899430" y="4173326"/>
            <a:ext cx="431455" cy="358234"/>
          </a:xfrm>
          <a:prstGeom prst="rect">
            <a:avLst/>
          </a:prstGeom>
          <a:noFill/>
          <a:ln>
            <a:noFill/>
          </a:ln>
        </p:spPr>
      </p:pic>
      <p:grpSp>
        <p:nvGrpSpPr>
          <p:cNvPr id="1275" name="Shape 1275"/>
          <p:cNvGrpSpPr/>
          <p:nvPr/>
        </p:nvGrpSpPr>
        <p:grpSpPr>
          <a:xfrm>
            <a:off x="5861483" y="2833949"/>
            <a:ext cx="531415" cy="350092"/>
            <a:chOff x="5419407" y="2204100"/>
            <a:chExt cx="577986" cy="317523"/>
          </a:xfrm>
        </p:grpSpPr>
        <p:sp>
          <p:nvSpPr>
            <p:cNvPr id="1276" name="Shape 1276"/>
            <p:cNvSpPr/>
            <p:nvPr/>
          </p:nvSpPr>
          <p:spPr>
            <a:xfrm>
              <a:off x="5425901" y="2240448"/>
              <a:ext cx="548309" cy="273309"/>
            </a:xfrm>
            <a:prstGeom prst="ellipse">
              <a:avLst/>
            </a:prstGeom>
            <a:solidFill>
              <a:schemeClr val="lt1"/>
            </a:solidFill>
            <a:ln w="9525"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1277" name="Shape 1277"/>
            <p:cNvSpPr/>
            <p:nvPr/>
          </p:nvSpPr>
          <p:spPr>
            <a:xfrm>
              <a:off x="5419407" y="2204100"/>
              <a:ext cx="577986" cy="317523"/>
            </a:xfrm>
            <a:custGeom>
              <a:avLst/>
              <a:gdLst/>
              <a:ahLst/>
              <a:cxnLst/>
              <a:rect l="0" t="0" r="0" b="0"/>
              <a:pathLst>
                <a:path w="120000" h="120000" extrusionOk="0">
                  <a:moveTo>
                    <a:pt x="67475" y="120000"/>
                  </a:moveTo>
                  <a:lnTo>
                    <a:pt x="67475" y="120000"/>
                  </a:lnTo>
                  <a:lnTo>
                    <a:pt x="64875" y="119797"/>
                  </a:lnTo>
                  <a:lnTo>
                    <a:pt x="62405" y="119189"/>
                  </a:lnTo>
                  <a:lnTo>
                    <a:pt x="60065" y="118378"/>
                  </a:lnTo>
                  <a:lnTo>
                    <a:pt x="57984" y="117364"/>
                  </a:lnTo>
                  <a:lnTo>
                    <a:pt x="56034" y="116148"/>
                  </a:lnTo>
                  <a:lnTo>
                    <a:pt x="54344" y="114932"/>
                  </a:lnTo>
                  <a:lnTo>
                    <a:pt x="51614" y="112500"/>
                  </a:lnTo>
                  <a:lnTo>
                    <a:pt x="51614" y="112500"/>
                  </a:lnTo>
                  <a:lnTo>
                    <a:pt x="50314" y="113716"/>
                  </a:lnTo>
                  <a:lnTo>
                    <a:pt x="49144" y="114932"/>
                  </a:lnTo>
                  <a:lnTo>
                    <a:pt x="47713" y="115945"/>
                  </a:lnTo>
                  <a:lnTo>
                    <a:pt x="46413" y="116554"/>
                  </a:lnTo>
                  <a:lnTo>
                    <a:pt x="44983" y="117364"/>
                  </a:lnTo>
                  <a:lnTo>
                    <a:pt x="43423" y="117770"/>
                  </a:lnTo>
                  <a:lnTo>
                    <a:pt x="41993" y="118175"/>
                  </a:lnTo>
                  <a:lnTo>
                    <a:pt x="40563" y="118378"/>
                  </a:lnTo>
                  <a:lnTo>
                    <a:pt x="40563" y="118378"/>
                  </a:lnTo>
                  <a:lnTo>
                    <a:pt x="38873" y="118175"/>
                  </a:lnTo>
                  <a:lnTo>
                    <a:pt x="37183" y="117770"/>
                  </a:lnTo>
                  <a:lnTo>
                    <a:pt x="35622" y="117364"/>
                  </a:lnTo>
                  <a:lnTo>
                    <a:pt x="34062" y="116351"/>
                  </a:lnTo>
                  <a:lnTo>
                    <a:pt x="32502" y="115540"/>
                  </a:lnTo>
                  <a:lnTo>
                    <a:pt x="31072" y="114324"/>
                  </a:lnTo>
                  <a:lnTo>
                    <a:pt x="29772" y="113108"/>
                  </a:lnTo>
                  <a:lnTo>
                    <a:pt x="28472" y="111283"/>
                  </a:lnTo>
                  <a:lnTo>
                    <a:pt x="28472" y="111283"/>
                  </a:lnTo>
                  <a:lnTo>
                    <a:pt x="26002" y="112094"/>
                  </a:lnTo>
                  <a:lnTo>
                    <a:pt x="23661" y="112094"/>
                  </a:lnTo>
                  <a:lnTo>
                    <a:pt x="23661" y="112094"/>
                  </a:lnTo>
                  <a:lnTo>
                    <a:pt x="21321" y="112094"/>
                  </a:lnTo>
                  <a:lnTo>
                    <a:pt x="18981" y="111283"/>
                  </a:lnTo>
                  <a:lnTo>
                    <a:pt x="16641" y="110472"/>
                  </a:lnTo>
                  <a:lnTo>
                    <a:pt x="14431" y="109256"/>
                  </a:lnTo>
                  <a:lnTo>
                    <a:pt x="12351" y="107837"/>
                  </a:lnTo>
                  <a:lnTo>
                    <a:pt x="10530" y="105810"/>
                  </a:lnTo>
                  <a:lnTo>
                    <a:pt x="8580" y="103581"/>
                  </a:lnTo>
                  <a:lnTo>
                    <a:pt x="6890" y="101351"/>
                  </a:lnTo>
                  <a:lnTo>
                    <a:pt x="5330" y="98716"/>
                  </a:lnTo>
                  <a:lnTo>
                    <a:pt x="4030" y="95675"/>
                  </a:lnTo>
                  <a:lnTo>
                    <a:pt x="2990" y="92837"/>
                  </a:lnTo>
                  <a:lnTo>
                    <a:pt x="1820" y="89594"/>
                  </a:lnTo>
                  <a:lnTo>
                    <a:pt x="1040" y="86148"/>
                  </a:lnTo>
                  <a:lnTo>
                    <a:pt x="520" y="82500"/>
                  </a:lnTo>
                  <a:lnTo>
                    <a:pt x="130" y="79054"/>
                  </a:lnTo>
                  <a:lnTo>
                    <a:pt x="0" y="75405"/>
                  </a:lnTo>
                  <a:lnTo>
                    <a:pt x="0" y="75405"/>
                  </a:lnTo>
                  <a:lnTo>
                    <a:pt x="0" y="72162"/>
                  </a:lnTo>
                  <a:lnTo>
                    <a:pt x="260" y="69527"/>
                  </a:lnTo>
                  <a:lnTo>
                    <a:pt x="650" y="66689"/>
                  </a:lnTo>
                  <a:lnTo>
                    <a:pt x="1040" y="64054"/>
                  </a:lnTo>
                  <a:lnTo>
                    <a:pt x="1690" y="61418"/>
                  </a:lnTo>
                  <a:lnTo>
                    <a:pt x="2470" y="58783"/>
                  </a:lnTo>
                  <a:lnTo>
                    <a:pt x="3380" y="56351"/>
                  </a:lnTo>
                  <a:lnTo>
                    <a:pt x="4290" y="53918"/>
                  </a:lnTo>
                  <a:lnTo>
                    <a:pt x="5330" y="51891"/>
                  </a:lnTo>
                  <a:lnTo>
                    <a:pt x="6630" y="49662"/>
                  </a:lnTo>
                  <a:lnTo>
                    <a:pt x="7800" y="47837"/>
                  </a:lnTo>
                  <a:lnTo>
                    <a:pt x="9230" y="45810"/>
                  </a:lnTo>
                  <a:lnTo>
                    <a:pt x="10790" y="44391"/>
                  </a:lnTo>
                  <a:lnTo>
                    <a:pt x="12351" y="42972"/>
                  </a:lnTo>
                  <a:lnTo>
                    <a:pt x="14041" y="41554"/>
                  </a:lnTo>
                  <a:lnTo>
                    <a:pt x="15731" y="40540"/>
                  </a:lnTo>
                  <a:lnTo>
                    <a:pt x="15731" y="40540"/>
                  </a:lnTo>
                  <a:lnTo>
                    <a:pt x="16381" y="38108"/>
                  </a:lnTo>
                  <a:lnTo>
                    <a:pt x="17161" y="35675"/>
                  </a:lnTo>
                  <a:lnTo>
                    <a:pt x="18071" y="33445"/>
                  </a:lnTo>
                  <a:lnTo>
                    <a:pt x="18981" y="31418"/>
                  </a:lnTo>
                  <a:lnTo>
                    <a:pt x="20021" y="29189"/>
                  </a:lnTo>
                  <a:lnTo>
                    <a:pt x="21061" y="27567"/>
                  </a:lnTo>
                  <a:lnTo>
                    <a:pt x="22361" y="25743"/>
                  </a:lnTo>
                  <a:lnTo>
                    <a:pt x="23661" y="24324"/>
                  </a:lnTo>
                  <a:lnTo>
                    <a:pt x="25092" y="22702"/>
                  </a:lnTo>
                  <a:lnTo>
                    <a:pt x="26652" y="21689"/>
                  </a:lnTo>
                  <a:lnTo>
                    <a:pt x="28082" y="20472"/>
                  </a:lnTo>
                  <a:lnTo>
                    <a:pt x="29772" y="19662"/>
                  </a:lnTo>
                  <a:lnTo>
                    <a:pt x="31332" y="19054"/>
                  </a:lnTo>
                  <a:lnTo>
                    <a:pt x="33022" y="18445"/>
                  </a:lnTo>
                  <a:lnTo>
                    <a:pt x="34712" y="18040"/>
                  </a:lnTo>
                  <a:lnTo>
                    <a:pt x="36403" y="18040"/>
                  </a:lnTo>
                  <a:lnTo>
                    <a:pt x="36403" y="18040"/>
                  </a:lnTo>
                  <a:lnTo>
                    <a:pt x="38093" y="18040"/>
                  </a:lnTo>
                  <a:lnTo>
                    <a:pt x="39913" y="18445"/>
                  </a:lnTo>
                  <a:lnTo>
                    <a:pt x="39913" y="18445"/>
                  </a:lnTo>
                  <a:lnTo>
                    <a:pt x="40823" y="16418"/>
                  </a:lnTo>
                  <a:lnTo>
                    <a:pt x="41863" y="14391"/>
                  </a:lnTo>
                  <a:lnTo>
                    <a:pt x="43033" y="12567"/>
                  </a:lnTo>
                  <a:lnTo>
                    <a:pt x="44203" y="10743"/>
                  </a:lnTo>
                  <a:lnTo>
                    <a:pt x="45503" y="9121"/>
                  </a:lnTo>
                  <a:lnTo>
                    <a:pt x="46803" y="7702"/>
                  </a:lnTo>
                  <a:lnTo>
                    <a:pt x="48234" y="6283"/>
                  </a:lnTo>
                  <a:lnTo>
                    <a:pt x="49664" y="5067"/>
                  </a:lnTo>
                  <a:lnTo>
                    <a:pt x="50964" y="3851"/>
                  </a:lnTo>
                  <a:lnTo>
                    <a:pt x="52524" y="2837"/>
                  </a:lnTo>
                  <a:lnTo>
                    <a:pt x="54084" y="2229"/>
                  </a:lnTo>
                  <a:lnTo>
                    <a:pt x="55644" y="1418"/>
                  </a:lnTo>
                  <a:lnTo>
                    <a:pt x="57334" y="810"/>
                  </a:lnTo>
                  <a:lnTo>
                    <a:pt x="58894" y="405"/>
                  </a:lnTo>
                  <a:lnTo>
                    <a:pt x="60585" y="202"/>
                  </a:lnTo>
                  <a:lnTo>
                    <a:pt x="62275" y="0"/>
                  </a:lnTo>
                  <a:lnTo>
                    <a:pt x="62275" y="0"/>
                  </a:lnTo>
                  <a:lnTo>
                    <a:pt x="64485" y="202"/>
                  </a:lnTo>
                  <a:lnTo>
                    <a:pt x="66825" y="810"/>
                  </a:lnTo>
                  <a:lnTo>
                    <a:pt x="69035" y="1418"/>
                  </a:lnTo>
                  <a:lnTo>
                    <a:pt x="71115" y="2432"/>
                  </a:lnTo>
                  <a:lnTo>
                    <a:pt x="73326" y="3851"/>
                  </a:lnTo>
                  <a:lnTo>
                    <a:pt x="75276" y="5270"/>
                  </a:lnTo>
                  <a:lnTo>
                    <a:pt x="77226" y="7297"/>
                  </a:lnTo>
                  <a:lnTo>
                    <a:pt x="79046" y="9121"/>
                  </a:lnTo>
                  <a:lnTo>
                    <a:pt x="80736" y="11351"/>
                  </a:lnTo>
                  <a:lnTo>
                    <a:pt x="82296" y="13986"/>
                  </a:lnTo>
                  <a:lnTo>
                    <a:pt x="83596" y="16621"/>
                  </a:lnTo>
                  <a:lnTo>
                    <a:pt x="85027" y="19459"/>
                  </a:lnTo>
                  <a:lnTo>
                    <a:pt x="86067" y="22297"/>
                  </a:lnTo>
                  <a:lnTo>
                    <a:pt x="86977" y="25540"/>
                  </a:lnTo>
                  <a:lnTo>
                    <a:pt x="88017" y="28783"/>
                  </a:lnTo>
                  <a:lnTo>
                    <a:pt x="88537" y="32432"/>
                  </a:lnTo>
                  <a:lnTo>
                    <a:pt x="88537" y="32432"/>
                  </a:lnTo>
                  <a:lnTo>
                    <a:pt x="90227" y="32635"/>
                  </a:lnTo>
                  <a:lnTo>
                    <a:pt x="91917" y="33040"/>
                  </a:lnTo>
                  <a:lnTo>
                    <a:pt x="93607" y="34054"/>
                  </a:lnTo>
                  <a:lnTo>
                    <a:pt x="95167" y="35067"/>
                  </a:lnTo>
                  <a:lnTo>
                    <a:pt x="96728" y="36081"/>
                  </a:lnTo>
                  <a:lnTo>
                    <a:pt x="98288" y="37500"/>
                  </a:lnTo>
                  <a:lnTo>
                    <a:pt x="99718" y="38918"/>
                  </a:lnTo>
                  <a:lnTo>
                    <a:pt x="101018" y="40540"/>
                  </a:lnTo>
                  <a:lnTo>
                    <a:pt x="102318" y="42162"/>
                  </a:lnTo>
                  <a:lnTo>
                    <a:pt x="103358" y="44189"/>
                  </a:lnTo>
                  <a:lnTo>
                    <a:pt x="104398" y="46418"/>
                  </a:lnTo>
                  <a:lnTo>
                    <a:pt x="105568" y="48445"/>
                  </a:lnTo>
                  <a:lnTo>
                    <a:pt x="106348" y="50878"/>
                  </a:lnTo>
                  <a:lnTo>
                    <a:pt x="106998" y="53310"/>
                  </a:lnTo>
                  <a:lnTo>
                    <a:pt x="107648" y="55945"/>
                  </a:lnTo>
                  <a:lnTo>
                    <a:pt x="108169" y="58581"/>
                  </a:lnTo>
                  <a:lnTo>
                    <a:pt x="108169" y="58581"/>
                  </a:lnTo>
                  <a:lnTo>
                    <a:pt x="109339" y="58986"/>
                  </a:lnTo>
                  <a:lnTo>
                    <a:pt x="110639" y="60000"/>
                  </a:lnTo>
                  <a:lnTo>
                    <a:pt x="111809" y="60810"/>
                  </a:lnTo>
                  <a:lnTo>
                    <a:pt x="112849" y="61824"/>
                  </a:lnTo>
                  <a:lnTo>
                    <a:pt x="114019" y="63040"/>
                  </a:lnTo>
                  <a:lnTo>
                    <a:pt x="114929" y="64459"/>
                  </a:lnTo>
                  <a:lnTo>
                    <a:pt x="115839" y="66081"/>
                  </a:lnTo>
                  <a:lnTo>
                    <a:pt x="116749" y="67500"/>
                  </a:lnTo>
                  <a:lnTo>
                    <a:pt x="117399" y="69121"/>
                  </a:lnTo>
                  <a:lnTo>
                    <a:pt x="118179" y="70743"/>
                  </a:lnTo>
                  <a:lnTo>
                    <a:pt x="118569" y="72770"/>
                  </a:lnTo>
                  <a:lnTo>
                    <a:pt x="119089" y="74594"/>
                  </a:lnTo>
                  <a:lnTo>
                    <a:pt x="119479" y="76621"/>
                  </a:lnTo>
                  <a:lnTo>
                    <a:pt x="119869" y="78648"/>
                  </a:lnTo>
                  <a:lnTo>
                    <a:pt x="120000" y="80675"/>
                  </a:lnTo>
                  <a:lnTo>
                    <a:pt x="120000" y="82702"/>
                  </a:lnTo>
                  <a:lnTo>
                    <a:pt x="120000" y="82702"/>
                  </a:lnTo>
                  <a:lnTo>
                    <a:pt x="120000" y="85540"/>
                  </a:lnTo>
                  <a:lnTo>
                    <a:pt x="119739" y="87770"/>
                  </a:lnTo>
                  <a:lnTo>
                    <a:pt x="119349" y="90000"/>
                  </a:lnTo>
                  <a:lnTo>
                    <a:pt x="118959" y="92432"/>
                  </a:lnTo>
                  <a:lnTo>
                    <a:pt x="118309" y="94459"/>
                  </a:lnTo>
                  <a:lnTo>
                    <a:pt x="117529" y="96486"/>
                  </a:lnTo>
                  <a:lnTo>
                    <a:pt x="116619" y="98310"/>
                  </a:lnTo>
                  <a:lnTo>
                    <a:pt x="115709" y="100337"/>
                  </a:lnTo>
                  <a:lnTo>
                    <a:pt x="114669" y="101959"/>
                  </a:lnTo>
                  <a:lnTo>
                    <a:pt x="113499" y="103378"/>
                  </a:lnTo>
                  <a:lnTo>
                    <a:pt x="112329" y="104594"/>
                  </a:lnTo>
                  <a:lnTo>
                    <a:pt x="110899" y="105810"/>
                  </a:lnTo>
                  <a:lnTo>
                    <a:pt x="109469" y="106824"/>
                  </a:lnTo>
                  <a:lnTo>
                    <a:pt x="108169" y="107432"/>
                  </a:lnTo>
                  <a:lnTo>
                    <a:pt x="106608" y="108040"/>
                  </a:lnTo>
                  <a:lnTo>
                    <a:pt x="105048" y="108243"/>
                  </a:lnTo>
                  <a:lnTo>
                    <a:pt x="105048" y="108243"/>
                  </a:lnTo>
                  <a:lnTo>
                    <a:pt x="86067" y="108243"/>
                  </a:lnTo>
                  <a:lnTo>
                    <a:pt x="86067" y="108243"/>
                  </a:lnTo>
                  <a:lnTo>
                    <a:pt x="83986" y="111081"/>
                  </a:lnTo>
                  <a:lnTo>
                    <a:pt x="81776" y="113513"/>
                  </a:lnTo>
                  <a:lnTo>
                    <a:pt x="79436" y="115540"/>
                  </a:lnTo>
                  <a:lnTo>
                    <a:pt x="77226" y="117162"/>
                  </a:lnTo>
                  <a:lnTo>
                    <a:pt x="74886" y="118378"/>
                  </a:lnTo>
                  <a:lnTo>
                    <a:pt x="72416" y="119189"/>
                  </a:lnTo>
                  <a:lnTo>
                    <a:pt x="69945" y="119797"/>
                  </a:lnTo>
                  <a:lnTo>
                    <a:pt x="67475" y="120000"/>
                  </a:lnTo>
                  <a:lnTo>
                    <a:pt x="67475" y="120000"/>
                  </a:lnTo>
                  <a:close/>
                  <a:moveTo>
                    <a:pt x="51484" y="101756"/>
                  </a:moveTo>
                  <a:lnTo>
                    <a:pt x="53174" y="104189"/>
                  </a:lnTo>
                  <a:lnTo>
                    <a:pt x="53174" y="104189"/>
                  </a:lnTo>
                  <a:lnTo>
                    <a:pt x="54344" y="105608"/>
                  </a:lnTo>
                  <a:lnTo>
                    <a:pt x="55904" y="106824"/>
                  </a:lnTo>
                  <a:lnTo>
                    <a:pt x="57464" y="108243"/>
                  </a:lnTo>
                  <a:lnTo>
                    <a:pt x="59154" y="109459"/>
                  </a:lnTo>
                  <a:lnTo>
                    <a:pt x="61105" y="110472"/>
                  </a:lnTo>
                  <a:lnTo>
                    <a:pt x="63185" y="111081"/>
                  </a:lnTo>
                  <a:lnTo>
                    <a:pt x="65265" y="111689"/>
                  </a:lnTo>
                  <a:lnTo>
                    <a:pt x="67475" y="111891"/>
                  </a:lnTo>
                  <a:lnTo>
                    <a:pt x="67475" y="111891"/>
                  </a:lnTo>
                  <a:lnTo>
                    <a:pt x="69425" y="111689"/>
                  </a:lnTo>
                  <a:lnTo>
                    <a:pt x="71635" y="111081"/>
                  </a:lnTo>
                  <a:lnTo>
                    <a:pt x="73586" y="110472"/>
                  </a:lnTo>
                  <a:lnTo>
                    <a:pt x="75666" y="109256"/>
                  </a:lnTo>
                  <a:lnTo>
                    <a:pt x="77616" y="107837"/>
                  </a:lnTo>
                  <a:lnTo>
                    <a:pt x="79696" y="105810"/>
                  </a:lnTo>
                  <a:lnTo>
                    <a:pt x="81516" y="103581"/>
                  </a:lnTo>
                  <a:lnTo>
                    <a:pt x="83336" y="101351"/>
                  </a:lnTo>
                  <a:lnTo>
                    <a:pt x="84117" y="100135"/>
                  </a:lnTo>
                  <a:lnTo>
                    <a:pt x="104788" y="100135"/>
                  </a:lnTo>
                  <a:lnTo>
                    <a:pt x="104788" y="100135"/>
                  </a:lnTo>
                  <a:lnTo>
                    <a:pt x="105828" y="100135"/>
                  </a:lnTo>
                  <a:lnTo>
                    <a:pt x="106868" y="99527"/>
                  </a:lnTo>
                  <a:lnTo>
                    <a:pt x="107778" y="99121"/>
                  </a:lnTo>
                  <a:lnTo>
                    <a:pt x="108819" y="98310"/>
                  </a:lnTo>
                  <a:lnTo>
                    <a:pt x="109729" y="97702"/>
                  </a:lnTo>
                  <a:lnTo>
                    <a:pt x="110509" y="96689"/>
                  </a:lnTo>
                  <a:lnTo>
                    <a:pt x="111809" y="94459"/>
                  </a:lnTo>
                  <a:lnTo>
                    <a:pt x="113109" y="92229"/>
                  </a:lnTo>
                  <a:lnTo>
                    <a:pt x="113499" y="90810"/>
                  </a:lnTo>
                  <a:lnTo>
                    <a:pt x="114019" y="89189"/>
                  </a:lnTo>
                  <a:lnTo>
                    <a:pt x="114279" y="87770"/>
                  </a:lnTo>
                  <a:lnTo>
                    <a:pt x="114669" y="86148"/>
                  </a:lnTo>
                  <a:lnTo>
                    <a:pt x="114799" y="84527"/>
                  </a:lnTo>
                  <a:lnTo>
                    <a:pt x="114799" y="82702"/>
                  </a:lnTo>
                  <a:lnTo>
                    <a:pt x="114799" y="82702"/>
                  </a:lnTo>
                  <a:lnTo>
                    <a:pt x="114669" y="79662"/>
                  </a:lnTo>
                  <a:lnTo>
                    <a:pt x="114149" y="76824"/>
                  </a:lnTo>
                  <a:lnTo>
                    <a:pt x="113239" y="74189"/>
                  </a:lnTo>
                  <a:lnTo>
                    <a:pt x="112199" y="71756"/>
                  </a:lnTo>
                  <a:lnTo>
                    <a:pt x="110769" y="69527"/>
                  </a:lnTo>
                  <a:lnTo>
                    <a:pt x="109209" y="67905"/>
                  </a:lnTo>
                  <a:lnTo>
                    <a:pt x="107388" y="66689"/>
                  </a:lnTo>
                  <a:lnTo>
                    <a:pt x="105568" y="66081"/>
                  </a:lnTo>
                  <a:lnTo>
                    <a:pt x="103488" y="65472"/>
                  </a:lnTo>
                  <a:lnTo>
                    <a:pt x="103358" y="62432"/>
                  </a:lnTo>
                  <a:lnTo>
                    <a:pt x="103358" y="62432"/>
                  </a:lnTo>
                  <a:lnTo>
                    <a:pt x="103098" y="60202"/>
                  </a:lnTo>
                  <a:lnTo>
                    <a:pt x="102578" y="57770"/>
                  </a:lnTo>
                  <a:lnTo>
                    <a:pt x="101928" y="55743"/>
                  </a:lnTo>
                  <a:lnTo>
                    <a:pt x="101408" y="53716"/>
                  </a:lnTo>
                  <a:lnTo>
                    <a:pt x="100628" y="51891"/>
                  </a:lnTo>
                  <a:lnTo>
                    <a:pt x="99718" y="49864"/>
                  </a:lnTo>
                  <a:lnTo>
                    <a:pt x="98678" y="48243"/>
                  </a:lnTo>
                  <a:lnTo>
                    <a:pt x="97638" y="46824"/>
                  </a:lnTo>
                  <a:lnTo>
                    <a:pt x="96468" y="45405"/>
                  </a:lnTo>
                  <a:lnTo>
                    <a:pt x="95167" y="43986"/>
                  </a:lnTo>
                  <a:lnTo>
                    <a:pt x="93997" y="42972"/>
                  </a:lnTo>
                  <a:lnTo>
                    <a:pt x="92567" y="41959"/>
                  </a:lnTo>
                  <a:lnTo>
                    <a:pt x="91137" y="41351"/>
                  </a:lnTo>
                  <a:lnTo>
                    <a:pt x="89837" y="40743"/>
                  </a:lnTo>
                  <a:lnTo>
                    <a:pt x="88277" y="40540"/>
                  </a:lnTo>
                  <a:lnTo>
                    <a:pt x="86717" y="40337"/>
                  </a:lnTo>
                  <a:lnTo>
                    <a:pt x="84117" y="40337"/>
                  </a:lnTo>
                  <a:lnTo>
                    <a:pt x="83856" y="36891"/>
                  </a:lnTo>
                  <a:lnTo>
                    <a:pt x="83856" y="36891"/>
                  </a:lnTo>
                  <a:lnTo>
                    <a:pt x="83336" y="33851"/>
                  </a:lnTo>
                  <a:lnTo>
                    <a:pt x="82816" y="31013"/>
                  </a:lnTo>
                  <a:lnTo>
                    <a:pt x="82166" y="28175"/>
                  </a:lnTo>
                  <a:lnTo>
                    <a:pt x="81126" y="25540"/>
                  </a:lnTo>
                  <a:lnTo>
                    <a:pt x="80216" y="23108"/>
                  </a:lnTo>
                  <a:lnTo>
                    <a:pt x="79046" y="20675"/>
                  </a:lnTo>
                  <a:lnTo>
                    <a:pt x="77746" y="18445"/>
                  </a:lnTo>
                  <a:lnTo>
                    <a:pt x="76446" y="16418"/>
                  </a:lnTo>
                  <a:lnTo>
                    <a:pt x="74886" y="14594"/>
                  </a:lnTo>
                  <a:lnTo>
                    <a:pt x="73326" y="12972"/>
                  </a:lnTo>
                  <a:lnTo>
                    <a:pt x="71635" y="11554"/>
                  </a:lnTo>
                  <a:lnTo>
                    <a:pt x="69945" y="10337"/>
                  </a:lnTo>
                  <a:lnTo>
                    <a:pt x="68125" y="9527"/>
                  </a:lnTo>
                  <a:lnTo>
                    <a:pt x="66045" y="8918"/>
                  </a:lnTo>
                  <a:lnTo>
                    <a:pt x="64225" y="8310"/>
                  </a:lnTo>
                  <a:lnTo>
                    <a:pt x="62275" y="8108"/>
                  </a:lnTo>
                  <a:lnTo>
                    <a:pt x="62275" y="8108"/>
                  </a:lnTo>
                  <a:lnTo>
                    <a:pt x="60715" y="8310"/>
                  </a:lnTo>
                  <a:lnTo>
                    <a:pt x="59284" y="8716"/>
                  </a:lnTo>
                  <a:lnTo>
                    <a:pt x="57984" y="8918"/>
                  </a:lnTo>
                  <a:lnTo>
                    <a:pt x="56554" y="9324"/>
                  </a:lnTo>
                  <a:lnTo>
                    <a:pt x="53954" y="10743"/>
                  </a:lnTo>
                  <a:lnTo>
                    <a:pt x="51354" y="12770"/>
                  </a:lnTo>
                  <a:lnTo>
                    <a:pt x="49014" y="15202"/>
                  </a:lnTo>
                  <a:lnTo>
                    <a:pt x="46803" y="18040"/>
                  </a:lnTo>
                  <a:lnTo>
                    <a:pt x="45893" y="19662"/>
                  </a:lnTo>
                  <a:lnTo>
                    <a:pt x="44983" y="21283"/>
                  </a:lnTo>
                  <a:lnTo>
                    <a:pt x="44073" y="23108"/>
                  </a:lnTo>
                  <a:lnTo>
                    <a:pt x="43293" y="24932"/>
                  </a:lnTo>
                  <a:lnTo>
                    <a:pt x="42383" y="27567"/>
                  </a:lnTo>
                  <a:lnTo>
                    <a:pt x="40303" y="26959"/>
                  </a:lnTo>
                  <a:lnTo>
                    <a:pt x="40303" y="26959"/>
                  </a:lnTo>
                  <a:lnTo>
                    <a:pt x="38353" y="26351"/>
                  </a:lnTo>
                  <a:lnTo>
                    <a:pt x="36403" y="26148"/>
                  </a:lnTo>
                  <a:lnTo>
                    <a:pt x="36403" y="26148"/>
                  </a:lnTo>
                  <a:lnTo>
                    <a:pt x="34972" y="26148"/>
                  </a:lnTo>
                  <a:lnTo>
                    <a:pt x="33542" y="26351"/>
                  </a:lnTo>
                  <a:lnTo>
                    <a:pt x="32372" y="26959"/>
                  </a:lnTo>
                  <a:lnTo>
                    <a:pt x="30942" y="27567"/>
                  </a:lnTo>
                  <a:lnTo>
                    <a:pt x="29772" y="28378"/>
                  </a:lnTo>
                  <a:lnTo>
                    <a:pt x="28472" y="29189"/>
                  </a:lnTo>
                  <a:lnTo>
                    <a:pt x="27432" y="30202"/>
                  </a:lnTo>
                  <a:lnTo>
                    <a:pt x="26392" y="31418"/>
                  </a:lnTo>
                  <a:lnTo>
                    <a:pt x="25222" y="32635"/>
                  </a:lnTo>
                  <a:lnTo>
                    <a:pt x="24312" y="34054"/>
                  </a:lnTo>
                  <a:lnTo>
                    <a:pt x="23401" y="35675"/>
                  </a:lnTo>
                  <a:lnTo>
                    <a:pt x="22621" y="37297"/>
                  </a:lnTo>
                  <a:lnTo>
                    <a:pt x="21841" y="39121"/>
                  </a:lnTo>
                  <a:lnTo>
                    <a:pt x="21321" y="40743"/>
                  </a:lnTo>
                  <a:lnTo>
                    <a:pt x="20671" y="42972"/>
                  </a:lnTo>
                  <a:lnTo>
                    <a:pt x="20281" y="44797"/>
                  </a:lnTo>
                  <a:lnTo>
                    <a:pt x="19891" y="47027"/>
                  </a:lnTo>
                  <a:lnTo>
                    <a:pt x="18461" y="47837"/>
                  </a:lnTo>
                  <a:lnTo>
                    <a:pt x="18461" y="47837"/>
                  </a:lnTo>
                  <a:lnTo>
                    <a:pt x="17161" y="48445"/>
                  </a:lnTo>
                  <a:lnTo>
                    <a:pt x="15731" y="49459"/>
                  </a:lnTo>
                  <a:lnTo>
                    <a:pt x="14301" y="50472"/>
                  </a:lnTo>
                  <a:lnTo>
                    <a:pt x="13131" y="51689"/>
                  </a:lnTo>
                  <a:lnTo>
                    <a:pt x="11960" y="53108"/>
                  </a:lnTo>
                  <a:lnTo>
                    <a:pt x="10790" y="54729"/>
                  </a:lnTo>
                  <a:lnTo>
                    <a:pt x="9880" y="56148"/>
                  </a:lnTo>
                  <a:lnTo>
                    <a:pt x="8970" y="58175"/>
                  </a:lnTo>
                  <a:lnTo>
                    <a:pt x="8190" y="60000"/>
                  </a:lnTo>
                  <a:lnTo>
                    <a:pt x="7410" y="61824"/>
                  </a:lnTo>
                  <a:lnTo>
                    <a:pt x="6760" y="63851"/>
                  </a:lnTo>
                  <a:lnTo>
                    <a:pt x="6110" y="66081"/>
                  </a:lnTo>
                  <a:lnTo>
                    <a:pt x="5850" y="68310"/>
                  </a:lnTo>
                  <a:lnTo>
                    <a:pt x="5590" y="70540"/>
                  </a:lnTo>
                  <a:lnTo>
                    <a:pt x="5200" y="72972"/>
                  </a:lnTo>
                  <a:lnTo>
                    <a:pt x="5200" y="75405"/>
                  </a:lnTo>
                  <a:lnTo>
                    <a:pt x="5200" y="75405"/>
                  </a:lnTo>
                  <a:lnTo>
                    <a:pt x="5330" y="78243"/>
                  </a:lnTo>
                  <a:lnTo>
                    <a:pt x="5590" y="81081"/>
                  </a:lnTo>
                  <a:lnTo>
                    <a:pt x="5980" y="83716"/>
                  </a:lnTo>
                  <a:lnTo>
                    <a:pt x="6630" y="86351"/>
                  </a:lnTo>
                  <a:lnTo>
                    <a:pt x="7410" y="88986"/>
                  </a:lnTo>
                  <a:lnTo>
                    <a:pt x="8320" y="91216"/>
                  </a:lnTo>
                  <a:lnTo>
                    <a:pt x="9360" y="93648"/>
                  </a:lnTo>
                  <a:lnTo>
                    <a:pt x="10660" y="95472"/>
                  </a:lnTo>
                  <a:lnTo>
                    <a:pt x="11960" y="97500"/>
                  </a:lnTo>
                  <a:lnTo>
                    <a:pt x="13391" y="99121"/>
                  </a:lnTo>
                  <a:lnTo>
                    <a:pt x="14951" y="100540"/>
                  </a:lnTo>
                  <a:lnTo>
                    <a:pt x="16511" y="101756"/>
                  </a:lnTo>
                  <a:lnTo>
                    <a:pt x="18201" y="102770"/>
                  </a:lnTo>
                  <a:lnTo>
                    <a:pt x="20021" y="103378"/>
                  </a:lnTo>
                  <a:lnTo>
                    <a:pt x="21711" y="103986"/>
                  </a:lnTo>
                  <a:lnTo>
                    <a:pt x="23661" y="103986"/>
                  </a:lnTo>
                  <a:lnTo>
                    <a:pt x="23661" y="103986"/>
                  </a:lnTo>
                  <a:lnTo>
                    <a:pt x="26002" y="103581"/>
                  </a:lnTo>
                  <a:lnTo>
                    <a:pt x="28472" y="102972"/>
                  </a:lnTo>
                  <a:lnTo>
                    <a:pt x="29902" y="102567"/>
                  </a:lnTo>
                  <a:lnTo>
                    <a:pt x="30942" y="103986"/>
                  </a:lnTo>
                  <a:lnTo>
                    <a:pt x="30942" y="103986"/>
                  </a:lnTo>
                  <a:lnTo>
                    <a:pt x="31982" y="105405"/>
                  </a:lnTo>
                  <a:lnTo>
                    <a:pt x="33152" y="106621"/>
                  </a:lnTo>
                  <a:lnTo>
                    <a:pt x="34192" y="107837"/>
                  </a:lnTo>
                  <a:lnTo>
                    <a:pt x="35492" y="108445"/>
                  </a:lnTo>
                  <a:lnTo>
                    <a:pt x="36663" y="109256"/>
                  </a:lnTo>
                  <a:lnTo>
                    <a:pt x="37833" y="109662"/>
                  </a:lnTo>
                  <a:lnTo>
                    <a:pt x="39133" y="109864"/>
                  </a:lnTo>
                  <a:lnTo>
                    <a:pt x="40563" y="110067"/>
                  </a:lnTo>
                  <a:lnTo>
                    <a:pt x="40563" y="110067"/>
                  </a:lnTo>
                  <a:lnTo>
                    <a:pt x="41733" y="109864"/>
                  </a:lnTo>
                  <a:lnTo>
                    <a:pt x="43033" y="109662"/>
                  </a:lnTo>
                  <a:lnTo>
                    <a:pt x="44203" y="109256"/>
                  </a:lnTo>
                  <a:lnTo>
                    <a:pt x="45503" y="108445"/>
                  </a:lnTo>
                  <a:lnTo>
                    <a:pt x="46673" y="107837"/>
                  </a:lnTo>
                  <a:lnTo>
                    <a:pt x="47713" y="106824"/>
                  </a:lnTo>
                  <a:lnTo>
                    <a:pt x="48884" y="105608"/>
                  </a:lnTo>
                  <a:lnTo>
                    <a:pt x="49794" y="104391"/>
                  </a:lnTo>
                  <a:lnTo>
                    <a:pt x="51484" y="101756"/>
                  </a:lnTo>
                  <a:close/>
                </a:path>
              </a:pathLst>
            </a:custGeom>
            <a:solidFill>
              <a:schemeClr val="accent2"/>
            </a:solidFill>
            <a:ln w="9525" cap="flat" cmpd="sng">
              <a:solidFill>
                <a:srgbClr val="0E1518"/>
              </a:solidFill>
              <a:prstDash val="solid"/>
              <a:round/>
              <a:headEnd type="none" w="med" len="med"/>
              <a:tailEnd type="none" w="med" len="med"/>
            </a:ln>
          </p:spPr>
          <p:txBody>
            <a:bodyPr lIns="34275" tIns="17125" rIns="34275" bIns="171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pic>
        <p:nvPicPr>
          <p:cNvPr id="1278" name="Shape 1278"/>
          <p:cNvPicPr preferRelativeResize="0"/>
          <p:nvPr/>
        </p:nvPicPr>
        <p:blipFill rotWithShape="1">
          <a:blip r:embed="rId7">
            <a:alphaModFix/>
          </a:blip>
          <a:srcRect l="21758" t="30892" r="25710" b="31867"/>
          <a:stretch/>
        </p:blipFill>
        <p:spPr>
          <a:xfrm>
            <a:off x="4290498" y="3439616"/>
            <a:ext cx="376173" cy="199789"/>
          </a:xfrm>
          <a:prstGeom prst="rect">
            <a:avLst/>
          </a:prstGeom>
          <a:noFill/>
          <a:ln>
            <a:noFill/>
          </a:ln>
        </p:spPr>
      </p:pic>
      <p:pic>
        <p:nvPicPr>
          <p:cNvPr id="1279" name="Shape 1279"/>
          <p:cNvPicPr preferRelativeResize="0"/>
          <p:nvPr/>
        </p:nvPicPr>
        <p:blipFill rotWithShape="1">
          <a:blip r:embed="rId7">
            <a:alphaModFix/>
          </a:blip>
          <a:srcRect l="21758" t="30892" r="25710" b="31867"/>
          <a:stretch/>
        </p:blipFill>
        <p:spPr>
          <a:xfrm>
            <a:off x="4288226" y="3893257"/>
            <a:ext cx="376173" cy="199789"/>
          </a:xfrm>
          <a:prstGeom prst="rect">
            <a:avLst/>
          </a:prstGeom>
          <a:noFill/>
          <a:ln>
            <a:noFill/>
          </a:ln>
        </p:spPr>
      </p:pic>
      <p:pic>
        <p:nvPicPr>
          <p:cNvPr id="1280" name="Shape 1280"/>
          <p:cNvPicPr preferRelativeResize="0"/>
          <p:nvPr/>
        </p:nvPicPr>
        <p:blipFill rotWithShape="1">
          <a:blip r:embed="rId7">
            <a:alphaModFix/>
          </a:blip>
          <a:srcRect l="21758" t="30892" r="25710" b="31867"/>
          <a:stretch/>
        </p:blipFill>
        <p:spPr>
          <a:xfrm>
            <a:off x="4296367" y="2965107"/>
            <a:ext cx="376173" cy="199789"/>
          </a:xfrm>
          <a:prstGeom prst="rect">
            <a:avLst/>
          </a:prstGeom>
          <a:noFill/>
          <a:ln>
            <a:noFill/>
          </a:ln>
        </p:spPr>
      </p:pic>
      <p:sp>
        <p:nvSpPr>
          <p:cNvPr id="1281" name="Shape 1281"/>
          <p:cNvSpPr txBox="1"/>
          <p:nvPr/>
        </p:nvSpPr>
        <p:spPr>
          <a:xfrm>
            <a:off x="769812" y="1506795"/>
            <a:ext cx="2373027" cy="80624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BUILD</a:t>
            </a:r>
          </a:p>
          <a:p>
            <a:pPr marL="0" marR="0" lvl="0" indent="0" algn="ctr" rtl="0">
              <a:lnSpc>
                <a:spcPct val="100000"/>
              </a:lnSpc>
              <a:spcBef>
                <a:spcPts val="0"/>
              </a:spcBef>
              <a:spcAft>
                <a:spcPts val="0"/>
              </a:spcAft>
              <a:buClr>
                <a:srgbClr val="000000"/>
              </a:buClr>
              <a:buSzPct val="25000"/>
              <a:buFont typeface="Arial"/>
              <a:buNone/>
            </a:pPr>
            <a:r>
              <a:rPr lang="en" sz="1200" b="0" i="0" u="none" strike="noStrike" cap="none">
                <a:solidFill>
                  <a:srgbClr val="000000"/>
                </a:solidFill>
                <a:latin typeface="Arial"/>
                <a:ea typeface="Arial"/>
                <a:cs typeface="Arial"/>
                <a:sym typeface="Arial"/>
              </a:rPr>
              <a:t>Development Environments</a:t>
            </a:r>
          </a:p>
        </p:txBody>
      </p:sp>
      <p:sp>
        <p:nvSpPr>
          <p:cNvPr id="1282" name="Shape 1282"/>
          <p:cNvSpPr txBox="1"/>
          <p:nvPr/>
        </p:nvSpPr>
        <p:spPr>
          <a:xfrm>
            <a:off x="3207266" y="1501275"/>
            <a:ext cx="2373025" cy="80624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SHIP</a:t>
            </a:r>
          </a:p>
          <a:p>
            <a:pPr marL="0" marR="0" lvl="0" indent="0" algn="ctr" rtl="0">
              <a:lnSpc>
                <a:spcPct val="100000"/>
              </a:lnSpc>
              <a:spcBef>
                <a:spcPts val="0"/>
              </a:spcBef>
              <a:spcAft>
                <a:spcPts val="0"/>
              </a:spcAft>
              <a:buClr>
                <a:srgbClr val="000000"/>
              </a:buClr>
              <a:buSzPct val="25000"/>
              <a:buFont typeface="Arial"/>
              <a:buNone/>
            </a:pPr>
            <a:r>
              <a:rPr lang="en" sz="1200" b="0" i="0" u="none" strike="noStrike" cap="none">
                <a:solidFill>
                  <a:srgbClr val="000000"/>
                </a:solidFill>
                <a:latin typeface="Arial"/>
                <a:ea typeface="Arial"/>
                <a:cs typeface="Arial"/>
                <a:sym typeface="Arial"/>
              </a:rPr>
              <a:t>Secure Content &amp; Collaboration</a:t>
            </a:r>
          </a:p>
        </p:txBody>
      </p:sp>
      <p:sp>
        <p:nvSpPr>
          <p:cNvPr id="1283" name="Shape 1283"/>
          <p:cNvSpPr txBox="1"/>
          <p:nvPr/>
        </p:nvSpPr>
        <p:spPr>
          <a:xfrm>
            <a:off x="5905351" y="1512554"/>
            <a:ext cx="2373025" cy="80624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n" sz="1400" b="1" i="0" u="none" strike="noStrike" cap="none">
                <a:solidFill>
                  <a:srgbClr val="000000"/>
                </a:solidFill>
                <a:latin typeface="Arial"/>
                <a:ea typeface="Arial"/>
                <a:cs typeface="Arial"/>
                <a:sym typeface="Arial"/>
              </a:rPr>
              <a:t>RUN</a:t>
            </a:r>
          </a:p>
          <a:p>
            <a:pPr marL="0" marR="0" lvl="0" indent="0" algn="ctr" rtl="0">
              <a:lnSpc>
                <a:spcPct val="100000"/>
              </a:lnSpc>
              <a:spcBef>
                <a:spcPts val="0"/>
              </a:spcBef>
              <a:spcAft>
                <a:spcPts val="0"/>
              </a:spcAft>
              <a:buClr>
                <a:srgbClr val="000000"/>
              </a:buClr>
              <a:buSzPct val="25000"/>
              <a:buFont typeface="Arial"/>
              <a:buNone/>
            </a:pPr>
            <a:r>
              <a:rPr lang="en" sz="1200" b="0" i="0" u="none" strike="noStrike" cap="none">
                <a:solidFill>
                  <a:srgbClr val="000000"/>
                </a:solidFill>
                <a:latin typeface="Arial"/>
                <a:ea typeface="Arial"/>
                <a:cs typeface="Arial"/>
                <a:sym typeface="Arial"/>
              </a:rPr>
              <a:t>Deploy, Manage, Scale</a:t>
            </a:r>
          </a:p>
        </p:txBody>
      </p:sp>
      <p:grpSp>
        <p:nvGrpSpPr>
          <p:cNvPr id="1284" name="Shape 1284"/>
          <p:cNvGrpSpPr/>
          <p:nvPr/>
        </p:nvGrpSpPr>
        <p:grpSpPr>
          <a:xfrm>
            <a:off x="4165179" y="2249282"/>
            <a:ext cx="475089" cy="470421"/>
            <a:chOff x="4343297" y="2377595"/>
            <a:chExt cx="394170" cy="390297"/>
          </a:xfrm>
        </p:grpSpPr>
        <p:sp>
          <p:nvSpPr>
            <p:cNvPr id="1285" name="Shape 1285"/>
            <p:cNvSpPr/>
            <p:nvPr/>
          </p:nvSpPr>
          <p:spPr>
            <a:xfrm>
              <a:off x="4410123" y="2485096"/>
              <a:ext cx="278486" cy="155733"/>
            </a:xfrm>
            <a:prstGeom prst="rect">
              <a:avLst/>
            </a:prstGeom>
            <a:solidFill>
              <a:schemeClr val="lt1"/>
            </a:solidFill>
            <a:ln w="25400" cap="flat" cmpd="sng">
              <a:solidFill>
                <a:schemeClr val="lt1"/>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grpSp>
          <p:nvGrpSpPr>
            <p:cNvPr id="1286" name="Shape 1286"/>
            <p:cNvGrpSpPr/>
            <p:nvPr/>
          </p:nvGrpSpPr>
          <p:grpSpPr>
            <a:xfrm>
              <a:off x="4343297" y="2377595"/>
              <a:ext cx="394170" cy="390297"/>
              <a:chOff x="620712" y="2868613"/>
              <a:chExt cx="646112" cy="639762"/>
            </a:xfrm>
          </p:grpSpPr>
          <p:sp>
            <p:nvSpPr>
              <p:cNvPr id="1287" name="Shape 1287"/>
              <p:cNvSpPr/>
              <p:nvPr/>
            </p:nvSpPr>
            <p:spPr>
              <a:xfrm>
                <a:off x="620712" y="2868613"/>
                <a:ext cx="646112" cy="639762"/>
              </a:xfrm>
              <a:custGeom>
                <a:avLst/>
                <a:gdLst/>
                <a:ahLst/>
                <a:cxnLst/>
                <a:rect l="0" t="0" r="0" b="0"/>
                <a:pathLst>
                  <a:path w="120000" h="120000" extrusionOk="0">
                    <a:moveTo>
                      <a:pt x="18461" y="49655"/>
                    </a:moveTo>
                    <a:cubicBezTo>
                      <a:pt x="18461" y="84827"/>
                      <a:pt x="18461" y="84827"/>
                      <a:pt x="18461" y="84827"/>
                    </a:cubicBezTo>
                    <a:cubicBezTo>
                      <a:pt x="18461" y="84827"/>
                      <a:pt x="18461" y="84827"/>
                      <a:pt x="18461" y="84827"/>
                    </a:cubicBezTo>
                    <a:cubicBezTo>
                      <a:pt x="100512" y="84827"/>
                      <a:pt x="100512" y="84827"/>
                      <a:pt x="100512" y="84827"/>
                    </a:cubicBezTo>
                    <a:cubicBezTo>
                      <a:pt x="100512" y="49655"/>
                      <a:pt x="100512" y="49655"/>
                      <a:pt x="100512" y="49655"/>
                    </a:cubicBezTo>
                    <a:lnTo>
                      <a:pt x="18461" y="49655"/>
                    </a:lnTo>
                    <a:close/>
                    <a:moveTo>
                      <a:pt x="18461" y="34137"/>
                    </a:moveTo>
                    <a:cubicBezTo>
                      <a:pt x="18461" y="5172"/>
                      <a:pt x="18461" y="5172"/>
                      <a:pt x="18461" y="5172"/>
                    </a:cubicBezTo>
                    <a:cubicBezTo>
                      <a:pt x="18461" y="2068"/>
                      <a:pt x="16410" y="0"/>
                      <a:pt x="13333" y="0"/>
                    </a:cubicBezTo>
                    <a:cubicBezTo>
                      <a:pt x="5128" y="0"/>
                      <a:pt x="5128" y="0"/>
                      <a:pt x="5128" y="0"/>
                    </a:cubicBezTo>
                    <a:cubicBezTo>
                      <a:pt x="2051" y="0"/>
                      <a:pt x="0" y="2068"/>
                      <a:pt x="0" y="5172"/>
                    </a:cubicBezTo>
                    <a:cubicBezTo>
                      <a:pt x="0" y="115862"/>
                      <a:pt x="0" y="115862"/>
                      <a:pt x="0" y="115862"/>
                    </a:cubicBezTo>
                    <a:cubicBezTo>
                      <a:pt x="0" y="117931"/>
                      <a:pt x="2051" y="120000"/>
                      <a:pt x="5128" y="120000"/>
                    </a:cubicBezTo>
                    <a:cubicBezTo>
                      <a:pt x="13333" y="120000"/>
                      <a:pt x="13333" y="120000"/>
                      <a:pt x="13333" y="120000"/>
                    </a:cubicBezTo>
                    <a:cubicBezTo>
                      <a:pt x="16410" y="120000"/>
                      <a:pt x="18461" y="117931"/>
                      <a:pt x="18461" y="115862"/>
                    </a:cubicBezTo>
                    <a:cubicBezTo>
                      <a:pt x="18461" y="99310"/>
                      <a:pt x="18461" y="99310"/>
                      <a:pt x="18461" y="99310"/>
                    </a:cubicBezTo>
                    <a:cubicBezTo>
                      <a:pt x="100512" y="99310"/>
                      <a:pt x="100512" y="99310"/>
                      <a:pt x="100512" y="99310"/>
                    </a:cubicBezTo>
                    <a:cubicBezTo>
                      <a:pt x="100512" y="115862"/>
                      <a:pt x="100512" y="115862"/>
                      <a:pt x="100512" y="115862"/>
                    </a:cubicBezTo>
                    <a:cubicBezTo>
                      <a:pt x="100512" y="117931"/>
                      <a:pt x="103589" y="120000"/>
                      <a:pt x="106666" y="120000"/>
                    </a:cubicBezTo>
                    <a:cubicBezTo>
                      <a:pt x="114871" y="120000"/>
                      <a:pt x="114871" y="120000"/>
                      <a:pt x="114871" y="120000"/>
                    </a:cubicBezTo>
                    <a:cubicBezTo>
                      <a:pt x="117948" y="120000"/>
                      <a:pt x="120000" y="117931"/>
                      <a:pt x="120000" y="115862"/>
                    </a:cubicBezTo>
                    <a:cubicBezTo>
                      <a:pt x="120000" y="5172"/>
                      <a:pt x="120000" y="5172"/>
                      <a:pt x="120000" y="5172"/>
                    </a:cubicBezTo>
                    <a:cubicBezTo>
                      <a:pt x="120000" y="2068"/>
                      <a:pt x="117948" y="0"/>
                      <a:pt x="114871" y="0"/>
                    </a:cubicBezTo>
                    <a:cubicBezTo>
                      <a:pt x="106666" y="0"/>
                      <a:pt x="106666" y="0"/>
                      <a:pt x="106666" y="0"/>
                    </a:cubicBezTo>
                    <a:cubicBezTo>
                      <a:pt x="103589" y="0"/>
                      <a:pt x="100512" y="2068"/>
                      <a:pt x="100512" y="5172"/>
                    </a:cubicBezTo>
                    <a:cubicBezTo>
                      <a:pt x="100512" y="34137"/>
                      <a:pt x="100512" y="34137"/>
                      <a:pt x="100512" y="34137"/>
                    </a:cubicBezTo>
                    <a:lnTo>
                      <a:pt x="18461" y="34137"/>
                    </a:lnTo>
                    <a:close/>
                  </a:path>
                </a:pathLst>
              </a:custGeom>
              <a:solidFill>
                <a:schemeClr val="lt1"/>
              </a:solidFill>
              <a:ln w="1587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88" name="Shape 1288"/>
              <p:cNvSpPr/>
              <p:nvPr/>
            </p:nvSpPr>
            <p:spPr>
              <a:xfrm>
                <a:off x="730250" y="2901950"/>
                <a:ext cx="100013" cy="142875"/>
              </a:xfrm>
              <a:custGeom>
                <a:avLst/>
                <a:gdLst/>
                <a:ahLst/>
                <a:cxnLst/>
                <a:rect l="0" t="0" r="0" b="0"/>
                <a:pathLst>
                  <a:path w="120000" h="120000" extrusionOk="0">
                    <a:moveTo>
                      <a:pt x="0" y="0"/>
                    </a:moveTo>
                    <a:cubicBezTo>
                      <a:pt x="106666" y="0"/>
                      <a:pt x="106666" y="0"/>
                      <a:pt x="106666" y="0"/>
                    </a:cubicBezTo>
                    <a:cubicBezTo>
                      <a:pt x="113333" y="0"/>
                      <a:pt x="120000" y="4615"/>
                      <a:pt x="120000" y="9230"/>
                    </a:cubicBezTo>
                    <a:cubicBezTo>
                      <a:pt x="120000" y="120000"/>
                      <a:pt x="120000" y="120000"/>
                      <a:pt x="120000" y="120000"/>
                    </a:cubicBezTo>
                  </a:path>
                </a:pathLst>
              </a:custGeom>
              <a:solidFill>
                <a:schemeClr val="lt1"/>
              </a:solidFill>
              <a:ln w="1587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89" name="Shape 1289"/>
              <p:cNvSpPr/>
              <p:nvPr/>
            </p:nvSpPr>
            <p:spPr>
              <a:xfrm>
                <a:off x="946150" y="2901950"/>
                <a:ext cx="214312" cy="142875"/>
              </a:xfrm>
              <a:custGeom>
                <a:avLst/>
                <a:gdLst/>
                <a:ahLst/>
                <a:cxnLst/>
                <a:rect l="0" t="0" r="0" b="0"/>
                <a:pathLst>
                  <a:path w="120000" h="120000" extrusionOk="0">
                    <a:moveTo>
                      <a:pt x="0" y="120000"/>
                    </a:moveTo>
                    <a:cubicBezTo>
                      <a:pt x="0" y="9230"/>
                      <a:pt x="0" y="9230"/>
                      <a:pt x="0" y="9230"/>
                    </a:cubicBezTo>
                    <a:cubicBezTo>
                      <a:pt x="0" y="4615"/>
                      <a:pt x="3076" y="0"/>
                      <a:pt x="6153" y="0"/>
                    </a:cubicBezTo>
                    <a:cubicBezTo>
                      <a:pt x="120000" y="0"/>
                      <a:pt x="120000" y="0"/>
                      <a:pt x="120000" y="0"/>
                    </a:cubicBezTo>
                  </a:path>
                </a:pathLst>
              </a:custGeom>
              <a:solidFill>
                <a:schemeClr val="lt1"/>
              </a:solidFill>
              <a:ln w="1587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290" name="Shape 1290"/>
              <p:cNvCxnSpPr/>
              <p:nvPr/>
            </p:nvCxnSpPr>
            <p:spPr>
              <a:xfrm>
                <a:off x="830262" y="3133725"/>
                <a:ext cx="0" cy="176212"/>
              </a:xfrm>
              <a:prstGeom prst="straightConnector1">
                <a:avLst/>
              </a:prstGeom>
              <a:solidFill>
                <a:schemeClr val="lt1"/>
              </a:solidFill>
              <a:ln w="15875" cap="flat" cmpd="sng">
                <a:solidFill>
                  <a:srgbClr val="1B181C"/>
                </a:solidFill>
                <a:prstDash val="solid"/>
                <a:miter/>
                <a:headEnd type="none" w="med" len="med"/>
                <a:tailEnd type="none" w="med" len="med"/>
              </a:ln>
            </p:spPr>
          </p:cxnSp>
          <p:cxnSp>
            <p:nvCxnSpPr>
              <p:cNvPr id="1291" name="Shape 1291"/>
              <p:cNvCxnSpPr/>
              <p:nvPr/>
            </p:nvCxnSpPr>
            <p:spPr>
              <a:xfrm>
                <a:off x="939800" y="3133725"/>
                <a:ext cx="0" cy="176212"/>
              </a:xfrm>
              <a:prstGeom prst="straightConnector1">
                <a:avLst/>
              </a:prstGeom>
              <a:solidFill>
                <a:schemeClr val="lt1"/>
              </a:solidFill>
              <a:ln w="15875" cap="flat" cmpd="sng">
                <a:solidFill>
                  <a:srgbClr val="1B181C"/>
                </a:solidFill>
                <a:prstDash val="solid"/>
                <a:miter/>
                <a:headEnd type="none" w="med" len="med"/>
                <a:tailEnd type="none" w="med" len="med"/>
              </a:ln>
            </p:spPr>
          </p:cxnSp>
          <p:cxnSp>
            <p:nvCxnSpPr>
              <p:cNvPr id="1292" name="Shape 1292"/>
              <p:cNvCxnSpPr/>
              <p:nvPr/>
            </p:nvCxnSpPr>
            <p:spPr>
              <a:xfrm>
                <a:off x="1050925" y="3133725"/>
                <a:ext cx="0" cy="176212"/>
              </a:xfrm>
              <a:prstGeom prst="straightConnector1">
                <a:avLst/>
              </a:prstGeom>
              <a:solidFill>
                <a:schemeClr val="lt1"/>
              </a:solidFill>
              <a:ln w="15875" cap="flat" cmpd="sng">
                <a:solidFill>
                  <a:srgbClr val="1B181C"/>
                </a:solidFill>
                <a:prstDash val="solid"/>
                <a:miter/>
                <a:headEnd type="none" w="med" len="med"/>
                <a:tailEnd type="none" w="med" len="med"/>
              </a:ln>
            </p:spPr>
          </p:cxnSp>
          <p:cxnSp>
            <p:nvCxnSpPr>
              <p:cNvPr id="1293" name="Shape 1293"/>
              <p:cNvCxnSpPr/>
              <p:nvPr/>
            </p:nvCxnSpPr>
            <p:spPr>
              <a:xfrm>
                <a:off x="1050925" y="2901950"/>
                <a:ext cx="0" cy="147638"/>
              </a:xfrm>
              <a:prstGeom prst="straightConnector1">
                <a:avLst/>
              </a:prstGeom>
              <a:solidFill>
                <a:schemeClr val="lt1"/>
              </a:solidFill>
              <a:ln w="15875" cap="flat" cmpd="sng">
                <a:solidFill>
                  <a:srgbClr val="1B181C"/>
                </a:solidFill>
                <a:prstDash val="solid"/>
                <a:miter/>
                <a:headEnd type="none" w="med" len="med"/>
                <a:tailEnd type="none" w="med" len="med"/>
              </a:ln>
            </p:spPr>
          </p:cxnSp>
        </p:grpSp>
      </p:grpSp>
      <p:grpSp>
        <p:nvGrpSpPr>
          <p:cNvPr id="1294" name="Shape 1294"/>
          <p:cNvGrpSpPr/>
          <p:nvPr/>
        </p:nvGrpSpPr>
        <p:grpSpPr>
          <a:xfrm>
            <a:off x="6540946" y="2793488"/>
            <a:ext cx="573640" cy="367732"/>
            <a:chOff x="6656808" y="2318556"/>
            <a:chExt cx="573640" cy="367732"/>
          </a:xfrm>
        </p:grpSpPr>
        <p:sp>
          <p:nvSpPr>
            <p:cNvPr id="1295" name="Shape 129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grpSp>
          <p:nvGrpSpPr>
            <p:cNvPr id="1296" name="Shape 1296"/>
            <p:cNvGrpSpPr/>
            <p:nvPr/>
          </p:nvGrpSpPr>
          <p:grpSpPr>
            <a:xfrm>
              <a:off x="6656808" y="2512946"/>
              <a:ext cx="168991" cy="168991"/>
              <a:chOff x="-633412" y="1071562"/>
              <a:chExt cx="646112" cy="646112"/>
            </a:xfrm>
          </p:grpSpPr>
          <p:sp>
            <p:nvSpPr>
              <p:cNvPr id="1297" name="Shape 129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298" name="Shape 129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299" name="Shape 129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0" name="Shape 130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1" name="Shape 130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02" name="Shape 1302"/>
            <p:cNvGrpSpPr/>
            <p:nvPr/>
          </p:nvGrpSpPr>
          <p:grpSpPr>
            <a:xfrm>
              <a:off x="6850133" y="2318556"/>
              <a:ext cx="168991" cy="168991"/>
              <a:chOff x="-633412" y="1071562"/>
              <a:chExt cx="646112" cy="646112"/>
            </a:xfrm>
          </p:grpSpPr>
          <p:sp>
            <p:nvSpPr>
              <p:cNvPr id="1303" name="Shape 130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04" name="Shape 130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5" name="Shape 130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6" name="Shape 130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07" name="Shape 130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08" name="Shape 1308"/>
            <p:cNvGrpSpPr/>
            <p:nvPr/>
          </p:nvGrpSpPr>
          <p:grpSpPr>
            <a:xfrm>
              <a:off x="7061457" y="2517298"/>
              <a:ext cx="168991" cy="168991"/>
              <a:chOff x="-633412" y="1071562"/>
              <a:chExt cx="646112" cy="646112"/>
            </a:xfrm>
          </p:grpSpPr>
          <p:sp>
            <p:nvSpPr>
              <p:cNvPr id="1309" name="Shape 130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10" name="Shape 131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1" name="Shape 131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2" name="Shape 131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3" name="Shape 131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grpSp>
        <p:nvGrpSpPr>
          <p:cNvPr id="1314" name="Shape 1314"/>
          <p:cNvGrpSpPr/>
          <p:nvPr/>
        </p:nvGrpSpPr>
        <p:grpSpPr>
          <a:xfrm>
            <a:off x="7312147" y="2793488"/>
            <a:ext cx="573640" cy="367732"/>
            <a:chOff x="6656808" y="2318556"/>
            <a:chExt cx="573640" cy="367732"/>
          </a:xfrm>
        </p:grpSpPr>
        <p:sp>
          <p:nvSpPr>
            <p:cNvPr id="1315" name="Shape 131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grpSp>
          <p:nvGrpSpPr>
            <p:cNvPr id="1316" name="Shape 1316"/>
            <p:cNvGrpSpPr/>
            <p:nvPr/>
          </p:nvGrpSpPr>
          <p:grpSpPr>
            <a:xfrm>
              <a:off x="6656808" y="2512946"/>
              <a:ext cx="168991" cy="168991"/>
              <a:chOff x="-633412" y="1071562"/>
              <a:chExt cx="646112" cy="646112"/>
            </a:xfrm>
          </p:grpSpPr>
          <p:sp>
            <p:nvSpPr>
              <p:cNvPr id="1317" name="Shape 131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18" name="Shape 131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19" name="Shape 131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0" name="Shape 132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1" name="Shape 132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22" name="Shape 1322"/>
            <p:cNvGrpSpPr/>
            <p:nvPr/>
          </p:nvGrpSpPr>
          <p:grpSpPr>
            <a:xfrm>
              <a:off x="6850133" y="2318556"/>
              <a:ext cx="168991" cy="168991"/>
              <a:chOff x="-633412" y="1071562"/>
              <a:chExt cx="646112" cy="646112"/>
            </a:xfrm>
          </p:grpSpPr>
          <p:sp>
            <p:nvSpPr>
              <p:cNvPr id="1323" name="Shape 132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24" name="Shape 132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5" name="Shape 132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6" name="Shape 132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27" name="Shape 132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28" name="Shape 1328"/>
            <p:cNvGrpSpPr/>
            <p:nvPr/>
          </p:nvGrpSpPr>
          <p:grpSpPr>
            <a:xfrm>
              <a:off x="7061457" y="2517298"/>
              <a:ext cx="168991" cy="168991"/>
              <a:chOff x="-633412" y="1071562"/>
              <a:chExt cx="646112" cy="646112"/>
            </a:xfrm>
          </p:grpSpPr>
          <p:sp>
            <p:nvSpPr>
              <p:cNvPr id="1329" name="Shape 132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30" name="Shape 133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1" name="Shape 133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2" name="Shape 133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3" name="Shape 133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grpSp>
        <p:nvGrpSpPr>
          <p:cNvPr id="1334" name="Shape 1334"/>
          <p:cNvGrpSpPr/>
          <p:nvPr/>
        </p:nvGrpSpPr>
        <p:grpSpPr>
          <a:xfrm>
            <a:off x="6542057" y="4191950"/>
            <a:ext cx="573640" cy="367732"/>
            <a:chOff x="6656808" y="2318556"/>
            <a:chExt cx="573640" cy="367732"/>
          </a:xfrm>
        </p:grpSpPr>
        <p:sp>
          <p:nvSpPr>
            <p:cNvPr id="1335" name="Shape 133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grpSp>
          <p:nvGrpSpPr>
            <p:cNvPr id="1336" name="Shape 1336"/>
            <p:cNvGrpSpPr/>
            <p:nvPr/>
          </p:nvGrpSpPr>
          <p:grpSpPr>
            <a:xfrm>
              <a:off x="6656808" y="2512946"/>
              <a:ext cx="168991" cy="168991"/>
              <a:chOff x="-633412" y="1071562"/>
              <a:chExt cx="646112" cy="646112"/>
            </a:xfrm>
          </p:grpSpPr>
          <p:sp>
            <p:nvSpPr>
              <p:cNvPr id="1337" name="Shape 133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38" name="Shape 133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39" name="Shape 133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0" name="Shape 134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1" name="Shape 134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42" name="Shape 1342"/>
            <p:cNvGrpSpPr/>
            <p:nvPr/>
          </p:nvGrpSpPr>
          <p:grpSpPr>
            <a:xfrm>
              <a:off x="6850133" y="2318556"/>
              <a:ext cx="168991" cy="168991"/>
              <a:chOff x="-633412" y="1071562"/>
              <a:chExt cx="646112" cy="646112"/>
            </a:xfrm>
          </p:grpSpPr>
          <p:sp>
            <p:nvSpPr>
              <p:cNvPr id="1343" name="Shape 134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44" name="Shape 134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5" name="Shape 134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6" name="Shape 134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47" name="Shape 134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48" name="Shape 1348"/>
            <p:cNvGrpSpPr/>
            <p:nvPr/>
          </p:nvGrpSpPr>
          <p:grpSpPr>
            <a:xfrm>
              <a:off x="7061457" y="2517298"/>
              <a:ext cx="168991" cy="168991"/>
              <a:chOff x="-633412" y="1071562"/>
              <a:chExt cx="646112" cy="646112"/>
            </a:xfrm>
          </p:grpSpPr>
          <p:sp>
            <p:nvSpPr>
              <p:cNvPr id="1349" name="Shape 134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50" name="Shape 135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1" name="Shape 135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2" name="Shape 135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3" name="Shape 135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grpSp>
        <p:nvGrpSpPr>
          <p:cNvPr id="1354" name="Shape 1354"/>
          <p:cNvGrpSpPr/>
          <p:nvPr/>
        </p:nvGrpSpPr>
        <p:grpSpPr>
          <a:xfrm>
            <a:off x="7313258" y="4191950"/>
            <a:ext cx="573640" cy="367732"/>
            <a:chOff x="6656808" y="2318556"/>
            <a:chExt cx="573640" cy="367732"/>
          </a:xfrm>
        </p:grpSpPr>
        <p:sp>
          <p:nvSpPr>
            <p:cNvPr id="1355" name="Shape 1355"/>
            <p:cNvSpPr/>
            <p:nvPr/>
          </p:nvSpPr>
          <p:spPr>
            <a:xfrm>
              <a:off x="6680463" y="2398183"/>
              <a:ext cx="518565" cy="246668"/>
            </a:xfrm>
            <a:prstGeom prst="ellipse">
              <a:avLst/>
            </a:prstGeom>
            <a:noFill/>
            <a:ln w="28575" cap="flat" cmpd="sng">
              <a:solidFill>
                <a:srgbClr val="A5A5A5"/>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grpSp>
          <p:nvGrpSpPr>
            <p:cNvPr id="1356" name="Shape 1356"/>
            <p:cNvGrpSpPr/>
            <p:nvPr/>
          </p:nvGrpSpPr>
          <p:grpSpPr>
            <a:xfrm>
              <a:off x="6656808" y="2512946"/>
              <a:ext cx="168991" cy="168991"/>
              <a:chOff x="-633412" y="1071562"/>
              <a:chExt cx="646112" cy="646112"/>
            </a:xfrm>
          </p:grpSpPr>
          <p:sp>
            <p:nvSpPr>
              <p:cNvPr id="1357" name="Shape 1357"/>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58" name="Shape 1358"/>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59" name="Shape 1359"/>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0" name="Shape 1360"/>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1" name="Shape 1361"/>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62" name="Shape 1362"/>
            <p:cNvGrpSpPr/>
            <p:nvPr/>
          </p:nvGrpSpPr>
          <p:grpSpPr>
            <a:xfrm>
              <a:off x="6850133" y="2318556"/>
              <a:ext cx="168991" cy="168991"/>
              <a:chOff x="-633412" y="1071562"/>
              <a:chExt cx="646112" cy="646112"/>
            </a:xfrm>
          </p:grpSpPr>
          <p:sp>
            <p:nvSpPr>
              <p:cNvPr id="1363" name="Shape 1363"/>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64" name="Shape 1364"/>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5" name="Shape 1365"/>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6" name="Shape 1366"/>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67" name="Shape 1367"/>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nvGrpSpPr>
            <p:cNvPr id="1368" name="Shape 1368"/>
            <p:cNvGrpSpPr/>
            <p:nvPr/>
          </p:nvGrpSpPr>
          <p:grpSpPr>
            <a:xfrm>
              <a:off x="7061457" y="2517298"/>
              <a:ext cx="168991" cy="168991"/>
              <a:chOff x="-633412" y="1071562"/>
              <a:chExt cx="646112" cy="646112"/>
            </a:xfrm>
          </p:grpSpPr>
          <p:sp>
            <p:nvSpPr>
              <p:cNvPr id="1369" name="Shape 1369"/>
              <p:cNvSpPr/>
              <p:nvPr/>
            </p:nvSpPr>
            <p:spPr>
              <a:xfrm>
                <a:off x="-633412" y="1071562"/>
                <a:ext cx="646112" cy="646112"/>
              </a:xfrm>
              <a:custGeom>
                <a:avLst/>
                <a:gdLst/>
                <a:ahLst/>
                <a:cxnLst/>
                <a:rect l="0" t="0" r="0" b="0"/>
                <a:pathLst>
                  <a:path w="120000" h="120000" extrusionOk="0">
                    <a:moveTo>
                      <a:pt x="11282" y="0"/>
                    </a:moveTo>
                    <a:cubicBezTo>
                      <a:pt x="109743" y="0"/>
                      <a:pt x="109743" y="0"/>
                      <a:pt x="109743" y="0"/>
                    </a:cubicBezTo>
                    <a:cubicBezTo>
                      <a:pt x="115897" y="0"/>
                      <a:pt x="120000" y="5128"/>
                      <a:pt x="120000" y="11282"/>
                    </a:cubicBezTo>
                    <a:cubicBezTo>
                      <a:pt x="120000" y="109743"/>
                      <a:pt x="120000" y="109743"/>
                      <a:pt x="120000" y="109743"/>
                    </a:cubicBezTo>
                    <a:cubicBezTo>
                      <a:pt x="120000" y="115897"/>
                      <a:pt x="115897" y="120000"/>
                      <a:pt x="109743" y="120000"/>
                    </a:cubicBezTo>
                    <a:cubicBezTo>
                      <a:pt x="11282" y="120000"/>
                      <a:pt x="11282" y="120000"/>
                      <a:pt x="11282" y="120000"/>
                    </a:cubicBezTo>
                    <a:cubicBezTo>
                      <a:pt x="5128" y="120000"/>
                      <a:pt x="0" y="115897"/>
                      <a:pt x="0" y="109743"/>
                    </a:cubicBezTo>
                    <a:cubicBezTo>
                      <a:pt x="0" y="11282"/>
                      <a:pt x="0" y="11282"/>
                      <a:pt x="0" y="11282"/>
                    </a:cubicBezTo>
                    <a:cubicBezTo>
                      <a:pt x="0" y="5128"/>
                      <a:pt x="5128" y="0"/>
                      <a:pt x="11282" y="0"/>
                    </a:cubicBezTo>
                    <a:close/>
                  </a:path>
                </a:pathLst>
              </a:custGeom>
              <a:solidFill>
                <a:schemeClr val="lt1"/>
              </a:solidFill>
              <a:ln w="9525" cap="flat" cmpd="sng">
                <a:solidFill>
                  <a:srgbClr val="1B181C"/>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1370" name="Shape 1370"/>
              <p:cNvCxnSpPr/>
              <p:nvPr/>
            </p:nvCxnSpPr>
            <p:spPr>
              <a:xfrm rot="10800000">
                <a:off x="-455612"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71" name="Shape 1371"/>
              <p:cNvCxnSpPr/>
              <p:nvPr/>
            </p:nvCxnSpPr>
            <p:spPr>
              <a:xfrm rot="10800000">
                <a:off x="-361946"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72" name="Shape 1372"/>
              <p:cNvCxnSpPr/>
              <p:nvPr/>
            </p:nvCxnSpPr>
            <p:spPr>
              <a:xfrm rot="10800000">
                <a:off x="-26352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cxnSp>
            <p:nvCxnSpPr>
              <p:cNvPr id="1373" name="Shape 1373"/>
              <p:cNvCxnSpPr/>
              <p:nvPr/>
            </p:nvCxnSpPr>
            <p:spPr>
              <a:xfrm rot="10800000">
                <a:off x="-168271" y="1227137"/>
                <a:ext cx="0" cy="319087"/>
              </a:xfrm>
              <a:prstGeom prst="straightConnector1">
                <a:avLst/>
              </a:prstGeom>
              <a:solidFill>
                <a:schemeClr val="lt1"/>
              </a:solidFill>
              <a:ln w="9525" cap="rnd" cmpd="sng">
                <a:solidFill>
                  <a:srgbClr val="1B181C"/>
                </a:solidFill>
                <a:prstDash val="solid"/>
                <a:round/>
                <a:headEnd type="none" w="med" len="med"/>
                <a:tailEnd type="none" w="med" len="med"/>
              </a:ln>
            </p:spPr>
          </p:cxnSp>
        </p:grpSp>
      </p:grpSp>
      <p:sp>
        <p:nvSpPr>
          <p:cNvPr id="1374" name="Shape 1374"/>
          <p:cNvSpPr txBox="1"/>
          <p:nvPr/>
        </p:nvSpPr>
        <p:spPr>
          <a:xfrm>
            <a:off x="4715723" y="2266014"/>
            <a:ext cx="798617" cy="276998"/>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3"/>
              </a:buClr>
              <a:buSzPct val="25000"/>
              <a:buFont typeface="Arial"/>
              <a:buNone/>
            </a:pPr>
            <a:r>
              <a:rPr lang="en" sz="1200" b="1" i="0" u="none" strike="noStrike" cap="none">
                <a:solidFill>
                  <a:schemeClr val="accent3"/>
                </a:solidFill>
                <a:latin typeface="Arial"/>
                <a:ea typeface="Arial"/>
                <a:cs typeface="Arial"/>
                <a:sym typeface="Arial"/>
              </a:rPr>
              <a:t>Registry</a:t>
            </a:r>
          </a:p>
        </p:txBody>
      </p:sp>
      <p:sp>
        <p:nvSpPr>
          <p:cNvPr id="1375" name="Shape 1375"/>
          <p:cNvSpPr txBox="1"/>
          <p:nvPr/>
        </p:nvSpPr>
        <p:spPr>
          <a:xfrm>
            <a:off x="7414232" y="2121422"/>
            <a:ext cx="1178528" cy="276998"/>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3"/>
              </a:buClr>
              <a:buSzPct val="25000"/>
              <a:buFont typeface="Arial"/>
              <a:buNone/>
            </a:pPr>
            <a:r>
              <a:rPr lang="en" sz="1200" b="1" i="0" u="none" strike="noStrike" cap="none">
                <a:solidFill>
                  <a:schemeClr val="accent3"/>
                </a:solidFill>
                <a:latin typeface="Arial"/>
                <a:ea typeface="Arial"/>
                <a:cs typeface="Arial"/>
                <a:sym typeface="Arial"/>
              </a:rPr>
              <a:t>Control plane</a:t>
            </a:r>
          </a:p>
        </p:txBody>
      </p:sp>
      <p:sp>
        <p:nvSpPr>
          <p:cNvPr id="1376" name="Shape 1376"/>
          <p:cNvSpPr txBox="1"/>
          <p:nvPr/>
        </p:nvSpPr>
        <p:spPr>
          <a:xfrm>
            <a:off x="7595085" y="3127763"/>
            <a:ext cx="1291738" cy="46166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3"/>
              </a:buClr>
              <a:buSzPct val="25000"/>
              <a:buFont typeface="Arial"/>
              <a:buNone/>
            </a:pPr>
            <a:r>
              <a:rPr lang="en" sz="1200" b="1" i="0" u="none" strike="noStrike" cap="none">
                <a:solidFill>
                  <a:schemeClr val="accent3"/>
                </a:solidFill>
                <a:latin typeface="Arial"/>
                <a:ea typeface="Arial"/>
                <a:cs typeface="Arial"/>
                <a:sym typeface="Arial"/>
              </a:rPr>
              <a:t>Multi-container apps</a:t>
            </a:r>
          </a:p>
        </p:txBody>
      </p:sp>
      <p:sp>
        <p:nvSpPr>
          <p:cNvPr id="1377" name="Shape 1377"/>
          <p:cNvSpPr txBox="1"/>
          <p:nvPr/>
        </p:nvSpPr>
        <p:spPr>
          <a:xfrm>
            <a:off x="5542375" y="3312562"/>
            <a:ext cx="1586373" cy="646331"/>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3"/>
              </a:buClr>
              <a:buSzPct val="25000"/>
              <a:buFont typeface="Arial"/>
              <a:buNone/>
            </a:pPr>
            <a:r>
              <a:rPr lang="en" sz="1200" b="1" i="0" u="none" strike="noStrike" cap="none">
                <a:solidFill>
                  <a:schemeClr val="accent3"/>
                </a:solidFill>
                <a:latin typeface="Arial"/>
                <a:ea typeface="Arial"/>
                <a:cs typeface="Arial"/>
                <a:sym typeface="Arial"/>
              </a:rPr>
              <a:t>Engines running on servers in cloud or datacenter</a:t>
            </a:r>
          </a:p>
        </p:txBody>
      </p:sp>
      <p:sp>
        <p:nvSpPr>
          <p:cNvPr id="1378" name="Shape 1378"/>
          <p:cNvSpPr txBox="1"/>
          <p:nvPr/>
        </p:nvSpPr>
        <p:spPr>
          <a:xfrm>
            <a:off x="3755810" y="4305257"/>
            <a:ext cx="1333737" cy="46166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3"/>
              </a:buClr>
              <a:buSzPct val="25000"/>
              <a:buFont typeface="Arial"/>
              <a:buNone/>
            </a:pPr>
            <a:r>
              <a:rPr lang="en" sz="1200" b="1" i="0" u="none" strike="noStrike" cap="none">
                <a:solidFill>
                  <a:schemeClr val="accent3"/>
                </a:solidFill>
                <a:latin typeface="Arial"/>
                <a:ea typeface="Arial"/>
                <a:cs typeface="Arial"/>
                <a:sym typeface="Arial"/>
              </a:rPr>
              <a:t>Images stored in repos</a:t>
            </a:r>
          </a:p>
        </p:txBody>
      </p:sp>
      <p:sp>
        <p:nvSpPr>
          <p:cNvPr id="1379" name="Shape 1379"/>
          <p:cNvSpPr txBox="1"/>
          <p:nvPr/>
        </p:nvSpPr>
        <p:spPr>
          <a:xfrm>
            <a:off x="88469" y="3602080"/>
            <a:ext cx="1333737" cy="46166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3"/>
              </a:buClr>
              <a:buSzPct val="25000"/>
              <a:buFont typeface="Arial"/>
              <a:buNone/>
            </a:pPr>
            <a:r>
              <a:rPr lang="en" sz="1200" b="1" i="0" u="none" strike="noStrike" cap="none">
                <a:solidFill>
                  <a:schemeClr val="accent3"/>
                </a:solidFill>
                <a:latin typeface="Arial"/>
                <a:ea typeface="Arial"/>
                <a:cs typeface="Arial"/>
                <a:sym typeface="Arial"/>
              </a:rPr>
              <a:t>Clients pull and push images</a:t>
            </a: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Shape 1384"/>
          <p:cNvSpPr/>
          <p:nvPr/>
        </p:nvSpPr>
        <p:spPr>
          <a:xfrm>
            <a:off x="249795" y="1549966"/>
            <a:ext cx="5897001" cy="2658696"/>
          </a:xfrm>
          <a:prstGeom prst="roundRect">
            <a:avLst>
              <a:gd name="adj" fmla="val 0"/>
            </a:avLst>
          </a:prstGeom>
          <a:noFill/>
          <a:ln w="12700" cap="flat" cmpd="sng">
            <a:solidFill>
              <a:schemeClr val="accent5"/>
            </a:solidFill>
            <a:prstDash val="solid"/>
            <a:miter/>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rgbClr val="FFFFFF"/>
              </a:solidFill>
              <a:latin typeface="Arial"/>
              <a:ea typeface="Arial"/>
              <a:cs typeface="Arial"/>
              <a:sym typeface="Arial"/>
            </a:endParaRPr>
          </a:p>
        </p:txBody>
      </p:sp>
      <p:sp>
        <p:nvSpPr>
          <p:cNvPr id="1385" name="Shape 1385"/>
          <p:cNvSpPr/>
          <p:nvPr/>
        </p:nvSpPr>
        <p:spPr>
          <a:xfrm>
            <a:off x="1615173" y="1628344"/>
            <a:ext cx="3166250" cy="307777"/>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189AD1"/>
              </a:buClr>
              <a:buSzPct val="25000"/>
              <a:buFont typeface="Comfortaa"/>
              <a:buNone/>
            </a:pPr>
            <a:r>
              <a:rPr lang="en" sz="1400" b="0" i="0" u="none" strike="noStrike" cap="none">
                <a:solidFill>
                  <a:srgbClr val="189AD1"/>
                </a:solidFill>
                <a:latin typeface="Arial"/>
                <a:ea typeface="Arial"/>
                <a:cs typeface="Arial"/>
                <a:sym typeface="Arial"/>
              </a:rPr>
              <a:t>Container App Lifecycle Workflow</a:t>
            </a:r>
          </a:p>
        </p:txBody>
      </p:sp>
      <p:grpSp>
        <p:nvGrpSpPr>
          <p:cNvPr id="1386" name="Shape 1386"/>
          <p:cNvGrpSpPr/>
          <p:nvPr/>
        </p:nvGrpSpPr>
        <p:grpSpPr>
          <a:xfrm>
            <a:off x="400660" y="1969982"/>
            <a:ext cx="5595271" cy="970474"/>
            <a:chOff x="256929" y="6145192"/>
            <a:chExt cx="5595271" cy="970474"/>
          </a:xfrm>
        </p:grpSpPr>
        <p:sp>
          <p:nvSpPr>
            <p:cNvPr id="1387" name="Shape 1387"/>
            <p:cNvSpPr/>
            <p:nvPr/>
          </p:nvSpPr>
          <p:spPr>
            <a:xfrm>
              <a:off x="256929" y="6145192"/>
              <a:ext cx="1843418" cy="468720"/>
            </a:xfrm>
            <a:prstGeom prst="rect">
              <a:avLst/>
            </a:prstGeom>
            <a:solidFill>
              <a:schemeClr val="dk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Private Image Registry</a:t>
              </a:r>
            </a:p>
          </p:txBody>
        </p:sp>
        <p:sp>
          <p:nvSpPr>
            <p:cNvPr id="1388" name="Shape 1388"/>
            <p:cNvSpPr/>
            <p:nvPr/>
          </p:nvSpPr>
          <p:spPr>
            <a:xfrm>
              <a:off x="256929" y="6646946"/>
              <a:ext cx="1843418" cy="468720"/>
            </a:xfrm>
            <a:prstGeom prst="rect">
              <a:avLst/>
            </a:prstGeom>
            <a:solidFill>
              <a:schemeClr val="dk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Image Scanning and Monitoring</a:t>
              </a:r>
            </a:p>
          </p:txBody>
        </p:sp>
        <p:sp>
          <p:nvSpPr>
            <p:cNvPr id="1389" name="Shape 1389"/>
            <p:cNvSpPr/>
            <p:nvPr/>
          </p:nvSpPr>
          <p:spPr>
            <a:xfrm>
              <a:off x="2126991" y="6145192"/>
              <a:ext cx="1843418" cy="468720"/>
            </a:xfrm>
            <a:prstGeom prst="rect">
              <a:avLst/>
            </a:prstGeom>
            <a:solidFill>
              <a:schemeClr val="dk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Secure Access and User Management</a:t>
              </a:r>
            </a:p>
          </p:txBody>
        </p:sp>
        <p:sp>
          <p:nvSpPr>
            <p:cNvPr id="1390" name="Shape 1390"/>
            <p:cNvSpPr/>
            <p:nvPr/>
          </p:nvSpPr>
          <p:spPr>
            <a:xfrm>
              <a:off x="2126991" y="6646946"/>
              <a:ext cx="1843418" cy="468720"/>
            </a:xfrm>
            <a:prstGeom prst="rect">
              <a:avLst/>
            </a:prstGeom>
            <a:solidFill>
              <a:schemeClr val="dk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Content Trust and Verification</a:t>
              </a:r>
            </a:p>
          </p:txBody>
        </p:sp>
        <p:sp>
          <p:nvSpPr>
            <p:cNvPr id="1391" name="Shape 1391"/>
            <p:cNvSpPr/>
            <p:nvPr/>
          </p:nvSpPr>
          <p:spPr>
            <a:xfrm>
              <a:off x="4008782" y="6145192"/>
              <a:ext cx="1843418" cy="468720"/>
            </a:xfrm>
            <a:prstGeom prst="rect">
              <a:avLst/>
            </a:prstGeom>
            <a:solidFill>
              <a:schemeClr val="dk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Application and Cluster Management</a:t>
              </a:r>
            </a:p>
          </p:txBody>
        </p:sp>
        <p:sp>
          <p:nvSpPr>
            <p:cNvPr id="1392" name="Shape 1392"/>
            <p:cNvSpPr/>
            <p:nvPr/>
          </p:nvSpPr>
          <p:spPr>
            <a:xfrm>
              <a:off x="4008782" y="6646946"/>
              <a:ext cx="1843418" cy="468720"/>
            </a:xfrm>
            <a:prstGeom prst="rect">
              <a:avLst/>
            </a:prstGeom>
            <a:solidFill>
              <a:schemeClr val="dk2"/>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Policy Management</a:t>
              </a:r>
            </a:p>
          </p:txBody>
        </p:sp>
      </p:grpSp>
      <p:sp>
        <p:nvSpPr>
          <p:cNvPr id="1393" name="Shape 1393"/>
          <p:cNvSpPr/>
          <p:nvPr/>
        </p:nvSpPr>
        <p:spPr>
          <a:xfrm>
            <a:off x="6720200" y="2191914"/>
            <a:ext cx="2059880" cy="46166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708491"/>
              </a:buClr>
              <a:buSzPct val="25000"/>
              <a:buFont typeface="Comfortaa"/>
              <a:buNone/>
            </a:pPr>
            <a:r>
              <a:rPr lang="en" sz="1200" b="0" i="0" u="none" strike="noStrike" cap="none">
                <a:solidFill>
                  <a:srgbClr val="708491"/>
                </a:solidFill>
                <a:latin typeface="Arial"/>
                <a:ea typeface="Arial"/>
                <a:cs typeface="Arial"/>
                <a:sym typeface="Arial"/>
              </a:rPr>
              <a:t>Enterprise Edition</a:t>
            </a:r>
          </a:p>
        </p:txBody>
      </p:sp>
      <p:grpSp>
        <p:nvGrpSpPr>
          <p:cNvPr id="1394" name="Shape 1394"/>
          <p:cNvGrpSpPr/>
          <p:nvPr/>
        </p:nvGrpSpPr>
        <p:grpSpPr>
          <a:xfrm>
            <a:off x="6284267" y="2176642"/>
            <a:ext cx="433016" cy="433016"/>
            <a:chOff x="6254912" y="2200341"/>
            <a:chExt cx="433016" cy="433016"/>
          </a:xfrm>
        </p:grpSpPr>
        <p:sp>
          <p:nvSpPr>
            <p:cNvPr id="1395" name="Shape 1395"/>
            <p:cNvSpPr/>
            <p:nvPr/>
          </p:nvSpPr>
          <p:spPr>
            <a:xfrm>
              <a:off x="6254912" y="2200341"/>
              <a:ext cx="433016" cy="433016"/>
            </a:xfrm>
            <a:custGeom>
              <a:avLst/>
              <a:gdLst/>
              <a:ahLst/>
              <a:cxnLst/>
              <a:rect l="0" t="0" r="0" b="0"/>
              <a:pathLst>
                <a:path w="120000" h="120000" extrusionOk="0">
                  <a:moveTo>
                    <a:pt x="60000" y="5455"/>
                  </a:moveTo>
                  <a:cubicBezTo>
                    <a:pt x="77844" y="5455"/>
                    <a:pt x="93666" y="14033"/>
                    <a:pt x="103622" y="27272"/>
                  </a:cubicBezTo>
                  <a:lnTo>
                    <a:pt x="81816" y="27272"/>
                  </a:lnTo>
                  <a:cubicBezTo>
                    <a:pt x="80311" y="27272"/>
                    <a:pt x="79088" y="28494"/>
                    <a:pt x="79088" y="30000"/>
                  </a:cubicBezTo>
                  <a:cubicBezTo>
                    <a:pt x="79088" y="31511"/>
                    <a:pt x="80311" y="32727"/>
                    <a:pt x="81816" y="32727"/>
                  </a:cubicBezTo>
                  <a:lnTo>
                    <a:pt x="109088" y="32727"/>
                  </a:lnTo>
                  <a:cubicBezTo>
                    <a:pt x="110594" y="32727"/>
                    <a:pt x="111816" y="31511"/>
                    <a:pt x="111816" y="30000"/>
                  </a:cubicBezTo>
                  <a:lnTo>
                    <a:pt x="111816" y="2727"/>
                  </a:lnTo>
                  <a:cubicBezTo>
                    <a:pt x="111816" y="1222"/>
                    <a:pt x="110594" y="0"/>
                    <a:pt x="109088" y="0"/>
                  </a:cubicBezTo>
                  <a:cubicBezTo>
                    <a:pt x="107588" y="0"/>
                    <a:pt x="106361" y="1222"/>
                    <a:pt x="106361" y="2727"/>
                  </a:cubicBezTo>
                  <a:lnTo>
                    <a:pt x="106361" y="22011"/>
                  </a:lnTo>
                  <a:cubicBezTo>
                    <a:pt x="95366" y="8588"/>
                    <a:pt x="78705" y="0"/>
                    <a:pt x="60000" y="0"/>
                  </a:cubicBezTo>
                  <a:cubicBezTo>
                    <a:pt x="26866" y="0"/>
                    <a:pt x="0" y="26866"/>
                    <a:pt x="0" y="60000"/>
                  </a:cubicBezTo>
                  <a:cubicBezTo>
                    <a:pt x="0" y="61505"/>
                    <a:pt x="1222" y="62727"/>
                    <a:pt x="2727" y="62727"/>
                  </a:cubicBezTo>
                  <a:cubicBezTo>
                    <a:pt x="4233" y="62727"/>
                    <a:pt x="5455" y="61505"/>
                    <a:pt x="5455" y="60000"/>
                  </a:cubicBezTo>
                  <a:cubicBezTo>
                    <a:pt x="5455" y="29877"/>
                    <a:pt x="29872" y="5455"/>
                    <a:pt x="60000" y="5455"/>
                  </a:cubicBezTo>
                  <a:moveTo>
                    <a:pt x="117272" y="57272"/>
                  </a:moveTo>
                  <a:cubicBezTo>
                    <a:pt x="115766" y="57272"/>
                    <a:pt x="114544" y="58494"/>
                    <a:pt x="114544" y="60000"/>
                  </a:cubicBezTo>
                  <a:cubicBezTo>
                    <a:pt x="114544" y="90127"/>
                    <a:pt x="90127" y="114544"/>
                    <a:pt x="60000" y="114544"/>
                  </a:cubicBezTo>
                  <a:cubicBezTo>
                    <a:pt x="42155" y="114544"/>
                    <a:pt x="26333" y="105972"/>
                    <a:pt x="16377" y="92727"/>
                  </a:cubicBezTo>
                  <a:lnTo>
                    <a:pt x="38183" y="92727"/>
                  </a:lnTo>
                  <a:cubicBezTo>
                    <a:pt x="39688" y="92727"/>
                    <a:pt x="40911" y="91505"/>
                    <a:pt x="40911" y="90000"/>
                  </a:cubicBezTo>
                  <a:cubicBezTo>
                    <a:pt x="40911" y="88494"/>
                    <a:pt x="39688" y="87272"/>
                    <a:pt x="38183" y="87272"/>
                  </a:cubicBezTo>
                  <a:lnTo>
                    <a:pt x="10911" y="87272"/>
                  </a:lnTo>
                  <a:cubicBezTo>
                    <a:pt x="9405" y="87272"/>
                    <a:pt x="8183" y="88494"/>
                    <a:pt x="8183" y="90000"/>
                  </a:cubicBezTo>
                  <a:lnTo>
                    <a:pt x="8183" y="117272"/>
                  </a:lnTo>
                  <a:cubicBezTo>
                    <a:pt x="8183" y="118777"/>
                    <a:pt x="9405" y="120000"/>
                    <a:pt x="10911" y="120000"/>
                  </a:cubicBezTo>
                  <a:cubicBezTo>
                    <a:pt x="12411" y="120000"/>
                    <a:pt x="13638" y="118777"/>
                    <a:pt x="13638" y="117272"/>
                  </a:cubicBezTo>
                  <a:lnTo>
                    <a:pt x="13638" y="97994"/>
                  </a:lnTo>
                  <a:cubicBezTo>
                    <a:pt x="24633" y="111411"/>
                    <a:pt x="41294" y="120000"/>
                    <a:pt x="60000" y="120000"/>
                  </a:cubicBezTo>
                  <a:cubicBezTo>
                    <a:pt x="93133" y="120000"/>
                    <a:pt x="120000" y="93138"/>
                    <a:pt x="120000" y="60000"/>
                  </a:cubicBezTo>
                  <a:cubicBezTo>
                    <a:pt x="120000" y="58494"/>
                    <a:pt x="118777" y="57272"/>
                    <a:pt x="117272" y="57272"/>
                  </a:cubicBezTo>
                </a:path>
              </a:pathLst>
            </a:custGeom>
            <a:solidFill>
              <a:schemeClr val="dk2"/>
            </a:solidFill>
            <a:ln>
              <a:noFill/>
            </a:ln>
          </p:spPr>
          <p:txBody>
            <a:bodyPr lIns="38075" tIns="38075" rIns="38075" bIns="38075" anchor="ctr" anchorCtr="0">
              <a:noAutofit/>
            </a:bodyPr>
            <a:lstStyle/>
            <a:p>
              <a:pPr marL="0" marR="0" lvl="0" indent="0" algn="l" rtl="0">
                <a:lnSpc>
                  <a:spcPct val="100000"/>
                </a:lnSpc>
                <a:spcBef>
                  <a:spcPts val="0"/>
                </a:spcBef>
                <a:spcAft>
                  <a:spcPts val="0"/>
                </a:spcAft>
                <a:buClr>
                  <a:srgbClr val="FFFFFF"/>
                </a:buClr>
                <a:buFont typeface="Gill Sans"/>
                <a:buNone/>
              </a:pPr>
              <a:endParaRPr sz="2999" b="0" i="0" u="none" strike="noStrike" cap="none">
                <a:solidFill>
                  <a:srgbClr val="FFFFFF"/>
                </a:solidFill>
                <a:latin typeface="Source Sans Pro"/>
                <a:ea typeface="Source Sans Pro"/>
                <a:cs typeface="Source Sans Pro"/>
                <a:sym typeface="Source Sans Pro"/>
              </a:endParaRPr>
            </a:p>
          </p:txBody>
        </p:sp>
        <p:grpSp>
          <p:nvGrpSpPr>
            <p:cNvPr id="1396" name="Shape 1396"/>
            <p:cNvGrpSpPr/>
            <p:nvPr/>
          </p:nvGrpSpPr>
          <p:grpSpPr>
            <a:xfrm rot="-5400000">
              <a:off x="6363741" y="2307120"/>
              <a:ext cx="222278" cy="223036"/>
              <a:chOff x="-3984" y="1556"/>
              <a:chExt cx="3229" cy="3240"/>
            </a:xfrm>
          </p:grpSpPr>
          <p:sp>
            <p:nvSpPr>
              <p:cNvPr id="1397" name="Shape 1397"/>
              <p:cNvSpPr/>
              <p:nvPr/>
            </p:nvSpPr>
            <p:spPr>
              <a:xfrm>
                <a:off x="-3984" y="2495"/>
                <a:ext cx="2155" cy="2301"/>
              </a:xfrm>
              <a:custGeom>
                <a:avLst/>
                <a:gdLst/>
                <a:ahLst/>
                <a:cxnLst/>
                <a:rect l="0" t="0" r="0" b="0"/>
                <a:pathLst>
                  <a:path w="120000" h="120000" extrusionOk="0">
                    <a:moveTo>
                      <a:pt x="96533" y="81087"/>
                    </a:moveTo>
                    <a:cubicBezTo>
                      <a:pt x="74666" y="101673"/>
                      <a:pt x="74666" y="101673"/>
                      <a:pt x="74666" y="101673"/>
                    </a:cubicBezTo>
                    <a:cubicBezTo>
                      <a:pt x="68000" y="107949"/>
                      <a:pt x="59733" y="111213"/>
                      <a:pt x="50666" y="111213"/>
                    </a:cubicBezTo>
                    <a:cubicBezTo>
                      <a:pt x="41600" y="111213"/>
                      <a:pt x="33333" y="107949"/>
                      <a:pt x="26666" y="101673"/>
                    </a:cubicBezTo>
                    <a:cubicBezTo>
                      <a:pt x="19733" y="95146"/>
                      <a:pt x="19733" y="95146"/>
                      <a:pt x="19733" y="95146"/>
                    </a:cubicBezTo>
                    <a:cubicBezTo>
                      <a:pt x="13333" y="89121"/>
                      <a:pt x="9866" y="81087"/>
                      <a:pt x="9866" y="72552"/>
                    </a:cubicBezTo>
                    <a:cubicBezTo>
                      <a:pt x="9866" y="64267"/>
                      <a:pt x="13333" y="56234"/>
                      <a:pt x="19733" y="50209"/>
                    </a:cubicBezTo>
                    <a:cubicBezTo>
                      <a:pt x="49066" y="22594"/>
                      <a:pt x="49066" y="22594"/>
                      <a:pt x="49066" y="22594"/>
                    </a:cubicBezTo>
                    <a:cubicBezTo>
                      <a:pt x="62133" y="10292"/>
                      <a:pt x="83466" y="10292"/>
                      <a:pt x="96800" y="22594"/>
                    </a:cubicBezTo>
                    <a:cubicBezTo>
                      <a:pt x="110933" y="36150"/>
                      <a:pt x="110933" y="36150"/>
                      <a:pt x="110933" y="36150"/>
                    </a:cubicBezTo>
                    <a:cubicBezTo>
                      <a:pt x="113066" y="37907"/>
                      <a:pt x="116000" y="37907"/>
                      <a:pt x="117866" y="36150"/>
                    </a:cubicBezTo>
                    <a:cubicBezTo>
                      <a:pt x="120000" y="34142"/>
                      <a:pt x="120000" y="31380"/>
                      <a:pt x="117866" y="29623"/>
                    </a:cubicBezTo>
                    <a:cubicBezTo>
                      <a:pt x="103733" y="16066"/>
                      <a:pt x="103733" y="16066"/>
                      <a:pt x="103733" y="16066"/>
                    </a:cubicBezTo>
                    <a:cubicBezTo>
                      <a:pt x="86666" y="0"/>
                      <a:pt x="58933" y="0"/>
                      <a:pt x="41600" y="16066"/>
                    </a:cubicBezTo>
                    <a:cubicBezTo>
                      <a:pt x="12800" y="43430"/>
                      <a:pt x="12800" y="43430"/>
                      <a:pt x="12800" y="43430"/>
                    </a:cubicBezTo>
                    <a:cubicBezTo>
                      <a:pt x="4533" y="51213"/>
                      <a:pt x="0" y="61506"/>
                      <a:pt x="0" y="72552"/>
                    </a:cubicBezTo>
                    <a:cubicBezTo>
                      <a:pt x="0" y="83347"/>
                      <a:pt x="4533" y="93891"/>
                      <a:pt x="12800" y="101422"/>
                    </a:cubicBezTo>
                    <a:cubicBezTo>
                      <a:pt x="19733" y="107949"/>
                      <a:pt x="19733" y="107949"/>
                      <a:pt x="19733" y="107949"/>
                    </a:cubicBezTo>
                    <a:cubicBezTo>
                      <a:pt x="28000" y="115732"/>
                      <a:pt x="38933" y="120000"/>
                      <a:pt x="50666" y="120000"/>
                    </a:cubicBezTo>
                    <a:cubicBezTo>
                      <a:pt x="62400" y="120000"/>
                      <a:pt x="73333" y="115732"/>
                      <a:pt x="81600" y="107949"/>
                    </a:cubicBezTo>
                    <a:cubicBezTo>
                      <a:pt x="103466" y="87364"/>
                      <a:pt x="103466" y="87364"/>
                      <a:pt x="103466" y="87364"/>
                    </a:cubicBezTo>
                    <a:cubicBezTo>
                      <a:pt x="105600" y="85606"/>
                      <a:pt x="105600" y="82845"/>
                      <a:pt x="103466" y="80836"/>
                    </a:cubicBezTo>
                    <a:cubicBezTo>
                      <a:pt x="101866" y="79330"/>
                      <a:pt x="98400" y="79330"/>
                      <a:pt x="96533" y="81087"/>
                    </a:cubicBez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98" name="Shape 1398"/>
              <p:cNvSpPr/>
              <p:nvPr/>
            </p:nvSpPr>
            <p:spPr>
              <a:xfrm>
                <a:off x="-2837" y="1556"/>
                <a:ext cx="2083" cy="2160"/>
              </a:xfrm>
              <a:custGeom>
                <a:avLst/>
                <a:gdLst/>
                <a:ahLst/>
                <a:cxnLst/>
                <a:rect l="0" t="0" r="0" b="0"/>
                <a:pathLst>
                  <a:path w="120000" h="120000" extrusionOk="0">
                    <a:moveTo>
                      <a:pt x="99586" y="12561"/>
                    </a:moveTo>
                    <a:cubicBezTo>
                      <a:pt x="91034" y="4276"/>
                      <a:pt x="79724" y="0"/>
                      <a:pt x="67586" y="0"/>
                    </a:cubicBezTo>
                    <a:cubicBezTo>
                      <a:pt x="55448" y="0"/>
                      <a:pt x="44137" y="4276"/>
                      <a:pt x="35586" y="12561"/>
                    </a:cubicBezTo>
                    <a:cubicBezTo>
                      <a:pt x="16551" y="31002"/>
                      <a:pt x="16551" y="31002"/>
                      <a:pt x="16551" y="31002"/>
                    </a:cubicBezTo>
                    <a:cubicBezTo>
                      <a:pt x="14620" y="33140"/>
                      <a:pt x="14620" y="36080"/>
                      <a:pt x="16551" y="38218"/>
                    </a:cubicBezTo>
                    <a:cubicBezTo>
                      <a:pt x="18758" y="40089"/>
                      <a:pt x="21793" y="40089"/>
                      <a:pt x="24000" y="38218"/>
                    </a:cubicBezTo>
                    <a:cubicBezTo>
                      <a:pt x="43034" y="19510"/>
                      <a:pt x="43034" y="19510"/>
                      <a:pt x="43034" y="19510"/>
                    </a:cubicBezTo>
                    <a:cubicBezTo>
                      <a:pt x="49655" y="13095"/>
                      <a:pt x="58482" y="9621"/>
                      <a:pt x="67586" y="9621"/>
                    </a:cubicBezTo>
                    <a:cubicBezTo>
                      <a:pt x="76965" y="9621"/>
                      <a:pt x="85793" y="13095"/>
                      <a:pt x="92413" y="19510"/>
                    </a:cubicBezTo>
                    <a:cubicBezTo>
                      <a:pt x="99586" y="26726"/>
                      <a:pt x="99586" y="26726"/>
                      <a:pt x="99586" y="26726"/>
                    </a:cubicBezTo>
                    <a:cubicBezTo>
                      <a:pt x="106206" y="33140"/>
                      <a:pt x="110068" y="41692"/>
                      <a:pt x="110068" y="50512"/>
                    </a:cubicBezTo>
                    <a:cubicBezTo>
                      <a:pt x="110068" y="59599"/>
                      <a:pt x="106206" y="68151"/>
                      <a:pt x="99586" y="74565"/>
                    </a:cubicBezTo>
                    <a:cubicBezTo>
                      <a:pt x="73379" y="100222"/>
                      <a:pt x="73379" y="100222"/>
                      <a:pt x="73379" y="100222"/>
                    </a:cubicBezTo>
                    <a:cubicBezTo>
                      <a:pt x="66758" y="106636"/>
                      <a:pt x="57931" y="110378"/>
                      <a:pt x="48551" y="110378"/>
                    </a:cubicBezTo>
                    <a:cubicBezTo>
                      <a:pt x="39448" y="110378"/>
                      <a:pt x="30620" y="106636"/>
                      <a:pt x="24000" y="100222"/>
                    </a:cubicBezTo>
                    <a:cubicBezTo>
                      <a:pt x="9103" y="86057"/>
                      <a:pt x="9103" y="86057"/>
                      <a:pt x="9103" y="86057"/>
                    </a:cubicBezTo>
                    <a:cubicBezTo>
                      <a:pt x="7172" y="83919"/>
                      <a:pt x="4137" y="83919"/>
                      <a:pt x="1931" y="86057"/>
                    </a:cubicBezTo>
                    <a:cubicBezTo>
                      <a:pt x="0" y="87928"/>
                      <a:pt x="0" y="91135"/>
                      <a:pt x="1931" y="93006"/>
                    </a:cubicBezTo>
                    <a:cubicBezTo>
                      <a:pt x="16551" y="107171"/>
                      <a:pt x="16551" y="107171"/>
                      <a:pt x="16551" y="107171"/>
                    </a:cubicBezTo>
                    <a:cubicBezTo>
                      <a:pt x="25103" y="115456"/>
                      <a:pt x="36413" y="120000"/>
                      <a:pt x="48551" y="120000"/>
                    </a:cubicBezTo>
                    <a:cubicBezTo>
                      <a:pt x="60689" y="120000"/>
                      <a:pt x="72000" y="115456"/>
                      <a:pt x="80551" y="107171"/>
                    </a:cubicBezTo>
                    <a:cubicBezTo>
                      <a:pt x="106758" y="81781"/>
                      <a:pt x="106758" y="81781"/>
                      <a:pt x="106758" y="81781"/>
                    </a:cubicBezTo>
                    <a:cubicBezTo>
                      <a:pt x="115310" y="73496"/>
                      <a:pt x="120000" y="62538"/>
                      <a:pt x="120000" y="50779"/>
                    </a:cubicBezTo>
                    <a:cubicBezTo>
                      <a:pt x="120000" y="39020"/>
                      <a:pt x="115310" y="28062"/>
                      <a:pt x="106758" y="19777"/>
                    </a:cubicBezTo>
                    <a:lnTo>
                      <a:pt x="99586" y="12561"/>
                    </a:lnTo>
                    <a:close/>
                  </a:path>
                </a:pathLst>
              </a:custGeom>
              <a:solidFill>
                <a:schemeClr val="dk2"/>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grpSp>
      <p:sp>
        <p:nvSpPr>
          <p:cNvPr id="1399" name="Shape 1399"/>
          <p:cNvSpPr/>
          <p:nvPr/>
        </p:nvSpPr>
        <p:spPr>
          <a:xfrm>
            <a:off x="394877" y="3050434"/>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Security</a:t>
            </a:r>
          </a:p>
        </p:txBody>
      </p:sp>
      <p:sp>
        <p:nvSpPr>
          <p:cNvPr id="1400" name="Shape 1400"/>
          <p:cNvSpPr/>
          <p:nvPr/>
        </p:nvSpPr>
        <p:spPr>
          <a:xfrm>
            <a:off x="394877" y="3552191"/>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Distributed State</a:t>
            </a:r>
          </a:p>
        </p:txBody>
      </p:sp>
      <p:sp>
        <p:nvSpPr>
          <p:cNvPr id="1401" name="Shape 1401"/>
          <p:cNvSpPr/>
          <p:nvPr/>
        </p:nvSpPr>
        <p:spPr>
          <a:xfrm>
            <a:off x="2264940" y="3050434"/>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Network</a:t>
            </a:r>
          </a:p>
        </p:txBody>
      </p:sp>
      <p:sp>
        <p:nvSpPr>
          <p:cNvPr id="1402" name="Shape 1402"/>
          <p:cNvSpPr/>
          <p:nvPr/>
        </p:nvSpPr>
        <p:spPr>
          <a:xfrm>
            <a:off x="2264940" y="3552191"/>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Container Runtime</a:t>
            </a:r>
          </a:p>
        </p:txBody>
      </p:sp>
      <p:sp>
        <p:nvSpPr>
          <p:cNvPr id="1403" name="Shape 1403"/>
          <p:cNvSpPr/>
          <p:nvPr/>
        </p:nvSpPr>
        <p:spPr>
          <a:xfrm>
            <a:off x="4146732" y="3050434"/>
            <a:ext cx="1843418" cy="468720"/>
          </a:xfrm>
          <a:prstGeom prst="rect">
            <a:avLst/>
          </a:prstGeom>
          <a:solidFill>
            <a:schemeClr val="dk1"/>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Volumes</a:t>
            </a:r>
          </a:p>
        </p:txBody>
      </p:sp>
      <p:sp>
        <p:nvSpPr>
          <p:cNvPr id="1404" name="Shape 1404"/>
          <p:cNvSpPr/>
          <p:nvPr/>
        </p:nvSpPr>
        <p:spPr>
          <a:xfrm>
            <a:off x="4146732" y="3552191"/>
            <a:ext cx="1843418" cy="468720"/>
          </a:xfrm>
          <a:prstGeom prst="rect">
            <a:avLst/>
          </a:prstGeom>
          <a:solidFill>
            <a:schemeClr val="accent5"/>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SzPct val="25000"/>
              <a:buFont typeface="Comfortaa"/>
              <a:buNone/>
            </a:pPr>
            <a:r>
              <a:rPr lang="en" sz="1000" b="0" i="0" u="none" strike="noStrike" cap="none">
                <a:solidFill>
                  <a:srgbClr val="FFFFFF"/>
                </a:solidFill>
                <a:latin typeface="Arial"/>
                <a:ea typeface="Arial"/>
                <a:cs typeface="Arial"/>
                <a:sym typeface="Arial"/>
              </a:rPr>
              <a:t>Orchestration</a:t>
            </a:r>
          </a:p>
        </p:txBody>
      </p:sp>
      <p:sp>
        <p:nvSpPr>
          <p:cNvPr id="1405" name="Shape 1405"/>
          <p:cNvSpPr/>
          <p:nvPr/>
        </p:nvSpPr>
        <p:spPr>
          <a:xfrm>
            <a:off x="6269248" y="3280332"/>
            <a:ext cx="495761" cy="327842"/>
          </a:xfrm>
          <a:custGeom>
            <a:avLst/>
            <a:gdLst/>
            <a:ahLst/>
            <a:cxnLst/>
            <a:rect l="0" t="0" r="0" b="0"/>
            <a:pathLst>
              <a:path w="120000" h="120000" extrusionOk="0">
                <a:moveTo>
                  <a:pt x="67972" y="54545"/>
                </a:moveTo>
                <a:cubicBezTo>
                  <a:pt x="80559" y="54545"/>
                  <a:pt x="80559" y="54545"/>
                  <a:pt x="80559" y="54545"/>
                </a:cubicBezTo>
                <a:cubicBezTo>
                  <a:pt x="80559" y="38787"/>
                  <a:pt x="80559" y="38787"/>
                  <a:pt x="80559" y="38787"/>
                </a:cubicBezTo>
                <a:cubicBezTo>
                  <a:pt x="67972" y="38787"/>
                  <a:pt x="67972" y="38787"/>
                  <a:pt x="67972" y="38787"/>
                </a:cubicBezTo>
                <a:lnTo>
                  <a:pt x="67972" y="54545"/>
                </a:lnTo>
                <a:close/>
                <a:moveTo>
                  <a:pt x="53706" y="54545"/>
                </a:moveTo>
                <a:cubicBezTo>
                  <a:pt x="66293" y="54545"/>
                  <a:pt x="66293" y="54545"/>
                  <a:pt x="66293" y="54545"/>
                </a:cubicBezTo>
                <a:cubicBezTo>
                  <a:pt x="66293" y="38787"/>
                  <a:pt x="66293" y="38787"/>
                  <a:pt x="66293" y="38787"/>
                </a:cubicBezTo>
                <a:cubicBezTo>
                  <a:pt x="53706" y="38787"/>
                  <a:pt x="53706" y="38787"/>
                  <a:pt x="53706" y="38787"/>
                </a:cubicBezTo>
                <a:lnTo>
                  <a:pt x="53706" y="54545"/>
                </a:lnTo>
                <a:close/>
                <a:moveTo>
                  <a:pt x="39440" y="54545"/>
                </a:moveTo>
                <a:cubicBezTo>
                  <a:pt x="51188" y="54545"/>
                  <a:pt x="51188" y="54545"/>
                  <a:pt x="51188" y="54545"/>
                </a:cubicBezTo>
                <a:cubicBezTo>
                  <a:pt x="51188" y="38787"/>
                  <a:pt x="51188" y="38787"/>
                  <a:pt x="51188" y="38787"/>
                </a:cubicBezTo>
                <a:cubicBezTo>
                  <a:pt x="39440" y="38787"/>
                  <a:pt x="39440" y="38787"/>
                  <a:pt x="39440" y="38787"/>
                </a:cubicBezTo>
                <a:lnTo>
                  <a:pt x="39440" y="54545"/>
                </a:lnTo>
                <a:close/>
                <a:moveTo>
                  <a:pt x="24335" y="54545"/>
                </a:moveTo>
                <a:cubicBezTo>
                  <a:pt x="36923" y="54545"/>
                  <a:pt x="36923" y="54545"/>
                  <a:pt x="36923" y="54545"/>
                </a:cubicBezTo>
                <a:cubicBezTo>
                  <a:pt x="36923" y="38787"/>
                  <a:pt x="36923" y="38787"/>
                  <a:pt x="36923" y="38787"/>
                </a:cubicBezTo>
                <a:cubicBezTo>
                  <a:pt x="24335" y="38787"/>
                  <a:pt x="24335" y="38787"/>
                  <a:pt x="24335" y="38787"/>
                </a:cubicBezTo>
                <a:lnTo>
                  <a:pt x="24335" y="54545"/>
                </a:lnTo>
                <a:close/>
                <a:moveTo>
                  <a:pt x="10069" y="54545"/>
                </a:moveTo>
                <a:cubicBezTo>
                  <a:pt x="22657" y="54545"/>
                  <a:pt x="22657" y="54545"/>
                  <a:pt x="22657" y="54545"/>
                </a:cubicBezTo>
                <a:cubicBezTo>
                  <a:pt x="22657" y="38787"/>
                  <a:pt x="22657" y="38787"/>
                  <a:pt x="22657" y="38787"/>
                </a:cubicBezTo>
                <a:cubicBezTo>
                  <a:pt x="10069" y="38787"/>
                  <a:pt x="10069" y="38787"/>
                  <a:pt x="10069" y="38787"/>
                </a:cubicBezTo>
                <a:lnTo>
                  <a:pt x="10069" y="54545"/>
                </a:lnTo>
                <a:close/>
                <a:moveTo>
                  <a:pt x="24335" y="35151"/>
                </a:moveTo>
                <a:cubicBezTo>
                  <a:pt x="36923" y="35151"/>
                  <a:pt x="36923" y="35151"/>
                  <a:pt x="36923" y="35151"/>
                </a:cubicBezTo>
                <a:cubicBezTo>
                  <a:pt x="36923" y="19393"/>
                  <a:pt x="36923" y="19393"/>
                  <a:pt x="36923" y="19393"/>
                </a:cubicBezTo>
                <a:cubicBezTo>
                  <a:pt x="24335" y="19393"/>
                  <a:pt x="24335" y="19393"/>
                  <a:pt x="24335" y="19393"/>
                </a:cubicBezTo>
                <a:lnTo>
                  <a:pt x="24335" y="35151"/>
                </a:lnTo>
                <a:close/>
                <a:moveTo>
                  <a:pt x="39440" y="35151"/>
                </a:moveTo>
                <a:cubicBezTo>
                  <a:pt x="51188" y="35151"/>
                  <a:pt x="51188" y="35151"/>
                  <a:pt x="51188" y="35151"/>
                </a:cubicBezTo>
                <a:cubicBezTo>
                  <a:pt x="51188" y="19393"/>
                  <a:pt x="51188" y="19393"/>
                  <a:pt x="51188" y="19393"/>
                </a:cubicBezTo>
                <a:cubicBezTo>
                  <a:pt x="39440" y="19393"/>
                  <a:pt x="39440" y="19393"/>
                  <a:pt x="39440" y="19393"/>
                </a:cubicBezTo>
                <a:lnTo>
                  <a:pt x="39440" y="35151"/>
                </a:lnTo>
                <a:close/>
                <a:moveTo>
                  <a:pt x="53706" y="35151"/>
                </a:moveTo>
                <a:cubicBezTo>
                  <a:pt x="66293" y="35151"/>
                  <a:pt x="66293" y="35151"/>
                  <a:pt x="66293" y="35151"/>
                </a:cubicBezTo>
                <a:cubicBezTo>
                  <a:pt x="66293" y="19393"/>
                  <a:pt x="66293" y="19393"/>
                  <a:pt x="66293" y="19393"/>
                </a:cubicBezTo>
                <a:cubicBezTo>
                  <a:pt x="53706" y="19393"/>
                  <a:pt x="53706" y="19393"/>
                  <a:pt x="53706" y="19393"/>
                </a:cubicBezTo>
                <a:lnTo>
                  <a:pt x="53706" y="35151"/>
                </a:lnTo>
                <a:close/>
                <a:moveTo>
                  <a:pt x="53706" y="15757"/>
                </a:moveTo>
                <a:cubicBezTo>
                  <a:pt x="66293" y="15757"/>
                  <a:pt x="66293" y="15757"/>
                  <a:pt x="66293" y="15757"/>
                </a:cubicBezTo>
                <a:cubicBezTo>
                  <a:pt x="66293" y="0"/>
                  <a:pt x="66293" y="0"/>
                  <a:pt x="66293" y="0"/>
                </a:cubicBezTo>
                <a:cubicBezTo>
                  <a:pt x="53706" y="0"/>
                  <a:pt x="53706" y="0"/>
                  <a:pt x="53706" y="0"/>
                </a:cubicBezTo>
                <a:lnTo>
                  <a:pt x="53706" y="15757"/>
                </a:lnTo>
                <a:close/>
                <a:moveTo>
                  <a:pt x="117482" y="46060"/>
                </a:moveTo>
                <a:cubicBezTo>
                  <a:pt x="114965" y="42424"/>
                  <a:pt x="109090" y="42424"/>
                  <a:pt x="104055" y="43636"/>
                </a:cubicBezTo>
                <a:cubicBezTo>
                  <a:pt x="103216" y="36363"/>
                  <a:pt x="100699" y="31515"/>
                  <a:pt x="96503" y="26666"/>
                </a:cubicBezTo>
                <a:cubicBezTo>
                  <a:pt x="93986" y="23030"/>
                  <a:pt x="93986" y="23030"/>
                  <a:pt x="93986" y="23030"/>
                </a:cubicBezTo>
                <a:cubicBezTo>
                  <a:pt x="92307" y="27878"/>
                  <a:pt x="92307" y="27878"/>
                  <a:pt x="92307" y="27878"/>
                </a:cubicBezTo>
                <a:cubicBezTo>
                  <a:pt x="89790" y="32727"/>
                  <a:pt x="88951" y="38787"/>
                  <a:pt x="88951" y="44848"/>
                </a:cubicBezTo>
                <a:cubicBezTo>
                  <a:pt x="88951" y="47272"/>
                  <a:pt x="89790" y="52121"/>
                  <a:pt x="91468" y="55757"/>
                </a:cubicBezTo>
                <a:cubicBezTo>
                  <a:pt x="89790" y="56969"/>
                  <a:pt x="86433" y="58181"/>
                  <a:pt x="82237" y="58181"/>
                </a:cubicBezTo>
                <a:cubicBezTo>
                  <a:pt x="1678" y="58181"/>
                  <a:pt x="1678" y="58181"/>
                  <a:pt x="1678" y="58181"/>
                </a:cubicBezTo>
                <a:cubicBezTo>
                  <a:pt x="839" y="59393"/>
                  <a:pt x="839" y="59393"/>
                  <a:pt x="839" y="59393"/>
                </a:cubicBezTo>
                <a:cubicBezTo>
                  <a:pt x="0" y="65454"/>
                  <a:pt x="0" y="86060"/>
                  <a:pt x="9230" y="101818"/>
                </a:cubicBezTo>
                <a:cubicBezTo>
                  <a:pt x="16783" y="113939"/>
                  <a:pt x="26853" y="119999"/>
                  <a:pt x="40279" y="119999"/>
                </a:cubicBezTo>
                <a:cubicBezTo>
                  <a:pt x="69650" y="119999"/>
                  <a:pt x="91468" y="100606"/>
                  <a:pt x="101538" y="64242"/>
                </a:cubicBezTo>
                <a:cubicBezTo>
                  <a:pt x="105734" y="64242"/>
                  <a:pt x="114125" y="64242"/>
                  <a:pt x="118321" y="52121"/>
                </a:cubicBezTo>
                <a:cubicBezTo>
                  <a:pt x="118321" y="52121"/>
                  <a:pt x="119160" y="50909"/>
                  <a:pt x="120000" y="49696"/>
                </a:cubicBezTo>
                <a:cubicBezTo>
                  <a:pt x="120000" y="48484"/>
                  <a:pt x="120000" y="48484"/>
                  <a:pt x="120000" y="48484"/>
                </a:cubicBezTo>
                <a:lnTo>
                  <a:pt x="117482" y="46060"/>
                </a:lnTo>
                <a:close/>
              </a:path>
            </a:pathLst>
          </a:custGeom>
          <a:solidFill>
            <a:schemeClr val="dk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406" name="Shape 1406"/>
          <p:cNvSpPr/>
          <p:nvPr/>
        </p:nvSpPr>
        <p:spPr>
          <a:xfrm>
            <a:off x="6455776" y="3305753"/>
            <a:ext cx="2059880" cy="276998"/>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394E55"/>
              </a:buClr>
              <a:buSzPct val="25000"/>
              <a:buFont typeface="Comfortaa"/>
              <a:buNone/>
            </a:pPr>
            <a:r>
              <a:rPr lang="en" sz="1200" b="0" i="0" u="none" strike="noStrike" cap="none">
                <a:solidFill>
                  <a:srgbClr val="394E55"/>
                </a:solidFill>
                <a:latin typeface="Arial"/>
                <a:ea typeface="Arial"/>
                <a:cs typeface="Arial"/>
                <a:sym typeface="Arial"/>
              </a:rPr>
              <a:t>Docker Engine</a:t>
            </a:r>
          </a:p>
        </p:txBody>
      </p:sp>
      <p:sp>
        <p:nvSpPr>
          <p:cNvPr id="1407" name="Shape 1407"/>
          <p:cNvSpPr txBox="1">
            <a:spLocks noGrp="1"/>
          </p:cNvSpPr>
          <p:nvPr>
            <p:ph type="body" idx="1"/>
          </p:nvPr>
        </p:nvSpPr>
        <p:spPr>
          <a:xfrm>
            <a:off x="249397" y="114445"/>
            <a:ext cx="8498399" cy="762299"/>
          </a:xfrm>
          <a:prstGeom prst="rect">
            <a:avLst/>
          </a:prstGeom>
          <a:noFill/>
          <a:ln>
            <a:noFill/>
          </a:ln>
        </p:spPr>
        <p:txBody>
          <a:bodyPr lIns="91425" tIns="45700" rIns="91425" bIns="45700" anchor="ctr" anchorCtr="0">
            <a:noAutofit/>
          </a:bodyPr>
          <a:lstStyle/>
          <a:p>
            <a:pPr marL="0" marR="0" lvl="0" indent="0" algn="l" rtl="0">
              <a:lnSpc>
                <a:spcPct val="136842"/>
              </a:lnSpc>
              <a:spcBef>
                <a:spcPts val="0"/>
              </a:spcBef>
              <a:spcAft>
                <a:spcPts val="0"/>
              </a:spcAft>
              <a:buClr>
                <a:srgbClr val="189AD1"/>
              </a:buClr>
              <a:buSzPct val="25000"/>
              <a:buFont typeface="Arial"/>
              <a:buNone/>
            </a:pPr>
            <a:r>
              <a:rPr lang="en" sz="3000" b="0" i="0" u="none" strike="noStrike" cap="none">
                <a:solidFill>
                  <a:srgbClr val="189AD1"/>
                </a:solidFill>
                <a:latin typeface="Arial"/>
                <a:ea typeface="Arial"/>
                <a:cs typeface="Arial"/>
                <a:sym typeface="Arial"/>
              </a:rPr>
              <a:t>Building a Secure Supply Chain</a:t>
            </a:r>
          </a:p>
        </p:txBody>
      </p:sp>
      <p:grpSp>
        <p:nvGrpSpPr>
          <p:cNvPr id="1408" name="Shape 1408"/>
          <p:cNvGrpSpPr/>
          <p:nvPr/>
        </p:nvGrpSpPr>
        <p:grpSpPr>
          <a:xfrm>
            <a:off x="249398" y="4289824"/>
            <a:ext cx="1893747" cy="612648"/>
            <a:chOff x="5209628" y="4345973"/>
            <a:chExt cx="1916721" cy="612648"/>
          </a:xfrm>
        </p:grpSpPr>
        <p:sp>
          <p:nvSpPr>
            <p:cNvPr id="1409" name="Shape 1409"/>
            <p:cNvSpPr/>
            <p:nvPr/>
          </p:nvSpPr>
          <p:spPr>
            <a:xfrm flipH="1">
              <a:off x="5209628" y="4345973"/>
              <a:ext cx="1916721" cy="612648"/>
            </a:xfrm>
            <a:prstGeom prst="rect">
              <a:avLst/>
            </a:prstGeom>
            <a:solidFill>
              <a:schemeClr val="accen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10" name="Shape 1410"/>
            <p:cNvSpPr/>
            <p:nvPr/>
          </p:nvSpPr>
          <p:spPr>
            <a:xfrm>
              <a:off x="5722485" y="4441260"/>
              <a:ext cx="1236622" cy="408106"/>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FFFFFF"/>
                </a:buClr>
                <a:buSzPct val="25000"/>
                <a:buFont typeface="Comfortaa Light"/>
                <a:buNone/>
              </a:pPr>
              <a:r>
                <a:rPr lang="en" sz="1400" b="0" i="0" u="none" strike="noStrike" cap="none">
                  <a:solidFill>
                    <a:srgbClr val="FFFFFF"/>
                  </a:solidFill>
                  <a:latin typeface="Arial"/>
                  <a:ea typeface="Arial"/>
                  <a:cs typeface="Arial"/>
                  <a:sym typeface="Arial"/>
                </a:rPr>
                <a:t>Usable Security</a:t>
              </a:r>
            </a:p>
          </p:txBody>
        </p:sp>
        <p:grpSp>
          <p:nvGrpSpPr>
            <p:cNvPr id="1411" name="Shape 1411"/>
            <p:cNvGrpSpPr/>
            <p:nvPr/>
          </p:nvGrpSpPr>
          <p:grpSpPr>
            <a:xfrm>
              <a:off x="5375734" y="4487282"/>
              <a:ext cx="254682" cy="311279"/>
              <a:chOff x="1314" y="-115"/>
              <a:chExt cx="2699" cy="3299"/>
            </a:xfrm>
          </p:grpSpPr>
          <p:sp>
            <p:nvSpPr>
              <p:cNvPr id="1412" name="Shape 1412"/>
              <p:cNvSpPr/>
              <p:nvPr/>
            </p:nvSpPr>
            <p:spPr>
              <a:xfrm>
                <a:off x="1314" y="-115"/>
                <a:ext cx="2699" cy="3299"/>
              </a:xfrm>
              <a:custGeom>
                <a:avLst/>
                <a:gdLst/>
                <a:ahLst/>
                <a:cxnLst/>
                <a:rect l="0" t="0" r="0" b="0"/>
                <a:pathLst>
                  <a:path w="120000" h="120000" extrusionOk="0">
                    <a:moveTo>
                      <a:pt x="118577" y="11707"/>
                    </a:moveTo>
                    <a:cubicBezTo>
                      <a:pt x="117628" y="11317"/>
                      <a:pt x="116679" y="11317"/>
                      <a:pt x="115494" y="11512"/>
                    </a:cubicBezTo>
                    <a:cubicBezTo>
                      <a:pt x="109802" y="13658"/>
                      <a:pt x="103399" y="15024"/>
                      <a:pt x="96996" y="15024"/>
                    </a:cubicBezTo>
                    <a:cubicBezTo>
                      <a:pt x="83478" y="15024"/>
                      <a:pt x="70909" y="9951"/>
                      <a:pt x="62371" y="1170"/>
                    </a:cubicBezTo>
                    <a:cubicBezTo>
                      <a:pt x="61185" y="0"/>
                      <a:pt x="58814" y="0"/>
                      <a:pt x="57628" y="1170"/>
                    </a:cubicBezTo>
                    <a:cubicBezTo>
                      <a:pt x="49090" y="9951"/>
                      <a:pt x="36758" y="15024"/>
                      <a:pt x="23003" y="15024"/>
                    </a:cubicBezTo>
                    <a:cubicBezTo>
                      <a:pt x="16363" y="15024"/>
                      <a:pt x="10197" y="13658"/>
                      <a:pt x="4505" y="11512"/>
                    </a:cubicBezTo>
                    <a:cubicBezTo>
                      <a:pt x="3557" y="11317"/>
                      <a:pt x="2371" y="11317"/>
                      <a:pt x="1422" y="11707"/>
                    </a:cubicBezTo>
                    <a:cubicBezTo>
                      <a:pt x="711" y="12292"/>
                      <a:pt x="0" y="13073"/>
                      <a:pt x="0" y="13658"/>
                    </a:cubicBezTo>
                    <a:cubicBezTo>
                      <a:pt x="0" y="69268"/>
                      <a:pt x="0" y="69268"/>
                      <a:pt x="0" y="69268"/>
                    </a:cubicBezTo>
                    <a:cubicBezTo>
                      <a:pt x="0" y="94048"/>
                      <a:pt x="44822" y="114341"/>
                      <a:pt x="58577" y="119804"/>
                    </a:cubicBezTo>
                    <a:cubicBezTo>
                      <a:pt x="59051" y="120000"/>
                      <a:pt x="59525" y="120000"/>
                      <a:pt x="60000" y="120000"/>
                    </a:cubicBezTo>
                    <a:cubicBezTo>
                      <a:pt x="60237" y="120000"/>
                      <a:pt x="60948" y="120000"/>
                      <a:pt x="61185" y="119804"/>
                    </a:cubicBezTo>
                    <a:cubicBezTo>
                      <a:pt x="74940" y="114341"/>
                      <a:pt x="119762" y="94048"/>
                      <a:pt x="119762" y="69268"/>
                    </a:cubicBezTo>
                    <a:cubicBezTo>
                      <a:pt x="119762" y="13658"/>
                      <a:pt x="119762" y="13658"/>
                      <a:pt x="119762" y="13658"/>
                    </a:cubicBezTo>
                    <a:cubicBezTo>
                      <a:pt x="120000" y="13073"/>
                      <a:pt x="119525" y="12292"/>
                      <a:pt x="118577" y="11707"/>
                    </a:cubicBezTo>
                    <a:close/>
                    <a:moveTo>
                      <a:pt x="114071" y="69268"/>
                    </a:moveTo>
                    <a:cubicBezTo>
                      <a:pt x="114071" y="90731"/>
                      <a:pt x="71857" y="110048"/>
                      <a:pt x="60000" y="114731"/>
                    </a:cubicBezTo>
                    <a:cubicBezTo>
                      <a:pt x="48616" y="110048"/>
                      <a:pt x="6166" y="90731"/>
                      <a:pt x="6166" y="69268"/>
                    </a:cubicBezTo>
                    <a:cubicBezTo>
                      <a:pt x="6166" y="17560"/>
                      <a:pt x="6166" y="17560"/>
                      <a:pt x="6166" y="17560"/>
                    </a:cubicBezTo>
                    <a:cubicBezTo>
                      <a:pt x="11620" y="18926"/>
                      <a:pt x="17075" y="19902"/>
                      <a:pt x="23003" y="19902"/>
                    </a:cubicBezTo>
                    <a:cubicBezTo>
                      <a:pt x="37233" y="19902"/>
                      <a:pt x="50513" y="15219"/>
                      <a:pt x="60000" y="6439"/>
                    </a:cubicBezTo>
                    <a:cubicBezTo>
                      <a:pt x="69486" y="15024"/>
                      <a:pt x="82766" y="19902"/>
                      <a:pt x="96996" y="19902"/>
                    </a:cubicBezTo>
                    <a:cubicBezTo>
                      <a:pt x="102687" y="19902"/>
                      <a:pt x="108616" y="19317"/>
                      <a:pt x="114071" y="17560"/>
                    </a:cubicBezTo>
                    <a:lnTo>
                      <a:pt x="114071" y="69268"/>
                    </a:ln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13" name="Shape 1413"/>
              <p:cNvSpPr/>
              <p:nvPr/>
            </p:nvSpPr>
            <p:spPr>
              <a:xfrm>
                <a:off x="1911" y="701"/>
                <a:ext cx="1500" cy="1500"/>
              </a:xfrm>
              <a:custGeom>
                <a:avLst/>
                <a:gdLst/>
                <a:ahLst/>
                <a:cxnLst/>
                <a:rect l="0" t="0" r="0" b="0"/>
                <a:pathLst>
                  <a:path w="120000" h="120000" extrusionOk="0">
                    <a:moveTo>
                      <a:pt x="60000" y="0"/>
                    </a:moveTo>
                    <a:cubicBezTo>
                      <a:pt x="26762" y="0"/>
                      <a:pt x="0" y="27096"/>
                      <a:pt x="0" y="59784"/>
                    </a:cubicBezTo>
                    <a:cubicBezTo>
                      <a:pt x="0" y="92903"/>
                      <a:pt x="26762" y="120000"/>
                      <a:pt x="60000" y="120000"/>
                    </a:cubicBezTo>
                    <a:cubicBezTo>
                      <a:pt x="93237" y="120000"/>
                      <a:pt x="120000" y="92903"/>
                      <a:pt x="120000" y="59784"/>
                    </a:cubicBezTo>
                    <a:cubicBezTo>
                      <a:pt x="120000" y="27096"/>
                      <a:pt x="93237" y="0"/>
                      <a:pt x="60000" y="0"/>
                    </a:cubicBezTo>
                    <a:close/>
                    <a:moveTo>
                      <a:pt x="60000" y="108817"/>
                    </a:moveTo>
                    <a:cubicBezTo>
                      <a:pt x="32805" y="108817"/>
                      <a:pt x="10791" y="86881"/>
                      <a:pt x="10791" y="59784"/>
                    </a:cubicBezTo>
                    <a:cubicBezTo>
                      <a:pt x="10791" y="33118"/>
                      <a:pt x="32805" y="10752"/>
                      <a:pt x="60000" y="10752"/>
                    </a:cubicBezTo>
                    <a:cubicBezTo>
                      <a:pt x="87194" y="10752"/>
                      <a:pt x="109208" y="33118"/>
                      <a:pt x="109208" y="59784"/>
                    </a:cubicBezTo>
                    <a:cubicBezTo>
                      <a:pt x="109208" y="86881"/>
                      <a:pt x="87194" y="108817"/>
                      <a:pt x="60000" y="108817"/>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14" name="Shape 1414"/>
              <p:cNvSpPr/>
              <p:nvPr/>
            </p:nvSpPr>
            <p:spPr>
              <a:xfrm>
                <a:off x="2229" y="1102"/>
                <a:ext cx="900" cy="599"/>
              </a:xfrm>
              <a:custGeom>
                <a:avLst/>
                <a:gdLst/>
                <a:ahLst/>
                <a:cxnLst/>
                <a:rect l="0" t="0" r="0" b="0"/>
                <a:pathLst>
                  <a:path w="120000" h="120000" extrusionOk="0">
                    <a:moveTo>
                      <a:pt x="102307" y="4958"/>
                    </a:moveTo>
                    <a:cubicBezTo>
                      <a:pt x="36153" y="90247"/>
                      <a:pt x="36153" y="90247"/>
                      <a:pt x="36153" y="90247"/>
                    </a:cubicBezTo>
                    <a:cubicBezTo>
                      <a:pt x="17692" y="65454"/>
                      <a:pt x="17692" y="65454"/>
                      <a:pt x="17692" y="65454"/>
                    </a:cubicBezTo>
                    <a:cubicBezTo>
                      <a:pt x="13846" y="60495"/>
                      <a:pt x="7692" y="60495"/>
                      <a:pt x="3846" y="65454"/>
                    </a:cubicBezTo>
                    <a:cubicBezTo>
                      <a:pt x="0" y="70413"/>
                      <a:pt x="0" y="78347"/>
                      <a:pt x="3846" y="83305"/>
                    </a:cubicBezTo>
                    <a:cubicBezTo>
                      <a:pt x="29230" y="116033"/>
                      <a:pt x="29230" y="116033"/>
                      <a:pt x="29230" y="116033"/>
                    </a:cubicBezTo>
                    <a:cubicBezTo>
                      <a:pt x="31538" y="119008"/>
                      <a:pt x="33846" y="120000"/>
                      <a:pt x="36153" y="120000"/>
                    </a:cubicBezTo>
                    <a:cubicBezTo>
                      <a:pt x="39230" y="120000"/>
                      <a:pt x="41538" y="119008"/>
                      <a:pt x="43076" y="116033"/>
                    </a:cubicBezTo>
                    <a:cubicBezTo>
                      <a:pt x="116153" y="22809"/>
                      <a:pt x="116153" y="22809"/>
                      <a:pt x="116153" y="22809"/>
                    </a:cubicBezTo>
                    <a:cubicBezTo>
                      <a:pt x="120000" y="17851"/>
                      <a:pt x="120000" y="9917"/>
                      <a:pt x="116153" y="4958"/>
                    </a:cubicBezTo>
                    <a:cubicBezTo>
                      <a:pt x="112307" y="0"/>
                      <a:pt x="106153" y="0"/>
                      <a:pt x="102307" y="4958"/>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grpSp>
      </p:grpSp>
      <p:grpSp>
        <p:nvGrpSpPr>
          <p:cNvPr id="1415" name="Shape 1415"/>
          <p:cNvGrpSpPr/>
          <p:nvPr/>
        </p:nvGrpSpPr>
        <p:grpSpPr>
          <a:xfrm>
            <a:off x="1961277" y="4296389"/>
            <a:ext cx="2185453" cy="612648"/>
            <a:chOff x="4940896" y="5007128"/>
            <a:chExt cx="2185453" cy="612648"/>
          </a:xfrm>
        </p:grpSpPr>
        <p:sp>
          <p:nvSpPr>
            <p:cNvPr id="1416" name="Shape 1416"/>
            <p:cNvSpPr/>
            <p:nvPr/>
          </p:nvSpPr>
          <p:spPr>
            <a:xfrm flipH="1">
              <a:off x="5199238" y="5007128"/>
              <a:ext cx="1927111" cy="612648"/>
            </a:xfrm>
            <a:prstGeom prst="rect">
              <a:avLst/>
            </a:prstGeom>
            <a:solidFill>
              <a:schemeClr val="dk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17" name="Shape 1417"/>
            <p:cNvSpPr/>
            <p:nvPr/>
          </p:nvSpPr>
          <p:spPr>
            <a:xfrm>
              <a:off x="5722453" y="5118344"/>
              <a:ext cx="1236654" cy="345023"/>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FFFFFF"/>
                </a:buClr>
                <a:buSzPct val="25000"/>
                <a:buFont typeface="Comfortaa Light"/>
                <a:buNone/>
              </a:pPr>
              <a:r>
                <a:rPr lang="en" sz="1400" b="0" i="0" u="none" strike="noStrike" cap="none">
                  <a:solidFill>
                    <a:srgbClr val="FFFFFF"/>
                  </a:solidFill>
                  <a:latin typeface="Arial"/>
                  <a:ea typeface="Arial"/>
                  <a:cs typeface="Arial"/>
                  <a:sym typeface="Arial"/>
                </a:rPr>
                <a:t>Trusted Delivery</a:t>
              </a:r>
            </a:p>
          </p:txBody>
        </p:sp>
        <p:sp>
          <p:nvSpPr>
            <p:cNvPr id="1418" name="Shape 1418"/>
            <p:cNvSpPr/>
            <p:nvPr/>
          </p:nvSpPr>
          <p:spPr>
            <a:xfrm rot="-419009">
              <a:off x="5339918" y="5139646"/>
              <a:ext cx="367183" cy="274910"/>
            </a:xfrm>
            <a:custGeom>
              <a:avLst/>
              <a:gdLst/>
              <a:ahLst/>
              <a:cxnLst/>
              <a:rect l="0" t="0" r="0" b="0"/>
              <a:pathLst>
                <a:path w="120000" h="120000" extrusionOk="0">
                  <a:moveTo>
                    <a:pt x="120000" y="60000"/>
                  </a:moveTo>
                  <a:cubicBezTo>
                    <a:pt x="100492" y="15789"/>
                    <a:pt x="100492" y="15789"/>
                    <a:pt x="100492" y="15789"/>
                  </a:cubicBezTo>
                  <a:cubicBezTo>
                    <a:pt x="99901" y="14210"/>
                    <a:pt x="98719" y="14210"/>
                    <a:pt x="98128" y="14210"/>
                  </a:cubicBezTo>
                  <a:cubicBezTo>
                    <a:pt x="83349" y="18947"/>
                    <a:pt x="83349" y="18947"/>
                    <a:pt x="83349" y="18947"/>
                  </a:cubicBezTo>
                  <a:cubicBezTo>
                    <a:pt x="60295" y="9473"/>
                    <a:pt x="60295" y="9473"/>
                    <a:pt x="60295" y="9473"/>
                  </a:cubicBezTo>
                  <a:cubicBezTo>
                    <a:pt x="59704" y="9473"/>
                    <a:pt x="59113" y="9473"/>
                    <a:pt x="59113" y="9473"/>
                  </a:cubicBezTo>
                  <a:cubicBezTo>
                    <a:pt x="50246" y="14210"/>
                    <a:pt x="50246" y="14210"/>
                    <a:pt x="50246" y="14210"/>
                  </a:cubicBezTo>
                  <a:cubicBezTo>
                    <a:pt x="34876" y="3947"/>
                    <a:pt x="20689" y="0"/>
                    <a:pt x="20098" y="0"/>
                  </a:cubicBezTo>
                  <a:cubicBezTo>
                    <a:pt x="19507" y="0"/>
                    <a:pt x="18916" y="0"/>
                    <a:pt x="18325" y="789"/>
                  </a:cubicBezTo>
                  <a:cubicBezTo>
                    <a:pt x="17733" y="789"/>
                    <a:pt x="8866" y="11842"/>
                    <a:pt x="3546" y="30000"/>
                  </a:cubicBezTo>
                  <a:cubicBezTo>
                    <a:pt x="0" y="41842"/>
                    <a:pt x="1773" y="49736"/>
                    <a:pt x="5911" y="57631"/>
                  </a:cubicBezTo>
                  <a:cubicBezTo>
                    <a:pt x="4729" y="60000"/>
                    <a:pt x="3546" y="62368"/>
                    <a:pt x="3546" y="62368"/>
                  </a:cubicBezTo>
                  <a:cubicBezTo>
                    <a:pt x="3546" y="63157"/>
                    <a:pt x="2955" y="63947"/>
                    <a:pt x="3546" y="64736"/>
                  </a:cubicBezTo>
                  <a:cubicBezTo>
                    <a:pt x="3546" y="64736"/>
                    <a:pt x="5911" y="77368"/>
                    <a:pt x="13004" y="90789"/>
                  </a:cubicBezTo>
                  <a:cubicBezTo>
                    <a:pt x="19507" y="104210"/>
                    <a:pt x="31330" y="111315"/>
                    <a:pt x="31921" y="112105"/>
                  </a:cubicBezTo>
                  <a:cubicBezTo>
                    <a:pt x="32512" y="112105"/>
                    <a:pt x="32512" y="112105"/>
                    <a:pt x="33103" y="112105"/>
                  </a:cubicBezTo>
                  <a:cubicBezTo>
                    <a:pt x="33103" y="112105"/>
                    <a:pt x="33103" y="112105"/>
                    <a:pt x="33694" y="112105"/>
                  </a:cubicBezTo>
                  <a:cubicBezTo>
                    <a:pt x="34285" y="111315"/>
                    <a:pt x="37241" y="109736"/>
                    <a:pt x="39014" y="108157"/>
                  </a:cubicBezTo>
                  <a:cubicBezTo>
                    <a:pt x="46108" y="115263"/>
                    <a:pt x="52019" y="120000"/>
                    <a:pt x="54384" y="120000"/>
                  </a:cubicBezTo>
                  <a:cubicBezTo>
                    <a:pt x="54384" y="120000"/>
                    <a:pt x="54384" y="120000"/>
                    <a:pt x="54975" y="120000"/>
                  </a:cubicBezTo>
                  <a:cubicBezTo>
                    <a:pt x="57339" y="119210"/>
                    <a:pt x="60295" y="116052"/>
                    <a:pt x="62068" y="114473"/>
                  </a:cubicBezTo>
                  <a:cubicBezTo>
                    <a:pt x="63842" y="115263"/>
                    <a:pt x="66206" y="116842"/>
                    <a:pt x="69162" y="116842"/>
                  </a:cubicBezTo>
                  <a:cubicBezTo>
                    <a:pt x="70344" y="116842"/>
                    <a:pt x="71527" y="116842"/>
                    <a:pt x="72709" y="116052"/>
                  </a:cubicBezTo>
                  <a:cubicBezTo>
                    <a:pt x="75665" y="113684"/>
                    <a:pt x="76847" y="110526"/>
                    <a:pt x="77438" y="108947"/>
                  </a:cubicBezTo>
                  <a:cubicBezTo>
                    <a:pt x="79802" y="108947"/>
                    <a:pt x="82758" y="107368"/>
                    <a:pt x="85123" y="105789"/>
                  </a:cubicBezTo>
                  <a:cubicBezTo>
                    <a:pt x="88078" y="103421"/>
                    <a:pt x="88669" y="98684"/>
                    <a:pt x="88669" y="95526"/>
                  </a:cubicBezTo>
                  <a:cubicBezTo>
                    <a:pt x="90443" y="95526"/>
                    <a:pt x="93990" y="93947"/>
                    <a:pt x="95763" y="90000"/>
                  </a:cubicBezTo>
                  <a:cubicBezTo>
                    <a:pt x="97536" y="86842"/>
                    <a:pt x="97536" y="83684"/>
                    <a:pt x="96945" y="78947"/>
                  </a:cubicBezTo>
                  <a:cubicBezTo>
                    <a:pt x="98719" y="78157"/>
                    <a:pt x="102266" y="76578"/>
                    <a:pt x="105812" y="75000"/>
                  </a:cubicBezTo>
                  <a:cubicBezTo>
                    <a:pt x="112906" y="71842"/>
                    <a:pt x="118817" y="63947"/>
                    <a:pt x="119408" y="63157"/>
                  </a:cubicBezTo>
                  <a:cubicBezTo>
                    <a:pt x="120000" y="62368"/>
                    <a:pt x="120000" y="60789"/>
                    <a:pt x="120000" y="60000"/>
                  </a:cubicBezTo>
                  <a:close/>
                  <a:moveTo>
                    <a:pt x="18325" y="60789"/>
                  </a:moveTo>
                  <a:cubicBezTo>
                    <a:pt x="10049" y="71842"/>
                    <a:pt x="10049" y="71842"/>
                    <a:pt x="10049" y="71842"/>
                  </a:cubicBezTo>
                  <a:cubicBezTo>
                    <a:pt x="8866" y="67894"/>
                    <a:pt x="8275" y="65526"/>
                    <a:pt x="7684" y="63947"/>
                  </a:cubicBezTo>
                  <a:cubicBezTo>
                    <a:pt x="8866" y="61578"/>
                    <a:pt x="11231" y="56842"/>
                    <a:pt x="14778" y="56842"/>
                  </a:cubicBezTo>
                  <a:cubicBezTo>
                    <a:pt x="15369" y="56842"/>
                    <a:pt x="15960" y="56842"/>
                    <a:pt x="16551" y="56842"/>
                  </a:cubicBezTo>
                  <a:cubicBezTo>
                    <a:pt x="18325" y="58421"/>
                    <a:pt x="18325" y="60000"/>
                    <a:pt x="18325" y="60789"/>
                  </a:cubicBezTo>
                  <a:close/>
                  <a:moveTo>
                    <a:pt x="11822" y="77368"/>
                  </a:moveTo>
                  <a:cubicBezTo>
                    <a:pt x="21280" y="64736"/>
                    <a:pt x="21280" y="64736"/>
                    <a:pt x="21280" y="64736"/>
                  </a:cubicBezTo>
                  <a:cubicBezTo>
                    <a:pt x="21871" y="63947"/>
                    <a:pt x="22463" y="63157"/>
                    <a:pt x="23645" y="63157"/>
                  </a:cubicBezTo>
                  <a:cubicBezTo>
                    <a:pt x="24827" y="63157"/>
                    <a:pt x="26009" y="63947"/>
                    <a:pt x="26600" y="65526"/>
                  </a:cubicBezTo>
                  <a:cubicBezTo>
                    <a:pt x="28965" y="69473"/>
                    <a:pt x="27192" y="71842"/>
                    <a:pt x="27192" y="72631"/>
                  </a:cubicBezTo>
                  <a:cubicBezTo>
                    <a:pt x="15369" y="86052"/>
                    <a:pt x="15369" y="86052"/>
                    <a:pt x="15369" y="86052"/>
                  </a:cubicBezTo>
                  <a:cubicBezTo>
                    <a:pt x="14187" y="82894"/>
                    <a:pt x="13004" y="79736"/>
                    <a:pt x="11822" y="77368"/>
                  </a:cubicBezTo>
                  <a:close/>
                  <a:moveTo>
                    <a:pt x="18325" y="90789"/>
                  </a:moveTo>
                  <a:cubicBezTo>
                    <a:pt x="29556" y="77368"/>
                    <a:pt x="29556" y="77368"/>
                    <a:pt x="29556" y="77368"/>
                  </a:cubicBezTo>
                  <a:cubicBezTo>
                    <a:pt x="29556" y="76578"/>
                    <a:pt x="30147" y="76578"/>
                    <a:pt x="30738" y="76578"/>
                  </a:cubicBezTo>
                  <a:cubicBezTo>
                    <a:pt x="33103" y="76578"/>
                    <a:pt x="33694" y="78157"/>
                    <a:pt x="33694" y="78947"/>
                  </a:cubicBezTo>
                  <a:cubicBezTo>
                    <a:pt x="34876" y="82105"/>
                    <a:pt x="33103" y="86052"/>
                    <a:pt x="33103" y="86842"/>
                  </a:cubicBezTo>
                  <a:cubicBezTo>
                    <a:pt x="23054" y="97105"/>
                    <a:pt x="23054" y="97105"/>
                    <a:pt x="23054" y="97105"/>
                  </a:cubicBezTo>
                  <a:cubicBezTo>
                    <a:pt x="21280" y="95526"/>
                    <a:pt x="19507" y="93157"/>
                    <a:pt x="18325" y="90789"/>
                  </a:cubicBezTo>
                  <a:close/>
                  <a:moveTo>
                    <a:pt x="33103" y="105789"/>
                  </a:moveTo>
                  <a:cubicBezTo>
                    <a:pt x="31330" y="105000"/>
                    <a:pt x="28965" y="103421"/>
                    <a:pt x="26009" y="101052"/>
                  </a:cubicBezTo>
                  <a:cubicBezTo>
                    <a:pt x="34876" y="91578"/>
                    <a:pt x="34876" y="91578"/>
                    <a:pt x="34876" y="91578"/>
                  </a:cubicBezTo>
                  <a:cubicBezTo>
                    <a:pt x="35467" y="91578"/>
                    <a:pt x="35467" y="91578"/>
                    <a:pt x="35467" y="91578"/>
                  </a:cubicBezTo>
                  <a:cubicBezTo>
                    <a:pt x="37832" y="91578"/>
                    <a:pt x="40197" y="92368"/>
                    <a:pt x="40197" y="93157"/>
                  </a:cubicBezTo>
                  <a:cubicBezTo>
                    <a:pt x="40788" y="96315"/>
                    <a:pt x="38423" y="101842"/>
                    <a:pt x="36650" y="103421"/>
                  </a:cubicBezTo>
                  <a:cubicBezTo>
                    <a:pt x="35467" y="105000"/>
                    <a:pt x="33694" y="105789"/>
                    <a:pt x="33103" y="105789"/>
                  </a:cubicBezTo>
                  <a:close/>
                  <a:moveTo>
                    <a:pt x="92216" y="86842"/>
                  </a:moveTo>
                  <a:cubicBezTo>
                    <a:pt x="91034" y="89210"/>
                    <a:pt x="88669" y="90000"/>
                    <a:pt x="87487" y="90000"/>
                  </a:cubicBezTo>
                  <a:cubicBezTo>
                    <a:pt x="64433" y="61578"/>
                    <a:pt x="64433" y="61578"/>
                    <a:pt x="64433" y="61578"/>
                  </a:cubicBezTo>
                  <a:cubicBezTo>
                    <a:pt x="63842" y="60000"/>
                    <a:pt x="62068" y="60000"/>
                    <a:pt x="61477" y="61578"/>
                  </a:cubicBezTo>
                  <a:cubicBezTo>
                    <a:pt x="60886" y="61578"/>
                    <a:pt x="60886" y="62368"/>
                    <a:pt x="60886" y="63157"/>
                  </a:cubicBezTo>
                  <a:cubicBezTo>
                    <a:pt x="60886" y="63947"/>
                    <a:pt x="60886" y="64736"/>
                    <a:pt x="61477" y="65526"/>
                  </a:cubicBezTo>
                  <a:cubicBezTo>
                    <a:pt x="84532" y="94736"/>
                    <a:pt x="84532" y="94736"/>
                    <a:pt x="84532" y="94736"/>
                  </a:cubicBezTo>
                  <a:cubicBezTo>
                    <a:pt x="84532" y="96315"/>
                    <a:pt x="83940" y="99473"/>
                    <a:pt x="82758" y="101052"/>
                  </a:cubicBezTo>
                  <a:cubicBezTo>
                    <a:pt x="81576" y="102631"/>
                    <a:pt x="78620" y="103421"/>
                    <a:pt x="76847" y="103421"/>
                  </a:cubicBezTo>
                  <a:cubicBezTo>
                    <a:pt x="57931" y="75789"/>
                    <a:pt x="57931" y="75789"/>
                    <a:pt x="57931" y="75789"/>
                  </a:cubicBezTo>
                  <a:cubicBezTo>
                    <a:pt x="56748" y="75000"/>
                    <a:pt x="55566" y="75000"/>
                    <a:pt x="54384" y="75789"/>
                  </a:cubicBezTo>
                  <a:cubicBezTo>
                    <a:pt x="54384" y="76578"/>
                    <a:pt x="53793" y="77368"/>
                    <a:pt x="53793" y="78157"/>
                  </a:cubicBezTo>
                  <a:cubicBezTo>
                    <a:pt x="53793" y="78947"/>
                    <a:pt x="54384" y="79736"/>
                    <a:pt x="54384" y="79736"/>
                  </a:cubicBezTo>
                  <a:cubicBezTo>
                    <a:pt x="73300" y="106578"/>
                    <a:pt x="73300" y="106578"/>
                    <a:pt x="73300" y="106578"/>
                  </a:cubicBezTo>
                  <a:cubicBezTo>
                    <a:pt x="73300" y="108157"/>
                    <a:pt x="72118" y="109736"/>
                    <a:pt x="70344" y="110526"/>
                  </a:cubicBezTo>
                  <a:cubicBezTo>
                    <a:pt x="70344" y="111315"/>
                    <a:pt x="69753" y="111315"/>
                    <a:pt x="69162" y="111315"/>
                  </a:cubicBezTo>
                  <a:cubicBezTo>
                    <a:pt x="66798" y="111315"/>
                    <a:pt x="63842" y="108947"/>
                    <a:pt x="63251" y="108947"/>
                  </a:cubicBezTo>
                  <a:cubicBezTo>
                    <a:pt x="50837" y="91578"/>
                    <a:pt x="50837" y="91578"/>
                    <a:pt x="50837" y="91578"/>
                  </a:cubicBezTo>
                  <a:cubicBezTo>
                    <a:pt x="49655" y="90789"/>
                    <a:pt x="48472" y="90789"/>
                    <a:pt x="47881" y="91578"/>
                  </a:cubicBezTo>
                  <a:cubicBezTo>
                    <a:pt x="47290" y="92368"/>
                    <a:pt x="47290" y="93157"/>
                    <a:pt x="47290" y="93947"/>
                  </a:cubicBezTo>
                  <a:cubicBezTo>
                    <a:pt x="47290" y="94736"/>
                    <a:pt x="47290" y="95526"/>
                    <a:pt x="47881" y="95526"/>
                  </a:cubicBezTo>
                  <a:cubicBezTo>
                    <a:pt x="58522" y="110526"/>
                    <a:pt x="58522" y="110526"/>
                    <a:pt x="58522" y="110526"/>
                  </a:cubicBezTo>
                  <a:cubicBezTo>
                    <a:pt x="57339" y="112105"/>
                    <a:pt x="55566" y="113684"/>
                    <a:pt x="54384" y="114473"/>
                  </a:cubicBezTo>
                  <a:cubicBezTo>
                    <a:pt x="53201" y="113684"/>
                    <a:pt x="47881" y="109736"/>
                    <a:pt x="41970" y="104210"/>
                  </a:cubicBezTo>
                  <a:cubicBezTo>
                    <a:pt x="43743" y="100263"/>
                    <a:pt x="45517" y="95526"/>
                    <a:pt x="44334" y="91578"/>
                  </a:cubicBezTo>
                  <a:cubicBezTo>
                    <a:pt x="43743" y="88421"/>
                    <a:pt x="41379" y="86052"/>
                    <a:pt x="37832" y="86052"/>
                  </a:cubicBezTo>
                  <a:cubicBezTo>
                    <a:pt x="38423" y="83684"/>
                    <a:pt x="39014" y="80526"/>
                    <a:pt x="37832" y="76578"/>
                  </a:cubicBezTo>
                  <a:cubicBezTo>
                    <a:pt x="36650" y="73421"/>
                    <a:pt x="34876" y="71842"/>
                    <a:pt x="31921" y="71052"/>
                  </a:cubicBezTo>
                  <a:cubicBezTo>
                    <a:pt x="32512" y="68684"/>
                    <a:pt x="31921" y="65526"/>
                    <a:pt x="30147" y="61578"/>
                  </a:cubicBezTo>
                  <a:cubicBezTo>
                    <a:pt x="27783" y="58421"/>
                    <a:pt x="25418" y="56842"/>
                    <a:pt x="21871" y="58421"/>
                  </a:cubicBezTo>
                  <a:cubicBezTo>
                    <a:pt x="21871" y="55263"/>
                    <a:pt x="20098" y="52894"/>
                    <a:pt x="17733" y="52105"/>
                  </a:cubicBezTo>
                  <a:cubicBezTo>
                    <a:pt x="16551" y="51315"/>
                    <a:pt x="15960" y="51315"/>
                    <a:pt x="14778" y="51315"/>
                  </a:cubicBezTo>
                  <a:cubicBezTo>
                    <a:pt x="12413" y="51315"/>
                    <a:pt x="10640" y="52105"/>
                    <a:pt x="8866" y="53684"/>
                  </a:cubicBezTo>
                  <a:cubicBezTo>
                    <a:pt x="5911" y="47368"/>
                    <a:pt x="4729" y="41052"/>
                    <a:pt x="7093" y="32368"/>
                  </a:cubicBezTo>
                  <a:cubicBezTo>
                    <a:pt x="11231" y="18157"/>
                    <a:pt x="17733" y="8684"/>
                    <a:pt x="20098" y="5526"/>
                  </a:cubicBezTo>
                  <a:cubicBezTo>
                    <a:pt x="23645" y="7105"/>
                    <a:pt x="33694" y="10263"/>
                    <a:pt x="44334" y="16578"/>
                  </a:cubicBezTo>
                  <a:cubicBezTo>
                    <a:pt x="33694" y="22105"/>
                    <a:pt x="33694" y="22105"/>
                    <a:pt x="33694" y="22105"/>
                  </a:cubicBezTo>
                  <a:cubicBezTo>
                    <a:pt x="33694" y="22105"/>
                    <a:pt x="33103" y="22894"/>
                    <a:pt x="33103" y="22894"/>
                  </a:cubicBezTo>
                  <a:cubicBezTo>
                    <a:pt x="32512" y="22894"/>
                    <a:pt x="29556" y="26842"/>
                    <a:pt x="28965" y="31578"/>
                  </a:cubicBezTo>
                  <a:cubicBezTo>
                    <a:pt x="28965" y="33157"/>
                    <a:pt x="29556" y="35526"/>
                    <a:pt x="31330" y="38684"/>
                  </a:cubicBezTo>
                  <a:cubicBezTo>
                    <a:pt x="34285" y="41842"/>
                    <a:pt x="40197" y="44210"/>
                    <a:pt x="47290" y="44210"/>
                  </a:cubicBezTo>
                  <a:cubicBezTo>
                    <a:pt x="51428" y="44210"/>
                    <a:pt x="56157" y="43421"/>
                    <a:pt x="59704" y="41842"/>
                  </a:cubicBezTo>
                  <a:cubicBezTo>
                    <a:pt x="65615" y="48947"/>
                    <a:pt x="91034" y="77368"/>
                    <a:pt x="92807" y="79736"/>
                  </a:cubicBezTo>
                  <a:cubicBezTo>
                    <a:pt x="93399" y="82894"/>
                    <a:pt x="93399" y="85263"/>
                    <a:pt x="92216" y="86842"/>
                  </a:cubicBezTo>
                  <a:close/>
                  <a:moveTo>
                    <a:pt x="104630" y="69473"/>
                  </a:moveTo>
                  <a:cubicBezTo>
                    <a:pt x="99901" y="71842"/>
                    <a:pt x="96354" y="73421"/>
                    <a:pt x="94581" y="74210"/>
                  </a:cubicBezTo>
                  <a:cubicBezTo>
                    <a:pt x="93990" y="73421"/>
                    <a:pt x="93990" y="73421"/>
                    <a:pt x="93990" y="73421"/>
                  </a:cubicBezTo>
                  <a:cubicBezTo>
                    <a:pt x="74482" y="51315"/>
                    <a:pt x="63251" y="38684"/>
                    <a:pt x="61477" y="36315"/>
                  </a:cubicBezTo>
                  <a:cubicBezTo>
                    <a:pt x="61477" y="36315"/>
                    <a:pt x="60886" y="35526"/>
                    <a:pt x="60295" y="35526"/>
                  </a:cubicBezTo>
                  <a:cubicBezTo>
                    <a:pt x="60295" y="35526"/>
                    <a:pt x="59704" y="35526"/>
                    <a:pt x="59704" y="36315"/>
                  </a:cubicBezTo>
                  <a:cubicBezTo>
                    <a:pt x="55566" y="37894"/>
                    <a:pt x="51428" y="38684"/>
                    <a:pt x="47290" y="38684"/>
                  </a:cubicBezTo>
                  <a:cubicBezTo>
                    <a:pt x="41379" y="38684"/>
                    <a:pt x="36650" y="37105"/>
                    <a:pt x="34285" y="33947"/>
                  </a:cubicBezTo>
                  <a:cubicBezTo>
                    <a:pt x="33694" y="33157"/>
                    <a:pt x="33103" y="32368"/>
                    <a:pt x="33103" y="31578"/>
                  </a:cubicBezTo>
                  <a:cubicBezTo>
                    <a:pt x="33103" y="30000"/>
                    <a:pt x="34876" y="28421"/>
                    <a:pt x="35467" y="27631"/>
                  </a:cubicBezTo>
                  <a:cubicBezTo>
                    <a:pt x="59704" y="15000"/>
                    <a:pt x="59704" y="15000"/>
                    <a:pt x="59704" y="15000"/>
                  </a:cubicBezTo>
                  <a:cubicBezTo>
                    <a:pt x="82758" y="24473"/>
                    <a:pt x="82758" y="24473"/>
                    <a:pt x="82758" y="24473"/>
                  </a:cubicBezTo>
                  <a:cubicBezTo>
                    <a:pt x="83349" y="25263"/>
                    <a:pt x="83349" y="25263"/>
                    <a:pt x="83940" y="24473"/>
                  </a:cubicBezTo>
                  <a:cubicBezTo>
                    <a:pt x="97536" y="20526"/>
                    <a:pt x="97536" y="20526"/>
                    <a:pt x="97536" y="20526"/>
                  </a:cubicBezTo>
                  <a:cubicBezTo>
                    <a:pt x="115270" y="60789"/>
                    <a:pt x="115270" y="60789"/>
                    <a:pt x="115270" y="60789"/>
                  </a:cubicBezTo>
                  <a:cubicBezTo>
                    <a:pt x="113497" y="63157"/>
                    <a:pt x="108768" y="67894"/>
                    <a:pt x="104630" y="69473"/>
                  </a:cubicBezTo>
                  <a:close/>
                </a:path>
              </a:pathLst>
            </a:custGeom>
            <a:solidFill>
              <a:schemeClr val="lt1"/>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19" name="Shape 1419"/>
            <p:cNvSpPr txBox="1"/>
            <p:nvPr/>
          </p:nvSpPr>
          <p:spPr>
            <a:xfrm>
              <a:off x="4940896" y="5015107"/>
              <a:ext cx="201664" cy="275748"/>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000000"/>
                </a:buClr>
                <a:buFont typeface="Arial"/>
                <a:buNone/>
              </a:pPr>
              <a:endParaRPr sz="2400" b="1" i="0" u="none" strike="noStrike" cap="none">
                <a:solidFill>
                  <a:srgbClr val="FFFFFF"/>
                </a:solidFill>
                <a:latin typeface="Comfortaa Light"/>
                <a:ea typeface="Comfortaa Light"/>
                <a:cs typeface="Comfortaa Light"/>
                <a:sym typeface="Comfortaa Light"/>
              </a:endParaRPr>
            </a:p>
          </p:txBody>
        </p:sp>
      </p:grpSp>
      <p:grpSp>
        <p:nvGrpSpPr>
          <p:cNvPr id="1420" name="Shape 1420"/>
          <p:cNvGrpSpPr/>
          <p:nvPr/>
        </p:nvGrpSpPr>
        <p:grpSpPr>
          <a:xfrm>
            <a:off x="4251965" y="4290400"/>
            <a:ext cx="2195511" cy="612069"/>
            <a:chOff x="5182743" y="5670494"/>
            <a:chExt cx="2195511" cy="612069"/>
          </a:xfrm>
        </p:grpSpPr>
        <p:sp>
          <p:nvSpPr>
            <p:cNvPr id="1421" name="Shape 1421"/>
            <p:cNvSpPr/>
            <p:nvPr/>
          </p:nvSpPr>
          <p:spPr>
            <a:xfrm flipH="1">
              <a:off x="5182743" y="5670494"/>
              <a:ext cx="1898792" cy="612069"/>
            </a:xfrm>
            <a:prstGeom prst="rect">
              <a:avLst/>
            </a:prstGeom>
            <a:solidFill>
              <a:schemeClr val="accent4"/>
            </a:soli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22" name="Shape 1422"/>
            <p:cNvSpPr/>
            <p:nvPr/>
          </p:nvSpPr>
          <p:spPr>
            <a:xfrm>
              <a:off x="5727982" y="5767560"/>
              <a:ext cx="1650272" cy="382269"/>
            </a:xfrm>
            <a:prstGeom prst="rect">
              <a:avLst/>
            </a:prstGeom>
            <a:noFill/>
            <a:ln>
              <a:noFill/>
            </a:ln>
          </p:spPr>
          <p:txBody>
            <a:bodyPr lIns="91425" tIns="45700" rIns="91425" bIns="45700" anchor="ctr" anchorCtr="0">
              <a:noAutofit/>
            </a:bodyPr>
            <a:lstStyle/>
            <a:p>
              <a:pPr marL="0" marR="0" lvl="0" indent="0" algn="l" rtl="0">
                <a:lnSpc>
                  <a:spcPct val="100000"/>
                </a:lnSpc>
                <a:spcBef>
                  <a:spcPts val="0"/>
                </a:spcBef>
                <a:spcAft>
                  <a:spcPts val="0"/>
                </a:spcAft>
                <a:buClr>
                  <a:srgbClr val="FFFFFF"/>
                </a:buClr>
                <a:buSzPct val="25000"/>
                <a:buFont typeface="Comfortaa Light"/>
                <a:buNone/>
              </a:pPr>
              <a:r>
                <a:rPr lang="en" sz="1400" b="0" i="0" u="none" strike="noStrike" cap="none">
                  <a:solidFill>
                    <a:srgbClr val="FFFFFF"/>
                  </a:solidFill>
                  <a:latin typeface="Arial"/>
                  <a:ea typeface="Arial"/>
                  <a:cs typeface="Arial"/>
                  <a:sym typeface="Arial"/>
                </a:rPr>
                <a:t>Portable</a:t>
              </a:r>
            </a:p>
          </p:txBody>
        </p:sp>
        <p:grpSp>
          <p:nvGrpSpPr>
            <p:cNvPr id="1423" name="Shape 1423"/>
            <p:cNvGrpSpPr/>
            <p:nvPr/>
          </p:nvGrpSpPr>
          <p:grpSpPr>
            <a:xfrm>
              <a:off x="5375728" y="5780788"/>
              <a:ext cx="295574" cy="297406"/>
              <a:chOff x="3797300" y="876300"/>
              <a:chExt cx="774598" cy="779398"/>
            </a:xfrm>
          </p:grpSpPr>
          <p:sp>
            <p:nvSpPr>
              <p:cNvPr id="1424" name="Shape 1424"/>
              <p:cNvSpPr/>
              <p:nvPr/>
            </p:nvSpPr>
            <p:spPr>
              <a:xfrm>
                <a:off x="3797300" y="876300"/>
                <a:ext cx="774598" cy="779398"/>
              </a:xfrm>
              <a:prstGeom prst="ellipse">
                <a:avLst/>
              </a:prstGeom>
              <a:noFill/>
              <a:ln w="95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cxnSp>
            <p:nvCxnSpPr>
              <p:cNvPr id="1425" name="Shape 1425"/>
              <p:cNvCxnSpPr/>
              <p:nvPr/>
            </p:nvCxnSpPr>
            <p:spPr>
              <a:xfrm>
                <a:off x="4184650" y="876300"/>
                <a:ext cx="0" cy="779398"/>
              </a:xfrm>
              <a:prstGeom prst="straightConnector1">
                <a:avLst/>
              </a:prstGeom>
              <a:noFill/>
              <a:ln w="9525" cap="rnd" cmpd="sng">
                <a:solidFill>
                  <a:schemeClr val="lt1"/>
                </a:solidFill>
                <a:prstDash val="solid"/>
                <a:round/>
                <a:headEnd type="none" w="med" len="med"/>
                <a:tailEnd type="none" w="med" len="med"/>
              </a:ln>
            </p:spPr>
          </p:cxnSp>
          <p:cxnSp>
            <p:nvCxnSpPr>
              <p:cNvPr id="1426" name="Shape 1426"/>
              <p:cNvCxnSpPr/>
              <p:nvPr/>
            </p:nvCxnSpPr>
            <p:spPr>
              <a:xfrm>
                <a:off x="3797300" y="1268412"/>
                <a:ext cx="774598" cy="0"/>
              </a:xfrm>
              <a:prstGeom prst="straightConnector1">
                <a:avLst/>
              </a:prstGeom>
              <a:noFill/>
              <a:ln w="9525" cap="rnd" cmpd="sng">
                <a:solidFill>
                  <a:schemeClr val="lt1"/>
                </a:solidFill>
                <a:prstDash val="solid"/>
                <a:round/>
                <a:headEnd type="none" w="med" len="med"/>
                <a:tailEnd type="none" w="med" len="med"/>
              </a:ln>
            </p:spPr>
          </p:cxnSp>
          <p:sp>
            <p:nvSpPr>
              <p:cNvPr id="1427" name="Shape 1427"/>
              <p:cNvSpPr/>
              <p:nvPr/>
            </p:nvSpPr>
            <p:spPr>
              <a:xfrm>
                <a:off x="3910012" y="996950"/>
                <a:ext cx="549300" cy="87300"/>
              </a:xfrm>
              <a:custGeom>
                <a:avLst/>
                <a:gdLst/>
                <a:ahLst/>
                <a:cxnLst/>
                <a:rect l="0" t="0" r="0" b="0"/>
                <a:pathLst>
                  <a:path w="120000" h="120000" extrusionOk="0">
                    <a:moveTo>
                      <a:pt x="120000" y="0"/>
                    </a:moveTo>
                    <a:cubicBezTo>
                      <a:pt x="107142" y="70909"/>
                      <a:pt x="84857" y="120000"/>
                      <a:pt x="60000" y="120000"/>
                    </a:cubicBezTo>
                    <a:cubicBezTo>
                      <a:pt x="35142" y="120000"/>
                      <a:pt x="12857" y="70909"/>
                      <a:pt x="0" y="0"/>
                    </a:cubicBezTo>
                  </a:path>
                </a:pathLst>
              </a:custGeom>
              <a:noFill/>
              <a:ln w="95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28" name="Shape 1428"/>
              <p:cNvSpPr/>
              <p:nvPr/>
            </p:nvSpPr>
            <p:spPr>
              <a:xfrm>
                <a:off x="3910012" y="1447800"/>
                <a:ext cx="549300" cy="90600"/>
              </a:xfrm>
              <a:custGeom>
                <a:avLst/>
                <a:gdLst/>
                <a:ahLst/>
                <a:cxnLst/>
                <a:rect l="0" t="0" r="0" b="0"/>
                <a:pathLst>
                  <a:path w="120000" h="120000" extrusionOk="0">
                    <a:moveTo>
                      <a:pt x="120000" y="120000"/>
                    </a:moveTo>
                    <a:cubicBezTo>
                      <a:pt x="107142" y="46956"/>
                      <a:pt x="84857" y="0"/>
                      <a:pt x="60000" y="0"/>
                    </a:cubicBezTo>
                    <a:cubicBezTo>
                      <a:pt x="35142" y="0"/>
                      <a:pt x="12857" y="46956"/>
                      <a:pt x="0" y="120000"/>
                    </a:cubicBezTo>
                  </a:path>
                </a:pathLst>
              </a:custGeom>
              <a:noFill/>
              <a:ln w="95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29" name="Shape 1429"/>
              <p:cNvSpPr/>
              <p:nvPr/>
            </p:nvSpPr>
            <p:spPr>
              <a:xfrm>
                <a:off x="3989387" y="884237"/>
                <a:ext cx="192000" cy="768299"/>
              </a:xfrm>
              <a:custGeom>
                <a:avLst/>
                <a:gdLst/>
                <a:ahLst/>
                <a:cxnLst/>
                <a:rect l="0" t="0" r="0" b="0"/>
                <a:pathLst>
                  <a:path w="120000" h="120000" extrusionOk="0">
                    <a:moveTo>
                      <a:pt x="119999" y="119999"/>
                    </a:moveTo>
                    <a:cubicBezTo>
                      <a:pt x="46530" y="107142"/>
                      <a:pt x="0" y="85102"/>
                      <a:pt x="0" y="59999"/>
                    </a:cubicBezTo>
                    <a:cubicBezTo>
                      <a:pt x="0" y="34897"/>
                      <a:pt x="46530" y="12857"/>
                      <a:pt x="119999" y="0"/>
                    </a:cubicBezTo>
                  </a:path>
                </a:pathLst>
              </a:custGeom>
              <a:noFill/>
              <a:ln w="95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sp>
            <p:nvSpPr>
              <p:cNvPr id="1430" name="Shape 1430"/>
              <p:cNvSpPr/>
              <p:nvPr/>
            </p:nvSpPr>
            <p:spPr>
              <a:xfrm>
                <a:off x="4195762" y="884237"/>
                <a:ext cx="192000" cy="768299"/>
              </a:xfrm>
              <a:custGeom>
                <a:avLst/>
                <a:gdLst/>
                <a:ahLst/>
                <a:cxnLst/>
                <a:rect l="0" t="0" r="0" b="0"/>
                <a:pathLst>
                  <a:path w="120000" h="120000" extrusionOk="0">
                    <a:moveTo>
                      <a:pt x="0" y="119999"/>
                    </a:moveTo>
                    <a:cubicBezTo>
                      <a:pt x="73469" y="107142"/>
                      <a:pt x="119999" y="85102"/>
                      <a:pt x="119999" y="59999"/>
                    </a:cubicBezTo>
                    <a:cubicBezTo>
                      <a:pt x="119999" y="34897"/>
                      <a:pt x="73469" y="12857"/>
                      <a:pt x="0" y="0"/>
                    </a:cubicBezTo>
                  </a:path>
                </a:pathLst>
              </a:custGeom>
              <a:noFill/>
              <a:ln w="9525" cap="rnd" cmpd="sng">
                <a:solidFill>
                  <a:schemeClr val="lt1"/>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394E55"/>
                  </a:solidFill>
                  <a:latin typeface="Comfortaa Light"/>
                  <a:ea typeface="Comfortaa Light"/>
                  <a:cs typeface="Comfortaa Light"/>
                  <a:sym typeface="Comfortaa Light"/>
                </a:endParaRPr>
              </a:p>
            </p:txBody>
          </p:sp>
        </p:grpSp>
      </p:grpSp>
    </p:spTree>
  </p:cSld>
  <p:clrMapOvr>
    <a:masterClrMapping/>
  </p:clrMapOvr>
  <p:transition>
    <p:fade/>
  </p:transition>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Docker 2016 v2">
      <a:dk1>
        <a:srgbClr val="254356"/>
      </a:dk1>
      <a:lt1>
        <a:srgbClr val="FFFFFF"/>
      </a:lt1>
      <a:dk2>
        <a:srgbClr val="708491"/>
      </a:dk2>
      <a:lt2>
        <a:srgbClr val="E7E6E6"/>
      </a:lt2>
      <a:accent1>
        <a:srgbClr val="1AAAF8"/>
      </a:accent1>
      <a:accent2>
        <a:srgbClr val="00CBCA"/>
      </a:accent2>
      <a:accent3>
        <a:srgbClr val="EF4A53"/>
      </a:accent3>
      <a:accent4>
        <a:srgbClr val="FFB463"/>
      </a:accent4>
      <a:accent5>
        <a:srgbClr val="8460FF"/>
      </a:accent5>
      <a:accent6>
        <a:srgbClr val="1488C6"/>
      </a:accent6>
      <a:hlink>
        <a:srgbClr val="1AAAF8"/>
      </a:hlink>
      <a:folHlink>
        <a:srgbClr val="1AAAF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Dockercon">
      <a:dk1>
        <a:srgbClr val="394E55"/>
      </a:dk1>
      <a:lt1>
        <a:srgbClr val="FFFFFF"/>
      </a:lt1>
      <a:dk2>
        <a:srgbClr val="708491"/>
      </a:dk2>
      <a:lt2>
        <a:srgbClr val="E7E6E6"/>
      </a:lt2>
      <a:accent1>
        <a:srgbClr val="1AAAF8"/>
      </a:accent1>
      <a:accent2>
        <a:srgbClr val="BFDDE2"/>
      </a:accent2>
      <a:accent3>
        <a:srgbClr val="F15B25"/>
      </a:accent3>
      <a:accent4>
        <a:srgbClr val="FBAE1B"/>
      </a:accent4>
      <a:accent5>
        <a:srgbClr val="189AD1"/>
      </a:accent5>
      <a:accent6>
        <a:srgbClr val="1AAAF8"/>
      </a:accent6>
      <a:hlink>
        <a:srgbClr val="1AAAF8"/>
      </a:hlink>
      <a:folHlink>
        <a:srgbClr val="1AAAF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Docker 2016 v2">
      <a:dk1>
        <a:srgbClr val="254356"/>
      </a:dk1>
      <a:lt1>
        <a:srgbClr val="FFFFFF"/>
      </a:lt1>
      <a:dk2>
        <a:srgbClr val="708491"/>
      </a:dk2>
      <a:lt2>
        <a:srgbClr val="E7E6E6"/>
      </a:lt2>
      <a:accent1>
        <a:srgbClr val="1AAAF8"/>
      </a:accent1>
      <a:accent2>
        <a:srgbClr val="00CBCA"/>
      </a:accent2>
      <a:accent3>
        <a:srgbClr val="EF4A53"/>
      </a:accent3>
      <a:accent4>
        <a:srgbClr val="FFB463"/>
      </a:accent4>
      <a:accent5>
        <a:srgbClr val="8460FF"/>
      </a:accent5>
      <a:accent6>
        <a:srgbClr val="1488C6"/>
      </a:accent6>
      <a:hlink>
        <a:srgbClr val="1AAAF8"/>
      </a:hlink>
      <a:folHlink>
        <a:srgbClr val="1AAAF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3114</Words>
  <Application>Microsoft Office PowerPoint</Application>
  <PresentationFormat>화면 슬라이드 쇼(16:9)</PresentationFormat>
  <Paragraphs>339</Paragraphs>
  <Slides>31</Slides>
  <Notes>31</Notes>
  <HiddenSlides>0</HiddenSlides>
  <MMClips>0</MMClips>
  <ScaleCrop>false</ScaleCrop>
  <HeadingPairs>
    <vt:vector size="6" baseType="variant">
      <vt:variant>
        <vt:lpstr>사용한 글꼴</vt:lpstr>
      </vt:variant>
      <vt:variant>
        <vt:i4>7</vt:i4>
      </vt:variant>
      <vt:variant>
        <vt:lpstr>테마</vt:lpstr>
      </vt:variant>
      <vt:variant>
        <vt:i4>4</vt:i4>
      </vt:variant>
      <vt:variant>
        <vt:lpstr>슬라이드 제목</vt:lpstr>
      </vt:variant>
      <vt:variant>
        <vt:i4>31</vt:i4>
      </vt:variant>
    </vt:vector>
  </HeadingPairs>
  <TitlesOfParts>
    <vt:vector size="42" baseType="lpstr">
      <vt:lpstr>Calibri</vt:lpstr>
      <vt:lpstr>Arial</vt:lpstr>
      <vt:lpstr>Source Sans Pro</vt:lpstr>
      <vt:lpstr>Noto Sans Symbols</vt:lpstr>
      <vt:lpstr>Gill Sans</vt:lpstr>
      <vt:lpstr>Comfortaa</vt:lpstr>
      <vt:lpstr>Comfortaa Light</vt:lpstr>
      <vt:lpstr>simple-light-2</vt:lpstr>
      <vt:lpstr>Office Theme</vt:lpstr>
      <vt:lpstr>Custom Design</vt:lpstr>
      <vt:lpstr>1_Office Theme</vt:lpstr>
      <vt:lpstr> Introduction to Docker </vt:lpstr>
      <vt:lpstr>The IT Landscape is Changing</vt:lpstr>
      <vt:lpstr>Movement in the cloud</vt:lpstr>
      <vt:lpstr>Applications are transforming</vt:lpstr>
      <vt:lpstr>Application Modernization</vt:lpstr>
      <vt:lpstr>Continuous Integration and Delivery</vt:lpstr>
      <vt:lpstr>Tug of War Between Developers and Ops</vt:lpstr>
      <vt:lpstr>PowerPoint 프레젠테이션</vt:lpstr>
      <vt:lpstr>…and Diverse Organizations</vt:lpstr>
      <vt:lpstr>PowerPoint 프레젠테이션</vt:lpstr>
      <vt:lpstr>PowerPoint 프레젠테이션</vt:lpstr>
      <vt:lpstr>   Docker and Container Overview  </vt:lpstr>
      <vt:lpstr>History of Docker</vt:lpstr>
      <vt:lpstr>Incredible adoption in just 4 years</vt:lpstr>
      <vt:lpstr>The Docker Family Tree</vt:lpstr>
      <vt:lpstr>A History Lesson</vt:lpstr>
      <vt:lpstr>Historical limitations of application deployment</vt:lpstr>
      <vt:lpstr>A History Lesson</vt:lpstr>
      <vt:lpstr>Benefits of VMs</vt:lpstr>
      <vt:lpstr>Limitations of VMs</vt:lpstr>
      <vt:lpstr>What is a container?</vt:lpstr>
      <vt:lpstr>Comparing Containers and VMs</vt:lpstr>
      <vt:lpstr>Containers and VMs together</vt:lpstr>
      <vt:lpstr>Key Benefits of Docker Containers</vt:lpstr>
      <vt:lpstr>   Container Solutions &amp; Landscape  </vt:lpstr>
      <vt:lpstr>Docker Basics</vt:lpstr>
      <vt:lpstr>PowerPoint 프레젠테이션</vt:lpstr>
      <vt:lpstr>PowerPoint 프레젠테이션</vt:lpstr>
      <vt:lpstr>PowerPoint 프레젠테이션</vt:lpstr>
      <vt:lpstr>Containers as a Service</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IT Admin User</cp:lastModifiedBy>
  <cp:revision>1</cp:revision>
  <dcterms:modified xsi:type="dcterms:W3CDTF">2025-09-18T08:57:00Z</dcterms:modified>
</cp:coreProperties>
</file>