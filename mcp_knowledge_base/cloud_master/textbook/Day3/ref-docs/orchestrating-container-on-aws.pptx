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3950" y="1382268"/>
            <a:ext cx="488378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7619" y="4005071"/>
            <a:ext cx="5853430" cy="10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143000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9753600" h="5486400">
                <a:moveTo>
                  <a:pt x="9753600" y="0"/>
                </a:moveTo>
                <a:lnTo>
                  <a:pt x="0" y="0"/>
                </a:lnTo>
                <a:lnTo>
                  <a:pt x="0" y="5486400"/>
                </a:lnTo>
                <a:lnTo>
                  <a:pt x="9753600" y="5486400"/>
                </a:lnTo>
                <a:lnTo>
                  <a:pt x="9753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129528"/>
            <a:ext cx="1091184" cy="2865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143000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9753600" h="5486400">
                <a:moveTo>
                  <a:pt x="9753600" y="0"/>
                </a:moveTo>
                <a:lnTo>
                  <a:pt x="0" y="0"/>
                </a:lnTo>
                <a:lnTo>
                  <a:pt x="0" y="5486400"/>
                </a:lnTo>
                <a:lnTo>
                  <a:pt x="9753600" y="5486400"/>
                </a:lnTo>
                <a:lnTo>
                  <a:pt x="9753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129528"/>
            <a:ext cx="1091184" cy="2865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143000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9753600" h="5486400">
                <a:moveTo>
                  <a:pt x="9753600" y="0"/>
                </a:moveTo>
                <a:lnTo>
                  <a:pt x="0" y="0"/>
                </a:lnTo>
                <a:lnTo>
                  <a:pt x="0" y="5486400"/>
                </a:lnTo>
                <a:lnTo>
                  <a:pt x="9753600" y="5486400"/>
                </a:lnTo>
                <a:lnTo>
                  <a:pt x="9753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129528"/>
            <a:ext cx="1091184" cy="28651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23" y="4023359"/>
            <a:ext cx="807720" cy="838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367" y="4120895"/>
            <a:ext cx="637032" cy="2712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8367" y="4471415"/>
            <a:ext cx="637032" cy="27127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800" y="4023359"/>
            <a:ext cx="807719" cy="8382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3143" y="4120895"/>
            <a:ext cx="637032" cy="27127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33143" y="4471415"/>
            <a:ext cx="637032" cy="27127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7816" y="4023359"/>
            <a:ext cx="807719" cy="8382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20112" y="4120895"/>
            <a:ext cx="640080" cy="27127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20112" y="4471415"/>
            <a:ext cx="640080" cy="27127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24783" y="4023359"/>
            <a:ext cx="807719" cy="8382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10127" y="4120895"/>
            <a:ext cx="640079" cy="27127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10127" y="4471415"/>
            <a:ext cx="640079" cy="27127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20896" y="4023359"/>
            <a:ext cx="807720" cy="83820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206240" y="4120895"/>
            <a:ext cx="637032" cy="271272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06240" y="4471415"/>
            <a:ext cx="637032" cy="271272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50535" y="4023359"/>
            <a:ext cx="807720" cy="83820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135879" y="4120895"/>
            <a:ext cx="637031" cy="271272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135879" y="4471415"/>
            <a:ext cx="637031" cy="271272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7128" y="4023359"/>
            <a:ext cx="807720" cy="83820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62472" y="4120895"/>
            <a:ext cx="637031" cy="27127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62472" y="4471415"/>
            <a:ext cx="637031" cy="271272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67143" y="4020311"/>
            <a:ext cx="807720" cy="835151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952487" y="4114799"/>
            <a:ext cx="637031" cy="27127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952487" y="4468367"/>
            <a:ext cx="637031" cy="27127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41919" y="4020311"/>
            <a:ext cx="807720" cy="835151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827263" y="4114799"/>
            <a:ext cx="637031" cy="271272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827263" y="4468367"/>
            <a:ext cx="637031" cy="271272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631935" y="4020311"/>
            <a:ext cx="807720" cy="835151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714231" y="4114799"/>
            <a:ext cx="640079" cy="271272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714231" y="4468367"/>
            <a:ext cx="640079" cy="271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012" y="1382268"/>
            <a:ext cx="910437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012" y="2280920"/>
            <a:ext cx="4267835" cy="255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26411" y="6233549"/>
            <a:ext cx="19939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ocker.com/resources/what-container" TargetMode="External"/><Relationship Id="rId3" Type="http://schemas.openxmlformats.org/officeDocument/2006/relationships/image" Target="../media/image6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image" Target="../media/image91.png"/><Relationship Id="rId23" Type="http://schemas.openxmlformats.org/officeDocument/2006/relationships/image" Target="../media/image92.png"/><Relationship Id="rId24" Type="http://schemas.openxmlformats.org/officeDocument/2006/relationships/image" Target="../media/image93.png"/><Relationship Id="rId25" Type="http://schemas.openxmlformats.org/officeDocument/2006/relationships/image" Target="../media/image94.png"/><Relationship Id="rId26" Type="http://schemas.openxmlformats.org/officeDocument/2006/relationships/image" Target="../media/image95.png"/><Relationship Id="rId27" Type="http://schemas.openxmlformats.org/officeDocument/2006/relationships/image" Target="../media/image96.png"/><Relationship Id="rId28" Type="http://schemas.openxmlformats.org/officeDocument/2006/relationships/image" Target="../media/image97.png"/><Relationship Id="rId29" Type="http://schemas.openxmlformats.org/officeDocument/2006/relationships/image" Target="../media/image98.png"/><Relationship Id="rId30" Type="http://schemas.openxmlformats.org/officeDocument/2006/relationships/image" Target="../media/image99.png"/><Relationship Id="rId31" Type="http://schemas.openxmlformats.org/officeDocument/2006/relationships/image" Target="../media/image100.png"/><Relationship Id="rId32" Type="http://schemas.openxmlformats.org/officeDocument/2006/relationships/image" Target="../media/image10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Relationship Id="rId15" Type="http://schemas.openxmlformats.org/officeDocument/2006/relationships/image" Target="../media/image115.png"/><Relationship Id="rId16" Type="http://schemas.openxmlformats.org/officeDocument/2006/relationships/image" Target="../media/image116.png"/><Relationship Id="rId17" Type="http://schemas.openxmlformats.org/officeDocument/2006/relationships/image" Target="../media/image117.png"/><Relationship Id="rId18" Type="http://schemas.openxmlformats.org/officeDocument/2006/relationships/image" Target="../media/image118.png"/><Relationship Id="rId19" Type="http://schemas.openxmlformats.org/officeDocument/2006/relationships/image" Target="../media/image119.png"/><Relationship Id="rId20" Type="http://schemas.openxmlformats.org/officeDocument/2006/relationships/image" Target="../media/image120.png"/><Relationship Id="rId21" Type="http://schemas.openxmlformats.org/officeDocument/2006/relationships/image" Target="../media/image121.png"/><Relationship Id="rId22" Type="http://schemas.openxmlformats.org/officeDocument/2006/relationships/image" Target="../media/image122.png"/><Relationship Id="rId23" Type="http://schemas.openxmlformats.org/officeDocument/2006/relationships/image" Target="../media/image123.png"/><Relationship Id="rId24" Type="http://schemas.openxmlformats.org/officeDocument/2006/relationships/image" Target="../media/image124.png"/><Relationship Id="rId25" Type="http://schemas.openxmlformats.org/officeDocument/2006/relationships/image" Target="../media/image125.png"/><Relationship Id="rId26" Type="http://schemas.openxmlformats.org/officeDocument/2006/relationships/image" Target="../media/image126.png"/><Relationship Id="rId27" Type="http://schemas.openxmlformats.org/officeDocument/2006/relationships/image" Target="../media/image127.png"/><Relationship Id="rId28" Type="http://schemas.openxmlformats.org/officeDocument/2006/relationships/image" Target="../media/image128.png"/><Relationship Id="rId29" Type="http://schemas.openxmlformats.org/officeDocument/2006/relationships/image" Target="../media/image129.png"/><Relationship Id="rId30" Type="http://schemas.openxmlformats.org/officeDocument/2006/relationships/image" Target="../media/image130.png"/><Relationship Id="rId31" Type="http://schemas.openxmlformats.org/officeDocument/2006/relationships/image" Target="../media/image131.png"/><Relationship Id="rId32" Type="http://schemas.openxmlformats.org/officeDocument/2006/relationships/image" Target="../media/image132.png"/><Relationship Id="rId33" Type="http://schemas.openxmlformats.org/officeDocument/2006/relationships/image" Target="../media/image133.png"/><Relationship Id="rId34" Type="http://schemas.openxmlformats.org/officeDocument/2006/relationships/image" Target="../media/image134.png"/><Relationship Id="rId35" Type="http://schemas.openxmlformats.org/officeDocument/2006/relationships/image" Target="../media/image135.png"/><Relationship Id="rId36" Type="http://schemas.openxmlformats.org/officeDocument/2006/relationships/image" Target="../media/image136.png"/><Relationship Id="rId37" Type="http://schemas.openxmlformats.org/officeDocument/2006/relationships/image" Target="../media/image137.png"/><Relationship Id="rId38" Type="http://schemas.openxmlformats.org/officeDocument/2006/relationships/image" Target="../media/image138.png"/><Relationship Id="rId39" Type="http://schemas.openxmlformats.org/officeDocument/2006/relationships/image" Target="../media/image139.png"/><Relationship Id="rId40" Type="http://schemas.openxmlformats.org/officeDocument/2006/relationships/image" Target="../media/image140.png"/><Relationship Id="rId41" Type="http://schemas.openxmlformats.org/officeDocument/2006/relationships/image" Target="../media/image141.png"/><Relationship Id="rId42" Type="http://schemas.openxmlformats.org/officeDocument/2006/relationships/image" Target="../media/image142.png"/><Relationship Id="rId43" Type="http://schemas.openxmlformats.org/officeDocument/2006/relationships/image" Target="../media/image143.png"/><Relationship Id="rId44" Type="http://schemas.openxmlformats.org/officeDocument/2006/relationships/image" Target="../media/image144.png"/><Relationship Id="rId45" Type="http://schemas.openxmlformats.org/officeDocument/2006/relationships/image" Target="../media/image145.png"/><Relationship Id="rId46" Type="http://schemas.openxmlformats.org/officeDocument/2006/relationships/image" Target="../media/image146.png"/><Relationship Id="rId47" Type="http://schemas.openxmlformats.org/officeDocument/2006/relationships/image" Target="../media/image147.png"/><Relationship Id="rId48" Type="http://schemas.openxmlformats.org/officeDocument/2006/relationships/image" Target="../media/image148.png"/><Relationship Id="rId49" Type="http://schemas.openxmlformats.org/officeDocument/2006/relationships/image" Target="../media/image149.png"/><Relationship Id="rId50" Type="http://schemas.openxmlformats.org/officeDocument/2006/relationships/image" Target="../media/image150.png"/><Relationship Id="rId51" Type="http://schemas.openxmlformats.org/officeDocument/2006/relationships/image" Target="../media/image151.png"/><Relationship Id="rId52" Type="http://schemas.openxmlformats.org/officeDocument/2006/relationships/image" Target="../media/image152.png"/><Relationship Id="rId53" Type="http://schemas.openxmlformats.org/officeDocument/2006/relationships/image" Target="../media/image15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2.png"/><Relationship Id="rId4" Type="http://schemas.openxmlformats.org/officeDocument/2006/relationships/image" Target="../media/image15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67.png"/><Relationship Id="rId10" Type="http://schemas.openxmlformats.org/officeDocument/2006/relationships/image" Target="../media/image16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jp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17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5.jp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jpg"/><Relationship Id="rId6" Type="http://schemas.openxmlformats.org/officeDocument/2006/relationships/image" Target="../media/image179.jpg"/><Relationship Id="rId7" Type="http://schemas.openxmlformats.org/officeDocument/2006/relationships/image" Target="../media/image180.jpg"/><Relationship Id="rId8" Type="http://schemas.openxmlformats.org/officeDocument/2006/relationships/image" Target="../media/image181.jp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184.png"/><Relationship Id="rId12" Type="http://schemas.openxmlformats.org/officeDocument/2006/relationships/image" Target="../media/image185.png"/><Relationship Id="rId13" Type="http://schemas.openxmlformats.org/officeDocument/2006/relationships/image" Target="../media/image18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Relationship Id="rId7" Type="http://schemas.openxmlformats.org/officeDocument/2006/relationships/image" Target="../media/image196.png"/><Relationship Id="rId8" Type="http://schemas.openxmlformats.org/officeDocument/2006/relationships/image" Target="../media/image197.png"/><Relationship Id="rId9" Type="http://schemas.openxmlformats.org/officeDocument/2006/relationships/image" Target="../media/image198.png"/><Relationship Id="rId10" Type="http://schemas.openxmlformats.org/officeDocument/2006/relationships/image" Target="../media/image199.png"/><Relationship Id="rId11" Type="http://schemas.openxmlformats.org/officeDocument/2006/relationships/image" Target="../media/image200.png"/><Relationship Id="rId12" Type="http://schemas.openxmlformats.org/officeDocument/2006/relationships/image" Target="../media/image201.png"/><Relationship Id="rId13" Type="http://schemas.openxmlformats.org/officeDocument/2006/relationships/image" Target="../media/image202.png"/><Relationship Id="rId14" Type="http://schemas.openxmlformats.org/officeDocument/2006/relationships/image" Target="../media/image203.png"/><Relationship Id="rId15" Type="http://schemas.openxmlformats.org/officeDocument/2006/relationships/image" Target="../media/image204.png"/><Relationship Id="rId16" Type="http://schemas.openxmlformats.org/officeDocument/2006/relationships/image" Target="../media/image205.png"/><Relationship Id="rId17" Type="http://schemas.openxmlformats.org/officeDocument/2006/relationships/image" Target="../media/image206.png"/><Relationship Id="rId18" Type="http://schemas.openxmlformats.org/officeDocument/2006/relationships/image" Target="../media/image207.png"/><Relationship Id="rId19" Type="http://schemas.openxmlformats.org/officeDocument/2006/relationships/image" Target="../media/image208.png"/><Relationship Id="rId20" Type="http://schemas.openxmlformats.org/officeDocument/2006/relationships/image" Target="../media/image209.png"/><Relationship Id="rId21" Type="http://schemas.openxmlformats.org/officeDocument/2006/relationships/image" Target="../media/image210.png"/><Relationship Id="rId22" Type="http://schemas.openxmlformats.org/officeDocument/2006/relationships/image" Target="../media/image211.png"/><Relationship Id="rId23" Type="http://schemas.openxmlformats.org/officeDocument/2006/relationships/image" Target="../media/image212.png"/><Relationship Id="rId24" Type="http://schemas.openxmlformats.org/officeDocument/2006/relationships/image" Target="../media/image213.png"/><Relationship Id="rId25" Type="http://schemas.openxmlformats.org/officeDocument/2006/relationships/image" Target="../media/image214.png"/><Relationship Id="rId26" Type="http://schemas.openxmlformats.org/officeDocument/2006/relationships/image" Target="../media/image215.png"/><Relationship Id="rId27" Type="http://schemas.openxmlformats.org/officeDocument/2006/relationships/image" Target="../media/image216.png"/><Relationship Id="rId28" Type="http://schemas.openxmlformats.org/officeDocument/2006/relationships/image" Target="../media/image217.png"/><Relationship Id="rId29" Type="http://schemas.openxmlformats.org/officeDocument/2006/relationships/image" Target="../media/image218.png"/><Relationship Id="rId30" Type="http://schemas.openxmlformats.org/officeDocument/2006/relationships/image" Target="../media/image219.png"/><Relationship Id="rId31" Type="http://schemas.openxmlformats.org/officeDocument/2006/relationships/image" Target="../media/image220.png"/><Relationship Id="rId32" Type="http://schemas.openxmlformats.org/officeDocument/2006/relationships/image" Target="../media/image221.png"/><Relationship Id="rId33" Type="http://schemas.openxmlformats.org/officeDocument/2006/relationships/image" Target="../media/image222.png"/><Relationship Id="rId34" Type="http://schemas.openxmlformats.org/officeDocument/2006/relationships/image" Target="../media/image223.png"/><Relationship Id="rId35" Type="http://schemas.openxmlformats.org/officeDocument/2006/relationships/image" Target="../media/image224.png"/><Relationship Id="rId36" Type="http://schemas.openxmlformats.org/officeDocument/2006/relationships/image" Target="../media/image225.png"/><Relationship Id="rId37" Type="http://schemas.openxmlformats.org/officeDocument/2006/relationships/image" Target="../media/image226.png"/><Relationship Id="rId38" Type="http://schemas.openxmlformats.org/officeDocument/2006/relationships/image" Target="../media/image227.png"/><Relationship Id="rId39" Type="http://schemas.openxmlformats.org/officeDocument/2006/relationships/image" Target="../media/image228.png"/><Relationship Id="rId40" Type="http://schemas.openxmlformats.org/officeDocument/2006/relationships/image" Target="../media/image229.png"/><Relationship Id="rId41" Type="http://schemas.openxmlformats.org/officeDocument/2006/relationships/image" Target="../media/image230.png"/><Relationship Id="rId42" Type="http://schemas.openxmlformats.org/officeDocument/2006/relationships/image" Target="../media/image231.png"/><Relationship Id="rId43" Type="http://schemas.openxmlformats.org/officeDocument/2006/relationships/image" Target="../media/image232.png"/><Relationship Id="rId44" Type="http://schemas.openxmlformats.org/officeDocument/2006/relationships/image" Target="../media/image233.png"/><Relationship Id="rId45" Type="http://schemas.openxmlformats.org/officeDocument/2006/relationships/image" Target="../media/image234.png"/><Relationship Id="rId46" Type="http://schemas.openxmlformats.org/officeDocument/2006/relationships/image" Target="../media/image235.png"/><Relationship Id="rId47" Type="http://schemas.openxmlformats.org/officeDocument/2006/relationships/image" Target="../media/image236.png"/><Relationship Id="rId48" Type="http://schemas.openxmlformats.org/officeDocument/2006/relationships/image" Target="../media/image237.png"/><Relationship Id="rId49" Type="http://schemas.openxmlformats.org/officeDocument/2006/relationships/image" Target="../media/image238.png"/><Relationship Id="rId50" Type="http://schemas.openxmlformats.org/officeDocument/2006/relationships/image" Target="../media/image239.png"/><Relationship Id="rId51" Type="http://schemas.openxmlformats.org/officeDocument/2006/relationships/image" Target="../media/image240.png"/><Relationship Id="rId52" Type="http://schemas.openxmlformats.org/officeDocument/2006/relationships/image" Target="../media/image241.png"/><Relationship Id="rId53" Type="http://schemas.openxmlformats.org/officeDocument/2006/relationships/image" Target="../media/image242.png"/><Relationship Id="rId54" Type="http://schemas.openxmlformats.org/officeDocument/2006/relationships/image" Target="../media/image243.png"/><Relationship Id="rId55" Type="http://schemas.openxmlformats.org/officeDocument/2006/relationships/image" Target="../media/image244.png"/><Relationship Id="rId56" Type="http://schemas.openxmlformats.org/officeDocument/2006/relationships/image" Target="../media/image245.png"/><Relationship Id="rId57" Type="http://schemas.openxmlformats.org/officeDocument/2006/relationships/image" Target="../media/image246.png"/><Relationship Id="rId58" Type="http://schemas.openxmlformats.org/officeDocument/2006/relationships/image" Target="../media/image247.png"/><Relationship Id="rId59" Type="http://schemas.openxmlformats.org/officeDocument/2006/relationships/image" Target="../media/image248.png"/><Relationship Id="rId60" Type="http://schemas.openxmlformats.org/officeDocument/2006/relationships/image" Target="../media/image249.png"/><Relationship Id="rId61" Type="http://schemas.openxmlformats.org/officeDocument/2006/relationships/image" Target="../media/image250.png"/><Relationship Id="rId62" Type="http://schemas.openxmlformats.org/officeDocument/2006/relationships/image" Target="../media/image251.png"/><Relationship Id="rId63" Type="http://schemas.openxmlformats.org/officeDocument/2006/relationships/image" Target="../media/image252.png"/><Relationship Id="rId64" Type="http://schemas.openxmlformats.org/officeDocument/2006/relationships/image" Target="../media/image253.png"/><Relationship Id="rId65" Type="http://schemas.openxmlformats.org/officeDocument/2006/relationships/image" Target="../media/image254.png"/><Relationship Id="rId66" Type="http://schemas.openxmlformats.org/officeDocument/2006/relationships/image" Target="../media/image255.png"/><Relationship Id="rId67" Type="http://schemas.openxmlformats.org/officeDocument/2006/relationships/image" Target="../media/image256.png"/><Relationship Id="rId68" Type="http://schemas.openxmlformats.org/officeDocument/2006/relationships/image" Target="../media/image257.png"/><Relationship Id="rId69" Type="http://schemas.openxmlformats.org/officeDocument/2006/relationships/image" Target="../media/image258.png"/><Relationship Id="rId70" Type="http://schemas.openxmlformats.org/officeDocument/2006/relationships/image" Target="../media/image259.png"/><Relationship Id="rId71" Type="http://schemas.openxmlformats.org/officeDocument/2006/relationships/image" Target="../media/image260.png"/><Relationship Id="rId72" Type="http://schemas.openxmlformats.org/officeDocument/2006/relationships/image" Target="../media/image261.png"/><Relationship Id="rId73" Type="http://schemas.openxmlformats.org/officeDocument/2006/relationships/image" Target="../media/image262.png"/><Relationship Id="rId74" Type="http://schemas.openxmlformats.org/officeDocument/2006/relationships/image" Target="../media/image263.png"/><Relationship Id="rId75" Type="http://schemas.openxmlformats.org/officeDocument/2006/relationships/image" Target="../media/image264.png"/><Relationship Id="rId76" Type="http://schemas.openxmlformats.org/officeDocument/2006/relationships/image" Target="../media/image265.png"/><Relationship Id="rId77" Type="http://schemas.openxmlformats.org/officeDocument/2006/relationships/image" Target="../media/image266.png"/><Relationship Id="rId78" Type="http://schemas.openxmlformats.org/officeDocument/2006/relationships/image" Target="../media/image267.png"/><Relationship Id="rId79" Type="http://schemas.openxmlformats.org/officeDocument/2006/relationships/image" Target="../media/image268.png"/><Relationship Id="rId80" Type="http://schemas.openxmlformats.org/officeDocument/2006/relationships/image" Target="../media/image269.png"/><Relationship Id="rId81" Type="http://schemas.openxmlformats.org/officeDocument/2006/relationships/image" Target="../media/image270.png"/><Relationship Id="rId82" Type="http://schemas.openxmlformats.org/officeDocument/2006/relationships/image" Target="../media/image271.png"/><Relationship Id="rId83" Type="http://schemas.openxmlformats.org/officeDocument/2006/relationships/image" Target="../media/image272.png"/><Relationship Id="rId84" Type="http://schemas.openxmlformats.org/officeDocument/2006/relationships/image" Target="../media/image273.png"/><Relationship Id="rId85" Type="http://schemas.openxmlformats.org/officeDocument/2006/relationships/image" Target="../media/image274.png"/><Relationship Id="rId86" Type="http://schemas.openxmlformats.org/officeDocument/2006/relationships/image" Target="../media/image275.png"/><Relationship Id="rId87" Type="http://schemas.openxmlformats.org/officeDocument/2006/relationships/image" Target="../media/image276.png"/><Relationship Id="rId88" Type="http://schemas.openxmlformats.org/officeDocument/2006/relationships/image" Target="../media/image277.png"/><Relationship Id="rId89" Type="http://schemas.openxmlformats.org/officeDocument/2006/relationships/image" Target="../media/image278.png"/><Relationship Id="rId90" Type="http://schemas.openxmlformats.org/officeDocument/2006/relationships/image" Target="../media/image279.png"/><Relationship Id="rId91" Type="http://schemas.openxmlformats.org/officeDocument/2006/relationships/image" Target="../media/image280.png"/><Relationship Id="rId92" Type="http://schemas.openxmlformats.org/officeDocument/2006/relationships/image" Target="../media/image281.png"/><Relationship Id="rId93" Type="http://schemas.openxmlformats.org/officeDocument/2006/relationships/image" Target="../media/image282.png"/><Relationship Id="rId94" Type="http://schemas.openxmlformats.org/officeDocument/2006/relationships/image" Target="../media/image283.png"/><Relationship Id="rId95" Type="http://schemas.openxmlformats.org/officeDocument/2006/relationships/image" Target="../media/image284.png"/><Relationship Id="rId96" Type="http://schemas.openxmlformats.org/officeDocument/2006/relationships/image" Target="../media/image285.png"/><Relationship Id="rId97" Type="http://schemas.openxmlformats.org/officeDocument/2006/relationships/image" Target="../media/image286.png"/><Relationship Id="rId98" Type="http://schemas.openxmlformats.org/officeDocument/2006/relationships/image" Target="../media/image287.png"/><Relationship Id="rId99" Type="http://schemas.openxmlformats.org/officeDocument/2006/relationships/image" Target="../media/image288.png"/><Relationship Id="rId100" Type="http://schemas.openxmlformats.org/officeDocument/2006/relationships/image" Target="../media/image289.png"/><Relationship Id="rId101" Type="http://schemas.openxmlformats.org/officeDocument/2006/relationships/image" Target="../media/image290.png"/><Relationship Id="rId102" Type="http://schemas.openxmlformats.org/officeDocument/2006/relationships/image" Target="../media/image291.png"/><Relationship Id="rId103" Type="http://schemas.openxmlformats.org/officeDocument/2006/relationships/image" Target="../media/image292.png"/><Relationship Id="rId104" Type="http://schemas.openxmlformats.org/officeDocument/2006/relationships/image" Target="../media/image293.png"/><Relationship Id="rId105" Type="http://schemas.openxmlformats.org/officeDocument/2006/relationships/image" Target="../media/image294.png"/><Relationship Id="rId106" Type="http://schemas.openxmlformats.org/officeDocument/2006/relationships/image" Target="../media/image295.png"/><Relationship Id="rId107" Type="http://schemas.openxmlformats.org/officeDocument/2006/relationships/image" Target="../media/image296.png"/><Relationship Id="rId108" Type="http://schemas.openxmlformats.org/officeDocument/2006/relationships/image" Target="../media/image297.png"/><Relationship Id="rId109" Type="http://schemas.openxmlformats.org/officeDocument/2006/relationships/image" Target="../media/image298.png"/><Relationship Id="rId110" Type="http://schemas.openxmlformats.org/officeDocument/2006/relationships/image" Target="../media/image299.png"/><Relationship Id="rId111" Type="http://schemas.openxmlformats.org/officeDocument/2006/relationships/image" Target="../media/image300.png"/><Relationship Id="rId112" Type="http://schemas.openxmlformats.org/officeDocument/2006/relationships/image" Target="../media/image301.png"/><Relationship Id="rId113" Type="http://schemas.openxmlformats.org/officeDocument/2006/relationships/image" Target="../media/image302.png"/><Relationship Id="rId114" Type="http://schemas.openxmlformats.org/officeDocument/2006/relationships/image" Target="../media/image303.png"/><Relationship Id="rId115" Type="http://schemas.openxmlformats.org/officeDocument/2006/relationships/image" Target="../media/image304.png"/><Relationship Id="rId116" Type="http://schemas.openxmlformats.org/officeDocument/2006/relationships/image" Target="../media/image305.png"/><Relationship Id="rId117" Type="http://schemas.openxmlformats.org/officeDocument/2006/relationships/image" Target="../media/image306.png"/><Relationship Id="rId118" Type="http://schemas.openxmlformats.org/officeDocument/2006/relationships/image" Target="../media/image307.png"/><Relationship Id="rId119" Type="http://schemas.openxmlformats.org/officeDocument/2006/relationships/image" Target="../media/image308.png"/><Relationship Id="rId120" Type="http://schemas.openxmlformats.org/officeDocument/2006/relationships/image" Target="../media/image309.png"/><Relationship Id="rId121" Type="http://schemas.openxmlformats.org/officeDocument/2006/relationships/image" Target="../media/image310.png"/><Relationship Id="rId122" Type="http://schemas.openxmlformats.org/officeDocument/2006/relationships/image" Target="../media/image311.png"/><Relationship Id="rId123" Type="http://schemas.openxmlformats.org/officeDocument/2006/relationships/image" Target="../media/image312.png"/><Relationship Id="rId124" Type="http://schemas.openxmlformats.org/officeDocument/2006/relationships/image" Target="../media/image313.png"/><Relationship Id="rId125" Type="http://schemas.openxmlformats.org/officeDocument/2006/relationships/image" Target="../media/image314.png"/><Relationship Id="rId126" Type="http://schemas.openxmlformats.org/officeDocument/2006/relationships/image" Target="../media/image315.png"/><Relationship Id="rId127" Type="http://schemas.openxmlformats.org/officeDocument/2006/relationships/image" Target="../media/image316.png"/><Relationship Id="rId128" Type="http://schemas.openxmlformats.org/officeDocument/2006/relationships/image" Target="../media/image317.png"/><Relationship Id="rId129" Type="http://schemas.openxmlformats.org/officeDocument/2006/relationships/image" Target="../media/image318.png"/><Relationship Id="rId130" Type="http://schemas.openxmlformats.org/officeDocument/2006/relationships/image" Target="../media/image319.png"/><Relationship Id="rId131" Type="http://schemas.openxmlformats.org/officeDocument/2006/relationships/image" Target="../media/image320.png"/><Relationship Id="rId132" Type="http://schemas.openxmlformats.org/officeDocument/2006/relationships/image" Target="../media/image321.png"/><Relationship Id="rId133" Type="http://schemas.openxmlformats.org/officeDocument/2006/relationships/image" Target="../media/image322.png"/><Relationship Id="rId134" Type="http://schemas.openxmlformats.org/officeDocument/2006/relationships/image" Target="../media/image323.png"/><Relationship Id="rId135" Type="http://schemas.openxmlformats.org/officeDocument/2006/relationships/image" Target="../media/image324.png"/><Relationship Id="rId136" Type="http://schemas.openxmlformats.org/officeDocument/2006/relationships/image" Target="../media/image325.png"/><Relationship Id="rId137" Type="http://schemas.openxmlformats.org/officeDocument/2006/relationships/image" Target="../media/image326.png"/><Relationship Id="rId138" Type="http://schemas.openxmlformats.org/officeDocument/2006/relationships/image" Target="../media/image327.png"/><Relationship Id="rId139" Type="http://schemas.openxmlformats.org/officeDocument/2006/relationships/image" Target="../media/image328.png"/><Relationship Id="rId140" Type="http://schemas.openxmlformats.org/officeDocument/2006/relationships/image" Target="../media/image329.png"/><Relationship Id="rId141" Type="http://schemas.openxmlformats.org/officeDocument/2006/relationships/image" Target="../media/image330.png"/><Relationship Id="rId142" Type="http://schemas.openxmlformats.org/officeDocument/2006/relationships/image" Target="../media/image331.png"/><Relationship Id="rId143" Type="http://schemas.openxmlformats.org/officeDocument/2006/relationships/image" Target="../media/image332.png"/><Relationship Id="rId144" Type="http://schemas.openxmlformats.org/officeDocument/2006/relationships/image" Target="../media/image333.png"/><Relationship Id="rId145" Type="http://schemas.openxmlformats.org/officeDocument/2006/relationships/image" Target="../media/image334.png"/><Relationship Id="rId146" Type="http://schemas.openxmlformats.org/officeDocument/2006/relationships/image" Target="../media/image335.png"/><Relationship Id="rId147" Type="http://schemas.openxmlformats.org/officeDocument/2006/relationships/image" Target="../media/image336.png"/><Relationship Id="rId148" Type="http://schemas.openxmlformats.org/officeDocument/2006/relationships/image" Target="../media/image337.png"/><Relationship Id="rId149" Type="http://schemas.openxmlformats.org/officeDocument/2006/relationships/image" Target="../media/image338.png"/><Relationship Id="rId150" Type="http://schemas.openxmlformats.org/officeDocument/2006/relationships/image" Target="../media/image339.png"/><Relationship Id="rId151" Type="http://schemas.openxmlformats.org/officeDocument/2006/relationships/image" Target="../media/image340.png"/><Relationship Id="rId152" Type="http://schemas.openxmlformats.org/officeDocument/2006/relationships/image" Target="../media/image341.png"/><Relationship Id="rId153" Type="http://schemas.openxmlformats.org/officeDocument/2006/relationships/image" Target="../media/image342.png"/><Relationship Id="rId154" Type="http://schemas.openxmlformats.org/officeDocument/2006/relationships/image" Target="../media/image343.png"/><Relationship Id="rId155" Type="http://schemas.openxmlformats.org/officeDocument/2006/relationships/image" Target="../media/image344.png"/><Relationship Id="rId156" Type="http://schemas.openxmlformats.org/officeDocument/2006/relationships/image" Target="../media/image345.png"/><Relationship Id="rId157" Type="http://schemas.openxmlformats.org/officeDocument/2006/relationships/image" Target="../media/image346.png"/><Relationship Id="rId158" Type="http://schemas.openxmlformats.org/officeDocument/2006/relationships/image" Target="../media/image347.png"/><Relationship Id="rId159" Type="http://schemas.openxmlformats.org/officeDocument/2006/relationships/image" Target="../media/image348.png"/><Relationship Id="rId160" Type="http://schemas.openxmlformats.org/officeDocument/2006/relationships/image" Target="../media/image349.png"/><Relationship Id="rId161" Type="http://schemas.openxmlformats.org/officeDocument/2006/relationships/image" Target="../media/image350.png"/><Relationship Id="rId162" Type="http://schemas.openxmlformats.org/officeDocument/2006/relationships/image" Target="../media/image351.png"/><Relationship Id="rId163" Type="http://schemas.openxmlformats.org/officeDocument/2006/relationships/image" Target="../media/image352.png"/><Relationship Id="rId164" Type="http://schemas.openxmlformats.org/officeDocument/2006/relationships/image" Target="../media/image353.png"/><Relationship Id="rId165" Type="http://schemas.openxmlformats.org/officeDocument/2006/relationships/image" Target="../media/image354.png"/><Relationship Id="rId166" Type="http://schemas.openxmlformats.org/officeDocument/2006/relationships/image" Target="../media/image355.png"/><Relationship Id="rId167" Type="http://schemas.openxmlformats.org/officeDocument/2006/relationships/image" Target="../media/image356.png"/><Relationship Id="rId168" Type="http://schemas.openxmlformats.org/officeDocument/2006/relationships/image" Target="../media/image357.png"/><Relationship Id="rId169" Type="http://schemas.openxmlformats.org/officeDocument/2006/relationships/image" Target="../media/image358.png"/><Relationship Id="rId170" Type="http://schemas.openxmlformats.org/officeDocument/2006/relationships/image" Target="../media/image359.png"/><Relationship Id="rId171" Type="http://schemas.openxmlformats.org/officeDocument/2006/relationships/image" Target="../media/image360.png"/><Relationship Id="rId172" Type="http://schemas.openxmlformats.org/officeDocument/2006/relationships/image" Target="../media/image361.png"/><Relationship Id="rId173" Type="http://schemas.openxmlformats.org/officeDocument/2006/relationships/image" Target="../media/image362.png"/><Relationship Id="rId174" Type="http://schemas.openxmlformats.org/officeDocument/2006/relationships/image" Target="../media/image363.png"/><Relationship Id="rId175" Type="http://schemas.openxmlformats.org/officeDocument/2006/relationships/image" Target="../media/image364.png"/><Relationship Id="rId176" Type="http://schemas.openxmlformats.org/officeDocument/2006/relationships/image" Target="../media/image365.png"/><Relationship Id="rId177" Type="http://schemas.openxmlformats.org/officeDocument/2006/relationships/image" Target="../media/image366.png"/><Relationship Id="rId178" Type="http://schemas.openxmlformats.org/officeDocument/2006/relationships/image" Target="../media/image367.png"/><Relationship Id="rId179" Type="http://schemas.openxmlformats.org/officeDocument/2006/relationships/image" Target="../media/image368.png"/><Relationship Id="rId180" Type="http://schemas.openxmlformats.org/officeDocument/2006/relationships/image" Target="../media/image369.png"/><Relationship Id="rId181" Type="http://schemas.openxmlformats.org/officeDocument/2006/relationships/image" Target="../media/image370.png"/><Relationship Id="rId182" Type="http://schemas.openxmlformats.org/officeDocument/2006/relationships/image" Target="../media/image371.png"/><Relationship Id="rId183" Type="http://schemas.openxmlformats.org/officeDocument/2006/relationships/image" Target="../media/image372.png"/><Relationship Id="rId184" Type="http://schemas.openxmlformats.org/officeDocument/2006/relationships/image" Target="../media/image373.png"/><Relationship Id="rId185" Type="http://schemas.openxmlformats.org/officeDocument/2006/relationships/image" Target="../media/image374.png"/><Relationship Id="rId186" Type="http://schemas.openxmlformats.org/officeDocument/2006/relationships/image" Target="../media/image375.png"/><Relationship Id="rId187" Type="http://schemas.openxmlformats.org/officeDocument/2006/relationships/image" Target="../media/image376.png"/><Relationship Id="rId188" Type="http://schemas.openxmlformats.org/officeDocument/2006/relationships/image" Target="../media/image377.png"/><Relationship Id="rId189" Type="http://schemas.openxmlformats.org/officeDocument/2006/relationships/image" Target="../media/image378.png"/><Relationship Id="rId190" Type="http://schemas.openxmlformats.org/officeDocument/2006/relationships/image" Target="../media/image379.png"/><Relationship Id="rId191" Type="http://schemas.openxmlformats.org/officeDocument/2006/relationships/image" Target="../media/image380.png"/><Relationship Id="rId192" Type="http://schemas.openxmlformats.org/officeDocument/2006/relationships/image" Target="../media/image381.png"/><Relationship Id="rId193" Type="http://schemas.openxmlformats.org/officeDocument/2006/relationships/image" Target="../media/image382.png"/><Relationship Id="rId194" Type="http://schemas.openxmlformats.org/officeDocument/2006/relationships/image" Target="../media/image383.png"/><Relationship Id="rId195" Type="http://schemas.openxmlformats.org/officeDocument/2006/relationships/image" Target="../media/image384.png"/><Relationship Id="rId196" Type="http://schemas.openxmlformats.org/officeDocument/2006/relationships/image" Target="../media/image385.png"/><Relationship Id="rId197" Type="http://schemas.openxmlformats.org/officeDocument/2006/relationships/image" Target="../media/image386.png"/><Relationship Id="rId198" Type="http://schemas.openxmlformats.org/officeDocument/2006/relationships/image" Target="../media/image387.png"/><Relationship Id="rId199" Type="http://schemas.openxmlformats.org/officeDocument/2006/relationships/image" Target="../media/image388.png"/><Relationship Id="rId200" Type="http://schemas.openxmlformats.org/officeDocument/2006/relationships/image" Target="../media/image389.png"/><Relationship Id="rId201" Type="http://schemas.openxmlformats.org/officeDocument/2006/relationships/image" Target="../media/image390.png"/><Relationship Id="rId202" Type="http://schemas.openxmlformats.org/officeDocument/2006/relationships/image" Target="../media/image391.png"/><Relationship Id="rId203" Type="http://schemas.openxmlformats.org/officeDocument/2006/relationships/image" Target="../media/image392.png"/><Relationship Id="rId204" Type="http://schemas.openxmlformats.org/officeDocument/2006/relationships/image" Target="../media/image393.png"/><Relationship Id="rId205" Type="http://schemas.openxmlformats.org/officeDocument/2006/relationships/image" Target="../media/image394.png"/><Relationship Id="rId206" Type="http://schemas.openxmlformats.org/officeDocument/2006/relationships/image" Target="../media/image395.png"/><Relationship Id="rId207" Type="http://schemas.openxmlformats.org/officeDocument/2006/relationships/image" Target="../media/image396.png"/><Relationship Id="rId208" Type="http://schemas.openxmlformats.org/officeDocument/2006/relationships/image" Target="../media/image397.png"/><Relationship Id="rId209" Type="http://schemas.openxmlformats.org/officeDocument/2006/relationships/image" Target="../media/image398.png"/><Relationship Id="rId210" Type="http://schemas.openxmlformats.org/officeDocument/2006/relationships/image" Target="../media/image399.png"/><Relationship Id="rId211" Type="http://schemas.openxmlformats.org/officeDocument/2006/relationships/image" Target="../media/image400.png"/><Relationship Id="rId212" Type="http://schemas.openxmlformats.org/officeDocument/2006/relationships/image" Target="../media/image401.png"/><Relationship Id="rId213" Type="http://schemas.openxmlformats.org/officeDocument/2006/relationships/image" Target="../media/image402.png"/><Relationship Id="rId214" Type="http://schemas.openxmlformats.org/officeDocument/2006/relationships/image" Target="../media/image403.png"/><Relationship Id="rId215" Type="http://schemas.openxmlformats.org/officeDocument/2006/relationships/image" Target="../media/image404.png"/><Relationship Id="rId216" Type="http://schemas.openxmlformats.org/officeDocument/2006/relationships/image" Target="../media/image405.png"/><Relationship Id="rId217" Type="http://schemas.openxmlformats.org/officeDocument/2006/relationships/image" Target="../media/image406.png"/><Relationship Id="rId218" Type="http://schemas.openxmlformats.org/officeDocument/2006/relationships/image" Target="../media/image407.png"/><Relationship Id="rId219" Type="http://schemas.openxmlformats.org/officeDocument/2006/relationships/image" Target="../media/image408.png"/><Relationship Id="rId220" Type="http://schemas.openxmlformats.org/officeDocument/2006/relationships/image" Target="../media/image409.png"/><Relationship Id="rId221" Type="http://schemas.openxmlformats.org/officeDocument/2006/relationships/image" Target="../media/image410.png"/><Relationship Id="rId222" Type="http://schemas.openxmlformats.org/officeDocument/2006/relationships/image" Target="../media/image411.png"/><Relationship Id="rId223" Type="http://schemas.openxmlformats.org/officeDocument/2006/relationships/image" Target="../media/image412.png"/><Relationship Id="rId224" Type="http://schemas.openxmlformats.org/officeDocument/2006/relationships/image" Target="../media/image413.png"/><Relationship Id="rId225" Type="http://schemas.openxmlformats.org/officeDocument/2006/relationships/image" Target="../media/image414.png"/><Relationship Id="rId226" Type="http://schemas.openxmlformats.org/officeDocument/2006/relationships/image" Target="../media/image415.png"/><Relationship Id="rId227" Type="http://schemas.openxmlformats.org/officeDocument/2006/relationships/image" Target="../media/image416.png"/><Relationship Id="rId228" Type="http://schemas.openxmlformats.org/officeDocument/2006/relationships/image" Target="../media/image417.png"/><Relationship Id="rId229" Type="http://schemas.openxmlformats.org/officeDocument/2006/relationships/image" Target="../media/image418.png"/><Relationship Id="rId230" Type="http://schemas.openxmlformats.org/officeDocument/2006/relationships/image" Target="../media/image419.png"/><Relationship Id="rId231" Type="http://schemas.openxmlformats.org/officeDocument/2006/relationships/image" Target="../media/image420.png"/><Relationship Id="rId232" Type="http://schemas.openxmlformats.org/officeDocument/2006/relationships/image" Target="../media/image421.png"/><Relationship Id="rId233" Type="http://schemas.openxmlformats.org/officeDocument/2006/relationships/image" Target="../media/image422.png"/><Relationship Id="rId234" Type="http://schemas.openxmlformats.org/officeDocument/2006/relationships/image" Target="../media/image423.png"/><Relationship Id="rId235" Type="http://schemas.openxmlformats.org/officeDocument/2006/relationships/image" Target="../media/image424.png"/><Relationship Id="rId236" Type="http://schemas.openxmlformats.org/officeDocument/2006/relationships/image" Target="../media/image425.png"/><Relationship Id="rId237" Type="http://schemas.openxmlformats.org/officeDocument/2006/relationships/image" Target="../media/image426.png"/><Relationship Id="rId238" Type="http://schemas.openxmlformats.org/officeDocument/2006/relationships/image" Target="../media/image427.png"/><Relationship Id="rId239" Type="http://schemas.openxmlformats.org/officeDocument/2006/relationships/image" Target="../media/image428.png"/><Relationship Id="rId240" Type="http://schemas.openxmlformats.org/officeDocument/2006/relationships/image" Target="../media/image429.png"/><Relationship Id="rId241" Type="http://schemas.openxmlformats.org/officeDocument/2006/relationships/image" Target="../media/image430.png"/><Relationship Id="rId242" Type="http://schemas.openxmlformats.org/officeDocument/2006/relationships/image" Target="../media/image431.png"/><Relationship Id="rId243" Type="http://schemas.openxmlformats.org/officeDocument/2006/relationships/image" Target="../media/image432.png"/><Relationship Id="rId244" Type="http://schemas.openxmlformats.org/officeDocument/2006/relationships/image" Target="../media/image433.png"/><Relationship Id="rId245" Type="http://schemas.openxmlformats.org/officeDocument/2006/relationships/image" Target="../media/image434.png"/><Relationship Id="rId246" Type="http://schemas.openxmlformats.org/officeDocument/2006/relationships/image" Target="../media/image435.png"/><Relationship Id="rId247" Type="http://schemas.openxmlformats.org/officeDocument/2006/relationships/image" Target="../media/image436.png"/><Relationship Id="rId248" Type="http://schemas.openxmlformats.org/officeDocument/2006/relationships/image" Target="../media/image437.png"/><Relationship Id="rId249" Type="http://schemas.openxmlformats.org/officeDocument/2006/relationships/image" Target="../media/image438.png"/><Relationship Id="rId250" Type="http://schemas.openxmlformats.org/officeDocument/2006/relationships/image" Target="../media/image439.png"/><Relationship Id="rId251" Type="http://schemas.openxmlformats.org/officeDocument/2006/relationships/image" Target="../media/image440.png"/><Relationship Id="rId252" Type="http://schemas.openxmlformats.org/officeDocument/2006/relationships/image" Target="../media/image441.png"/><Relationship Id="rId253" Type="http://schemas.openxmlformats.org/officeDocument/2006/relationships/image" Target="../media/image442.png"/><Relationship Id="rId254" Type="http://schemas.openxmlformats.org/officeDocument/2006/relationships/image" Target="../media/image443.png"/><Relationship Id="rId255" Type="http://schemas.openxmlformats.org/officeDocument/2006/relationships/image" Target="../media/image444.png"/><Relationship Id="rId256" Type="http://schemas.openxmlformats.org/officeDocument/2006/relationships/image" Target="../media/image445.png"/><Relationship Id="rId257" Type="http://schemas.openxmlformats.org/officeDocument/2006/relationships/image" Target="../media/image446.png"/><Relationship Id="rId258" Type="http://schemas.openxmlformats.org/officeDocument/2006/relationships/image" Target="../media/image447.png"/><Relationship Id="rId259" Type="http://schemas.openxmlformats.org/officeDocument/2006/relationships/image" Target="../media/image448.png"/><Relationship Id="rId260" Type="http://schemas.openxmlformats.org/officeDocument/2006/relationships/image" Target="../media/image449.png"/><Relationship Id="rId261" Type="http://schemas.openxmlformats.org/officeDocument/2006/relationships/image" Target="../media/image450.png"/><Relationship Id="rId262" Type="http://schemas.openxmlformats.org/officeDocument/2006/relationships/image" Target="../media/image451.png"/><Relationship Id="rId263" Type="http://schemas.openxmlformats.org/officeDocument/2006/relationships/image" Target="../media/image452.png"/><Relationship Id="rId264" Type="http://schemas.openxmlformats.org/officeDocument/2006/relationships/image" Target="../media/image453.png"/><Relationship Id="rId265" Type="http://schemas.openxmlformats.org/officeDocument/2006/relationships/image" Target="../media/image454.png"/><Relationship Id="rId266" Type="http://schemas.openxmlformats.org/officeDocument/2006/relationships/image" Target="../media/image455.png"/><Relationship Id="rId267" Type="http://schemas.openxmlformats.org/officeDocument/2006/relationships/image" Target="../media/image45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7.png"/><Relationship Id="rId3" Type="http://schemas.openxmlformats.org/officeDocument/2006/relationships/image" Target="../media/image458.png"/><Relationship Id="rId4" Type="http://schemas.openxmlformats.org/officeDocument/2006/relationships/image" Target="../media/image459.png"/><Relationship Id="rId5" Type="http://schemas.openxmlformats.org/officeDocument/2006/relationships/image" Target="../media/image460.png"/><Relationship Id="rId6" Type="http://schemas.openxmlformats.org/officeDocument/2006/relationships/image" Target="../media/image461.png"/><Relationship Id="rId7" Type="http://schemas.openxmlformats.org/officeDocument/2006/relationships/image" Target="../media/image462.png"/><Relationship Id="rId8" Type="http://schemas.openxmlformats.org/officeDocument/2006/relationships/image" Target="../media/image463.png"/><Relationship Id="rId9" Type="http://schemas.openxmlformats.org/officeDocument/2006/relationships/image" Target="../media/image464.png"/><Relationship Id="rId10" Type="http://schemas.openxmlformats.org/officeDocument/2006/relationships/image" Target="../media/image465.png"/><Relationship Id="rId11" Type="http://schemas.openxmlformats.org/officeDocument/2006/relationships/image" Target="../media/image466.png"/><Relationship Id="rId12" Type="http://schemas.openxmlformats.org/officeDocument/2006/relationships/image" Target="../media/image467.png"/><Relationship Id="rId13" Type="http://schemas.openxmlformats.org/officeDocument/2006/relationships/image" Target="../media/image468.png"/><Relationship Id="rId14" Type="http://schemas.openxmlformats.org/officeDocument/2006/relationships/image" Target="../media/image469.png"/><Relationship Id="rId15" Type="http://schemas.openxmlformats.org/officeDocument/2006/relationships/image" Target="../media/image470.png"/><Relationship Id="rId16" Type="http://schemas.openxmlformats.org/officeDocument/2006/relationships/image" Target="../media/image471.png"/><Relationship Id="rId17" Type="http://schemas.openxmlformats.org/officeDocument/2006/relationships/image" Target="../media/image472.png"/><Relationship Id="rId18" Type="http://schemas.openxmlformats.org/officeDocument/2006/relationships/image" Target="../media/image473.png"/><Relationship Id="rId19" Type="http://schemas.openxmlformats.org/officeDocument/2006/relationships/image" Target="../media/image474.png"/><Relationship Id="rId20" Type="http://schemas.openxmlformats.org/officeDocument/2006/relationships/image" Target="../media/image475.png"/><Relationship Id="rId21" Type="http://schemas.openxmlformats.org/officeDocument/2006/relationships/image" Target="../media/image476.png"/><Relationship Id="rId22" Type="http://schemas.openxmlformats.org/officeDocument/2006/relationships/image" Target="../media/image477.png"/><Relationship Id="rId23" Type="http://schemas.openxmlformats.org/officeDocument/2006/relationships/image" Target="../media/image478.png"/><Relationship Id="rId24" Type="http://schemas.openxmlformats.org/officeDocument/2006/relationships/image" Target="../media/image479.png"/><Relationship Id="rId25" Type="http://schemas.openxmlformats.org/officeDocument/2006/relationships/image" Target="../media/image480.png"/><Relationship Id="rId26" Type="http://schemas.openxmlformats.org/officeDocument/2006/relationships/image" Target="../media/image481.png"/><Relationship Id="rId27" Type="http://schemas.openxmlformats.org/officeDocument/2006/relationships/image" Target="../media/image482.png"/><Relationship Id="rId28" Type="http://schemas.openxmlformats.org/officeDocument/2006/relationships/image" Target="../media/image483.png"/><Relationship Id="rId29" Type="http://schemas.openxmlformats.org/officeDocument/2006/relationships/image" Target="../media/image484.png"/><Relationship Id="rId30" Type="http://schemas.openxmlformats.org/officeDocument/2006/relationships/image" Target="../media/image485.png"/><Relationship Id="rId31" Type="http://schemas.openxmlformats.org/officeDocument/2006/relationships/image" Target="../media/image486.png"/><Relationship Id="rId32" Type="http://schemas.openxmlformats.org/officeDocument/2006/relationships/image" Target="../media/image487.png"/><Relationship Id="rId33" Type="http://schemas.openxmlformats.org/officeDocument/2006/relationships/image" Target="../media/image488.png"/><Relationship Id="rId34" Type="http://schemas.openxmlformats.org/officeDocument/2006/relationships/image" Target="../media/image489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490.png"/><Relationship Id="rId4" Type="http://schemas.openxmlformats.org/officeDocument/2006/relationships/image" Target="../media/image491.png"/><Relationship Id="rId5" Type="http://schemas.openxmlformats.org/officeDocument/2006/relationships/image" Target="../media/image492.png"/><Relationship Id="rId6" Type="http://schemas.openxmlformats.org/officeDocument/2006/relationships/image" Target="../media/image493.png"/><Relationship Id="rId7" Type="http://schemas.openxmlformats.org/officeDocument/2006/relationships/image" Target="../media/image494.png"/><Relationship Id="rId8" Type="http://schemas.openxmlformats.org/officeDocument/2006/relationships/image" Target="../media/image495.png"/><Relationship Id="rId9" Type="http://schemas.openxmlformats.org/officeDocument/2006/relationships/image" Target="../media/image496.png"/><Relationship Id="rId10" Type="http://schemas.openxmlformats.org/officeDocument/2006/relationships/image" Target="../media/image497.png"/><Relationship Id="rId11" Type="http://schemas.openxmlformats.org/officeDocument/2006/relationships/image" Target="../media/image498.png"/><Relationship Id="rId12" Type="http://schemas.openxmlformats.org/officeDocument/2006/relationships/image" Target="../media/image499.png"/><Relationship Id="rId13" Type="http://schemas.openxmlformats.org/officeDocument/2006/relationships/image" Target="../media/image500.png"/><Relationship Id="rId14" Type="http://schemas.openxmlformats.org/officeDocument/2006/relationships/image" Target="../media/image99.png"/><Relationship Id="rId15" Type="http://schemas.openxmlformats.org/officeDocument/2006/relationships/image" Target="../media/image501.png"/><Relationship Id="rId16" Type="http://schemas.openxmlformats.org/officeDocument/2006/relationships/image" Target="../media/image101.png"/><Relationship Id="rId17" Type="http://schemas.openxmlformats.org/officeDocument/2006/relationships/image" Target="../media/image50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3.png"/><Relationship Id="rId3" Type="http://schemas.openxmlformats.org/officeDocument/2006/relationships/image" Target="../media/image504.png"/><Relationship Id="rId4" Type="http://schemas.openxmlformats.org/officeDocument/2006/relationships/image" Target="../media/image505.png"/><Relationship Id="rId5" Type="http://schemas.openxmlformats.org/officeDocument/2006/relationships/image" Target="../media/image506.png"/><Relationship Id="rId6" Type="http://schemas.openxmlformats.org/officeDocument/2006/relationships/image" Target="../media/image507.png"/><Relationship Id="rId7" Type="http://schemas.openxmlformats.org/officeDocument/2006/relationships/image" Target="../media/image508.png"/><Relationship Id="rId8" Type="http://schemas.openxmlformats.org/officeDocument/2006/relationships/image" Target="../media/image509.png"/><Relationship Id="rId9" Type="http://schemas.openxmlformats.org/officeDocument/2006/relationships/image" Target="../media/image510.png"/><Relationship Id="rId10" Type="http://schemas.openxmlformats.org/officeDocument/2006/relationships/hyperlink" Target="http://www.datree.io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14.png"/><Relationship Id="rId9" Type="http://schemas.openxmlformats.org/officeDocument/2006/relationships/image" Target="../media/image515.png"/><Relationship Id="rId10" Type="http://schemas.openxmlformats.org/officeDocument/2006/relationships/image" Target="../media/image516.png"/><Relationship Id="rId11" Type="http://schemas.openxmlformats.org/officeDocument/2006/relationships/image" Target="../media/image517.png"/><Relationship Id="rId12" Type="http://schemas.openxmlformats.org/officeDocument/2006/relationships/image" Target="../media/image51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19.jpg"/><Relationship Id="rId9" Type="http://schemas.openxmlformats.org/officeDocument/2006/relationships/image" Target="../media/image52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21.png"/><Relationship Id="rId9" Type="http://schemas.openxmlformats.org/officeDocument/2006/relationships/image" Target="../media/image522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2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24.png"/><Relationship Id="rId9" Type="http://schemas.openxmlformats.org/officeDocument/2006/relationships/image" Target="../media/image525.png"/><Relationship Id="rId10" Type="http://schemas.openxmlformats.org/officeDocument/2006/relationships/image" Target="../media/image526.png"/><Relationship Id="rId11" Type="http://schemas.openxmlformats.org/officeDocument/2006/relationships/image" Target="../media/image527.png"/><Relationship Id="rId12" Type="http://schemas.openxmlformats.org/officeDocument/2006/relationships/image" Target="../media/image528.png"/><Relationship Id="rId13" Type="http://schemas.openxmlformats.org/officeDocument/2006/relationships/image" Target="../media/image529.png"/><Relationship Id="rId14" Type="http://schemas.openxmlformats.org/officeDocument/2006/relationships/image" Target="../media/image530.png"/><Relationship Id="rId15" Type="http://schemas.openxmlformats.org/officeDocument/2006/relationships/image" Target="../media/image531.png"/><Relationship Id="rId16" Type="http://schemas.openxmlformats.org/officeDocument/2006/relationships/image" Target="../media/image532.png"/><Relationship Id="rId17" Type="http://schemas.openxmlformats.org/officeDocument/2006/relationships/image" Target="../media/image533.png"/><Relationship Id="rId18" Type="http://schemas.openxmlformats.org/officeDocument/2006/relationships/image" Target="../media/image534.png"/><Relationship Id="rId19" Type="http://schemas.openxmlformats.org/officeDocument/2006/relationships/image" Target="../media/image535.png"/><Relationship Id="rId20" Type="http://schemas.openxmlformats.org/officeDocument/2006/relationships/image" Target="../media/image536.png"/><Relationship Id="rId21" Type="http://schemas.openxmlformats.org/officeDocument/2006/relationships/image" Target="../media/image537.png"/><Relationship Id="rId22" Type="http://schemas.openxmlformats.org/officeDocument/2006/relationships/image" Target="../media/image538.png"/><Relationship Id="rId23" Type="http://schemas.openxmlformats.org/officeDocument/2006/relationships/image" Target="../media/image539.png"/><Relationship Id="rId24" Type="http://schemas.openxmlformats.org/officeDocument/2006/relationships/image" Target="../media/image540.png"/><Relationship Id="rId25" Type="http://schemas.openxmlformats.org/officeDocument/2006/relationships/image" Target="../media/image541.png"/><Relationship Id="rId26" Type="http://schemas.openxmlformats.org/officeDocument/2006/relationships/image" Target="../media/image542.png"/><Relationship Id="rId27" Type="http://schemas.openxmlformats.org/officeDocument/2006/relationships/image" Target="../media/image543.png"/><Relationship Id="rId28" Type="http://schemas.openxmlformats.org/officeDocument/2006/relationships/image" Target="../media/image544.png"/><Relationship Id="rId29" Type="http://schemas.openxmlformats.org/officeDocument/2006/relationships/image" Target="../media/image54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1.png"/><Relationship Id="rId3" Type="http://schemas.openxmlformats.org/officeDocument/2006/relationships/hyperlink" Target="http://www.datree.io/" TargetMode="External"/><Relationship Id="rId4" Type="http://schemas.openxmlformats.org/officeDocument/2006/relationships/image" Target="../media/image512.png"/><Relationship Id="rId5" Type="http://schemas.openxmlformats.org/officeDocument/2006/relationships/image" Target="../media/image513.jpg"/><Relationship Id="rId6" Type="http://schemas.openxmlformats.org/officeDocument/2006/relationships/image" Target="../media/image504.png"/><Relationship Id="rId7" Type="http://schemas.openxmlformats.org/officeDocument/2006/relationships/image" Target="../media/image54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47.png"/><Relationship Id="rId9" Type="http://schemas.openxmlformats.org/officeDocument/2006/relationships/image" Target="../media/image548.png"/><Relationship Id="rId10" Type="http://schemas.openxmlformats.org/officeDocument/2006/relationships/image" Target="../media/image549.png"/><Relationship Id="rId11" Type="http://schemas.openxmlformats.org/officeDocument/2006/relationships/image" Target="../media/image550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1.png"/><Relationship Id="rId3" Type="http://schemas.openxmlformats.org/officeDocument/2006/relationships/image" Target="../media/image552.png"/><Relationship Id="rId4" Type="http://schemas.openxmlformats.org/officeDocument/2006/relationships/hyperlink" Target="http://www.datree.io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53.png"/><Relationship Id="rId9" Type="http://schemas.openxmlformats.org/officeDocument/2006/relationships/image" Target="../media/image554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55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56.png"/><Relationship Id="rId9" Type="http://schemas.openxmlformats.org/officeDocument/2006/relationships/image" Target="../media/image55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58.png"/><Relationship Id="rId9" Type="http://schemas.openxmlformats.org/officeDocument/2006/relationships/image" Target="../media/image559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60.png"/><Relationship Id="rId9" Type="http://schemas.openxmlformats.org/officeDocument/2006/relationships/image" Target="../media/image561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62.png"/><Relationship Id="rId9" Type="http://schemas.openxmlformats.org/officeDocument/2006/relationships/image" Target="../media/image56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image" Target="../media/image512.png"/><Relationship Id="rId5" Type="http://schemas.openxmlformats.org/officeDocument/2006/relationships/image" Target="../media/image513.jpg"/><Relationship Id="rId6" Type="http://schemas.openxmlformats.org/officeDocument/2006/relationships/image" Target="../media/image504.png"/><Relationship Id="rId7" Type="http://schemas.openxmlformats.org/officeDocument/2006/relationships/hyperlink" Target="http://icecream.datree.io/" TargetMode="External"/><Relationship Id="rId8" Type="http://schemas.openxmlformats.org/officeDocument/2006/relationships/image" Target="../media/image564.png"/><Relationship Id="rId9" Type="http://schemas.openxmlformats.org/officeDocument/2006/relationships/hyperlink" Target="http://www.datree.io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image" Target="../media/image512.png"/><Relationship Id="rId5" Type="http://schemas.openxmlformats.org/officeDocument/2006/relationships/image" Target="../media/image513.jpg"/><Relationship Id="rId6" Type="http://schemas.openxmlformats.org/officeDocument/2006/relationships/image" Target="../media/image504.png"/><Relationship Id="rId7" Type="http://schemas.openxmlformats.org/officeDocument/2006/relationships/hyperlink" Target="http://www.datree.io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65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image" Target="../media/image566.jpg"/><Relationship Id="rId9" Type="http://schemas.openxmlformats.org/officeDocument/2006/relationships/image" Target="../media/image567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11.png"/><Relationship Id="rId4" Type="http://schemas.openxmlformats.org/officeDocument/2006/relationships/hyperlink" Target="http://www.datree.io/" TargetMode="External"/><Relationship Id="rId5" Type="http://schemas.openxmlformats.org/officeDocument/2006/relationships/image" Target="../media/image512.png"/><Relationship Id="rId6" Type="http://schemas.openxmlformats.org/officeDocument/2006/relationships/image" Target="../media/image513.jpg"/><Relationship Id="rId7" Type="http://schemas.openxmlformats.org/officeDocument/2006/relationships/image" Target="../media/image504.png"/><Relationship Id="rId8" Type="http://schemas.openxmlformats.org/officeDocument/2006/relationships/hyperlink" Target="http://www.youtube.com/watch?v=rtk3rRdAZ6s&amp;feature=youtu.be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8.png"/><Relationship Id="rId3" Type="http://schemas.openxmlformats.org/officeDocument/2006/relationships/image" Target="../media/image569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0.png"/><Relationship Id="rId3" Type="http://schemas.openxmlformats.org/officeDocument/2006/relationships/image" Target="../media/image2.png"/><Relationship Id="rId4" Type="http://schemas.openxmlformats.org/officeDocument/2006/relationships/image" Target="../media/image571.png"/><Relationship Id="rId5" Type="http://schemas.openxmlformats.org/officeDocument/2006/relationships/hyperlink" Target="http://bit.ly/2SJ6Md2" TargetMode="External"/><Relationship Id="rId6" Type="http://schemas.openxmlformats.org/officeDocument/2006/relationships/image" Target="../media/image572.png"/><Relationship Id="rId7" Type="http://schemas.openxmlformats.org/officeDocument/2006/relationships/image" Target="../media/image573.png"/><Relationship Id="rId8" Type="http://schemas.openxmlformats.org/officeDocument/2006/relationships/image" Target="../media/image574.png"/><Relationship Id="rId9" Type="http://schemas.openxmlformats.org/officeDocument/2006/relationships/image" Target="../media/image575.png"/><Relationship Id="rId10" Type="http://schemas.openxmlformats.org/officeDocument/2006/relationships/image" Target="../media/image576.png"/><Relationship Id="rId11" Type="http://schemas.openxmlformats.org/officeDocument/2006/relationships/image" Target="../media/image57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015" y="6129528"/>
              <a:ext cx="1091184" cy="28651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7012" y="2690876"/>
            <a:ext cx="6370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14"/>
              <a:t>Orchestrating</a:t>
            </a:r>
            <a:r>
              <a:rPr dirty="0" sz="3600" spc="-210"/>
              <a:t> </a:t>
            </a:r>
            <a:r>
              <a:rPr dirty="0" sz="3600" spc="-140"/>
              <a:t>containers</a:t>
            </a:r>
            <a:r>
              <a:rPr dirty="0" sz="3600" spc="-210"/>
              <a:t> </a:t>
            </a:r>
            <a:r>
              <a:rPr dirty="0" sz="3600"/>
              <a:t>on</a:t>
            </a:r>
            <a:r>
              <a:rPr dirty="0" sz="3600" spc="-210"/>
              <a:t> </a:t>
            </a:r>
            <a:r>
              <a:rPr dirty="0" sz="3600" spc="100"/>
              <a:t>AWS</a:t>
            </a:r>
            <a:endParaRPr sz="3600"/>
          </a:p>
        </p:txBody>
      </p:sp>
      <p:sp>
        <p:nvSpPr>
          <p:cNvPr id="10" name="object 10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7519" y="4292091"/>
            <a:ext cx="2630170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1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Liron</a:t>
            </a:r>
            <a:r>
              <a:rPr dirty="0" sz="16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Dor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ts val="1800"/>
              </a:lnSpc>
              <a:spcBef>
                <a:spcPts val="5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Solutions</a:t>
            </a:r>
            <a:r>
              <a:rPr dirty="0" sz="16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Architect</a:t>
            </a:r>
            <a:r>
              <a:rPr dirty="0" sz="16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Manager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16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16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7012" y="2184400"/>
            <a:ext cx="9302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9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13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86783" y="4292091"/>
            <a:ext cx="2044700" cy="7143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ct val="91300"/>
              </a:lnSpc>
              <a:spcBef>
                <a:spcPts val="265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Dima</a:t>
            </a:r>
            <a:r>
              <a:rPr dirty="0" sz="16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Breydo</a:t>
            </a:r>
            <a:r>
              <a:rPr dirty="0" sz="1600" spc="5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Solutions</a:t>
            </a:r>
            <a:r>
              <a:rPr dirty="0" sz="1600" spc="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Architect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16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16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8509" y="4292091"/>
            <a:ext cx="1762760" cy="71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10"/>
              </a:lnSpc>
              <a:spcBef>
                <a:spcPts val="100"/>
              </a:spcBef>
            </a:pP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Shimon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Tolts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ts val="1800"/>
              </a:lnSpc>
              <a:spcBef>
                <a:spcPts val="50"/>
              </a:spcBef>
            </a:pPr>
            <a:r>
              <a:rPr dirty="0" sz="1600" spc="50">
                <a:solidFill>
                  <a:srgbClr val="FFFFFF"/>
                </a:solidFill>
                <a:latin typeface="Trebuchet MS"/>
                <a:cs typeface="Trebuchet MS"/>
              </a:rPr>
              <a:t>CTO</a:t>
            </a:r>
            <a:r>
              <a:rPr dirty="0" sz="16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1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Co-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Founder Datree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13277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Agenda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2627" y="2607055"/>
            <a:ext cx="3537585" cy="1640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Microservices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 and</a:t>
            </a: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containers</a:t>
            </a:r>
            <a:endParaRPr sz="2100">
              <a:latin typeface="Trebuchet MS"/>
              <a:cs typeface="Trebuchet MS"/>
            </a:endParaRPr>
          </a:p>
          <a:p>
            <a:pPr marL="12700" marR="208279">
              <a:lnSpc>
                <a:spcPts val="5110"/>
              </a:lnSpc>
              <a:spcBef>
                <a:spcPts val="380"/>
              </a:spcBef>
            </a:pPr>
            <a:r>
              <a:rPr dirty="0" sz="2100" spc="165">
                <a:solidFill>
                  <a:srgbClr val="FFFFFF"/>
                </a:solidFill>
                <a:latin typeface="Trebuchet MS"/>
                <a:cs typeface="Trebuchet MS"/>
              </a:rPr>
              <a:t>AWS</a:t>
            </a:r>
            <a:r>
              <a:rPr dirty="0" sz="21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services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Datree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live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Trebuchet MS"/>
                <a:cs typeface="Trebuchet MS"/>
              </a:rPr>
              <a:t>demo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6115050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500"/>
              </a:spcBef>
            </a:pPr>
            <a:r>
              <a:rPr dirty="0" spc="-25"/>
              <a:t>When</a:t>
            </a:r>
            <a:r>
              <a:rPr dirty="0" spc="-254"/>
              <a:t> </a:t>
            </a:r>
            <a:r>
              <a:rPr dirty="0" spc="-114"/>
              <a:t>the</a:t>
            </a:r>
            <a:r>
              <a:rPr dirty="0" spc="-254"/>
              <a:t> </a:t>
            </a:r>
            <a:r>
              <a:rPr dirty="0" spc="-150"/>
              <a:t>impact</a:t>
            </a:r>
            <a:r>
              <a:rPr dirty="0" spc="-254"/>
              <a:t> </a:t>
            </a:r>
            <a:r>
              <a:rPr dirty="0" spc="-35"/>
              <a:t>of</a:t>
            </a:r>
            <a:r>
              <a:rPr dirty="0" spc="-254"/>
              <a:t> </a:t>
            </a:r>
            <a:r>
              <a:rPr dirty="0" spc="-75"/>
              <a:t>change</a:t>
            </a:r>
            <a:r>
              <a:rPr dirty="0" spc="-254"/>
              <a:t> </a:t>
            </a:r>
            <a:r>
              <a:rPr dirty="0" spc="-135"/>
              <a:t>is</a:t>
            </a:r>
            <a:r>
              <a:rPr dirty="0" spc="-245"/>
              <a:t> </a:t>
            </a:r>
            <a:r>
              <a:rPr dirty="0" spc="-150"/>
              <a:t>small, </a:t>
            </a:r>
            <a:r>
              <a:rPr dirty="0" spc="-170"/>
              <a:t>release</a:t>
            </a:r>
            <a:r>
              <a:rPr dirty="0" spc="-240"/>
              <a:t> </a:t>
            </a:r>
            <a:r>
              <a:rPr dirty="0" spc="-170"/>
              <a:t>velocity</a:t>
            </a:r>
            <a:r>
              <a:rPr dirty="0" spc="-235"/>
              <a:t> </a:t>
            </a:r>
            <a:r>
              <a:rPr dirty="0" spc="-114"/>
              <a:t>can</a:t>
            </a:r>
            <a:r>
              <a:rPr dirty="0" spc="-235"/>
              <a:t> </a:t>
            </a:r>
            <a:r>
              <a:rPr dirty="0" spc="-25"/>
              <a:t>increase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999614" y="4758944"/>
            <a:ext cx="1518920" cy="586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505"/>
              </a:lnSpc>
              <a:spcBef>
                <a:spcPts val="100"/>
              </a:spcBef>
            </a:pPr>
            <a:r>
              <a:rPr dirty="0" sz="2100" spc="55" b="1">
                <a:solidFill>
                  <a:srgbClr val="E72C97"/>
                </a:solidFill>
                <a:latin typeface="Trebuchet MS"/>
                <a:cs typeface="Trebuchet MS"/>
              </a:rPr>
              <a:t>Monolith</a:t>
            </a:r>
            <a:endParaRPr sz="2100">
              <a:latin typeface="Trebuchet MS"/>
              <a:cs typeface="Trebuchet MS"/>
            </a:endParaRPr>
          </a:p>
          <a:p>
            <a:pPr algn="ctr">
              <a:lnSpc>
                <a:spcPts val="1905"/>
              </a:lnSpc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Does</a:t>
            </a:r>
            <a:r>
              <a:rPr dirty="0" sz="16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905" y="2889014"/>
            <a:ext cx="1637067" cy="164625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433183" y="4758944"/>
            <a:ext cx="1732280" cy="586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505"/>
              </a:lnSpc>
              <a:spcBef>
                <a:spcPts val="100"/>
              </a:spcBef>
            </a:pPr>
            <a:r>
              <a:rPr dirty="0" sz="2100" spc="-10" b="1">
                <a:solidFill>
                  <a:srgbClr val="E72C97"/>
                </a:solidFill>
                <a:latin typeface="Trebuchet MS"/>
                <a:cs typeface="Trebuchet MS"/>
              </a:rPr>
              <a:t>Microservices</a:t>
            </a:r>
            <a:endParaRPr sz="2100">
              <a:latin typeface="Trebuchet MS"/>
              <a:cs typeface="Trebuchet MS"/>
            </a:endParaRPr>
          </a:p>
          <a:p>
            <a:pPr algn="ctr" marL="1905">
              <a:lnSpc>
                <a:spcPts val="1905"/>
              </a:lnSpc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Does</a:t>
            </a: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one</a:t>
            </a: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thing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419088" y="2782823"/>
            <a:ext cx="1762125" cy="1841500"/>
            <a:chOff x="6419088" y="2782823"/>
            <a:chExt cx="1762125" cy="18415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4036" y="3197424"/>
              <a:ext cx="47922" cy="102494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6034" y="3197847"/>
              <a:ext cx="28360" cy="103877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8116" y="2908303"/>
              <a:ext cx="894361" cy="64048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5988" y="2920725"/>
              <a:ext cx="885794" cy="62785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4074" y="3885533"/>
              <a:ext cx="878880" cy="5953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85008" y="3871120"/>
              <a:ext cx="862378" cy="58948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4688" y="2869666"/>
              <a:ext cx="19051" cy="166377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6358" y="3248506"/>
              <a:ext cx="1482531" cy="945093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0400" y="2782823"/>
              <a:ext cx="579120" cy="5791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093243" y="286966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8" y="20427"/>
                  </a:lnTo>
                  <a:lnTo>
                    <a:pt x="75273" y="44151"/>
                  </a:lnTo>
                  <a:lnTo>
                    <a:pt x="44150" y="75274"/>
                  </a:lnTo>
                  <a:lnTo>
                    <a:pt x="20426" y="112589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2"/>
                  </a:lnTo>
                  <a:lnTo>
                    <a:pt x="20426" y="289353"/>
                  </a:lnTo>
                  <a:lnTo>
                    <a:pt x="44150" y="326668"/>
                  </a:lnTo>
                  <a:lnTo>
                    <a:pt x="75273" y="357791"/>
                  </a:lnTo>
                  <a:lnTo>
                    <a:pt x="112588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2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093243" y="2869666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19088" y="3112007"/>
              <a:ext cx="579119" cy="57912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502586" y="31976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9" y="20427"/>
                  </a:lnTo>
                  <a:lnTo>
                    <a:pt x="75274" y="44151"/>
                  </a:lnTo>
                  <a:lnTo>
                    <a:pt x="44151" y="75274"/>
                  </a:lnTo>
                  <a:lnTo>
                    <a:pt x="20427" y="112589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1"/>
                  </a:lnTo>
                  <a:lnTo>
                    <a:pt x="20427" y="289353"/>
                  </a:lnTo>
                  <a:lnTo>
                    <a:pt x="44151" y="326668"/>
                  </a:lnTo>
                  <a:lnTo>
                    <a:pt x="75274" y="357791"/>
                  </a:lnTo>
                  <a:lnTo>
                    <a:pt x="112589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1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02586" y="31976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10400" y="4044695"/>
              <a:ext cx="579120" cy="57911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7093243" y="413150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8" y="20426"/>
                  </a:lnTo>
                  <a:lnTo>
                    <a:pt x="75273" y="44150"/>
                  </a:lnTo>
                  <a:lnTo>
                    <a:pt x="44150" y="75273"/>
                  </a:lnTo>
                  <a:lnTo>
                    <a:pt x="20426" y="112588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1"/>
                  </a:lnTo>
                  <a:lnTo>
                    <a:pt x="20426" y="289353"/>
                  </a:lnTo>
                  <a:lnTo>
                    <a:pt x="44150" y="326668"/>
                  </a:lnTo>
                  <a:lnTo>
                    <a:pt x="75273" y="357791"/>
                  </a:lnTo>
                  <a:lnTo>
                    <a:pt x="112588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1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8"/>
                  </a:lnTo>
                  <a:lnTo>
                    <a:pt x="357791" y="75273"/>
                  </a:lnTo>
                  <a:lnTo>
                    <a:pt x="326668" y="44150"/>
                  </a:lnTo>
                  <a:lnTo>
                    <a:pt x="289353" y="20426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093243" y="4131500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92568" y="3745991"/>
              <a:ext cx="579120" cy="57912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674589" y="38345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8" y="20427"/>
                  </a:lnTo>
                  <a:lnTo>
                    <a:pt x="75273" y="44151"/>
                  </a:lnTo>
                  <a:lnTo>
                    <a:pt x="44150" y="75274"/>
                  </a:lnTo>
                  <a:lnTo>
                    <a:pt x="20426" y="112589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1"/>
                  </a:lnTo>
                  <a:lnTo>
                    <a:pt x="20426" y="289353"/>
                  </a:lnTo>
                  <a:lnTo>
                    <a:pt x="44150" y="326668"/>
                  </a:lnTo>
                  <a:lnTo>
                    <a:pt x="75273" y="357791"/>
                  </a:lnTo>
                  <a:lnTo>
                    <a:pt x="112588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1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674589" y="3834593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10400" y="3413759"/>
              <a:ext cx="579120" cy="57912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093243" y="350058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8" y="20427"/>
                  </a:lnTo>
                  <a:lnTo>
                    <a:pt x="75273" y="44151"/>
                  </a:lnTo>
                  <a:lnTo>
                    <a:pt x="44150" y="75274"/>
                  </a:lnTo>
                  <a:lnTo>
                    <a:pt x="20426" y="112589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2"/>
                  </a:lnTo>
                  <a:lnTo>
                    <a:pt x="20426" y="289353"/>
                  </a:lnTo>
                  <a:lnTo>
                    <a:pt x="44150" y="326668"/>
                  </a:lnTo>
                  <a:lnTo>
                    <a:pt x="75273" y="357791"/>
                  </a:lnTo>
                  <a:lnTo>
                    <a:pt x="112588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2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093243" y="350058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49568" y="3733799"/>
              <a:ext cx="579119" cy="57912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531466" y="382015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9" y="20427"/>
                  </a:lnTo>
                  <a:lnTo>
                    <a:pt x="75274" y="44151"/>
                  </a:lnTo>
                  <a:lnTo>
                    <a:pt x="44151" y="75274"/>
                  </a:lnTo>
                  <a:lnTo>
                    <a:pt x="20427" y="112589"/>
                  </a:lnTo>
                  <a:lnTo>
                    <a:pt x="5307" y="154891"/>
                  </a:lnTo>
                  <a:lnTo>
                    <a:pt x="0" y="200972"/>
                  </a:lnTo>
                  <a:lnTo>
                    <a:pt x="5307" y="247053"/>
                  </a:lnTo>
                  <a:lnTo>
                    <a:pt x="20427" y="289354"/>
                  </a:lnTo>
                  <a:lnTo>
                    <a:pt x="44151" y="326669"/>
                  </a:lnTo>
                  <a:lnTo>
                    <a:pt x="75274" y="357792"/>
                  </a:lnTo>
                  <a:lnTo>
                    <a:pt x="112589" y="381516"/>
                  </a:lnTo>
                  <a:lnTo>
                    <a:pt x="154890" y="396635"/>
                  </a:lnTo>
                  <a:lnTo>
                    <a:pt x="200971" y="401943"/>
                  </a:lnTo>
                  <a:lnTo>
                    <a:pt x="247052" y="396635"/>
                  </a:lnTo>
                  <a:lnTo>
                    <a:pt x="289353" y="381516"/>
                  </a:lnTo>
                  <a:lnTo>
                    <a:pt x="326668" y="357792"/>
                  </a:lnTo>
                  <a:lnTo>
                    <a:pt x="357791" y="326669"/>
                  </a:lnTo>
                  <a:lnTo>
                    <a:pt x="381515" y="289354"/>
                  </a:lnTo>
                  <a:lnTo>
                    <a:pt x="396634" y="247053"/>
                  </a:lnTo>
                  <a:lnTo>
                    <a:pt x="401942" y="200972"/>
                  </a:lnTo>
                  <a:lnTo>
                    <a:pt x="396634" y="154891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2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531466" y="3820157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01712" y="3108959"/>
              <a:ext cx="579120" cy="57912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683900" y="319793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200971" y="0"/>
                  </a:moveTo>
                  <a:lnTo>
                    <a:pt x="154890" y="5307"/>
                  </a:lnTo>
                  <a:lnTo>
                    <a:pt x="112589" y="20427"/>
                  </a:lnTo>
                  <a:lnTo>
                    <a:pt x="75274" y="44151"/>
                  </a:lnTo>
                  <a:lnTo>
                    <a:pt x="44151" y="75274"/>
                  </a:lnTo>
                  <a:lnTo>
                    <a:pt x="20427" y="112589"/>
                  </a:lnTo>
                  <a:lnTo>
                    <a:pt x="5307" y="154890"/>
                  </a:lnTo>
                  <a:lnTo>
                    <a:pt x="0" y="200971"/>
                  </a:lnTo>
                  <a:lnTo>
                    <a:pt x="5307" y="247052"/>
                  </a:lnTo>
                  <a:lnTo>
                    <a:pt x="20427" y="289353"/>
                  </a:lnTo>
                  <a:lnTo>
                    <a:pt x="44151" y="326668"/>
                  </a:lnTo>
                  <a:lnTo>
                    <a:pt x="75274" y="357791"/>
                  </a:lnTo>
                  <a:lnTo>
                    <a:pt x="112589" y="381515"/>
                  </a:lnTo>
                  <a:lnTo>
                    <a:pt x="154890" y="396634"/>
                  </a:lnTo>
                  <a:lnTo>
                    <a:pt x="200971" y="401942"/>
                  </a:lnTo>
                  <a:lnTo>
                    <a:pt x="247051" y="396634"/>
                  </a:lnTo>
                  <a:lnTo>
                    <a:pt x="289353" y="381515"/>
                  </a:lnTo>
                  <a:lnTo>
                    <a:pt x="326668" y="357791"/>
                  </a:lnTo>
                  <a:lnTo>
                    <a:pt x="357791" y="326668"/>
                  </a:lnTo>
                  <a:lnTo>
                    <a:pt x="381515" y="289353"/>
                  </a:lnTo>
                  <a:lnTo>
                    <a:pt x="396634" y="247052"/>
                  </a:lnTo>
                  <a:lnTo>
                    <a:pt x="401942" y="200971"/>
                  </a:lnTo>
                  <a:lnTo>
                    <a:pt x="396634" y="154890"/>
                  </a:lnTo>
                  <a:lnTo>
                    <a:pt x="381515" y="112589"/>
                  </a:lnTo>
                  <a:lnTo>
                    <a:pt x="357791" y="75274"/>
                  </a:lnTo>
                  <a:lnTo>
                    <a:pt x="326668" y="44151"/>
                  </a:lnTo>
                  <a:lnTo>
                    <a:pt x="289353" y="20427"/>
                  </a:lnTo>
                  <a:lnTo>
                    <a:pt x="247051" y="5307"/>
                  </a:lnTo>
                  <a:lnTo>
                    <a:pt x="20097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683900" y="3197932"/>
              <a:ext cx="401955" cy="401955"/>
            </a:xfrm>
            <a:custGeom>
              <a:avLst/>
              <a:gdLst/>
              <a:ahLst/>
              <a:cxnLst/>
              <a:rect l="l" t="t" r="r" b="b"/>
              <a:pathLst>
                <a:path w="401954" h="401954">
                  <a:moveTo>
                    <a:pt x="0" y="200971"/>
                  </a:moveTo>
                  <a:lnTo>
                    <a:pt x="5307" y="154890"/>
                  </a:lnTo>
                  <a:lnTo>
                    <a:pt x="20426" y="112589"/>
                  </a:lnTo>
                  <a:lnTo>
                    <a:pt x="44151" y="75274"/>
                  </a:lnTo>
                  <a:lnTo>
                    <a:pt x="75274" y="44151"/>
                  </a:lnTo>
                  <a:lnTo>
                    <a:pt x="112589" y="20426"/>
                  </a:lnTo>
                  <a:lnTo>
                    <a:pt x="154890" y="5307"/>
                  </a:lnTo>
                  <a:lnTo>
                    <a:pt x="200971" y="0"/>
                  </a:lnTo>
                  <a:lnTo>
                    <a:pt x="247052" y="5307"/>
                  </a:lnTo>
                  <a:lnTo>
                    <a:pt x="289353" y="20426"/>
                  </a:lnTo>
                  <a:lnTo>
                    <a:pt x="326668" y="44151"/>
                  </a:lnTo>
                  <a:lnTo>
                    <a:pt x="357791" y="75274"/>
                  </a:lnTo>
                  <a:lnTo>
                    <a:pt x="381515" y="112589"/>
                  </a:lnTo>
                  <a:lnTo>
                    <a:pt x="396634" y="154890"/>
                  </a:lnTo>
                  <a:lnTo>
                    <a:pt x="401942" y="200971"/>
                  </a:lnTo>
                  <a:lnTo>
                    <a:pt x="396634" y="247052"/>
                  </a:lnTo>
                  <a:lnTo>
                    <a:pt x="381515" y="289353"/>
                  </a:lnTo>
                  <a:lnTo>
                    <a:pt x="357791" y="326668"/>
                  </a:lnTo>
                  <a:lnTo>
                    <a:pt x="326668" y="357791"/>
                  </a:lnTo>
                  <a:lnTo>
                    <a:pt x="289353" y="381515"/>
                  </a:lnTo>
                  <a:lnTo>
                    <a:pt x="247052" y="396634"/>
                  </a:lnTo>
                  <a:lnTo>
                    <a:pt x="200971" y="401942"/>
                  </a:lnTo>
                  <a:lnTo>
                    <a:pt x="154890" y="396634"/>
                  </a:lnTo>
                  <a:lnTo>
                    <a:pt x="112589" y="381515"/>
                  </a:lnTo>
                  <a:lnTo>
                    <a:pt x="75274" y="357791"/>
                  </a:lnTo>
                  <a:lnTo>
                    <a:pt x="44151" y="326668"/>
                  </a:lnTo>
                  <a:lnTo>
                    <a:pt x="20426" y="289353"/>
                  </a:lnTo>
                  <a:lnTo>
                    <a:pt x="5307" y="247052"/>
                  </a:lnTo>
                  <a:lnTo>
                    <a:pt x="0" y="20097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6983" y="2278440"/>
            <a:ext cx="2201545" cy="3670300"/>
            <a:chOff x="416983" y="2278440"/>
            <a:chExt cx="2201545" cy="3670300"/>
          </a:xfrm>
        </p:grpSpPr>
        <p:sp>
          <p:nvSpPr>
            <p:cNvPr id="3" name="object 3" descr=""/>
            <p:cNvSpPr/>
            <p:nvPr/>
          </p:nvSpPr>
          <p:spPr>
            <a:xfrm>
              <a:off x="423333" y="2284790"/>
              <a:ext cx="2188845" cy="3657600"/>
            </a:xfrm>
            <a:custGeom>
              <a:avLst/>
              <a:gdLst/>
              <a:ahLst/>
              <a:cxnLst/>
              <a:rect l="l" t="t" r="r" b="b"/>
              <a:pathLst>
                <a:path w="2188845" h="3657600">
                  <a:moveTo>
                    <a:pt x="0" y="0"/>
                  </a:moveTo>
                  <a:lnTo>
                    <a:pt x="2188325" y="0"/>
                  </a:lnTo>
                  <a:lnTo>
                    <a:pt x="2188325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2690023"/>
              <a:ext cx="158226" cy="8689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245" y="2407426"/>
              <a:ext cx="461243" cy="29633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31411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1411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1411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1411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1411" y="250602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1411" y="250414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5210" y="248030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1487" y="253174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1487" y="2610799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1487" y="255182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51487" y="257127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40956" y="253174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0956" y="255182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40956" y="257127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1487" y="259323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2690023"/>
              <a:ext cx="158226" cy="8689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93" y="2407426"/>
              <a:ext cx="461243" cy="29633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138759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38759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38759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38759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38759" y="250602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38759" y="250414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52550" y="248030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30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58835" y="253174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58835" y="2610799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158835" y="255182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58835" y="257127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48304" y="253174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48304" y="255182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48304" y="257127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58835" y="259323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2690023"/>
              <a:ext cx="158226" cy="8689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941" y="2407426"/>
              <a:ext cx="461243" cy="29633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646106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46106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646106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646106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646106" y="250602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46106" y="250414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59902" y="248030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666182" y="253174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66182" y="2610799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666182" y="255182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666182" y="257127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55652" y="253174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855652" y="255182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855652" y="257127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66182" y="259323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2690023"/>
              <a:ext cx="158226" cy="8689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288" y="2407426"/>
              <a:ext cx="461243" cy="29633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2153455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153455" y="246901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153455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153455" y="250414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153455" y="250602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153455" y="250414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167255" y="248030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73530" y="253174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73530" y="2610799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73530" y="255182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173530" y="257127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363000" y="253174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363000" y="255182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363000" y="257127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173530" y="259323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3298489"/>
              <a:ext cx="158226" cy="8689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245" y="3015892"/>
              <a:ext cx="461243" cy="296329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631411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31411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31411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31411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31411" y="311449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31411" y="311261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45210" y="308877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12" y="2451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51"/>
                  </a:lnTo>
                  <a:close/>
                </a:path>
                <a:path w="54609" h="11430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51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09" h="11430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51487" y="3140214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51487" y="3219265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51487" y="3160290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51487" y="3179739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840956" y="3140214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40956" y="316029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40956" y="3179739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1487" y="320169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3298489"/>
              <a:ext cx="158226" cy="86893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4593" y="3015892"/>
              <a:ext cx="461243" cy="296329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138759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138759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138759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138759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38759" y="311449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138759" y="311261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152550" y="308877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25" y="2451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51"/>
                  </a:lnTo>
                  <a:close/>
                </a:path>
                <a:path w="54609" h="11430">
                  <a:moveTo>
                    <a:pt x="33261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51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38"/>
                  </a:lnTo>
                  <a:lnTo>
                    <a:pt x="33261" y="2451"/>
                  </a:lnTo>
                  <a:close/>
                </a:path>
                <a:path w="54609" h="11430">
                  <a:moveTo>
                    <a:pt x="54584" y="2451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51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58835" y="3140214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58835" y="3219265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158835" y="3160290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158835" y="3179739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348304" y="3140214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348304" y="316029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48304" y="3179739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158835" y="320169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3298489"/>
              <a:ext cx="158226" cy="86893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1941" y="3015892"/>
              <a:ext cx="461243" cy="296329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1646106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46106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646106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646106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646106" y="311449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46106" y="311261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659902" y="308877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25" y="2451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51"/>
                  </a:lnTo>
                  <a:close/>
                </a:path>
                <a:path w="54610" h="11430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51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10" h="11430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666182" y="3140214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666182" y="3219265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66182" y="3160290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666182" y="3179739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855652" y="3140214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855652" y="316029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855652" y="3179739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666182" y="320169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3298489"/>
              <a:ext cx="158226" cy="86893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9288" y="3015892"/>
              <a:ext cx="461243" cy="296329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2153455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153455" y="3077476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153455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153455" y="311261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153455" y="311449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153455" y="311261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167255" y="3088779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12" y="2451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51"/>
                  </a:lnTo>
                  <a:close/>
                </a:path>
                <a:path w="54610" h="11430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51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10" h="11430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173530" y="3140214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2173530" y="3219265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2173530" y="3160290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2173530" y="3179739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363000" y="3140214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363000" y="3160290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2363000" y="3179739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2173530" y="320169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839" y="3906713"/>
              <a:ext cx="158226" cy="87135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245" y="3624356"/>
              <a:ext cx="461243" cy="296330"/>
            </a:xfrm>
            <a:prstGeom prst="rect">
              <a:avLst/>
            </a:prstGeom>
          </p:spPr>
        </p:pic>
        <p:sp>
          <p:nvSpPr>
            <p:cNvPr id="142" name="object 142" descr=""/>
            <p:cNvSpPr/>
            <p:nvPr/>
          </p:nvSpPr>
          <p:spPr>
            <a:xfrm>
              <a:off x="631411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6"/>
                  </a:lnTo>
                  <a:lnTo>
                    <a:pt x="272911" y="173156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631411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631411" y="3721075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631411" y="372295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31411" y="3721075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45210" y="369723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51487" y="3748680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51487" y="382773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51487" y="376875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51487" y="378820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40956" y="374868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40956" y="376875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40956" y="378820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51487" y="381016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8187" y="3906713"/>
              <a:ext cx="158226" cy="87135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593" y="3624356"/>
              <a:ext cx="461243" cy="296330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138759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6"/>
                  </a:lnTo>
                  <a:lnTo>
                    <a:pt x="272911" y="173156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138759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138759" y="3721075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138759" y="372295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138759" y="3721075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152550" y="369723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158835" y="3748680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158835" y="382773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158835" y="376875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158835" y="378820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348304" y="374868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348304" y="376875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348304" y="378820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58835" y="381016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5536" y="3906713"/>
              <a:ext cx="158226" cy="87135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1941" y="3624356"/>
              <a:ext cx="461243" cy="296330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1646106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6"/>
                  </a:lnTo>
                  <a:lnTo>
                    <a:pt x="272911" y="173156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646106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646106" y="3721075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646106" y="372295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646106" y="3721075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659902" y="369723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666182" y="3748680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666182" y="382773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666182" y="376875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666182" y="378820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855652" y="374868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855652" y="376875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855652" y="378820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666182" y="381016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2883" y="3906713"/>
              <a:ext cx="158226" cy="87135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9288" y="3624356"/>
              <a:ext cx="461243" cy="296330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2153455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6"/>
                  </a:lnTo>
                  <a:lnTo>
                    <a:pt x="272910" y="173156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2153455" y="368594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2153455" y="3721075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2153455" y="372295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2153455" y="3721075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2167255" y="369723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2173530" y="3748680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2173530" y="382773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173530" y="376875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2173530" y="378820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2363000" y="374868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2363000" y="376875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2363000" y="378820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2173530" y="381016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4515420"/>
              <a:ext cx="158226" cy="86893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245" y="4232822"/>
              <a:ext cx="461243" cy="296329"/>
            </a:xfrm>
            <a:prstGeom prst="rect">
              <a:avLst/>
            </a:prstGeom>
          </p:spPr>
        </p:pic>
        <p:sp>
          <p:nvSpPr>
            <p:cNvPr id="206" name="object 206" descr=""/>
            <p:cNvSpPr/>
            <p:nvPr/>
          </p:nvSpPr>
          <p:spPr>
            <a:xfrm>
              <a:off x="631411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631411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631411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631411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631411" y="433142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631411" y="432954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645210" y="430570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651487" y="435714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651487" y="443619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651487" y="437722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51487" y="439667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840956" y="435714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840956" y="437722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840956" y="439667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651487" y="441862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4515420"/>
              <a:ext cx="158226" cy="86893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593" y="4232822"/>
              <a:ext cx="461243" cy="296329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1138759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138759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138759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138759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138759" y="433142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138759" y="432954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152550" y="430570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158835" y="435714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158835" y="443619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158835" y="437722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158835" y="439667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348304" y="435714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348304" y="437722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348304" y="439667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58835" y="441862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4515420"/>
              <a:ext cx="158226" cy="86893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1941" y="4232822"/>
              <a:ext cx="461243" cy="296329"/>
            </a:xfrm>
            <a:prstGeom prst="rect">
              <a:avLst/>
            </a:prstGeom>
          </p:spPr>
        </p:pic>
        <p:sp>
          <p:nvSpPr>
            <p:cNvPr id="240" name="object 240" descr=""/>
            <p:cNvSpPr/>
            <p:nvPr/>
          </p:nvSpPr>
          <p:spPr>
            <a:xfrm>
              <a:off x="1646106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646106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646106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646106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646106" y="433142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646106" y="432954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659902" y="430570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666182" y="435714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666182" y="443619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666182" y="437722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666182" y="439667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855652" y="435714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855652" y="437722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855652" y="439667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666182" y="441862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4515420"/>
              <a:ext cx="158226" cy="86893"/>
            </a:xfrm>
            <a:prstGeom prst="rect">
              <a:avLst/>
            </a:prstGeom>
          </p:spPr>
        </p:pic>
        <p:pic>
          <p:nvPicPr>
            <p:cNvPr id="256" name="object 2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9288" y="4232822"/>
              <a:ext cx="461243" cy="296329"/>
            </a:xfrm>
            <a:prstGeom prst="rect">
              <a:avLst/>
            </a:prstGeom>
          </p:spPr>
        </p:pic>
        <p:sp>
          <p:nvSpPr>
            <p:cNvPr id="257" name="object 257" descr=""/>
            <p:cNvSpPr/>
            <p:nvPr/>
          </p:nvSpPr>
          <p:spPr>
            <a:xfrm>
              <a:off x="2153455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2153455" y="429440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2153455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153455" y="432954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2153455" y="433142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2153455" y="432954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2167255" y="430570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2173530" y="435714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2173530" y="443619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2173530" y="437722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2173530" y="439667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363000" y="435714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2363000" y="437722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2363000" y="439667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173530" y="441862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5123885"/>
              <a:ext cx="158226" cy="86893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245" y="4841287"/>
              <a:ext cx="461243" cy="296330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631411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631411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631411" y="4938006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631411" y="493988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631411" y="493800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645210" y="491417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51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51"/>
                  </a:lnTo>
                  <a:close/>
                </a:path>
                <a:path w="54609" h="11429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51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09" h="11429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651487" y="496561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651487" y="504466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651487" y="498568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651487" y="50051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840956" y="496561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840956" y="4985687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840956" y="50051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651487" y="50270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5123885"/>
              <a:ext cx="158226" cy="86893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4593" y="4841287"/>
              <a:ext cx="461243" cy="296330"/>
            </a:xfrm>
            <a:prstGeom prst="rect">
              <a:avLst/>
            </a:prstGeom>
          </p:spPr>
        </p:pic>
        <p:sp>
          <p:nvSpPr>
            <p:cNvPr id="290" name="object 290" descr=""/>
            <p:cNvSpPr/>
            <p:nvPr/>
          </p:nvSpPr>
          <p:spPr>
            <a:xfrm>
              <a:off x="1138759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138759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138759" y="4938006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138759" y="493988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138759" y="493800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1152550" y="491417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51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51"/>
                  </a:lnTo>
                  <a:close/>
                </a:path>
                <a:path w="54609" h="11429">
                  <a:moveTo>
                    <a:pt x="33261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51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38"/>
                  </a:lnTo>
                  <a:lnTo>
                    <a:pt x="33261" y="2451"/>
                  </a:lnTo>
                  <a:close/>
                </a:path>
                <a:path w="54609" h="11429">
                  <a:moveTo>
                    <a:pt x="54584" y="2451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51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158835" y="496561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158835" y="504466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158835" y="498568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158835" y="50051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348304" y="496561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348304" y="4985687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348304" y="50051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158835" y="50270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5123885"/>
              <a:ext cx="158226" cy="86893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1941" y="4841287"/>
              <a:ext cx="461243" cy="296330"/>
            </a:xfrm>
            <a:prstGeom prst="rect">
              <a:avLst/>
            </a:prstGeom>
          </p:spPr>
        </p:pic>
        <p:sp>
          <p:nvSpPr>
            <p:cNvPr id="306" name="object 306" descr=""/>
            <p:cNvSpPr/>
            <p:nvPr/>
          </p:nvSpPr>
          <p:spPr>
            <a:xfrm>
              <a:off x="1646106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646106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46106" y="4938006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646106" y="493988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646106" y="493800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659902" y="491417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51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51"/>
                  </a:lnTo>
                  <a:close/>
                </a:path>
                <a:path w="54610" h="11429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51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10" h="11429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666182" y="496561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666182" y="504466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666182" y="498568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666182" y="50051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855652" y="496561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855652" y="4985687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855652" y="50051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666182" y="50270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5123885"/>
              <a:ext cx="158226" cy="86893"/>
            </a:xfrm>
            <a:prstGeom prst="rect">
              <a:avLst/>
            </a:prstGeom>
          </p:spPr>
        </p:pic>
        <p:pic>
          <p:nvPicPr>
            <p:cNvPr id="321" name="object 3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9288" y="4841287"/>
              <a:ext cx="461243" cy="296330"/>
            </a:xfrm>
            <a:prstGeom prst="rect">
              <a:avLst/>
            </a:prstGeom>
          </p:spPr>
        </p:pic>
        <p:sp>
          <p:nvSpPr>
            <p:cNvPr id="322" name="object 322" descr=""/>
            <p:cNvSpPr/>
            <p:nvPr/>
          </p:nvSpPr>
          <p:spPr>
            <a:xfrm>
              <a:off x="2153455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2153455" y="4902873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2153455" y="4938006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2153455" y="493988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2153455" y="493800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2167255" y="491417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51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51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51"/>
                  </a:lnTo>
                  <a:close/>
                </a:path>
                <a:path w="54610" h="11429">
                  <a:moveTo>
                    <a:pt x="33248" y="2451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51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51"/>
                  </a:lnTo>
                  <a:close/>
                </a:path>
                <a:path w="54610" h="11429">
                  <a:moveTo>
                    <a:pt x="54584" y="2451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51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2173530" y="496561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2173530" y="504466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2173530" y="498568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2173530" y="50051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2363000" y="496561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2363000" y="4985687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2363000" y="50051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2173530" y="50270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5732352"/>
              <a:ext cx="158226" cy="86893"/>
            </a:xfrm>
            <a:prstGeom prst="rect">
              <a:avLst/>
            </a:prstGeom>
          </p:spPr>
        </p:pic>
        <p:pic>
          <p:nvPicPr>
            <p:cNvPr id="337" name="object 3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245" y="5449754"/>
              <a:ext cx="461243" cy="296329"/>
            </a:xfrm>
            <a:prstGeom prst="rect">
              <a:avLst/>
            </a:prstGeom>
          </p:spPr>
        </p:pic>
        <p:sp>
          <p:nvSpPr>
            <p:cNvPr id="338" name="object 338" descr=""/>
            <p:cNvSpPr/>
            <p:nvPr/>
          </p:nvSpPr>
          <p:spPr>
            <a:xfrm>
              <a:off x="631411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631411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631411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631411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631411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631411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645210" y="5522633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651487" y="557407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651487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651487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651487" y="561360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840956" y="557407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840956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840956" y="561360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651487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5732352"/>
              <a:ext cx="158226" cy="86893"/>
            </a:xfrm>
            <a:prstGeom prst="rect">
              <a:avLst/>
            </a:prstGeom>
          </p:spPr>
        </p:pic>
        <p:pic>
          <p:nvPicPr>
            <p:cNvPr id="354" name="object 35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93" y="5449754"/>
              <a:ext cx="461243" cy="296329"/>
            </a:xfrm>
            <a:prstGeom prst="rect">
              <a:avLst/>
            </a:prstGeom>
          </p:spPr>
        </p:pic>
        <p:sp>
          <p:nvSpPr>
            <p:cNvPr id="355" name="object 355" descr=""/>
            <p:cNvSpPr/>
            <p:nvPr/>
          </p:nvSpPr>
          <p:spPr>
            <a:xfrm>
              <a:off x="1138759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138759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138759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138759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138759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138759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152550" y="5522633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303"/>
                  </a:lnTo>
                  <a:lnTo>
                    <a:pt x="51993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158835" y="557407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158835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158835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158835" y="561360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348304" y="557407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348304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348304" y="561360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1158835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5732352"/>
              <a:ext cx="158226" cy="86893"/>
            </a:xfrm>
            <a:prstGeom prst="rect">
              <a:avLst/>
            </a:prstGeom>
          </p:spPr>
        </p:pic>
        <p:pic>
          <p:nvPicPr>
            <p:cNvPr id="371" name="object 37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941" y="5449754"/>
              <a:ext cx="461243" cy="296329"/>
            </a:xfrm>
            <a:prstGeom prst="rect">
              <a:avLst/>
            </a:prstGeom>
          </p:spPr>
        </p:pic>
        <p:sp>
          <p:nvSpPr>
            <p:cNvPr id="372" name="object 372" descr=""/>
            <p:cNvSpPr/>
            <p:nvPr/>
          </p:nvSpPr>
          <p:spPr>
            <a:xfrm>
              <a:off x="1646106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646106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646106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646106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646106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646106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659902" y="5522633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666182" y="557407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666182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666182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666182" y="561360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855652" y="557407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855652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855652" y="561360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666182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5732352"/>
              <a:ext cx="158226" cy="86893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288" y="5449754"/>
              <a:ext cx="461243" cy="296329"/>
            </a:xfrm>
            <a:prstGeom prst="rect">
              <a:avLst/>
            </a:prstGeom>
          </p:spPr>
        </p:pic>
        <p:sp>
          <p:nvSpPr>
            <p:cNvPr id="389" name="object 389" descr=""/>
            <p:cNvSpPr/>
            <p:nvPr/>
          </p:nvSpPr>
          <p:spPr>
            <a:xfrm>
              <a:off x="2153455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2153455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2153455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2153455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2153455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2153455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2167255" y="5522633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2173530" y="557407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2173530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2173530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2173530" y="561360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2363000" y="557407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2363000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2363000" y="561360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2173530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4" name="object 40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15786" y="3638885"/>
            <a:ext cx="1444132" cy="894810"/>
          </a:xfrm>
          <a:prstGeom prst="rect">
            <a:avLst/>
          </a:prstGeom>
        </p:spPr>
      </p:pic>
      <p:sp>
        <p:nvSpPr>
          <p:cNvPr id="405" name="object 405" descr=""/>
          <p:cNvSpPr txBox="1"/>
          <p:nvPr/>
        </p:nvSpPr>
        <p:spPr>
          <a:xfrm>
            <a:off x="8452784" y="3958335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06" name="object 40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24775" y="3638885"/>
            <a:ext cx="1444132" cy="894810"/>
          </a:xfrm>
          <a:prstGeom prst="rect">
            <a:avLst/>
          </a:prstGeom>
        </p:spPr>
      </p:pic>
      <p:sp>
        <p:nvSpPr>
          <p:cNvPr id="407" name="object 407" descr=""/>
          <p:cNvSpPr txBox="1"/>
          <p:nvPr/>
        </p:nvSpPr>
        <p:spPr>
          <a:xfrm>
            <a:off x="7299344" y="3958335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08" name="object 40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56155" y="3638885"/>
            <a:ext cx="1321740" cy="894810"/>
          </a:xfrm>
          <a:prstGeom prst="rect">
            <a:avLst/>
          </a:prstGeom>
        </p:spPr>
      </p:pic>
      <p:sp>
        <p:nvSpPr>
          <p:cNvPr id="409" name="object 409" descr=""/>
          <p:cNvSpPr txBox="1"/>
          <p:nvPr/>
        </p:nvSpPr>
        <p:spPr>
          <a:xfrm>
            <a:off x="6295469" y="3958335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10" name="object 41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87534" y="3638885"/>
            <a:ext cx="1321740" cy="894810"/>
          </a:xfrm>
          <a:prstGeom prst="rect">
            <a:avLst/>
          </a:prstGeom>
        </p:spPr>
      </p:pic>
      <p:sp>
        <p:nvSpPr>
          <p:cNvPr id="411" name="object 411" descr=""/>
          <p:cNvSpPr txBox="1"/>
          <p:nvPr/>
        </p:nvSpPr>
        <p:spPr>
          <a:xfrm>
            <a:off x="5178167" y="3958335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12" name="object 41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02125" y="2250869"/>
            <a:ext cx="983291" cy="3607458"/>
          </a:xfrm>
          <a:prstGeom prst="rect">
            <a:avLst/>
          </a:prstGeom>
        </p:spPr>
      </p:pic>
      <p:sp>
        <p:nvSpPr>
          <p:cNvPr id="413" name="object 413" descr=""/>
          <p:cNvSpPr txBox="1"/>
          <p:nvPr/>
        </p:nvSpPr>
        <p:spPr>
          <a:xfrm>
            <a:off x="6223848" y="3232911"/>
            <a:ext cx="14363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5252"/>
                </a:solidFill>
                <a:latin typeface="Trebuchet MS"/>
                <a:cs typeface="Trebuchet MS"/>
              </a:rPr>
              <a:t>delivery</a:t>
            </a:r>
            <a:r>
              <a:rPr dirty="0" sz="1300" spc="-5" b="1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pipelines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15" name="object 415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14" name="object 414"/>
          <p:cNvSpPr txBox="1">
            <a:spLocks noGrp="1"/>
          </p:cNvSpPr>
          <p:nvPr>
            <p:ph type="title"/>
          </p:nvPr>
        </p:nvSpPr>
        <p:spPr>
          <a:xfrm>
            <a:off x="477012" y="1208454"/>
            <a:ext cx="5309870" cy="955675"/>
          </a:xfrm>
          <a:prstGeom prst="rect"/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pc="-60"/>
              <a:t>Monolith</a:t>
            </a:r>
            <a:r>
              <a:rPr dirty="0" spc="-215"/>
              <a:t> </a:t>
            </a:r>
            <a:r>
              <a:rPr dirty="0" spc="-110"/>
              <a:t>development</a:t>
            </a:r>
            <a:r>
              <a:rPr dirty="0" spc="-210"/>
              <a:t> </a:t>
            </a:r>
            <a:r>
              <a:rPr dirty="0" spc="-170"/>
              <a:t>lifecycle</a:t>
            </a:r>
          </a:p>
          <a:p>
            <a:pPr marL="585470">
              <a:lnSpc>
                <a:spcPct val="100000"/>
              </a:lnSpc>
              <a:spcBef>
                <a:spcPts val="560"/>
              </a:spcBef>
              <a:tabLst>
                <a:tab pos="2834005" algn="l"/>
              </a:tabLst>
            </a:pP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developers</a:t>
            </a:r>
            <a:r>
              <a:rPr dirty="0" sz="1300" b="1">
                <a:solidFill>
                  <a:srgbClr val="FF5252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services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810262" y="2490609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983" y="2246633"/>
            <a:ext cx="2201545" cy="488315"/>
            <a:chOff x="416983" y="2246633"/>
            <a:chExt cx="2201545" cy="4883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2596650"/>
              <a:ext cx="158226" cy="8713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245" y="2314294"/>
              <a:ext cx="461243" cy="29632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31411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1411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1411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1411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1411" y="241289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1411" y="241101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5210" y="2387180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63"/>
                  </a:lnTo>
                  <a:close/>
                </a:path>
                <a:path w="54609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1487" y="243861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1487" y="251766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1487" y="24586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51487" y="247814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40956" y="243861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0956" y="245869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40956" y="247814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1487" y="250010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2596650"/>
              <a:ext cx="158226" cy="8713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93" y="2314294"/>
              <a:ext cx="461243" cy="29632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138759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38759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38759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38759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38759" y="241289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38759" y="241101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52550" y="2387180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63"/>
                  </a:lnTo>
                  <a:close/>
                </a:path>
                <a:path w="54609" h="11430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38"/>
                  </a:lnTo>
                  <a:lnTo>
                    <a:pt x="33261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58835" y="243861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58835" y="251766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158835" y="24586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58835" y="247814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48304" y="243861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48304" y="245869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48304" y="247814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58835" y="250010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2596650"/>
              <a:ext cx="158226" cy="8713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941" y="2314294"/>
              <a:ext cx="461243" cy="29632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646106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46106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646106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646106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646106" y="241289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46106" y="241101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59902" y="2387180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666182" y="243861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66182" y="251766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666182" y="24586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666182" y="247814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55652" y="243861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855652" y="245869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855652" y="247814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66182" y="250010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2596650"/>
              <a:ext cx="158226" cy="8713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288" y="2314294"/>
              <a:ext cx="461243" cy="296329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2153455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153455" y="2375879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153455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153455" y="241101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153455" y="241289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153455" y="241101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167255" y="2387180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173530" y="2438617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173530" y="251766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73530" y="245869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173530" y="2478142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363000" y="2438617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363000" y="245869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363000" y="2478142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173530" y="250010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23333" y="2252983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416983" y="2873725"/>
            <a:ext cx="2201545" cy="488315"/>
            <a:chOff x="416983" y="2873725"/>
            <a:chExt cx="2201545" cy="488315"/>
          </a:xfrm>
        </p:grpSpPr>
        <p:pic>
          <p:nvPicPr>
            <p:cNvPr id="74" name="object 7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839" y="3223984"/>
              <a:ext cx="158226" cy="86893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245" y="2941386"/>
              <a:ext cx="461243" cy="296330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631411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31411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31411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31411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31411" y="303998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31411" y="303810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45210" y="3014268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51487" y="306570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51487" y="314476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51487" y="308578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51487" y="31052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40956" y="306570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40956" y="308578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40956" y="31052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51487" y="312719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8187" y="3223984"/>
              <a:ext cx="158226" cy="86893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93" y="2941386"/>
              <a:ext cx="461243" cy="296330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138759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138759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38759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138759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138759" y="303998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138759" y="303810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52550" y="3014268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30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30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158835" y="306570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158835" y="314476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158835" y="308578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158835" y="31052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48304" y="306570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348304" y="308578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348304" y="31052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158835" y="312719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5536" y="3223984"/>
              <a:ext cx="158226" cy="8689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941" y="2941386"/>
              <a:ext cx="461243" cy="296330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646106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646106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646106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46106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646106" y="303998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646106" y="303810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659902" y="3014268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66182" y="306570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666182" y="314476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666182" y="308578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666182" y="31052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855652" y="306570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855652" y="308578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855652" y="31052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666182" y="312719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2883" y="3223984"/>
              <a:ext cx="158226" cy="86893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288" y="2941386"/>
              <a:ext cx="461243" cy="296330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2153455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153455" y="3002970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5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153455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153455" y="3038104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30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153455" y="3039986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153455" y="303810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2167255" y="3014268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30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30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30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2173530" y="306570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2173530" y="3144760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173530" y="308578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173530" y="3105235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2363000" y="3065708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2363000" y="308578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2363000" y="3105235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2173530" y="3127193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423333" y="2880075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 descr=""/>
          <p:cNvGrpSpPr/>
          <p:nvPr/>
        </p:nvGrpSpPr>
        <p:grpSpPr>
          <a:xfrm>
            <a:off x="416983" y="3500817"/>
            <a:ext cx="2201545" cy="488315"/>
            <a:chOff x="416983" y="3500817"/>
            <a:chExt cx="2201545" cy="488315"/>
          </a:xfrm>
        </p:grpSpPr>
        <p:pic>
          <p:nvPicPr>
            <p:cNvPr id="144" name="object 1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839" y="3851075"/>
              <a:ext cx="158226" cy="86893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245" y="3568477"/>
              <a:ext cx="461243" cy="296330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631411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31411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31411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3"/>
                  </a:lnTo>
                  <a:lnTo>
                    <a:pt x="195115" y="138023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1411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31411" y="366707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31411" y="366519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45210" y="364135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51487" y="369280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51487" y="377185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51487" y="3712878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51487" y="3732326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40956" y="369280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40956" y="3712878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40956" y="3732326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651487" y="3754285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8187" y="3851075"/>
              <a:ext cx="158226" cy="86893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4593" y="3568477"/>
              <a:ext cx="461243" cy="296330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1138759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138759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138759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3"/>
                  </a:lnTo>
                  <a:lnTo>
                    <a:pt x="195116" y="138023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138759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138759" y="366707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138759" y="366519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152550" y="364135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303"/>
                  </a:lnTo>
                  <a:lnTo>
                    <a:pt x="51993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158835" y="369280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158835" y="377185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158835" y="3712878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158835" y="3732326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348304" y="369280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348304" y="3712878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348304" y="3732326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158835" y="3754285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5536" y="3851075"/>
              <a:ext cx="158226" cy="86893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1941" y="3568477"/>
              <a:ext cx="461243" cy="296330"/>
            </a:xfrm>
            <a:prstGeom prst="rect">
              <a:avLst/>
            </a:prstGeom>
          </p:spPr>
        </p:pic>
        <p:sp>
          <p:nvSpPr>
            <p:cNvPr id="180" name="object 180" descr=""/>
            <p:cNvSpPr/>
            <p:nvPr/>
          </p:nvSpPr>
          <p:spPr>
            <a:xfrm>
              <a:off x="1646106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646106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646106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3"/>
                  </a:lnTo>
                  <a:lnTo>
                    <a:pt x="195116" y="138023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646106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646106" y="366707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646106" y="366519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659902" y="364135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666182" y="369280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666182" y="377185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666182" y="3712878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666182" y="3732326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855652" y="369280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855652" y="3712878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855652" y="3732326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666182" y="3754285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2883" y="3851075"/>
              <a:ext cx="158226" cy="86893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9288" y="3568477"/>
              <a:ext cx="461243" cy="296330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2153455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153455" y="3630062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2153455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3"/>
                  </a:lnTo>
                  <a:lnTo>
                    <a:pt x="195115" y="138023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2153455" y="3665197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2153455" y="366707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2153455" y="3665197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2167255" y="3641356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2173530" y="3692801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2173530" y="3771851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2173530" y="3712878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2173530" y="3732326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2363000" y="3692801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2363000" y="3712878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2363000" y="3732326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2173530" y="3754285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423333" y="3507167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3" name="object 213" descr=""/>
          <p:cNvGrpSpPr/>
          <p:nvPr/>
        </p:nvGrpSpPr>
        <p:grpSpPr>
          <a:xfrm>
            <a:off x="416983" y="4127908"/>
            <a:ext cx="2201545" cy="488315"/>
            <a:chOff x="416983" y="4127908"/>
            <a:chExt cx="2201545" cy="488315"/>
          </a:xfrm>
        </p:grpSpPr>
        <p:pic>
          <p:nvPicPr>
            <p:cNvPr id="214" name="object 2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39" y="4477927"/>
              <a:ext cx="158226" cy="87135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245" y="4195569"/>
              <a:ext cx="461243" cy="296330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631411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31411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631411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631411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631411" y="429417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631411" y="429228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645210" y="4268457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51487" y="4319893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651487" y="4398943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51487" y="43399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651487" y="435941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840956" y="4319893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840956" y="433996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840956" y="4359418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651487" y="438137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187" y="4477927"/>
              <a:ext cx="158226" cy="87135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593" y="4195569"/>
              <a:ext cx="461243" cy="296330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1138759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138759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138759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38759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38759" y="429417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138759" y="429228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152550" y="4268457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38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158835" y="4319893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158835" y="4398943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158835" y="43399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158835" y="435941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348304" y="4319893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348304" y="433996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348304" y="4359418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158835" y="438137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536" y="4477927"/>
              <a:ext cx="158226" cy="87135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1941" y="4195569"/>
              <a:ext cx="461243" cy="296330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1646106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646106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646106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646106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646106" y="429417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646106" y="429228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659902" y="4268457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38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666182" y="4319893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666182" y="4398943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666182" y="43399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666182" y="435941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855652" y="4319893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855652" y="433996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855652" y="4359418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666182" y="438137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883" y="4477927"/>
              <a:ext cx="158226" cy="87135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9288" y="4195569"/>
              <a:ext cx="461243" cy="296330"/>
            </a:xfrm>
            <a:prstGeom prst="rect">
              <a:avLst/>
            </a:prstGeom>
          </p:spPr>
        </p:pic>
        <p:sp>
          <p:nvSpPr>
            <p:cNvPr id="267" name="object 267" descr=""/>
            <p:cNvSpPr/>
            <p:nvPr/>
          </p:nvSpPr>
          <p:spPr>
            <a:xfrm>
              <a:off x="2153455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153455" y="4257155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2153455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2153455" y="4292288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153455" y="429417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2153455" y="4292288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2167255" y="4268457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38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38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38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2173530" y="4319893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2173530" y="4398943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2173530" y="43399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2173530" y="435941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2363000" y="4319893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2363000" y="433996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2363000" y="4359418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2173530" y="4381376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423333" y="4134258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3" name="object 283" descr=""/>
          <p:cNvGrpSpPr/>
          <p:nvPr/>
        </p:nvGrpSpPr>
        <p:grpSpPr>
          <a:xfrm>
            <a:off x="416983" y="4755002"/>
            <a:ext cx="2201545" cy="488315"/>
            <a:chOff x="416983" y="4755002"/>
            <a:chExt cx="2201545" cy="488315"/>
          </a:xfrm>
        </p:grpSpPr>
        <p:pic>
          <p:nvPicPr>
            <p:cNvPr id="284" name="object 28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839" y="5105260"/>
              <a:ext cx="158226" cy="86893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245" y="4822662"/>
              <a:ext cx="461243" cy="296329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631411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631411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631411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631411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631411" y="492126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631411" y="491938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645210" y="4895545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651487" y="494698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651487" y="502603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651487" y="49670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651487" y="498651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840956" y="494698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840956" y="496706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840956" y="498651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651487" y="50084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8187" y="5105260"/>
              <a:ext cx="158226" cy="86893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93" y="4822662"/>
              <a:ext cx="461243" cy="296329"/>
            </a:xfrm>
            <a:prstGeom prst="rect">
              <a:avLst/>
            </a:prstGeom>
          </p:spPr>
        </p:pic>
        <p:sp>
          <p:nvSpPr>
            <p:cNvPr id="303" name="object 303" descr=""/>
            <p:cNvSpPr/>
            <p:nvPr/>
          </p:nvSpPr>
          <p:spPr>
            <a:xfrm>
              <a:off x="1138759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138759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138759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138759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138759" y="492126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138759" y="491938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152550" y="4895545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290"/>
                  </a:lnTo>
                  <a:lnTo>
                    <a:pt x="51993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158835" y="494698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158835" y="502603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158835" y="49670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158835" y="498651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348304" y="494698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348304" y="496706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348304" y="498651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158835" y="50084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5536" y="5105260"/>
              <a:ext cx="158226" cy="86893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941" y="4822662"/>
              <a:ext cx="461243" cy="296329"/>
            </a:xfrm>
            <a:prstGeom prst="rect">
              <a:avLst/>
            </a:prstGeom>
          </p:spPr>
        </p:pic>
        <p:sp>
          <p:nvSpPr>
            <p:cNvPr id="320" name="object 320" descr=""/>
            <p:cNvSpPr/>
            <p:nvPr/>
          </p:nvSpPr>
          <p:spPr>
            <a:xfrm>
              <a:off x="1646106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646106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646106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646106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646106" y="492126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646106" y="491938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659902" y="4895545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290"/>
                  </a:lnTo>
                  <a:lnTo>
                    <a:pt x="9321" y="11290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666182" y="494698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666182" y="502603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666182" y="49670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666182" y="498651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855652" y="494698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855652" y="496706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855652" y="498651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666182" y="50084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2883" y="5105260"/>
              <a:ext cx="158226" cy="86893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288" y="4822662"/>
              <a:ext cx="461243" cy="296329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2153455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2153455" y="4884247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2153455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2153455" y="4919380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2153455" y="492126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2153455" y="4919380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2167255" y="4895545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290"/>
                  </a:lnTo>
                  <a:lnTo>
                    <a:pt x="9321" y="11290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290"/>
                  </a:lnTo>
                  <a:lnTo>
                    <a:pt x="30619" y="11290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290"/>
                  </a:lnTo>
                  <a:lnTo>
                    <a:pt x="51981" y="11290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2173530" y="4946985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2173530" y="5026036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2173530" y="49670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2173530" y="4986510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2363000" y="4946985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2363000" y="496706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2363000" y="4986510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2173530" y="5008469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423333" y="4761352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3" name="object 353" descr=""/>
          <p:cNvGrpSpPr/>
          <p:nvPr/>
        </p:nvGrpSpPr>
        <p:grpSpPr>
          <a:xfrm>
            <a:off x="416983" y="5382093"/>
            <a:ext cx="2201545" cy="488315"/>
            <a:chOff x="416983" y="5382093"/>
            <a:chExt cx="2201545" cy="488315"/>
          </a:xfrm>
        </p:grpSpPr>
        <p:pic>
          <p:nvPicPr>
            <p:cNvPr id="354" name="object 3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839" y="5732352"/>
              <a:ext cx="158226" cy="86893"/>
            </a:xfrm>
            <a:prstGeom prst="rect">
              <a:avLst/>
            </a:prstGeom>
          </p:spPr>
        </p:pic>
        <p:pic>
          <p:nvPicPr>
            <p:cNvPr id="355" name="object 3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245" y="5449754"/>
              <a:ext cx="461243" cy="296329"/>
            </a:xfrm>
            <a:prstGeom prst="rect">
              <a:avLst/>
            </a:prstGeom>
          </p:spPr>
        </p:pic>
        <p:sp>
          <p:nvSpPr>
            <p:cNvPr id="356" name="object 356" descr=""/>
            <p:cNvSpPr/>
            <p:nvPr/>
          </p:nvSpPr>
          <p:spPr>
            <a:xfrm>
              <a:off x="631411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631411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631411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631411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631411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631411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645210" y="5522632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09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651487" y="557407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651487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5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651487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651487" y="5613601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840956" y="557407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840956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840956" y="5613601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651487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1" name="object 37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8187" y="5732352"/>
              <a:ext cx="158226" cy="86893"/>
            </a:xfrm>
            <a:prstGeom prst="rect">
              <a:avLst/>
            </a:prstGeom>
          </p:spPr>
        </p:pic>
        <p:pic>
          <p:nvPicPr>
            <p:cNvPr id="372" name="object 37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4593" y="5449754"/>
              <a:ext cx="461243" cy="296329"/>
            </a:xfrm>
            <a:prstGeom prst="rect">
              <a:avLst/>
            </a:prstGeom>
          </p:spPr>
        </p:pic>
        <p:sp>
          <p:nvSpPr>
            <p:cNvPr id="373" name="object 373" descr=""/>
            <p:cNvSpPr/>
            <p:nvPr/>
          </p:nvSpPr>
          <p:spPr>
            <a:xfrm>
              <a:off x="1138759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138759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138759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138759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138759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138759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152550" y="5522632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09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09" h="11429">
                  <a:moveTo>
                    <a:pt x="33261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61" y="8686"/>
                  </a:lnTo>
                  <a:lnTo>
                    <a:pt x="33261" y="5651"/>
                  </a:lnTo>
                  <a:lnTo>
                    <a:pt x="33261" y="2463"/>
                  </a:lnTo>
                  <a:close/>
                </a:path>
                <a:path w="54609" h="11429">
                  <a:moveTo>
                    <a:pt x="54584" y="2463"/>
                  </a:moveTo>
                  <a:lnTo>
                    <a:pt x="51993" y="0"/>
                  </a:lnTo>
                  <a:lnTo>
                    <a:pt x="45415" y="0"/>
                  </a:lnTo>
                  <a:lnTo>
                    <a:pt x="42672" y="2463"/>
                  </a:lnTo>
                  <a:lnTo>
                    <a:pt x="42672" y="8686"/>
                  </a:lnTo>
                  <a:lnTo>
                    <a:pt x="45415" y="11303"/>
                  </a:lnTo>
                  <a:lnTo>
                    <a:pt x="51993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158835" y="557407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158835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158835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158835" y="5613601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348304" y="557407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59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348304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348304" y="5613601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40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158835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8" name="object 38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5536" y="5732352"/>
              <a:ext cx="158226" cy="86893"/>
            </a:xfrm>
            <a:prstGeom prst="rect">
              <a:avLst/>
            </a:prstGeom>
          </p:spPr>
        </p:pic>
        <p:pic>
          <p:nvPicPr>
            <p:cNvPr id="389" name="object 38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1941" y="5449754"/>
              <a:ext cx="461243" cy="296329"/>
            </a:xfrm>
            <a:prstGeom prst="rect">
              <a:avLst/>
            </a:prstGeom>
          </p:spPr>
        </p:pic>
        <p:sp>
          <p:nvSpPr>
            <p:cNvPr id="390" name="object 390" descr=""/>
            <p:cNvSpPr/>
            <p:nvPr/>
          </p:nvSpPr>
          <p:spPr>
            <a:xfrm>
              <a:off x="1646106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1" y="173158"/>
                  </a:lnTo>
                  <a:lnTo>
                    <a:pt x="272911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646106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646106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6" y="138024"/>
                  </a:lnTo>
                  <a:lnTo>
                    <a:pt x="195116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646106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646106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646106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659902" y="5522632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25" y="2463"/>
                  </a:moveTo>
                  <a:lnTo>
                    <a:pt x="9321" y="0"/>
                  </a:lnTo>
                  <a:lnTo>
                    <a:pt x="2755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55" y="11303"/>
                  </a:lnTo>
                  <a:lnTo>
                    <a:pt x="9321" y="11303"/>
                  </a:lnTo>
                  <a:lnTo>
                    <a:pt x="11925" y="8686"/>
                  </a:lnTo>
                  <a:lnTo>
                    <a:pt x="11925" y="5651"/>
                  </a:lnTo>
                  <a:lnTo>
                    <a:pt x="11925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36" y="2463"/>
                  </a:lnTo>
                  <a:lnTo>
                    <a:pt x="21336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666182" y="557407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666182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666182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666182" y="5613601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855652" y="557407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855652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855652" y="5613601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666182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5" name="object 40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2883" y="5732352"/>
              <a:ext cx="158226" cy="86893"/>
            </a:xfrm>
            <a:prstGeom prst="rect">
              <a:avLst/>
            </a:prstGeom>
          </p:spPr>
        </p:pic>
        <p:pic>
          <p:nvPicPr>
            <p:cNvPr id="406" name="object 40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9288" y="5449754"/>
              <a:ext cx="461243" cy="296329"/>
            </a:xfrm>
            <a:prstGeom prst="rect">
              <a:avLst/>
            </a:prstGeom>
          </p:spPr>
        </p:pic>
        <p:sp>
          <p:nvSpPr>
            <p:cNvPr id="407" name="object 407" descr=""/>
            <p:cNvSpPr/>
            <p:nvPr/>
          </p:nvSpPr>
          <p:spPr>
            <a:xfrm>
              <a:off x="2153455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0" y="0"/>
                  </a:moveTo>
                  <a:lnTo>
                    <a:pt x="0" y="0"/>
                  </a:lnTo>
                  <a:lnTo>
                    <a:pt x="0" y="173158"/>
                  </a:lnTo>
                  <a:lnTo>
                    <a:pt x="272910" y="173158"/>
                  </a:lnTo>
                  <a:lnTo>
                    <a:pt x="272910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2153455" y="5511338"/>
              <a:ext cx="273050" cy="173355"/>
            </a:xfrm>
            <a:custGeom>
              <a:avLst/>
              <a:gdLst/>
              <a:ahLst/>
              <a:cxnLst/>
              <a:rect l="l" t="t" r="r" b="b"/>
              <a:pathLst>
                <a:path w="273050" h="173354">
                  <a:moveTo>
                    <a:pt x="272911" y="173158"/>
                  </a:moveTo>
                  <a:lnTo>
                    <a:pt x="0" y="173158"/>
                  </a:lnTo>
                  <a:lnTo>
                    <a:pt x="0" y="0"/>
                  </a:lnTo>
                  <a:lnTo>
                    <a:pt x="272911" y="0"/>
                  </a:lnTo>
                  <a:lnTo>
                    <a:pt x="272911" y="17315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2153455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5" y="0"/>
                  </a:moveTo>
                  <a:lnTo>
                    <a:pt x="0" y="0"/>
                  </a:lnTo>
                  <a:lnTo>
                    <a:pt x="0" y="138024"/>
                  </a:lnTo>
                  <a:lnTo>
                    <a:pt x="195115" y="138024"/>
                  </a:lnTo>
                  <a:lnTo>
                    <a:pt x="195115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2153455" y="5546472"/>
              <a:ext cx="195580" cy="138430"/>
            </a:xfrm>
            <a:custGeom>
              <a:avLst/>
              <a:gdLst/>
              <a:ahLst/>
              <a:cxnLst/>
              <a:rect l="l" t="t" r="r" b="b"/>
              <a:pathLst>
                <a:path w="195580" h="138429">
                  <a:moveTo>
                    <a:pt x="195116" y="138024"/>
                  </a:moveTo>
                  <a:lnTo>
                    <a:pt x="0" y="138024"/>
                  </a:lnTo>
                  <a:lnTo>
                    <a:pt x="0" y="0"/>
                  </a:lnTo>
                  <a:lnTo>
                    <a:pt x="195116" y="0"/>
                  </a:lnTo>
                  <a:lnTo>
                    <a:pt x="195116" y="138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2153455" y="5548354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272911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2153455" y="5546472"/>
              <a:ext cx="273050" cy="0"/>
            </a:xfrm>
            <a:custGeom>
              <a:avLst/>
              <a:gdLst/>
              <a:ahLst/>
              <a:cxnLst/>
              <a:rect l="l" t="t" r="r" b="b"/>
              <a:pathLst>
                <a:path w="273050" h="0">
                  <a:moveTo>
                    <a:pt x="0" y="0"/>
                  </a:moveTo>
                  <a:lnTo>
                    <a:pt x="0" y="0"/>
                  </a:lnTo>
                  <a:lnTo>
                    <a:pt x="27291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2167255" y="5522632"/>
              <a:ext cx="54610" cy="11430"/>
            </a:xfrm>
            <a:custGeom>
              <a:avLst/>
              <a:gdLst/>
              <a:ahLst/>
              <a:cxnLst/>
              <a:rect l="l" t="t" r="r" b="b"/>
              <a:pathLst>
                <a:path w="54610" h="11429">
                  <a:moveTo>
                    <a:pt x="11912" y="2463"/>
                  </a:moveTo>
                  <a:lnTo>
                    <a:pt x="9321" y="0"/>
                  </a:lnTo>
                  <a:lnTo>
                    <a:pt x="2743" y="0"/>
                  </a:lnTo>
                  <a:lnTo>
                    <a:pt x="0" y="2463"/>
                  </a:lnTo>
                  <a:lnTo>
                    <a:pt x="0" y="8686"/>
                  </a:lnTo>
                  <a:lnTo>
                    <a:pt x="2743" y="11303"/>
                  </a:lnTo>
                  <a:lnTo>
                    <a:pt x="9321" y="11303"/>
                  </a:lnTo>
                  <a:lnTo>
                    <a:pt x="11912" y="8686"/>
                  </a:lnTo>
                  <a:lnTo>
                    <a:pt x="11912" y="5651"/>
                  </a:lnTo>
                  <a:lnTo>
                    <a:pt x="11912" y="2463"/>
                  </a:lnTo>
                  <a:close/>
                </a:path>
                <a:path w="54610" h="11429">
                  <a:moveTo>
                    <a:pt x="33248" y="2463"/>
                  </a:moveTo>
                  <a:lnTo>
                    <a:pt x="30619" y="0"/>
                  </a:lnTo>
                  <a:lnTo>
                    <a:pt x="23964" y="0"/>
                  </a:lnTo>
                  <a:lnTo>
                    <a:pt x="21323" y="2463"/>
                  </a:lnTo>
                  <a:lnTo>
                    <a:pt x="21323" y="8686"/>
                  </a:lnTo>
                  <a:lnTo>
                    <a:pt x="23964" y="11303"/>
                  </a:lnTo>
                  <a:lnTo>
                    <a:pt x="30619" y="11303"/>
                  </a:lnTo>
                  <a:lnTo>
                    <a:pt x="33248" y="8686"/>
                  </a:lnTo>
                  <a:lnTo>
                    <a:pt x="33248" y="5651"/>
                  </a:lnTo>
                  <a:lnTo>
                    <a:pt x="33248" y="2463"/>
                  </a:lnTo>
                  <a:close/>
                </a:path>
                <a:path w="54610" h="11429">
                  <a:moveTo>
                    <a:pt x="54584" y="2463"/>
                  </a:moveTo>
                  <a:lnTo>
                    <a:pt x="51981" y="0"/>
                  </a:lnTo>
                  <a:lnTo>
                    <a:pt x="45415" y="0"/>
                  </a:lnTo>
                  <a:lnTo>
                    <a:pt x="42659" y="2463"/>
                  </a:lnTo>
                  <a:lnTo>
                    <a:pt x="42659" y="8686"/>
                  </a:lnTo>
                  <a:lnTo>
                    <a:pt x="45415" y="11303"/>
                  </a:lnTo>
                  <a:lnTo>
                    <a:pt x="51981" y="11303"/>
                  </a:lnTo>
                  <a:lnTo>
                    <a:pt x="54584" y="8686"/>
                  </a:lnTo>
                  <a:lnTo>
                    <a:pt x="54584" y="5651"/>
                  </a:lnTo>
                  <a:lnTo>
                    <a:pt x="54584" y="2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2173530" y="557407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0" y="0"/>
                  </a:moveTo>
                  <a:lnTo>
                    <a:pt x="0" y="0"/>
                  </a:lnTo>
                  <a:lnTo>
                    <a:pt x="156218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2173530" y="5653128"/>
              <a:ext cx="137795" cy="0"/>
            </a:xfrm>
            <a:custGeom>
              <a:avLst/>
              <a:gdLst/>
              <a:ahLst/>
              <a:cxnLst/>
              <a:rect l="l" t="t" r="r" b="b"/>
              <a:pathLst>
                <a:path w="137794" h="0">
                  <a:moveTo>
                    <a:pt x="0" y="0"/>
                  </a:moveTo>
                  <a:lnTo>
                    <a:pt x="0" y="0"/>
                  </a:lnTo>
                  <a:lnTo>
                    <a:pt x="13739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2173530" y="55941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2173530" y="5613601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5" h="0">
                  <a:moveTo>
                    <a:pt x="0" y="0"/>
                  </a:moveTo>
                  <a:lnTo>
                    <a:pt x="0" y="0"/>
                  </a:lnTo>
                  <a:lnTo>
                    <a:pt x="10979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2363000" y="557407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0" y="0"/>
                  </a:lnTo>
                  <a:lnTo>
                    <a:pt x="2258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2363000" y="5594154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 h="0">
                  <a:moveTo>
                    <a:pt x="0" y="0"/>
                  </a:moveTo>
                  <a:lnTo>
                    <a:pt x="0" y="0"/>
                  </a:lnTo>
                  <a:lnTo>
                    <a:pt x="48936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2363000" y="5613601"/>
              <a:ext cx="40640" cy="0"/>
            </a:xfrm>
            <a:custGeom>
              <a:avLst/>
              <a:gdLst/>
              <a:ahLst/>
              <a:cxnLst/>
              <a:rect l="l" t="t" r="r" b="b"/>
              <a:pathLst>
                <a:path w="40639" h="0">
                  <a:moveTo>
                    <a:pt x="0" y="0"/>
                  </a:moveTo>
                  <a:lnTo>
                    <a:pt x="0" y="0"/>
                  </a:lnTo>
                  <a:lnTo>
                    <a:pt x="4015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2173530" y="5635561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 h="0">
                  <a:moveTo>
                    <a:pt x="0" y="0"/>
                  </a:moveTo>
                  <a:lnTo>
                    <a:pt x="0" y="0"/>
                  </a:lnTo>
                  <a:lnTo>
                    <a:pt x="61484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423333" y="5388443"/>
              <a:ext cx="2188845" cy="475615"/>
            </a:xfrm>
            <a:custGeom>
              <a:avLst/>
              <a:gdLst/>
              <a:ahLst/>
              <a:cxnLst/>
              <a:rect l="l" t="t" r="r" b="b"/>
              <a:pathLst>
                <a:path w="2188845" h="475614">
                  <a:moveTo>
                    <a:pt x="0" y="0"/>
                  </a:moveTo>
                  <a:lnTo>
                    <a:pt x="2188325" y="0"/>
                  </a:lnTo>
                  <a:lnTo>
                    <a:pt x="2188325" y="475252"/>
                  </a:lnTo>
                  <a:lnTo>
                    <a:pt x="0" y="47525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3" name="object 4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81192" y="2250869"/>
            <a:ext cx="416783" cy="416783"/>
          </a:xfrm>
          <a:prstGeom prst="rect">
            <a:avLst/>
          </a:prstGeom>
        </p:spPr>
      </p:pic>
      <p:pic>
        <p:nvPicPr>
          <p:cNvPr id="424" name="object 42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81192" y="2907564"/>
            <a:ext cx="416783" cy="416783"/>
          </a:xfrm>
          <a:prstGeom prst="rect">
            <a:avLst/>
          </a:prstGeom>
        </p:spPr>
      </p:pic>
      <p:pic>
        <p:nvPicPr>
          <p:cNvPr id="425" name="object 42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81192" y="3546322"/>
            <a:ext cx="416783" cy="416783"/>
          </a:xfrm>
          <a:prstGeom prst="rect">
            <a:avLst/>
          </a:prstGeom>
        </p:spPr>
      </p:pic>
      <p:pic>
        <p:nvPicPr>
          <p:cNvPr id="426" name="object 42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81192" y="4195827"/>
            <a:ext cx="416783" cy="416782"/>
          </a:xfrm>
          <a:prstGeom prst="rect">
            <a:avLst/>
          </a:prstGeom>
        </p:spPr>
      </p:pic>
      <p:pic>
        <p:nvPicPr>
          <p:cNvPr id="427" name="object 42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81192" y="4844200"/>
            <a:ext cx="416783" cy="416782"/>
          </a:xfrm>
          <a:prstGeom prst="rect">
            <a:avLst/>
          </a:prstGeom>
        </p:spPr>
      </p:pic>
      <p:pic>
        <p:nvPicPr>
          <p:cNvPr id="428" name="object 42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81192" y="5428662"/>
            <a:ext cx="416783" cy="416783"/>
          </a:xfrm>
          <a:prstGeom prst="rect">
            <a:avLst/>
          </a:prstGeom>
        </p:spPr>
      </p:pic>
      <p:sp>
        <p:nvSpPr>
          <p:cNvPr id="429" name="object 429" descr=""/>
          <p:cNvSpPr/>
          <p:nvPr/>
        </p:nvSpPr>
        <p:spPr>
          <a:xfrm>
            <a:off x="2810262" y="3117701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0" name="object 430" descr=""/>
          <p:cNvSpPr/>
          <p:nvPr/>
        </p:nvSpPr>
        <p:spPr>
          <a:xfrm>
            <a:off x="2810262" y="3744793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1" name="object 431" descr=""/>
          <p:cNvSpPr/>
          <p:nvPr/>
        </p:nvSpPr>
        <p:spPr>
          <a:xfrm>
            <a:off x="2810262" y="4371884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2" name="object 432" descr=""/>
          <p:cNvSpPr/>
          <p:nvPr/>
        </p:nvSpPr>
        <p:spPr>
          <a:xfrm>
            <a:off x="2810262" y="4998977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3" name="object 433" descr=""/>
          <p:cNvSpPr/>
          <p:nvPr/>
        </p:nvSpPr>
        <p:spPr>
          <a:xfrm>
            <a:off x="2810262" y="5626069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34" name="object 43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94719" y="2281288"/>
            <a:ext cx="1419005" cy="357186"/>
          </a:xfrm>
          <a:prstGeom prst="rect">
            <a:avLst/>
          </a:prstGeom>
        </p:spPr>
      </p:pic>
      <p:sp>
        <p:nvSpPr>
          <p:cNvPr id="435" name="object 435" descr=""/>
          <p:cNvSpPr txBox="1"/>
          <p:nvPr/>
        </p:nvSpPr>
        <p:spPr>
          <a:xfrm>
            <a:off x="8457817" y="2333752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36" name="object 436" descr=""/>
          <p:cNvGrpSpPr/>
          <p:nvPr/>
        </p:nvGrpSpPr>
        <p:grpSpPr>
          <a:xfrm>
            <a:off x="4415366" y="2281288"/>
            <a:ext cx="3792220" cy="357505"/>
            <a:chOff x="4415366" y="2281288"/>
            <a:chExt cx="3792220" cy="357505"/>
          </a:xfrm>
        </p:grpSpPr>
        <p:pic>
          <p:nvPicPr>
            <p:cNvPr id="437" name="object 4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88120" y="2281288"/>
              <a:ext cx="1419005" cy="357186"/>
            </a:xfrm>
            <a:prstGeom prst="rect">
              <a:avLst/>
            </a:prstGeom>
          </p:spPr>
        </p:pic>
        <p:pic>
          <p:nvPicPr>
            <p:cNvPr id="438" name="object 4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1743" y="2281288"/>
              <a:ext cx="1298781" cy="357186"/>
            </a:xfrm>
            <a:prstGeom prst="rect">
              <a:avLst/>
            </a:prstGeom>
          </p:spPr>
        </p:pic>
        <p:pic>
          <p:nvPicPr>
            <p:cNvPr id="439" name="object 4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15366" y="2281288"/>
              <a:ext cx="1298781" cy="357186"/>
            </a:xfrm>
            <a:prstGeom prst="rect">
              <a:avLst/>
            </a:prstGeom>
          </p:spPr>
        </p:pic>
      </p:grpSp>
      <p:sp>
        <p:nvSpPr>
          <p:cNvPr id="440" name="object 440" descr=""/>
          <p:cNvSpPr txBox="1"/>
          <p:nvPr/>
        </p:nvSpPr>
        <p:spPr>
          <a:xfrm>
            <a:off x="4833181" y="2333752"/>
            <a:ext cx="29229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7140" algn="l"/>
                <a:tab pos="2367915" algn="l"/>
              </a:tabLst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41" name="object 441"/>
          <p:cNvSpPr txBox="1">
            <a:spLocks noGrp="1"/>
          </p:cNvSpPr>
          <p:nvPr>
            <p:ph type="title"/>
          </p:nvPr>
        </p:nvSpPr>
        <p:spPr>
          <a:xfrm>
            <a:off x="477012" y="1208454"/>
            <a:ext cx="7183120" cy="955675"/>
          </a:xfrm>
          <a:prstGeom prst="rect"/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pc="-150"/>
              <a:t>Microservice</a:t>
            </a:r>
            <a:r>
              <a:rPr dirty="0" spc="-195"/>
              <a:t> </a:t>
            </a:r>
            <a:r>
              <a:rPr dirty="0" spc="-110"/>
              <a:t>development</a:t>
            </a:r>
            <a:r>
              <a:rPr dirty="0" spc="-190"/>
              <a:t> </a:t>
            </a:r>
            <a:r>
              <a:rPr dirty="0" spc="-75"/>
              <a:t>lifecycle</a:t>
            </a:r>
          </a:p>
          <a:p>
            <a:pPr marL="585470">
              <a:lnSpc>
                <a:spcPct val="100000"/>
              </a:lnSpc>
              <a:spcBef>
                <a:spcPts val="560"/>
              </a:spcBef>
              <a:tabLst>
                <a:tab pos="2834005" algn="l"/>
                <a:tab pos="5759450" algn="l"/>
              </a:tabLst>
            </a:pP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developers</a:t>
            </a:r>
            <a:r>
              <a:rPr dirty="0" sz="1300" b="1">
                <a:solidFill>
                  <a:srgbClr val="FF5252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services</a:t>
            </a:r>
            <a:r>
              <a:rPr dirty="0" sz="1300" b="1">
                <a:solidFill>
                  <a:srgbClr val="FF5252"/>
                </a:solidFill>
                <a:latin typeface="Trebuchet MS"/>
                <a:cs typeface="Trebuchet MS"/>
              </a:rPr>
              <a:t>	delivery</a:t>
            </a:r>
            <a:r>
              <a:rPr dirty="0" sz="1300" spc="-5" b="1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5252"/>
                </a:solidFill>
                <a:latin typeface="Trebuchet MS"/>
                <a:cs typeface="Trebuchet MS"/>
              </a:rPr>
              <a:t>pipelines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42" name="object 44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94719" y="2939114"/>
            <a:ext cx="1419005" cy="357186"/>
          </a:xfrm>
          <a:prstGeom prst="rect">
            <a:avLst/>
          </a:prstGeom>
        </p:spPr>
      </p:pic>
      <p:sp>
        <p:nvSpPr>
          <p:cNvPr id="443" name="object 443" descr=""/>
          <p:cNvSpPr txBox="1"/>
          <p:nvPr/>
        </p:nvSpPr>
        <p:spPr>
          <a:xfrm>
            <a:off x="8457817" y="2992120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44" name="object 44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88120" y="2939114"/>
            <a:ext cx="1419005" cy="357186"/>
          </a:xfrm>
          <a:prstGeom prst="rect">
            <a:avLst/>
          </a:prstGeom>
        </p:spPr>
      </p:pic>
      <p:sp>
        <p:nvSpPr>
          <p:cNvPr id="445" name="object 445" descr=""/>
          <p:cNvSpPr txBox="1"/>
          <p:nvPr/>
        </p:nvSpPr>
        <p:spPr>
          <a:xfrm>
            <a:off x="7188790" y="2992120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46" name="object 44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01743" y="2939114"/>
            <a:ext cx="1298781" cy="357186"/>
          </a:xfrm>
          <a:prstGeom prst="rect">
            <a:avLst/>
          </a:prstGeom>
        </p:spPr>
      </p:pic>
      <p:sp>
        <p:nvSpPr>
          <p:cNvPr id="447" name="object 447" descr=""/>
          <p:cNvSpPr txBox="1"/>
          <p:nvPr/>
        </p:nvSpPr>
        <p:spPr>
          <a:xfrm>
            <a:off x="6068242" y="2992120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48" name="object 44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15366" y="2939114"/>
            <a:ext cx="1298781" cy="357186"/>
          </a:xfrm>
          <a:prstGeom prst="rect">
            <a:avLst/>
          </a:prstGeom>
        </p:spPr>
      </p:pic>
      <p:sp>
        <p:nvSpPr>
          <p:cNvPr id="449" name="object 449" descr=""/>
          <p:cNvSpPr txBox="1"/>
          <p:nvPr/>
        </p:nvSpPr>
        <p:spPr>
          <a:xfrm>
            <a:off x="4833181" y="2992120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50" name="object 45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94719" y="3577871"/>
            <a:ext cx="1419005" cy="357186"/>
          </a:xfrm>
          <a:prstGeom prst="rect">
            <a:avLst/>
          </a:prstGeom>
        </p:spPr>
      </p:pic>
      <p:sp>
        <p:nvSpPr>
          <p:cNvPr id="451" name="object 451" descr=""/>
          <p:cNvSpPr txBox="1"/>
          <p:nvPr/>
        </p:nvSpPr>
        <p:spPr>
          <a:xfrm>
            <a:off x="8457817" y="3629152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52" name="object 45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88120" y="3577871"/>
            <a:ext cx="1419005" cy="357186"/>
          </a:xfrm>
          <a:prstGeom prst="rect">
            <a:avLst/>
          </a:prstGeom>
        </p:spPr>
      </p:pic>
      <p:sp>
        <p:nvSpPr>
          <p:cNvPr id="453" name="object 453" descr=""/>
          <p:cNvSpPr txBox="1"/>
          <p:nvPr/>
        </p:nvSpPr>
        <p:spPr>
          <a:xfrm>
            <a:off x="7188790" y="3629152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54" name="object 45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01743" y="3577871"/>
            <a:ext cx="1298781" cy="357186"/>
          </a:xfrm>
          <a:prstGeom prst="rect">
            <a:avLst/>
          </a:prstGeom>
        </p:spPr>
      </p:pic>
      <p:sp>
        <p:nvSpPr>
          <p:cNvPr id="455" name="object 455" descr=""/>
          <p:cNvSpPr txBox="1"/>
          <p:nvPr/>
        </p:nvSpPr>
        <p:spPr>
          <a:xfrm>
            <a:off x="6068242" y="3629152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56" name="object 45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15366" y="3577871"/>
            <a:ext cx="1298781" cy="357186"/>
          </a:xfrm>
          <a:prstGeom prst="rect">
            <a:avLst/>
          </a:prstGeom>
        </p:spPr>
      </p:pic>
      <p:sp>
        <p:nvSpPr>
          <p:cNvPr id="457" name="object 457" descr=""/>
          <p:cNvSpPr txBox="1"/>
          <p:nvPr/>
        </p:nvSpPr>
        <p:spPr>
          <a:xfrm>
            <a:off x="4833181" y="3629152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58" name="object 45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94719" y="4227376"/>
            <a:ext cx="1419005" cy="357186"/>
          </a:xfrm>
          <a:prstGeom prst="rect">
            <a:avLst/>
          </a:prstGeom>
        </p:spPr>
      </p:pic>
      <p:sp>
        <p:nvSpPr>
          <p:cNvPr id="459" name="object 459" descr=""/>
          <p:cNvSpPr txBox="1"/>
          <p:nvPr/>
        </p:nvSpPr>
        <p:spPr>
          <a:xfrm>
            <a:off x="8457817" y="4278376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60" name="object 46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88120" y="4227376"/>
            <a:ext cx="1419005" cy="357186"/>
          </a:xfrm>
          <a:prstGeom prst="rect">
            <a:avLst/>
          </a:prstGeom>
        </p:spPr>
      </p:pic>
      <p:sp>
        <p:nvSpPr>
          <p:cNvPr id="461" name="object 461" descr=""/>
          <p:cNvSpPr txBox="1"/>
          <p:nvPr/>
        </p:nvSpPr>
        <p:spPr>
          <a:xfrm>
            <a:off x="7188790" y="4278376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62" name="object 46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01743" y="4227376"/>
            <a:ext cx="1298781" cy="357186"/>
          </a:xfrm>
          <a:prstGeom prst="rect">
            <a:avLst/>
          </a:prstGeom>
        </p:spPr>
      </p:pic>
      <p:sp>
        <p:nvSpPr>
          <p:cNvPr id="463" name="object 463" descr=""/>
          <p:cNvSpPr txBox="1"/>
          <p:nvPr/>
        </p:nvSpPr>
        <p:spPr>
          <a:xfrm>
            <a:off x="6068242" y="4278376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64" name="object 46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15366" y="4227376"/>
            <a:ext cx="1298781" cy="357186"/>
          </a:xfrm>
          <a:prstGeom prst="rect">
            <a:avLst/>
          </a:prstGeom>
        </p:spPr>
      </p:pic>
      <p:sp>
        <p:nvSpPr>
          <p:cNvPr id="465" name="object 465" descr=""/>
          <p:cNvSpPr txBox="1"/>
          <p:nvPr/>
        </p:nvSpPr>
        <p:spPr>
          <a:xfrm>
            <a:off x="4833181" y="4278376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66" name="object 46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94719" y="4875748"/>
            <a:ext cx="1419005" cy="357187"/>
          </a:xfrm>
          <a:prstGeom prst="rect">
            <a:avLst/>
          </a:prstGeom>
        </p:spPr>
      </p:pic>
      <p:sp>
        <p:nvSpPr>
          <p:cNvPr id="467" name="object 467" descr=""/>
          <p:cNvSpPr txBox="1"/>
          <p:nvPr/>
        </p:nvSpPr>
        <p:spPr>
          <a:xfrm>
            <a:off x="8457817" y="4927600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68" name="object 46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88120" y="4875748"/>
            <a:ext cx="1419005" cy="357187"/>
          </a:xfrm>
          <a:prstGeom prst="rect">
            <a:avLst/>
          </a:prstGeom>
        </p:spPr>
      </p:pic>
      <p:sp>
        <p:nvSpPr>
          <p:cNvPr id="469" name="object 469" descr=""/>
          <p:cNvSpPr txBox="1"/>
          <p:nvPr/>
        </p:nvSpPr>
        <p:spPr>
          <a:xfrm>
            <a:off x="7188790" y="4927600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70" name="object 47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01743" y="4875748"/>
            <a:ext cx="1298781" cy="357187"/>
          </a:xfrm>
          <a:prstGeom prst="rect">
            <a:avLst/>
          </a:prstGeom>
        </p:spPr>
      </p:pic>
      <p:sp>
        <p:nvSpPr>
          <p:cNvPr id="471" name="object 471" descr=""/>
          <p:cNvSpPr txBox="1"/>
          <p:nvPr/>
        </p:nvSpPr>
        <p:spPr>
          <a:xfrm>
            <a:off x="6068242" y="4927600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72" name="object 47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15366" y="4875748"/>
            <a:ext cx="1298781" cy="357187"/>
          </a:xfrm>
          <a:prstGeom prst="rect">
            <a:avLst/>
          </a:prstGeom>
        </p:spPr>
      </p:pic>
      <p:sp>
        <p:nvSpPr>
          <p:cNvPr id="473" name="object 473" descr=""/>
          <p:cNvSpPr txBox="1"/>
          <p:nvPr/>
        </p:nvSpPr>
        <p:spPr>
          <a:xfrm>
            <a:off x="4833181" y="4927600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74" name="object 47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94719" y="5460212"/>
            <a:ext cx="1419005" cy="357186"/>
          </a:xfrm>
          <a:prstGeom prst="rect">
            <a:avLst/>
          </a:prstGeom>
        </p:spPr>
      </p:pic>
      <p:sp>
        <p:nvSpPr>
          <p:cNvPr id="475" name="object 475" descr=""/>
          <p:cNvSpPr txBox="1"/>
          <p:nvPr/>
        </p:nvSpPr>
        <p:spPr>
          <a:xfrm>
            <a:off x="8457817" y="5512815"/>
            <a:ext cx="6426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monitor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76" name="object 47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88120" y="5460212"/>
            <a:ext cx="1419005" cy="357186"/>
          </a:xfrm>
          <a:prstGeom prst="rect">
            <a:avLst/>
          </a:prstGeom>
        </p:spPr>
      </p:pic>
      <p:sp>
        <p:nvSpPr>
          <p:cNvPr id="477" name="object 477" descr=""/>
          <p:cNvSpPr txBox="1"/>
          <p:nvPr/>
        </p:nvSpPr>
        <p:spPr>
          <a:xfrm>
            <a:off x="7188790" y="5512815"/>
            <a:ext cx="567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release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78" name="object 47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01743" y="5460212"/>
            <a:ext cx="1298781" cy="357186"/>
          </a:xfrm>
          <a:prstGeom prst="rect">
            <a:avLst/>
          </a:prstGeom>
        </p:spPr>
      </p:pic>
      <p:sp>
        <p:nvSpPr>
          <p:cNvPr id="479" name="object 479" descr=""/>
          <p:cNvSpPr txBox="1"/>
          <p:nvPr/>
        </p:nvSpPr>
        <p:spPr>
          <a:xfrm>
            <a:off x="6068242" y="5512815"/>
            <a:ext cx="316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80" name="object 48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415366" y="5460212"/>
            <a:ext cx="1298781" cy="357186"/>
          </a:xfrm>
          <a:prstGeom prst="rect">
            <a:avLst/>
          </a:prstGeom>
        </p:spPr>
      </p:pic>
      <p:sp>
        <p:nvSpPr>
          <p:cNvPr id="481" name="object 481" descr=""/>
          <p:cNvSpPr txBox="1"/>
          <p:nvPr/>
        </p:nvSpPr>
        <p:spPr>
          <a:xfrm>
            <a:off x="4833181" y="5512815"/>
            <a:ext cx="41338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82" name="object 482" descr=""/>
          <p:cNvSpPr/>
          <p:nvPr/>
        </p:nvSpPr>
        <p:spPr>
          <a:xfrm>
            <a:off x="3907274" y="245988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3" name="object 483" descr=""/>
          <p:cNvSpPr/>
          <p:nvPr/>
        </p:nvSpPr>
        <p:spPr>
          <a:xfrm>
            <a:off x="3907274" y="3116576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4" name="object 484" descr=""/>
          <p:cNvSpPr/>
          <p:nvPr/>
        </p:nvSpPr>
        <p:spPr>
          <a:xfrm>
            <a:off x="3907274" y="3755333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5" name="object 485" descr=""/>
          <p:cNvSpPr/>
          <p:nvPr/>
        </p:nvSpPr>
        <p:spPr>
          <a:xfrm>
            <a:off x="3907274" y="440483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6" name="object 486" descr=""/>
          <p:cNvSpPr/>
          <p:nvPr/>
        </p:nvSpPr>
        <p:spPr>
          <a:xfrm>
            <a:off x="3907274" y="5053211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7" name="object 487" descr=""/>
          <p:cNvSpPr/>
          <p:nvPr/>
        </p:nvSpPr>
        <p:spPr>
          <a:xfrm>
            <a:off x="3907274" y="5637674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8" name="object 488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38379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Containers</a:t>
            </a:r>
            <a:r>
              <a:rPr dirty="0" spc="-229"/>
              <a:t> </a:t>
            </a:r>
            <a:r>
              <a:rPr dirty="0" spc="-65"/>
              <a:t>and</a:t>
            </a:r>
            <a:r>
              <a:rPr dirty="0" spc="-235"/>
              <a:t> </a:t>
            </a:r>
            <a:r>
              <a:rPr dirty="0" spc="-65"/>
              <a:t>Docker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4312" y="2128520"/>
            <a:ext cx="8841105" cy="9309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5400" marR="17780">
              <a:lnSpc>
                <a:spcPts val="2300"/>
              </a:lnSpc>
              <a:spcBef>
                <a:spcPts val="360"/>
              </a:spcBef>
            </a:pPr>
            <a:r>
              <a:rPr dirty="0" sz="2100" spc="9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standard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unit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5252"/>
                </a:solidFill>
                <a:latin typeface="Trebuchet MS"/>
                <a:cs typeface="Trebuchet MS"/>
              </a:rPr>
              <a:t>of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software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21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packages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code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5252"/>
                </a:solidFill>
                <a:latin typeface="Trebuchet MS"/>
                <a:cs typeface="Trebuchet MS"/>
              </a:rPr>
              <a:t>and</a:t>
            </a:r>
            <a:r>
              <a:rPr dirty="0" sz="2100" spc="2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 spc="-25">
                <a:solidFill>
                  <a:srgbClr val="FF5252"/>
                </a:solidFill>
                <a:latin typeface="Trebuchet MS"/>
                <a:cs typeface="Trebuchet MS"/>
              </a:rPr>
              <a:t>all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its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dependencies</a:t>
            </a:r>
            <a:r>
              <a:rPr dirty="0" sz="2100" spc="2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 spc="75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1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application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runs</a:t>
            </a:r>
            <a:r>
              <a:rPr dirty="0" sz="2100" spc="20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quickly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5252"/>
                </a:solidFill>
                <a:latin typeface="Trebuchet MS"/>
                <a:cs typeface="Trebuchet MS"/>
              </a:rPr>
              <a:t>and</a:t>
            </a:r>
            <a:r>
              <a:rPr dirty="0" sz="2100" spc="20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5252"/>
                </a:solidFill>
                <a:latin typeface="Trebuchet MS"/>
                <a:cs typeface="Trebuchet MS"/>
              </a:rPr>
              <a:t>reliably</a:t>
            </a:r>
            <a:r>
              <a:rPr dirty="0" sz="2100" spc="1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one </a:t>
            </a:r>
            <a:r>
              <a:rPr dirty="0" sz="2100" spc="60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r>
              <a:rPr dirty="0" sz="21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environment</a:t>
            </a:r>
            <a:r>
              <a:rPr dirty="0" sz="21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1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another.</a:t>
            </a:r>
            <a:r>
              <a:rPr dirty="0" baseline="23809" sz="2100" spc="-1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baseline="23809" sz="2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78514" y="5721095"/>
            <a:ext cx="33362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3809" sz="10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baseline="23809" sz="1050" spc="43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</a:rPr>
              <a:t>https://</a:t>
            </a:r>
            <a:r>
              <a:rPr dirty="0" sz="1100" spc="-35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www.docker.com/resources/what-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container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226734" y="5378370"/>
            <a:ext cx="1628139" cy="358140"/>
          </a:xfrm>
          <a:custGeom>
            <a:avLst/>
            <a:gdLst/>
            <a:ahLst/>
            <a:cxnLst/>
            <a:rect l="l" t="t" r="r" b="b"/>
            <a:pathLst>
              <a:path w="1628139" h="358139">
                <a:moveTo>
                  <a:pt x="1603505" y="0"/>
                </a:moveTo>
                <a:lnTo>
                  <a:pt x="24574" y="0"/>
                </a:lnTo>
                <a:lnTo>
                  <a:pt x="15008" y="1931"/>
                </a:lnTo>
                <a:lnTo>
                  <a:pt x="7197" y="7197"/>
                </a:lnTo>
                <a:lnTo>
                  <a:pt x="1931" y="15008"/>
                </a:lnTo>
                <a:lnTo>
                  <a:pt x="0" y="24574"/>
                </a:lnTo>
                <a:lnTo>
                  <a:pt x="0" y="333503"/>
                </a:lnTo>
                <a:lnTo>
                  <a:pt x="1931" y="343068"/>
                </a:lnTo>
                <a:lnTo>
                  <a:pt x="7197" y="350880"/>
                </a:lnTo>
                <a:lnTo>
                  <a:pt x="15008" y="356146"/>
                </a:lnTo>
                <a:lnTo>
                  <a:pt x="24574" y="358077"/>
                </a:lnTo>
                <a:lnTo>
                  <a:pt x="1603505" y="358077"/>
                </a:lnTo>
                <a:lnTo>
                  <a:pt x="1613071" y="356146"/>
                </a:lnTo>
                <a:lnTo>
                  <a:pt x="1620882" y="350880"/>
                </a:lnTo>
                <a:lnTo>
                  <a:pt x="1626149" y="343068"/>
                </a:lnTo>
                <a:lnTo>
                  <a:pt x="1628080" y="333503"/>
                </a:lnTo>
                <a:lnTo>
                  <a:pt x="1628080" y="24574"/>
                </a:lnTo>
                <a:lnTo>
                  <a:pt x="1626149" y="15008"/>
                </a:lnTo>
                <a:lnTo>
                  <a:pt x="1620882" y="7197"/>
                </a:lnTo>
                <a:lnTo>
                  <a:pt x="1613071" y="1931"/>
                </a:lnTo>
                <a:lnTo>
                  <a:pt x="1603505" y="0"/>
                </a:lnTo>
                <a:close/>
              </a:path>
            </a:pathLst>
          </a:custGeom>
          <a:solidFill>
            <a:srgbClr val="FDC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26734" y="4942337"/>
            <a:ext cx="1628139" cy="358140"/>
          </a:xfrm>
          <a:custGeom>
            <a:avLst/>
            <a:gdLst/>
            <a:ahLst/>
            <a:cxnLst/>
            <a:rect l="l" t="t" r="r" b="b"/>
            <a:pathLst>
              <a:path w="1628139" h="358139">
                <a:moveTo>
                  <a:pt x="1603505" y="0"/>
                </a:moveTo>
                <a:lnTo>
                  <a:pt x="24574" y="0"/>
                </a:lnTo>
                <a:lnTo>
                  <a:pt x="15008" y="1931"/>
                </a:lnTo>
                <a:lnTo>
                  <a:pt x="7197" y="7197"/>
                </a:lnTo>
                <a:lnTo>
                  <a:pt x="1931" y="15008"/>
                </a:lnTo>
                <a:lnTo>
                  <a:pt x="0" y="24574"/>
                </a:lnTo>
                <a:lnTo>
                  <a:pt x="0" y="333503"/>
                </a:lnTo>
                <a:lnTo>
                  <a:pt x="1931" y="343068"/>
                </a:lnTo>
                <a:lnTo>
                  <a:pt x="7197" y="350880"/>
                </a:lnTo>
                <a:lnTo>
                  <a:pt x="15008" y="356146"/>
                </a:lnTo>
                <a:lnTo>
                  <a:pt x="24574" y="358077"/>
                </a:lnTo>
                <a:lnTo>
                  <a:pt x="1603505" y="358077"/>
                </a:lnTo>
                <a:lnTo>
                  <a:pt x="1613071" y="356146"/>
                </a:lnTo>
                <a:lnTo>
                  <a:pt x="1620882" y="350880"/>
                </a:lnTo>
                <a:lnTo>
                  <a:pt x="1626149" y="343068"/>
                </a:lnTo>
                <a:lnTo>
                  <a:pt x="1628080" y="333503"/>
                </a:lnTo>
                <a:lnTo>
                  <a:pt x="1628080" y="24574"/>
                </a:lnTo>
                <a:lnTo>
                  <a:pt x="1626149" y="15008"/>
                </a:lnTo>
                <a:lnTo>
                  <a:pt x="1620882" y="7197"/>
                </a:lnTo>
                <a:lnTo>
                  <a:pt x="1613071" y="1931"/>
                </a:lnTo>
                <a:lnTo>
                  <a:pt x="1603505" y="0"/>
                </a:lnTo>
                <a:close/>
              </a:path>
            </a:pathLst>
          </a:custGeom>
          <a:solidFill>
            <a:srgbClr val="FFDD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26734" y="4506302"/>
            <a:ext cx="1628139" cy="358140"/>
          </a:xfrm>
          <a:custGeom>
            <a:avLst/>
            <a:gdLst/>
            <a:ahLst/>
            <a:cxnLst/>
            <a:rect l="l" t="t" r="r" b="b"/>
            <a:pathLst>
              <a:path w="1628139" h="358139">
                <a:moveTo>
                  <a:pt x="1603505" y="0"/>
                </a:moveTo>
                <a:lnTo>
                  <a:pt x="24574" y="0"/>
                </a:lnTo>
                <a:lnTo>
                  <a:pt x="15008" y="1931"/>
                </a:lnTo>
                <a:lnTo>
                  <a:pt x="7197" y="7197"/>
                </a:lnTo>
                <a:lnTo>
                  <a:pt x="1931" y="15008"/>
                </a:lnTo>
                <a:lnTo>
                  <a:pt x="0" y="24574"/>
                </a:lnTo>
                <a:lnTo>
                  <a:pt x="0" y="333503"/>
                </a:lnTo>
                <a:lnTo>
                  <a:pt x="1931" y="343068"/>
                </a:lnTo>
                <a:lnTo>
                  <a:pt x="7197" y="350880"/>
                </a:lnTo>
                <a:lnTo>
                  <a:pt x="15008" y="356146"/>
                </a:lnTo>
                <a:lnTo>
                  <a:pt x="24574" y="358077"/>
                </a:lnTo>
                <a:lnTo>
                  <a:pt x="1603505" y="358077"/>
                </a:lnTo>
                <a:lnTo>
                  <a:pt x="1613071" y="356146"/>
                </a:lnTo>
                <a:lnTo>
                  <a:pt x="1620882" y="350880"/>
                </a:lnTo>
                <a:lnTo>
                  <a:pt x="1626149" y="343068"/>
                </a:lnTo>
                <a:lnTo>
                  <a:pt x="1628080" y="333503"/>
                </a:lnTo>
                <a:lnTo>
                  <a:pt x="1628080" y="24574"/>
                </a:lnTo>
                <a:lnTo>
                  <a:pt x="1626149" y="15008"/>
                </a:lnTo>
                <a:lnTo>
                  <a:pt x="1620882" y="7197"/>
                </a:lnTo>
                <a:lnTo>
                  <a:pt x="1613071" y="1931"/>
                </a:lnTo>
                <a:lnTo>
                  <a:pt x="1603505" y="0"/>
                </a:lnTo>
                <a:close/>
              </a:path>
            </a:pathLst>
          </a:custGeom>
          <a:solidFill>
            <a:srgbClr val="2D9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474036" y="4572000"/>
            <a:ext cx="1137920" cy="106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Docker</a:t>
            </a:r>
            <a:r>
              <a:rPr dirty="0" sz="1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Engine</a:t>
            </a:r>
            <a:endParaRPr sz="1100">
              <a:latin typeface="Trebuchet MS"/>
              <a:cs typeface="Trebuchet MS"/>
            </a:endParaRPr>
          </a:p>
          <a:p>
            <a:pPr algn="ctr" marL="12065" marR="5080">
              <a:lnSpc>
                <a:spcPct val="260000"/>
              </a:lnSpc>
            </a:pPr>
            <a:r>
              <a:rPr dirty="0" sz="1100">
                <a:solidFill>
                  <a:srgbClr val="FFFFFF"/>
                </a:solidFill>
                <a:latin typeface="Trebuchet MS"/>
                <a:cs typeface="Trebuchet MS"/>
              </a:rPr>
              <a:t>Operating</a:t>
            </a:r>
            <a:r>
              <a:rPr dirty="0" sz="11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rebuchet MS"/>
                <a:cs typeface="Trebuchet MS"/>
              </a:rPr>
              <a:t>System Server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26734" y="3596962"/>
            <a:ext cx="358140" cy="831850"/>
          </a:xfrm>
          <a:custGeom>
            <a:avLst/>
            <a:gdLst/>
            <a:ahLst/>
            <a:cxnLst/>
            <a:rect l="l" t="t" r="r" b="b"/>
            <a:pathLst>
              <a:path w="358139" h="831850">
                <a:moveTo>
                  <a:pt x="333503" y="0"/>
                </a:moveTo>
                <a:lnTo>
                  <a:pt x="24575" y="0"/>
                </a:lnTo>
                <a:lnTo>
                  <a:pt x="15009" y="1931"/>
                </a:lnTo>
                <a:lnTo>
                  <a:pt x="7198" y="7197"/>
                </a:lnTo>
                <a:lnTo>
                  <a:pt x="1931" y="15008"/>
                </a:lnTo>
                <a:lnTo>
                  <a:pt x="0" y="24574"/>
                </a:lnTo>
                <a:lnTo>
                  <a:pt x="0" y="806809"/>
                </a:lnTo>
                <a:lnTo>
                  <a:pt x="1931" y="816375"/>
                </a:lnTo>
                <a:lnTo>
                  <a:pt x="7198" y="824186"/>
                </a:lnTo>
                <a:lnTo>
                  <a:pt x="15009" y="829453"/>
                </a:lnTo>
                <a:lnTo>
                  <a:pt x="24575" y="831385"/>
                </a:lnTo>
                <a:lnTo>
                  <a:pt x="333503" y="831385"/>
                </a:lnTo>
                <a:lnTo>
                  <a:pt x="343068" y="829453"/>
                </a:lnTo>
                <a:lnTo>
                  <a:pt x="350880" y="824186"/>
                </a:lnTo>
                <a:lnTo>
                  <a:pt x="356146" y="816375"/>
                </a:lnTo>
                <a:lnTo>
                  <a:pt x="358077" y="806809"/>
                </a:lnTo>
                <a:lnTo>
                  <a:pt x="358077" y="24574"/>
                </a:lnTo>
                <a:lnTo>
                  <a:pt x="356146" y="15008"/>
                </a:lnTo>
                <a:lnTo>
                  <a:pt x="350880" y="7197"/>
                </a:lnTo>
                <a:lnTo>
                  <a:pt x="343068" y="1931"/>
                </a:lnTo>
                <a:lnTo>
                  <a:pt x="333503" y="0"/>
                </a:lnTo>
                <a:close/>
              </a:path>
            </a:pathLst>
          </a:custGeom>
          <a:solidFill>
            <a:srgbClr val="2D9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309154" y="3842791"/>
            <a:ext cx="162560" cy="342900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9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650068" y="3596962"/>
            <a:ext cx="358140" cy="831850"/>
          </a:xfrm>
          <a:custGeom>
            <a:avLst/>
            <a:gdLst/>
            <a:ahLst/>
            <a:cxnLst/>
            <a:rect l="l" t="t" r="r" b="b"/>
            <a:pathLst>
              <a:path w="358139" h="831850">
                <a:moveTo>
                  <a:pt x="333503" y="0"/>
                </a:moveTo>
                <a:lnTo>
                  <a:pt x="24575" y="0"/>
                </a:lnTo>
                <a:lnTo>
                  <a:pt x="15009" y="1931"/>
                </a:lnTo>
                <a:lnTo>
                  <a:pt x="7198" y="7198"/>
                </a:lnTo>
                <a:lnTo>
                  <a:pt x="1931" y="15009"/>
                </a:lnTo>
                <a:lnTo>
                  <a:pt x="0" y="24575"/>
                </a:lnTo>
                <a:lnTo>
                  <a:pt x="0" y="806810"/>
                </a:lnTo>
                <a:lnTo>
                  <a:pt x="1931" y="816376"/>
                </a:lnTo>
                <a:lnTo>
                  <a:pt x="7198" y="824188"/>
                </a:lnTo>
                <a:lnTo>
                  <a:pt x="15009" y="829455"/>
                </a:lnTo>
                <a:lnTo>
                  <a:pt x="24575" y="831386"/>
                </a:lnTo>
                <a:lnTo>
                  <a:pt x="333503" y="831386"/>
                </a:lnTo>
                <a:lnTo>
                  <a:pt x="343068" y="829455"/>
                </a:lnTo>
                <a:lnTo>
                  <a:pt x="350880" y="824188"/>
                </a:lnTo>
                <a:lnTo>
                  <a:pt x="356146" y="816376"/>
                </a:lnTo>
                <a:lnTo>
                  <a:pt x="358077" y="806810"/>
                </a:lnTo>
                <a:lnTo>
                  <a:pt x="358077" y="24575"/>
                </a:lnTo>
                <a:lnTo>
                  <a:pt x="356146" y="15009"/>
                </a:lnTo>
                <a:lnTo>
                  <a:pt x="350880" y="7198"/>
                </a:lnTo>
                <a:lnTo>
                  <a:pt x="343068" y="1931"/>
                </a:lnTo>
                <a:lnTo>
                  <a:pt x="333503" y="0"/>
                </a:lnTo>
                <a:close/>
              </a:path>
            </a:pathLst>
          </a:custGeom>
          <a:solidFill>
            <a:srgbClr val="2D9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732488" y="3843058"/>
            <a:ext cx="162560" cy="342900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900" spc="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073402" y="3596961"/>
            <a:ext cx="358140" cy="831850"/>
          </a:xfrm>
          <a:custGeom>
            <a:avLst/>
            <a:gdLst/>
            <a:ahLst/>
            <a:cxnLst/>
            <a:rect l="l" t="t" r="r" b="b"/>
            <a:pathLst>
              <a:path w="358139" h="831850">
                <a:moveTo>
                  <a:pt x="333501" y="0"/>
                </a:moveTo>
                <a:lnTo>
                  <a:pt x="24574" y="0"/>
                </a:lnTo>
                <a:lnTo>
                  <a:pt x="15008" y="1931"/>
                </a:lnTo>
                <a:lnTo>
                  <a:pt x="7197" y="7198"/>
                </a:lnTo>
                <a:lnTo>
                  <a:pt x="1931" y="15009"/>
                </a:lnTo>
                <a:lnTo>
                  <a:pt x="0" y="24575"/>
                </a:lnTo>
                <a:lnTo>
                  <a:pt x="0" y="806810"/>
                </a:lnTo>
                <a:lnTo>
                  <a:pt x="1931" y="816376"/>
                </a:lnTo>
                <a:lnTo>
                  <a:pt x="7197" y="824187"/>
                </a:lnTo>
                <a:lnTo>
                  <a:pt x="15008" y="829454"/>
                </a:lnTo>
                <a:lnTo>
                  <a:pt x="24574" y="831385"/>
                </a:lnTo>
                <a:lnTo>
                  <a:pt x="333501" y="831385"/>
                </a:lnTo>
                <a:lnTo>
                  <a:pt x="343067" y="829454"/>
                </a:lnTo>
                <a:lnTo>
                  <a:pt x="350879" y="824187"/>
                </a:lnTo>
                <a:lnTo>
                  <a:pt x="356146" y="816376"/>
                </a:lnTo>
                <a:lnTo>
                  <a:pt x="358077" y="806810"/>
                </a:lnTo>
                <a:lnTo>
                  <a:pt x="358077" y="24575"/>
                </a:lnTo>
                <a:lnTo>
                  <a:pt x="356146" y="15009"/>
                </a:lnTo>
                <a:lnTo>
                  <a:pt x="350879" y="7198"/>
                </a:lnTo>
                <a:lnTo>
                  <a:pt x="343067" y="1931"/>
                </a:lnTo>
                <a:lnTo>
                  <a:pt x="333501" y="0"/>
                </a:lnTo>
                <a:close/>
              </a:path>
            </a:pathLst>
          </a:custGeom>
          <a:solidFill>
            <a:srgbClr val="2D9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155821" y="3843744"/>
            <a:ext cx="162560" cy="342265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900" spc="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496736" y="3596961"/>
            <a:ext cx="358140" cy="831850"/>
          </a:xfrm>
          <a:custGeom>
            <a:avLst/>
            <a:gdLst/>
            <a:ahLst/>
            <a:cxnLst/>
            <a:rect l="l" t="t" r="r" b="b"/>
            <a:pathLst>
              <a:path w="358139" h="831850">
                <a:moveTo>
                  <a:pt x="333501" y="0"/>
                </a:moveTo>
                <a:lnTo>
                  <a:pt x="24574" y="0"/>
                </a:lnTo>
                <a:lnTo>
                  <a:pt x="15008" y="1931"/>
                </a:lnTo>
                <a:lnTo>
                  <a:pt x="7197" y="7198"/>
                </a:lnTo>
                <a:lnTo>
                  <a:pt x="1931" y="15009"/>
                </a:lnTo>
                <a:lnTo>
                  <a:pt x="0" y="24575"/>
                </a:lnTo>
                <a:lnTo>
                  <a:pt x="0" y="806810"/>
                </a:lnTo>
                <a:lnTo>
                  <a:pt x="1931" y="816376"/>
                </a:lnTo>
                <a:lnTo>
                  <a:pt x="7197" y="824187"/>
                </a:lnTo>
                <a:lnTo>
                  <a:pt x="15008" y="829454"/>
                </a:lnTo>
                <a:lnTo>
                  <a:pt x="24574" y="831385"/>
                </a:lnTo>
                <a:lnTo>
                  <a:pt x="333501" y="831385"/>
                </a:lnTo>
                <a:lnTo>
                  <a:pt x="343067" y="829454"/>
                </a:lnTo>
                <a:lnTo>
                  <a:pt x="350879" y="824187"/>
                </a:lnTo>
                <a:lnTo>
                  <a:pt x="356146" y="816376"/>
                </a:lnTo>
                <a:lnTo>
                  <a:pt x="358077" y="806810"/>
                </a:lnTo>
                <a:lnTo>
                  <a:pt x="358077" y="24575"/>
                </a:lnTo>
                <a:lnTo>
                  <a:pt x="356146" y="15009"/>
                </a:lnTo>
                <a:lnTo>
                  <a:pt x="350879" y="7198"/>
                </a:lnTo>
                <a:lnTo>
                  <a:pt x="343067" y="1931"/>
                </a:lnTo>
                <a:lnTo>
                  <a:pt x="333501" y="0"/>
                </a:lnTo>
                <a:close/>
              </a:path>
            </a:pathLst>
          </a:custGeom>
          <a:solidFill>
            <a:srgbClr val="2D9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579155" y="3837304"/>
            <a:ext cx="162560" cy="351155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900" spc="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1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8359" y="4102608"/>
            <a:ext cx="2724912" cy="704088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23545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Docker</a:t>
            </a:r>
            <a:r>
              <a:rPr dirty="0" spc="-250"/>
              <a:t> </a:t>
            </a:r>
            <a:r>
              <a:rPr dirty="0" spc="-35"/>
              <a:t>Image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7012" y="2393696"/>
            <a:ext cx="308991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launch</a:t>
            </a:r>
            <a:r>
              <a:rPr dirty="0" sz="21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7012" y="3119120"/>
            <a:ext cx="470154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Instructions</a:t>
            </a:r>
            <a:r>
              <a:rPr dirty="0" sz="2100" spc="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documented</a:t>
            </a:r>
            <a:r>
              <a:rPr dirty="0" sz="2100" spc="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100" spc="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Dockerfile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7012" y="3765296"/>
            <a:ext cx="37623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75">
                <a:solidFill>
                  <a:srgbClr val="FFFFFF"/>
                </a:solidFill>
                <a:latin typeface="Trebuchet MS"/>
                <a:cs typeface="Trebuchet MS"/>
              </a:rPr>
              <a:t>Merge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layers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single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7012" y="4414520"/>
            <a:ext cx="24599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Read-only</a:t>
            </a:r>
            <a:r>
              <a:rPr dirty="0" sz="2100" spc="3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template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753899" y="2770930"/>
            <a:ext cx="2076450" cy="2306320"/>
            <a:chOff x="6753899" y="2770930"/>
            <a:chExt cx="2076450" cy="2306320"/>
          </a:xfrm>
        </p:grpSpPr>
        <p:sp>
          <p:nvSpPr>
            <p:cNvPr id="8" name="object 8" descr=""/>
            <p:cNvSpPr/>
            <p:nvPr/>
          </p:nvSpPr>
          <p:spPr>
            <a:xfrm>
              <a:off x="7317702" y="3965892"/>
              <a:ext cx="1319530" cy="606425"/>
            </a:xfrm>
            <a:custGeom>
              <a:avLst/>
              <a:gdLst/>
              <a:ahLst/>
              <a:cxnLst/>
              <a:rect l="l" t="t" r="r" b="b"/>
              <a:pathLst>
                <a:path w="1319529" h="606425">
                  <a:moveTo>
                    <a:pt x="1319060" y="313651"/>
                  </a:moveTo>
                  <a:lnTo>
                    <a:pt x="0" y="313651"/>
                  </a:lnTo>
                  <a:lnTo>
                    <a:pt x="0" y="606132"/>
                  </a:lnTo>
                  <a:lnTo>
                    <a:pt x="1319060" y="606132"/>
                  </a:lnTo>
                  <a:lnTo>
                    <a:pt x="1319060" y="313651"/>
                  </a:lnTo>
                  <a:close/>
                </a:path>
                <a:path w="1319529" h="606425">
                  <a:moveTo>
                    <a:pt x="1319060" y="0"/>
                  </a:moveTo>
                  <a:lnTo>
                    <a:pt x="0" y="0"/>
                  </a:lnTo>
                  <a:lnTo>
                    <a:pt x="0" y="292481"/>
                  </a:lnTo>
                  <a:lnTo>
                    <a:pt x="1319060" y="292481"/>
                  </a:lnTo>
                  <a:lnTo>
                    <a:pt x="1319060" y="0"/>
                  </a:lnTo>
                  <a:close/>
                </a:path>
              </a:pathLst>
            </a:custGeom>
            <a:solidFill>
              <a:srgbClr val="FAC6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332135" y="4593187"/>
              <a:ext cx="1498600" cy="186055"/>
            </a:xfrm>
            <a:custGeom>
              <a:avLst/>
              <a:gdLst/>
              <a:ahLst/>
              <a:cxnLst/>
              <a:rect l="l" t="t" r="r" b="b"/>
              <a:pathLst>
                <a:path w="1498600" h="186054">
                  <a:moveTo>
                    <a:pt x="1313295" y="0"/>
                  </a:moveTo>
                  <a:lnTo>
                    <a:pt x="0" y="0"/>
                  </a:lnTo>
                  <a:lnTo>
                    <a:pt x="184245" y="185690"/>
                  </a:lnTo>
                  <a:lnTo>
                    <a:pt x="1498022" y="185690"/>
                  </a:lnTo>
                  <a:lnTo>
                    <a:pt x="1313295" y="0"/>
                  </a:lnTo>
                  <a:close/>
                </a:path>
              </a:pathLst>
            </a:custGeom>
            <a:solidFill>
              <a:srgbClr val="EBEB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982879" y="4240098"/>
              <a:ext cx="313055" cy="316865"/>
            </a:xfrm>
            <a:custGeom>
              <a:avLst/>
              <a:gdLst/>
              <a:ahLst/>
              <a:cxnLst/>
              <a:rect l="l" t="t" r="r" b="b"/>
              <a:pathLst>
                <a:path w="313054" h="316864">
                  <a:moveTo>
                    <a:pt x="312686" y="315569"/>
                  </a:moveTo>
                  <a:lnTo>
                    <a:pt x="0" y="0"/>
                  </a:lnTo>
                  <a:lnTo>
                    <a:pt x="312686" y="316534"/>
                  </a:lnTo>
                  <a:lnTo>
                    <a:pt x="312686" y="3155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768331" y="2770930"/>
              <a:ext cx="1855470" cy="546735"/>
            </a:xfrm>
            <a:custGeom>
              <a:avLst/>
              <a:gdLst/>
              <a:ahLst/>
              <a:cxnLst/>
              <a:rect l="l" t="t" r="r" b="b"/>
              <a:pathLst>
                <a:path w="1855470" h="546735">
                  <a:moveTo>
                    <a:pt x="1313775" y="0"/>
                  </a:moveTo>
                  <a:lnTo>
                    <a:pt x="0" y="0"/>
                  </a:lnTo>
                  <a:lnTo>
                    <a:pt x="543598" y="546484"/>
                  </a:lnTo>
                  <a:lnTo>
                    <a:pt x="1854969" y="546484"/>
                  </a:lnTo>
                  <a:lnTo>
                    <a:pt x="1313775" y="0"/>
                  </a:lnTo>
                  <a:close/>
                </a:path>
              </a:pathLst>
            </a:custGeom>
            <a:solidFill>
              <a:srgbClr val="FDE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753898" y="2786328"/>
              <a:ext cx="542290" cy="1770380"/>
            </a:xfrm>
            <a:custGeom>
              <a:avLst/>
              <a:gdLst/>
              <a:ahLst/>
              <a:cxnLst/>
              <a:rect l="l" t="t" r="r" b="b"/>
              <a:pathLst>
                <a:path w="542290" h="1770379">
                  <a:moveTo>
                    <a:pt x="541667" y="1486789"/>
                  </a:moveTo>
                  <a:lnTo>
                    <a:pt x="0" y="939990"/>
                  </a:lnTo>
                  <a:lnTo>
                    <a:pt x="0" y="1223987"/>
                  </a:lnTo>
                  <a:lnTo>
                    <a:pt x="541667" y="1770303"/>
                  </a:lnTo>
                  <a:lnTo>
                    <a:pt x="541667" y="1486789"/>
                  </a:lnTo>
                  <a:close/>
                </a:path>
                <a:path w="542290" h="1770379">
                  <a:moveTo>
                    <a:pt x="541667" y="1173467"/>
                  </a:moveTo>
                  <a:lnTo>
                    <a:pt x="0" y="627303"/>
                  </a:lnTo>
                  <a:lnTo>
                    <a:pt x="0" y="910971"/>
                  </a:lnTo>
                  <a:lnTo>
                    <a:pt x="541667" y="1456651"/>
                  </a:lnTo>
                  <a:lnTo>
                    <a:pt x="541667" y="1173467"/>
                  </a:lnTo>
                  <a:close/>
                </a:path>
                <a:path w="542290" h="1770379">
                  <a:moveTo>
                    <a:pt x="541667" y="859180"/>
                  </a:moveTo>
                  <a:lnTo>
                    <a:pt x="0" y="313651"/>
                  </a:lnTo>
                  <a:lnTo>
                    <a:pt x="0" y="596519"/>
                  </a:lnTo>
                  <a:lnTo>
                    <a:pt x="541667" y="1143000"/>
                  </a:lnTo>
                  <a:lnTo>
                    <a:pt x="541667" y="859180"/>
                  </a:lnTo>
                  <a:close/>
                </a:path>
                <a:path w="542290" h="1770379">
                  <a:moveTo>
                    <a:pt x="541667" y="545693"/>
                  </a:moveTo>
                  <a:lnTo>
                    <a:pt x="0" y="0"/>
                  </a:lnTo>
                  <a:lnTo>
                    <a:pt x="0" y="283184"/>
                  </a:lnTo>
                  <a:lnTo>
                    <a:pt x="541667" y="829348"/>
                  </a:lnTo>
                  <a:lnTo>
                    <a:pt x="541667" y="545693"/>
                  </a:lnTo>
                  <a:close/>
                </a:path>
              </a:pathLst>
            </a:custGeom>
            <a:solidFill>
              <a:srgbClr val="FCD9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753899" y="4040930"/>
              <a:ext cx="748030" cy="1036319"/>
            </a:xfrm>
            <a:custGeom>
              <a:avLst/>
              <a:gdLst/>
              <a:ahLst/>
              <a:cxnLst/>
              <a:rect l="l" t="t" r="r" b="b"/>
              <a:pathLst>
                <a:path w="748029" h="1036320">
                  <a:moveTo>
                    <a:pt x="0" y="0"/>
                  </a:moveTo>
                  <a:lnTo>
                    <a:pt x="0" y="283825"/>
                  </a:lnTo>
                  <a:lnTo>
                    <a:pt x="747568" y="1036204"/>
                  </a:lnTo>
                  <a:lnTo>
                    <a:pt x="747568" y="753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523596" y="4800043"/>
            <a:ext cx="1322070" cy="292735"/>
          </a:xfrm>
          <a:prstGeom prst="rect">
            <a:avLst/>
          </a:prstGeom>
          <a:solidFill>
            <a:srgbClr val="999A98"/>
          </a:solidFill>
        </p:spPr>
        <p:txBody>
          <a:bodyPr wrap="square" lIns="0" tIns="596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900" spc="-10">
                <a:latin typeface="Trebuchet MS"/>
                <a:cs typeface="Trebuchet MS"/>
              </a:rPr>
              <a:t>kernel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17702" y="4341367"/>
            <a:ext cx="1319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rebuchet MS"/>
                <a:cs typeface="Trebuchet MS"/>
              </a:rPr>
              <a:t>Base</a:t>
            </a:r>
            <a:r>
              <a:rPr dirty="0" sz="900" spc="70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Image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317702" y="4018279"/>
            <a:ext cx="1319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rebuchet MS"/>
                <a:cs typeface="Trebuchet MS"/>
              </a:rPr>
              <a:t>Image</a:t>
            </a:r>
            <a:r>
              <a:rPr dirty="0" sz="900" spc="14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layer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317702" y="3652234"/>
            <a:ext cx="1319530" cy="292735"/>
          </a:xfrm>
          <a:prstGeom prst="rect">
            <a:avLst/>
          </a:prstGeom>
          <a:solidFill>
            <a:srgbClr val="FAC67E"/>
          </a:solidFill>
        </p:spPr>
        <p:txBody>
          <a:bodyPr wrap="square" lIns="0" tIns="64769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509"/>
              </a:spcBef>
            </a:pPr>
            <a:r>
              <a:rPr dirty="0" sz="900">
                <a:latin typeface="Trebuchet MS"/>
                <a:cs typeface="Trebuchet MS"/>
              </a:rPr>
              <a:t>Image</a:t>
            </a:r>
            <a:r>
              <a:rPr dirty="0" sz="900" spc="14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layer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17702" y="3338582"/>
            <a:ext cx="1319530" cy="292735"/>
          </a:xfrm>
          <a:prstGeom prst="rect">
            <a:avLst/>
          </a:prstGeom>
          <a:solidFill>
            <a:srgbClr val="FAC67E"/>
          </a:solidFill>
        </p:spPr>
        <p:txBody>
          <a:bodyPr wrap="square" lIns="0" tIns="7366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580"/>
              </a:spcBef>
            </a:pPr>
            <a:r>
              <a:rPr dirty="0" sz="900">
                <a:latin typeface="Trebuchet MS"/>
                <a:cs typeface="Trebuchet MS"/>
              </a:rPr>
              <a:t>Image</a:t>
            </a:r>
            <a:r>
              <a:rPr dirty="0" sz="900" spc="14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layer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660570" y="3776238"/>
            <a:ext cx="158750" cy="379730"/>
          </a:xfrm>
          <a:custGeom>
            <a:avLst/>
            <a:gdLst/>
            <a:ahLst/>
            <a:cxnLst/>
            <a:rect l="l" t="t" r="r" b="b"/>
            <a:pathLst>
              <a:path w="158750" h="379729">
                <a:moveTo>
                  <a:pt x="76200" y="303503"/>
                </a:moveTo>
                <a:lnTo>
                  <a:pt x="0" y="341603"/>
                </a:lnTo>
                <a:lnTo>
                  <a:pt x="76200" y="379703"/>
                </a:lnTo>
                <a:lnTo>
                  <a:pt x="76200" y="354303"/>
                </a:lnTo>
                <a:lnTo>
                  <a:pt x="63500" y="354303"/>
                </a:lnTo>
                <a:lnTo>
                  <a:pt x="63500" y="328903"/>
                </a:lnTo>
                <a:lnTo>
                  <a:pt x="76200" y="328903"/>
                </a:lnTo>
                <a:lnTo>
                  <a:pt x="76200" y="303503"/>
                </a:lnTo>
                <a:close/>
              </a:path>
              <a:path w="158750" h="379729">
                <a:moveTo>
                  <a:pt x="76200" y="328903"/>
                </a:moveTo>
                <a:lnTo>
                  <a:pt x="63500" y="328903"/>
                </a:lnTo>
                <a:lnTo>
                  <a:pt x="63500" y="354303"/>
                </a:lnTo>
                <a:lnTo>
                  <a:pt x="76200" y="354303"/>
                </a:lnTo>
                <a:lnTo>
                  <a:pt x="76200" y="328903"/>
                </a:lnTo>
                <a:close/>
              </a:path>
              <a:path w="158750" h="379729">
                <a:moveTo>
                  <a:pt x="132753" y="328903"/>
                </a:moveTo>
                <a:lnTo>
                  <a:pt x="76200" y="328903"/>
                </a:lnTo>
                <a:lnTo>
                  <a:pt x="76200" y="354303"/>
                </a:lnTo>
                <a:lnTo>
                  <a:pt x="152467" y="354303"/>
                </a:lnTo>
                <a:lnTo>
                  <a:pt x="158153" y="348617"/>
                </a:lnTo>
                <a:lnTo>
                  <a:pt x="158153" y="341603"/>
                </a:lnTo>
                <a:lnTo>
                  <a:pt x="132753" y="341603"/>
                </a:lnTo>
                <a:lnTo>
                  <a:pt x="132753" y="328903"/>
                </a:lnTo>
                <a:close/>
              </a:path>
              <a:path w="158750" h="379729">
                <a:moveTo>
                  <a:pt x="132753" y="12700"/>
                </a:moveTo>
                <a:lnTo>
                  <a:pt x="132753" y="341603"/>
                </a:lnTo>
                <a:lnTo>
                  <a:pt x="145453" y="328903"/>
                </a:lnTo>
                <a:lnTo>
                  <a:pt x="158153" y="328903"/>
                </a:lnTo>
                <a:lnTo>
                  <a:pt x="158153" y="25400"/>
                </a:lnTo>
                <a:lnTo>
                  <a:pt x="145453" y="25400"/>
                </a:lnTo>
                <a:lnTo>
                  <a:pt x="132753" y="12700"/>
                </a:lnTo>
                <a:close/>
              </a:path>
              <a:path w="158750" h="379729">
                <a:moveTo>
                  <a:pt x="158153" y="328903"/>
                </a:moveTo>
                <a:lnTo>
                  <a:pt x="145453" y="328903"/>
                </a:lnTo>
                <a:lnTo>
                  <a:pt x="132753" y="341603"/>
                </a:lnTo>
                <a:lnTo>
                  <a:pt x="158153" y="341603"/>
                </a:lnTo>
                <a:lnTo>
                  <a:pt x="158153" y="328903"/>
                </a:lnTo>
                <a:close/>
              </a:path>
              <a:path w="158750" h="379729">
                <a:moveTo>
                  <a:pt x="152467" y="0"/>
                </a:moveTo>
                <a:lnTo>
                  <a:pt x="18972" y="0"/>
                </a:lnTo>
                <a:lnTo>
                  <a:pt x="18972" y="25400"/>
                </a:lnTo>
                <a:lnTo>
                  <a:pt x="132753" y="25400"/>
                </a:lnTo>
                <a:lnTo>
                  <a:pt x="132753" y="12700"/>
                </a:lnTo>
                <a:lnTo>
                  <a:pt x="158153" y="12700"/>
                </a:lnTo>
                <a:lnTo>
                  <a:pt x="158153" y="5685"/>
                </a:lnTo>
                <a:lnTo>
                  <a:pt x="152467" y="0"/>
                </a:lnTo>
                <a:close/>
              </a:path>
              <a:path w="158750" h="379729">
                <a:moveTo>
                  <a:pt x="158153" y="12700"/>
                </a:moveTo>
                <a:lnTo>
                  <a:pt x="132753" y="12700"/>
                </a:lnTo>
                <a:lnTo>
                  <a:pt x="145453" y="25400"/>
                </a:lnTo>
                <a:lnTo>
                  <a:pt x="158153" y="25400"/>
                </a:lnTo>
                <a:lnTo>
                  <a:pt x="158153" y="12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850198" y="3750055"/>
            <a:ext cx="739140" cy="4400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85"/>
              </a:spcBef>
            </a:pPr>
            <a:r>
              <a:rPr dirty="0" sz="900" spc="-10">
                <a:solidFill>
                  <a:srgbClr val="FFFFFF"/>
                </a:solidFill>
                <a:latin typeface="Trebuchet MS"/>
                <a:cs typeface="Trebuchet MS"/>
              </a:rPr>
              <a:t>References </a:t>
            </a:r>
            <a:r>
              <a:rPr dirty="0" sz="900">
                <a:solidFill>
                  <a:srgbClr val="FFFFFF"/>
                </a:solidFill>
                <a:latin typeface="Trebuchet MS"/>
                <a:cs typeface="Trebuchet MS"/>
              </a:rPr>
              <a:t>parent</a:t>
            </a:r>
            <a:r>
              <a:rPr dirty="0" sz="9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rebuchet MS"/>
                <a:cs typeface="Trebuchet MS"/>
              </a:rPr>
              <a:t>image layer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Containers</a:t>
            </a:r>
            <a:r>
              <a:rPr dirty="0" spc="-229"/>
              <a:t> </a:t>
            </a:r>
            <a:r>
              <a:rPr dirty="0" spc="-65"/>
              <a:t>and</a:t>
            </a:r>
            <a:r>
              <a:rPr dirty="0" spc="-235"/>
              <a:t> </a:t>
            </a:r>
            <a:r>
              <a:rPr dirty="0" spc="-114"/>
              <a:t>Microservices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SzPct val="90476"/>
              <a:buFont typeface="Arial"/>
              <a:buChar char="•"/>
              <a:tabLst>
                <a:tab pos="377825" algn="l"/>
              </a:tabLst>
            </a:pPr>
            <a:r>
              <a:rPr dirty="0" spc="130"/>
              <a:t>Do</a:t>
            </a:r>
            <a:r>
              <a:rPr dirty="0" spc="-65"/>
              <a:t> </a:t>
            </a:r>
            <a:r>
              <a:rPr dirty="0" spc="50"/>
              <a:t>one</a:t>
            </a:r>
            <a:r>
              <a:rPr dirty="0" spc="-70"/>
              <a:t> </a:t>
            </a:r>
            <a:r>
              <a:rPr dirty="0"/>
              <a:t>thing,</a:t>
            </a:r>
            <a:r>
              <a:rPr dirty="0" spc="-75"/>
              <a:t> </a:t>
            </a:r>
            <a:r>
              <a:rPr dirty="0"/>
              <a:t>really</a:t>
            </a:r>
            <a:r>
              <a:rPr dirty="0" spc="-70"/>
              <a:t> </a:t>
            </a:r>
            <a:r>
              <a:rPr dirty="0" spc="-20"/>
              <a:t>well</a:t>
            </a:r>
          </a:p>
          <a:p>
            <a:pPr marL="377825" indent="-365125">
              <a:lnSpc>
                <a:spcPct val="100000"/>
              </a:lnSpc>
              <a:spcBef>
                <a:spcPts val="1775"/>
              </a:spcBef>
              <a:buSzPct val="90476"/>
              <a:buFont typeface="Arial"/>
              <a:buChar char="•"/>
              <a:tabLst>
                <a:tab pos="377825" algn="l"/>
              </a:tabLst>
            </a:pPr>
            <a:r>
              <a:rPr dirty="0" spc="85"/>
              <a:t>Any</a:t>
            </a:r>
            <a:r>
              <a:rPr dirty="0" spc="-90"/>
              <a:t> </a:t>
            </a:r>
            <a:r>
              <a:rPr dirty="0"/>
              <a:t>app,</a:t>
            </a:r>
            <a:r>
              <a:rPr dirty="0" spc="-95"/>
              <a:t> </a:t>
            </a:r>
            <a:r>
              <a:rPr dirty="0" spc="50"/>
              <a:t>any</a:t>
            </a:r>
            <a:r>
              <a:rPr dirty="0" spc="-90"/>
              <a:t> </a:t>
            </a:r>
            <a:r>
              <a:rPr dirty="0" spc="50"/>
              <a:t>language</a:t>
            </a:r>
          </a:p>
          <a:p>
            <a:pPr marL="377825" indent="-365125">
              <a:lnSpc>
                <a:spcPct val="100000"/>
              </a:lnSpc>
              <a:spcBef>
                <a:spcPts val="1870"/>
              </a:spcBef>
              <a:buSzPct val="90476"/>
              <a:buFont typeface="Arial"/>
              <a:buChar char="•"/>
              <a:tabLst>
                <a:tab pos="377825" algn="l"/>
              </a:tabLst>
            </a:pPr>
            <a:r>
              <a:rPr dirty="0"/>
              <a:t>Isolated</a:t>
            </a:r>
            <a:r>
              <a:rPr dirty="0" spc="20"/>
              <a:t> </a:t>
            </a:r>
            <a:r>
              <a:rPr dirty="0"/>
              <a:t>execution</a:t>
            </a:r>
            <a:r>
              <a:rPr dirty="0" spc="30"/>
              <a:t> </a:t>
            </a:r>
            <a:r>
              <a:rPr dirty="0" spc="-10"/>
              <a:t>environment</a:t>
            </a:r>
          </a:p>
          <a:p>
            <a:pPr marL="377825" indent="-365125">
              <a:lnSpc>
                <a:spcPct val="100000"/>
              </a:lnSpc>
              <a:spcBef>
                <a:spcPts val="1800"/>
              </a:spcBef>
              <a:buSzPct val="90476"/>
              <a:buFont typeface="Arial"/>
              <a:buChar char="•"/>
              <a:tabLst>
                <a:tab pos="377825" algn="l"/>
              </a:tabLst>
            </a:pPr>
            <a:r>
              <a:rPr dirty="0"/>
              <a:t>Test</a:t>
            </a:r>
            <a:r>
              <a:rPr dirty="0" spc="35"/>
              <a:t> </a:t>
            </a:r>
            <a:r>
              <a:rPr dirty="0" spc="55"/>
              <a:t>and </a:t>
            </a:r>
            <a:r>
              <a:rPr dirty="0"/>
              <a:t>deploy</a:t>
            </a:r>
            <a:r>
              <a:rPr dirty="0" spc="40"/>
              <a:t> </a:t>
            </a:r>
            <a:r>
              <a:rPr dirty="0"/>
              <a:t>same</a:t>
            </a:r>
            <a:r>
              <a:rPr dirty="0" spc="40"/>
              <a:t> </a:t>
            </a:r>
            <a:r>
              <a:rPr dirty="0" spc="-10"/>
              <a:t>artifact</a:t>
            </a:r>
          </a:p>
          <a:p>
            <a:pPr marL="377825" indent="-365125">
              <a:lnSpc>
                <a:spcPct val="100000"/>
              </a:lnSpc>
              <a:spcBef>
                <a:spcPts val="1875"/>
              </a:spcBef>
              <a:buSzPct val="90476"/>
              <a:buFont typeface="Arial"/>
              <a:buChar char="•"/>
              <a:tabLst>
                <a:tab pos="377825" algn="l"/>
              </a:tabLst>
            </a:pPr>
            <a:r>
              <a:rPr dirty="0"/>
              <a:t>Faster</a:t>
            </a:r>
            <a:r>
              <a:rPr dirty="0" spc="-70"/>
              <a:t> </a:t>
            </a:r>
            <a:r>
              <a:rPr dirty="0" spc="-10"/>
              <a:t>startup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63341" y="2394856"/>
            <a:ext cx="3201035" cy="3048000"/>
            <a:chOff x="6063341" y="2394856"/>
            <a:chExt cx="3201035" cy="3048000"/>
          </a:xfrm>
        </p:grpSpPr>
        <p:sp>
          <p:nvSpPr>
            <p:cNvPr id="5" name="object 5" descr=""/>
            <p:cNvSpPr/>
            <p:nvPr/>
          </p:nvSpPr>
          <p:spPr>
            <a:xfrm>
              <a:off x="6063341" y="2394856"/>
              <a:ext cx="3201035" cy="3048000"/>
            </a:xfrm>
            <a:custGeom>
              <a:avLst/>
              <a:gdLst/>
              <a:ahLst/>
              <a:cxnLst/>
              <a:rect l="l" t="t" r="r" b="b"/>
              <a:pathLst>
                <a:path w="3201034" h="3048000">
                  <a:moveTo>
                    <a:pt x="3200623" y="0"/>
                  </a:moveTo>
                  <a:lnTo>
                    <a:pt x="0" y="0"/>
                  </a:lnTo>
                  <a:lnTo>
                    <a:pt x="0" y="3047999"/>
                  </a:lnTo>
                  <a:lnTo>
                    <a:pt x="3200623" y="3047999"/>
                  </a:lnTo>
                  <a:lnTo>
                    <a:pt x="3200623" y="0"/>
                  </a:lnTo>
                  <a:close/>
                </a:path>
              </a:pathLst>
            </a:custGeom>
            <a:solidFill>
              <a:srgbClr val="A16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247" y="2880359"/>
              <a:ext cx="679703" cy="67970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689277" y="3626103"/>
            <a:ext cx="4241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556247" y="2880360"/>
            <a:ext cx="2082164" cy="1938655"/>
            <a:chOff x="6556247" y="2880360"/>
            <a:chExt cx="2082164" cy="193865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8327" y="2880360"/>
              <a:ext cx="679703" cy="67970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6247" y="4139184"/>
              <a:ext cx="679703" cy="67970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8327" y="4139184"/>
              <a:ext cx="679703" cy="679703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092082" y="3626103"/>
            <a:ext cx="4241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89277" y="4884927"/>
            <a:ext cx="4241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092082" y="4884927"/>
            <a:ext cx="42418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353" y="2436367"/>
            <a:ext cx="8251190" cy="635000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2679700" marR="5080" indent="-2667000">
              <a:lnSpc>
                <a:spcPts val="2280"/>
              </a:lnSpc>
              <a:spcBef>
                <a:spcPts val="375"/>
              </a:spcBef>
            </a:pPr>
            <a:r>
              <a:rPr dirty="0" sz="2100"/>
              <a:t>Containers</a:t>
            </a:r>
            <a:r>
              <a:rPr dirty="0" sz="2100" spc="60"/>
              <a:t> </a:t>
            </a:r>
            <a:r>
              <a:rPr dirty="0" sz="2100"/>
              <a:t>have</a:t>
            </a:r>
            <a:r>
              <a:rPr dirty="0" sz="2100" spc="60"/>
              <a:t> </a:t>
            </a:r>
            <a:r>
              <a:rPr dirty="0" sz="2100"/>
              <a:t>become</a:t>
            </a:r>
            <a:r>
              <a:rPr dirty="0" sz="2100" spc="60"/>
              <a:t> </a:t>
            </a:r>
            <a:r>
              <a:rPr dirty="0" sz="2100"/>
              <a:t>the</a:t>
            </a:r>
            <a:r>
              <a:rPr dirty="0" sz="2100" spc="60"/>
              <a:t> </a:t>
            </a:r>
            <a:r>
              <a:rPr dirty="0" sz="2100"/>
              <a:t>standard</a:t>
            </a:r>
            <a:r>
              <a:rPr dirty="0" sz="2100" spc="65"/>
              <a:t> </a:t>
            </a:r>
            <a:r>
              <a:rPr dirty="0" sz="2100"/>
              <a:t>for</a:t>
            </a:r>
            <a:r>
              <a:rPr dirty="0" sz="2100" spc="45"/>
              <a:t> </a:t>
            </a:r>
            <a:r>
              <a:rPr dirty="0" sz="2100" spc="80"/>
              <a:t>how</a:t>
            </a:r>
            <a:r>
              <a:rPr dirty="0" sz="2100" spc="75"/>
              <a:t> </a:t>
            </a:r>
            <a:r>
              <a:rPr dirty="0" sz="2100"/>
              <a:t>to</a:t>
            </a:r>
            <a:r>
              <a:rPr dirty="0" sz="2100" spc="60"/>
              <a:t> </a:t>
            </a:r>
            <a:r>
              <a:rPr dirty="0" sz="2100"/>
              <a:t>ship</a:t>
            </a:r>
            <a:r>
              <a:rPr dirty="0" sz="2100" spc="65"/>
              <a:t> </a:t>
            </a:r>
            <a:r>
              <a:rPr dirty="0" sz="2100" spc="55"/>
              <a:t>and</a:t>
            </a:r>
            <a:r>
              <a:rPr dirty="0" sz="2100" spc="65"/>
              <a:t> </a:t>
            </a:r>
            <a:r>
              <a:rPr dirty="0" sz="2100"/>
              <a:t>run</a:t>
            </a:r>
            <a:r>
              <a:rPr dirty="0" sz="2100" spc="70"/>
              <a:t> </a:t>
            </a:r>
            <a:r>
              <a:rPr dirty="0" sz="2100" spc="-20"/>
              <a:t>your </a:t>
            </a:r>
            <a:r>
              <a:rPr dirty="0" sz="2100"/>
              <a:t>application</a:t>
            </a:r>
            <a:r>
              <a:rPr dirty="0" sz="2100" spc="10"/>
              <a:t> </a:t>
            </a:r>
            <a:r>
              <a:rPr dirty="0" sz="2100"/>
              <a:t>in</a:t>
            </a:r>
            <a:r>
              <a:rPr dirty="0" sz="2100" spc="10"/>
              <a:t> </a:t>
            </a:r>
            <a:r>
              <a:rPr dirty="0" sz="2100"/>
              <a:t>the </a:t>
            </a:r>
            <a:r>
              <a:rPr dirty="0" sz="2100" spc="-10"/>
              <a:t>cloud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143000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9753600" h="5486400">
                <a:moveTo>
                  <a:pt x="9753600" y="0"/>
                </a:moveTo>
                <a:lnTo>
                  <a:pt x="0" y="0"/>
                </a:lnTo>
                <a:lnTo>
                  <a:pt x="0" y="5486400"/>
                </a:lnTo>
                <a:lnTo>
                  <a:pt x="9753600" y="5486400"/>
                </a:lnTo>
                <a:lnTo>
                  <a:pt x="9753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129528"/>
            <a:ext cx="1091184" cy="28651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45591" y="3953411"/>
            <a:ext cx="8425180" cy="1789430"/>
            <a:chOff x="545591" y="3953411"/>
            <a:chExt cx="8425180" cy="178943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91" y="4904232"/>
              <a:ext cx="807720" cy="8382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935" y="5001768"/>
              <a:ext cx="637032" cy="27127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935" y="5352288"/>
              <a:ext cx="637032" cy="27127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0367" y="4904232"/>
              <a:ext cx="807719" cy="8382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5711" y="5001768"/>
              <a:ext cx="637032" cy="27127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5711" y="5352288"/>
              <a:ext cx="637032" cy="27127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0384" y="4904232"/>
              <a:ext cx="807719" cy="8382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95727" y="5001768"/>
              <a:ext cx="637032" cy="27127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5727" y="5352288"/>
              <a:ext cx="637032" cy="27127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00399" y="4904232"/>
              <a:ext cx="807720" cy="8382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85743" y="5001768"/>
              <a:ext cx="637031" cy="27127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85743" y="5352288"/>
              <a:ext cx="637031" cy="27127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93463" y="4904232"/>
              <a:ext cx="807720" cy="8382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78807" y="5001768"/>
              <a:ext cx="640079" cy="27127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78807" y="5352288"/>
              <a:ext cx="640079" cy="27127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23103" y="4904232"/>
              <a:ext cx="807720" cy="8382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08447" y="5001768"/>
              <a:ext cx="640079" cy="27127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08447" y="5352288"/>
              <a:ext cx="640079" cy="27127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152142" y="3964298"/>
              <a:ext cx="3735070" cy="895350"/>
            </a:xfrm>
            <a:custGeom>
              <a:avLst/>
              <a:gdLst/>
              <a:ahLst/>
              <a:cxnLst/>
              <a:rect l="l" t="t" r="r" b="b"/>
              <a:pathLst>
                <a:path w="3735070" h="895350">
                  <a:moveTo>
                    <a:pt x="3734622" y="0"/>
                  </a:moveTo>
                  <a:lnTo>
                    <a:pt x="0" y="894823"/>
                  </a:lnTo>
                </a:path>
                <a:path w="3735070" h="895350">
                  <a:moveTo>
                    <a:pt x="3734622" y="0"/>
                  </a:moveTo>
                  <a:lnTo>
                    <a:pt x="819303" y="894823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714375" y="3964298"/>
              <a:ext cx="2186940" cy="895350"/>
            </a:xfrm>
            <a:custGeom>
              <a:avLst/>
              <a:gdLst/>
              <a:ahLst/>
              <a:cxnLst/>
              <a:rect l="l" t="t" r="r" b="b"/>
              <a:pathLst>
                <a:path w="2186940" h="895350">
                  <a:moveTo>
                    <a:pt x="2186460" y="0"/>
                  </a:moveTo>
                  <a:lnTo>
                    <a:pt x="0" y="894823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510497" y="3964298"/>
              <a:ext cx="1376680" cy="903605"/>
            </a:xfrm>
            <a:custGeom>
              <a:avLst/>
              <a:gdLst/>
              <a:ahLst/>
              <a:cxnLst/>
              <a:rect l="l" t="t" r="r" b="b"/>
              <a:pathLst>
                <a:path w="1376679" h="903604">
                  <a:moveTo>
                    <a:pt x="1376266" y="0"/>
                  </a:moveTo>
                  <a:lnTo>
                    <a:pt x="93502" y="903013"/>
                  </a:lnTo>
                </a:path>
                <a:path w="1376679" h="903604">
                  <a:moveTo>
                    <a:pt x="1376266" y="0"/>
                  </a:moveTo>
                  <a:lnTo>
                    <a:pt x="887716" y="894823"/>
                  </a:lnTo>
                </a:path>
                <a:path w="1376679" h="903604">
                  <a:moveTo>
                    <a:pt x="1376266" y="0"/>
                  </a:moveTo>
                  <a:lnTo>
                    <a:pt x="911962" y="894823"/>
                  </a:lnTo>
                </a:path>
                <a:path w="1376679" h="903604">
                  <a:moveTo>
                    <a:pt x="1376266" y="0"/>
                  </a:moveTo>
                  <a:lnTo>
                    <a:pt x="0" y="860686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900212" y="3964297"/>
              <a:ext cx="2294890" cy="856615"/>
            </a:xfrm>
            <a:custGeom>
              <a:avLst/>
              <a:gdLst/>
              <a:ahLst/>
              <a:cxnLst/>
              <a:rect l="l" t="t" r="r" b="b"/>
              <a:pathLst>
                <a:path w="2294890" h="856614">
                  <a:moveTo>
                    <a:pt x="0" y="0"/>
                  </a:moveTo>
                  <a:lnTo>
                    <a:pt x="2294286" y="856149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900212" y="3975829"/>
              <a:ext cx="3218815" cy="849630"/>
            </a:xfrm>
            <a:custGeom>
              <a:avLst/>
              <a:gdLst/>
              <a:ahLst/>
              <a:cxnLst/>
              <a:rect l="l" t="t" r="r" b="b"/>
              <a:pathLst>
                <a:path w="3218815" h="849629">
                  <a:moveTo>
                    <a:pt x="0" y="0"/>
                  </a:moveTo>
                  <a:lnTo>
                    <a:pt x="3218620" y="849155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900211" y="3959761"/>
              <a:ext cx="4064635" cy="857250"/>
            </a:xfrm>
            <a:custGeom>
              <a:avLst/>
              <a:gdLst/>
              <a:ahLst/>
              <a:cxnLst/>
              <a:rect l="l" t="t" r="r" b="b"/>
              <a:pathLst>
                <a:path w="4064634" h="857250">
                  <a:moveTo>
                    <a:pt x="0" y="0"/>
                  </a:moveTo>
                  <a:lnTo>
                    <a:pt x="4064076" y="857094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5949696" y="4904232"/>
            <a:ext cx="807720" cy="838200"/>
            <a:chOff x="5949696" y="4904232"/>
            <a:chExt cx="807720" cy="838200"/>
          </a:xfrm>
        </p:grpSpPr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49696" y="4904232"/>
              <a:ext cx="807720" cy="8382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35040" y="5001768"/>
              <a:ext cx="637032" cy="27127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35040" y="5352288"/>
              <a:ext cx="637032" cy="271272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6839711" y="4901184"/>
            <a:ext cx="807720" cy="835660"/>
            <a:chOff x="6839711" y="4901184"/>
            <a:chExt cx="807720" cy="835660"/>
          </a:xfrm>
        </p:grpSpPr>
        <p:pic>
          <p:nvPicPr>
            <p:cNvPr id="34" name="object 3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39711" y="4901184"/>
              <a:ext cx="807720" cy="83515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925055" y="4995672"/>
              <a:ext cx="637031" cy="27127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25055" y="5349240"/>
              <a:ext cx="637031" cy="271272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7714488" y="4901184"/>
            <a:ext cx="807720" cy="835660"/>
            <a:chOff x="7714488" y="4901184"/>
            <a:chExt cx="807720" cy="835660"/>
          </a:xfrm>
        </p:grpSpPr>
        <p:pic>
          <p:nvPicPr>
            <p:cNvPr id="38" name="object 3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14488" y="4901184"/>
              <a:ext cx="807720" cy="835151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99832" y="4995672"/>
              <a:ext cx="637031" cy="27127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99832" y="5349240"/>
              <a:ext cx="637031" cy="271272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8604504" y="4901184"/>
            <a:ext cx="807720" cy="835660"/>
            <a:chOff x="8604504" y="4901184"/>
            <a:chExt cx="807720" cy="835660"/>
          </a:xfrm>
        </p:grpSpPr>
        <p:pic>
          <p:nvPicPr>
            <p:cNvPr id="42" name="object 4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04504" y="4901184"/>
              <a:ext cx="807720" cy="83515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689848" y="4995672"/>
              <a:ext cx="637031" cy="27127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89848" y="5349240"/>
              <a:ext cx="637031" cy="271272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1683136" y="1785111"/>
            <a:ext cx="6563995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3720" marR="5080" indent="-1811655">
              <a:lnSpc>
                <a:spcPct val="123200"/>
              </a:lnSpc>
              <a:spcBef>
                <a:spcPts val="100"/>
              </a:spcBef>
            </a:pP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Manually</a:t>
            </a:r>
            <a:r>
              <a:rPr dirty="0" sz="19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Trebuchet MS"/>
                <a:cs typeface="Trebuchet MS"/>
              </a:rPr>
              <a:t>downloading</a:t>
            </a:r>
            <a:r>
              <a:rPr dirty="0" sz="190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90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launching</a:t>
            </a:r>
            <a:r>
              <a:rPr dirty="0" sz="19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containers</a:t>
            </a:r>
            <a:r>
              <a:rPr dirty="0" sz="190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19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0">
                <a:solidFill>
                  <a:srgbClr val="FFFFFF"/>
                </a:solidFill>
                <a:latin typeface="Trebuchet MS"/>
                <a:cs typeface="Trebuchet MS"/>
              </a:rPr>
              <a:t>hand</a:t>
            </a:r>
            <a:r>
              <a:rPr dirty="0" sz="190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inefficient</a:t>
            </a:r>
            <a:r>
              <a:rPr dirty="0" sz="19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9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error</a:t>
            </a:r>
            <a:r>
              <a:rPr dirty="0" sz="19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prone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4532055" y="2916250"/>
            <a:ext cx="741680" cy="953769"/>
            <a:chOff x="4532055" y="2916250"/>
            <a:chExt cx="741680" cy="953769"/>
          </a:xfrm>
        </p:grpSpPr>
        <p:sp>
          <p:nvSpPr>
            <p:cNvPr id="47" name="object 47" descr=""/>
            <p:cNvSpPr/>
            <p:nvPr/>
          </p:nvSpPr>
          <p:spPr>
            <a:xfrm>
              <a:off x="4641200" y="3510348"/>
              <a:ext cx="262890" cy="296545"/>
            </a:xfrm>
            <a:custGeom>
              <a:avLst/>
              <a:gdLst/>
              <a:ahLst/>
              <a:cxnLst/>
              <a:rect l="l" t="t" r="r" b="b"/>
              <a:pathLst>
                <a:path w="262889" h="296545">
                  <a:moveTo>
                    <a:pt x="262299" y="160031"/>
                  </a:moveTo>
                  <a:lnTo>
                    <a:pt x="107990" y="160031"/>
                  </a:lnTo>
                  <a:lnTo>
                    <a:pt x="109363" y="170258"/>
                  </a:lnTo>
                  <a:lnTo>
                    <a:pt x="109068" y="196111"/>
                  </a:lnTo>
                  <a:lnTo>
                    <a:pt x="100488" y="230351"/>
                  </a:lnTo>
                  <a:lnTo>
                    <a:pt x="77005" y="265737"/>
                  </a:lnTo>
                  <a:lnTo>
                    <a:pt x="87308" y="288856"/>
                  </a:lnTo>
                  <a:lnTo>
                    <a:pt x="153075" y="296115"/>
                  </a:lnTo>
                  <a:lnTo>
                    <a:pt x="227131" y="294988"/>
                  </a:lnTo>
                  <a:lnTo>
                    <a:pt x="262299" y="292952"/>
                  </a:lnTo>
                  <a:lnTo>
                    <a:pt x="262299" y="160031"/>
                  </a:lnTo>
                  <a:close/>
                </a:path>
                <a:path w="262889" h="296545">
                  <a:moveTo>
                    <a:pt x="262299" y="129623"/>
                  </a:moveTo>
                  <a:lnTo>
                    <a:pt x="46406" y="129623"/>
                  </a:lnTo>
                  <a:lnTo>
                    <a:pt x="48107" y="136980"/>
                  </a:lnTo>
                  <a:lnTo>
                    <a:pt x="49808" y="155759"/>
                  </a:lnTo>
                  <a:lnTo>
                    <a:pt x="46407" y="181023"/>
                  </a:lnTo>
                  <a:lnTo>
                    <a:pt x="32800" y="207834"/>
                  </a:lnTo>
                  <a:lnTo>
                    <a:pt x="29692" y="224960"/>
                  </a:lnTo>
                  <a:lnTo>
                    <a:pt x="51193" y="223603"/>
                  </a:lnTo>
                  <a:lnTo>
                    <a:pt x="82295" y="202410"/>
                  </a:lnTo>
                  <a:lnTo>
                    <a:pt x="107990" y="160031"/>
                  </a:lnTo>
                  <a:lnTo>
                    <a:pt x="262299" y="160031"/>
                  </a:lnTo>
                  <a:lnTo>
                    <a:pt x="262299" y="129623"/>
                  </a:lnTo>
                  <a:close/>
                </a:path>
                <a:path w="262889" h="296545">
                  <a:moveTo>
                    <a:pt x="262299" y="0"/>
                  </a:moveTo>
                  <a:lnTo>
                    <a:pt x="1209" y="17826"/>
                  </a:lnTo>
                  <a:lnTo>
                    <a:pt x="4734" y="26665"/>
                  </a:lnTo>
                  <a:lnTo>
                    <a:pt x="10608" y="50712"/>
                  </a:lnTo>
                  <a:lnTo>
                    <a:pt x="11783" y="86265"/>
                  </a:lnTo>
                  <a:lnTo>
                    <a:pt x="1209" y="129623"/>
                  </a:lnTo>
                  <a:lnTo>
                    <a:pt x="0" y="147116"/>
                  </a:lnTo>
                  <a:lnTo>
                    <a:pt x="13054" y="148575"/>
                  </a:lnTo>
                  <a:lnTo>
                    <a:pt x="31484" y="140558"/>
                  </a:lnTo>
                  <a:lnTo>
                    <a:pt x="46406" y="129623"/>
                  </a:lnTo>
                  <a:lnTo>
                    <a:pt x="262299" y="129623"/>
                  </a:lnTo>
                  <a:lnTo>
                    <a:pt x="262299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906686" y="3510348"/>
              <a:ext cx="262890" cy="296545"/>
            </a:xfrm>
            <a:custGeom>
              <a:avLst/>
              <a:gdLst/>
              <a:ahLst/>
              <a:cxnLst/>
              <a:rect l="l" t="t" r="r" b="b"/>
              <a:pathLst>
                <a:path w="262889" h="296545">
                  <a:moveTo>
                    <a:pt x="0" y="0"/>
                  </a:moveTo>
                  <a:lnTo>
                    <a:pt x="0" y="292952"/>
                  </a:lnTo>
                  <a:lnTo>
                    <a:pt x="35167" y="294988"/>
                  </a:lnTo>
                  <a:lnTo>
                    <a:pt x="109220" y="296115"/>
                  </a:lnTo>
                  <a:lnTo>
                    <a:pt x="174986" y="288856"/>
                  </a:lnTo>
                  <a:lnTo>
                    <a:pt x="185289" y="265737"/>
                  </a:lnTo>
                  <a:lnTo>
                    <a:pt x="161806" y="230351"/>
                  </a:lnTo>
                  <a:lnTo>
                    <a:pt x="153226" y="196111"/>
                  </a:lnTo>
                  <a:lnTo>
                    <a:pt x="153054" y="181023"/>
                  </a:lnTo>
                  <a:lnTo>
                    <a:pt x="152931" y="170258"/>
                  </a:lnTo>
                  <a:lnTo>
                    <a:pt x="154303" y="160031"/>
                  </a:lnTo>
                  <a:lnTo>
                    <a:pt x="213060" y="160031"/>
                  </a:lnTo>
                  <a:lnTo>
                    <a:pt x="212485" y="155759"/>
                  </a:lnTo>
                  <a:lnTo>
                    <a:pt x="214187" y="136980"/>
                  </a:lnTo>
                  <a:lnTo>
                    <a:pt x="215888" y="129623"/>
                  </a:lnTo>
                  <a:lnTo>
                    <a:pt x="261085" y="129623"/>
                  </a:lnTo>
                  <a:lnTo>
                    <a:pt x="250511" y="86265"/>
                  </a:lnTo>
                  <a:lnTo>
                    <a:pt x="251686" y="50712"/>
                  </a:lnTo>
                  <a:lnTo>
                    <a:pt x="257560" y="26665"/>
                  </a:lnTo>
                  <a:lnTo>
                    <a:pt x="261085" y="17826"/>
                  </a:lnTo>
                  <a:lnTo>
                    <a:pt x="0" y="0"/>
                  </a:lnTo>
                  <a:close/>
                </a:path>
                <a:path w="262889" h="296545">
                  <a:moveTo>
                    <a:pt x="213060" y="160031"/>
                  </a:moveTo>
                  <a:lnTo>
                    <a:pt x="154303" y="160031"/>
                  </a:lnTo>
                  <a:lnTo>
                    <a:pt x="179998" y="202410"/>
                  </a:lnTo>
                  <a:lnTo>
                    <a:pt x="211100" y="223603"/>
                  </a:lnTo>
                  <a:lnTo>
                    <a:pt x="232601" y="224960"/>
                  </a:lnTo>
                  <a:lnTo>
                    <a:pt x="229492" y="207834"/>
                  </a:lnTo>
                  <a:lnTo>
                    <a:pt x="215885" y="181023"/>
                  </a:lnTo>
                  <a:lnTo>
                    <a:pt x="213060" y="160031"/>
                  </a:lnTo>
                  <a:close/>
                </a:path>
                <a:path w="262889" h="296545">
                  <a:moveTo>
                    <a:pt x="261085" y="129623"/>
                  </a:moveTo>
                  <a:lnTo>
                    <a:pt x="215888" y="129623"/>
                  </a:lnTo>
                  <a:lnTo>
                    <a:pt x="230809" y="140558"/>
                  </a:lnTo>
                  <a:lnTo>
                    <a:pt x="249240" y="148575"/>
                  </a:lnTo>
                  <a:lnTo>
                    <a:pt x="262294" y="147116"/>
                  </a:lnTo>
                  <a:lnTo>
                    <a:pt x="261085" y="129623"/>
                  </a:lnTo>
                  <a:close/>
                </a:path>
              </a:pathLst>
            </a:custGeom>
            <a:solidFill>
              <a:srgbClr val="543C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841871" y="3647878"/>
              <a:ext cx="130175" cy="145415"/>
            </a:xfrm>
            <a:custGeom>
              <a:avLst/>
              <a:gdLst/>
              <a:ahLst/>
              <a:cxnLst/>
              <a:rect l="l" t="t" r="r" b="b"/>
              <a:pathLst>
                <a:path w="130175" h="145414">
                  <a:moveTo>
                    <a:pt x="129630" y="0"/>
                  </a:moveTo>
                  <a:lnTo>
                    <a:pt x="0" y="0"/>
                  </a:lnTo>
                  <a:lnTo>
                    <a:pt x="0" y="145197"/>
                  </a:lnTo>
                  <a:lnTo>
                    <a:pt x="129630" y="145197"/>
                  </a:lnTo>
                  <a:lnTo>
                    <a:pt x="129630" y="0"/>
                  </a:lnTo>
                  <a:close/>
                </a:path>
              </a:pathLst>
            </a:custGeom>
            <a:solidFill>
              <a:srgbClr val="FDCC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841871" y="3647878"/>
              <a:ext cx="130175" cy="43815"/>
            </a:xfrm>
            <a:custGeom>
              <a:avLst/>
              <a:gdLst/>
              <a:ahLst/>
              <a:cxnLst/>
              <a:rect l="l" t="t" r="r" b="b"/>
              <a:pathLst>
                <a:path w="130175" h="43814">
                  <a:moveTo>
                    <a:pt x="129625" y="0"/>
                  </a:moveTo>
                  <a:lnTo>
                    <a:pt x="0" y="0"/>
                  </a:lnTo>
                  <a:lnTo>
                    <a:pt x="0" y="17092"/>
                  </a:lnTo>
                  <a:lnTo>
                    <a:pt x="9692" y="22394"/>
                  </a:lnTo>
                  <a:lnTo>
                    <a:pt x="36647" y="33456"/>
                  </a:lnTo>
                  <a:lnTo>
                    <a:pt x="77685" y="43011"/>
                  </a:lnTo>
                  <a:lnTo>
                    <a:pt x="129625" y="43795"/>
                  </a:lnTo>
                  <a:lnTo>
                    <a:pt x="129625" y="0"/>
                  </a:lnTo>
                  <a:close/>
                </a:path>
              </a:pathLst>
            </a:custGeom>
            <a:solidFill>
              <a:srgbClr val="FCBC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91701" y="3350592"/>
              <a:ext cx="126504" cy="14431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95162" y="3350592"/>
              <a:ext cx="126504" cy="144315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4655021" y="3100835"/>
              <a:ext cx="503555" cy="570865"/>
            </a:xfrm>
            <a:custGeom>
              <a:avLst/>
              <a:gdLst/>
              <a:ahLst/>
              <a:cxnLst/>
              <a:rect l="l" t="t" r="r" b="b"/>
              <a:pathLst>
                <a:path w="503554" h="570864">
                  <a:moveTo>
                    <a:pt x="251665" y="0"/>
                  </a:moveTo>
                  <a:lnTo>
                    <a:pt x="190986" y="3549"/>
                  </a:lnTo>
                  <a:lnTo>
                    <a:pt x="139088" y="13813"/>
                  </a:lnTo>
                  <a:lnTo>
                    <a:pt x="95758" y="30214"/>
                  </a:lnTo>
                  <a:lnTo>
                    <a:pt x="60783" y="52175"/>
                  </a:lnTo>
                  <a:lnTo>
                    <a:pt x="15049" y="110470"/>
                  </a:lnTo>
                  <a:lnTo>
                    <a:pt x="182" y="184081"/>
                  </a:lnTo>
                  <a:lnTo>
                    <a:pt x="0" y="211486"/>
                  </a:lnTo>
                  <a:lnTo>
                    <a:pt x="8" y="243819"/>
                  </a:lnTo>
                  <a:lnTo>
                    <a:pt x="3939" y="318316"/>
                  </a:lnTo>
                  <a:lnTo>
                    <a:pt x="9533" y="358000"/>
                  </a:lnTo>
                  <a:lnTo>
                    <a:pt x="18661" y="397657"/>
                  </a:lnTo>
                  <a:lnTo>
                    <a:pt x="32157" y="436047"/>
                  </a:lnTo>
                  <a:lnTo>
                    <a:pt x="50858" y="471930"/>
                  </a:lnTo>
                  <a:lnTo>
                    <a:pt x="75598" y="504068"/>
                  </a:lnTo>
                  <a:lnTo>
                    <a:pt x="107213" y="531221"/>
                  </a:lnTo>
                  <a:lnTo>
                    <a:pt x="146539" y="552150"/>
                  </a:lnTo>
                  <a:lnTo>
                    <a:pt x="194411" y="565616"/>
                  </a:lnTo>
                  <a:lnTo>
                    <a:pt x="251665" y="570381"/>
                  </a:lnTo>
                  <a:lnTo>
                    <a:pt x="308919" y="565616"/>
                  </a:lnTo>
                  <a:lnTo>
                    <a:pt x="356792" y="552150"/>
                  </a:lnTo>
                  <a:lnTo>
                    <a:pt x="396118" y="531221"/>
                  </a:lnTo>
                  <a:lnTo>
                    <a:pt x="427733" y="504068"/>
                  </a:lnTo>
                  <a:lnTo>
                    <a:pt x="452473" y="471930"/>
                  </a:lnTo>
                  <a:lnTo>
                    <a:pt x="471173" y="436047"/>
                  </a:lnTo>
                  <a:lnTo>
                    <a:pt x="484670" y="397657"/>
                  </a:lnTo>
                  <a:lnTo>
                    <a:pt x="493797" y="358000"/>
                  </a:lnTo>
                  <a:lnTo>
                    <a:pt x="499392" y="318316"/>
                  </a:lnTo>
                  <a:lnTo>
                    <a:pt x="502288" y="279842"/>
                  </a:lnTo>
                  <a:lnTo>
                    <a:pt x="503331" y="211486"/>
                  </a:lnTo>
                  <a:lnTo>
                    <a:pt x="503148" y="184081"/>
                  </a:lnTo>
                  <a:lnTo>
                    <a:pt x="499467" y="145650"/>
                  </a:lnTo>
                  <a:lnTo>
                    <a:pt x="469378" y="79120"/>
                  </a:lnTo>
                  <a:lnTo>
                    <a:pt x="407570" y="30214"/>
                  </a:lnTo>
                  <a:lnTo>
                    <a:pt x="364240" y="13813"/>
                  </a:lnTo>
                  <a:lnTo>
                    <a:pt x="312343" y="3549"/>
                  </a:lnTo>
                  <a:lnTo>
                    <a:pt x="251665" y="0"/>
                  </a:lnTo>
                  <a:close/>
                </a:path>
              </a:pathLst>
            </a:custGeom>
            <a:solidFill>
              <a:srgbClr val="FDCC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756964" y="3375657"/>
              <a:ext cx="54610" cy="59690"/>
            </a:xfrm>
            <a:custGeom>
              <a:avLst/>
              <a:gdLst/>
              <a:ahLst/>
              <a:cxnLst/>
              <a:rect l="l" t="t" r="r" b="b"/>
              <a:pathLst>
                <a:path w="54610" h="59689">
                  <a:moveTo>
                    <a:pt x="27219" y="0"/>
                  </a:moveTo>
                  <a:lnTo>
                    <a:pt x="16625" y="2343"/>
                  </a:lnTo>
                  <a:lnTo>
                    <a:pt x="7973" y="8734"/>
                  </a:lnTo>
                  <a:lnTo>
                    <a:pt x="2139" y="18213"/>
                  </a:lnTo>
                  <a:lnTo>
                    <a:pt x="0" y="29822"/>
                  </a:lnTo>
                  <a:lnTo>
                    <a:pt x="2139" y="41420"/>
                  </a:lnTo>
                  <a:lnTo>
                    <a:pt x="7973" y="50892"/>
                  </a:lnTo>
                  <a:lnTo>
                    <a:pt x="16625" y="57280"/>
                  </a:lnTo>
                  <a:lnTo>
                    <a:pt x="27219" y="59622"/>
                  </a:lnTo>
                  <a:lnTo>
                    <a:pt x="37824" y="57280"/>
                  </a:lnTo>
                  <a:lnTo>
                    <a:pt x="46481" y="50892"/>
                  </a:lnTo>
                  <a:lnTo>
                    <a:pt x="52316" y="41420"/>
                  </a:lnTo>
                  <a:lnTo>
                    <a:pt x="54456" y="29822"/>
                  </a:lnTo>
                  <a:lnTo>
                    <a:pt x="52316" y="18213"/>
                  </a:lnTo>
                  <a:lnTo>
                    <a:pt x="46481" y="8734"/>
                  </a:lnTo>
                  <a:lnTo>
                    <a:pt x="37824" y="2343"/>
                  </a:lnTo>
                  <a:lnTo>
                    <a:pt x="27219" y="0"/>
                  </a:lnTo>
                  <a:close/>
                </a:path>
              </a:pathLst>
            </a:custGeom>
            <a:solidFill>
              <a:srgbClr val="3B25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764178" y="3384162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10">
                  <a:moveTo>
                    <a:pt x="12640" y="0"/>
                  </a:moveTo>
                  <a:lnTo>
                    <a:pt x="3661" y="0"/>
                  </a:lnTo>
                  <a:lnTo>
                    <a:pt x="0" y="3638"/>
                  </a:lnTo>
                  <a:lnTo>
                    <a:pt x="0" y="12640"/>
                  </a:lnTo>
                  <a:lnTo>
                    <a:pt x="3661" y="16278"/>
                  </a:lnTo>
                  <a:lnTo>
                    <a:pt x="12640" y="16278"/>
                  </a:lnTo>
                  <a:lnTo>
                    <a:pt x="16278" y="12640"/>
                  </a:lnTo>
                  <a:lnTo>
                    <a:pt x="16278" y="3638"/>
                  </a:lnTo>
                  <a:lnTo>
                    <a:pt x="12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738066" y="3295942"/>
              <a:ext cx="88900" cy="38735"/>
            </a:xfrm>
            <a:custGeom>
              <a:avLst/>
              <a:gdLst/>
              <a:ahLst/>
              <a:cxnLst/>
              <a:rect l="l" t="t" r="r" b="b"/>
              <a:pathLst>
                <a:path w="88900" h="38735">
                  <a:moveTo>
                    <a:pt x="87910" y="28476"/>
                  </a:moveTo>
                  <a:lnTo>
                    <a:pt x="52655" y="28476"/>
                  </a:lnTo>
                  <a:lnTo>
                    <a:pt x="83436" y="38394"/>
                  </a:lnTo>
                  <a:lnTo>
                    <a:pt x="88438" y="34292"/>
                  </a:lnTo>
                  <a:lnTo>
                    <a:pt x="87910" y="28476"/>
                  </a:lnTo>
                  <a:close/>
                </a:path>
                <a:path w="88900" h="38735">
                  <a:moveTo>
                    <a:pt x="46482" y="0"/>
                  </a:moveTo>
                  <a:lnTo>
                    <a:pt x="20007" y="5023"/>
                  </a:lnTo>
                  <a:lnTo>
                    <a:pt x="5151" y="16365"/>
                  </a:lnTo>
                  <a:lnTo>
                    <a:pt x="0" y="28476"/>
                  </a:lnTo>
                  <a:lnTo>
                    <a:pt x="2466" y="35320"/>
                  </a:lnTo>
                  <a:lnTo>
                    <a:pt x="2580" y="35637"/>
                  </a:lnTo>
                  <a:lnTo>
                    <a:pt x="13994" y="35320"/>
                  </a:lnTo>
                  <a:lnTo>
                    <a:pt x="30096" y="30192"/>
                  </a:lnTo>
                  <a:lnTo>
                    <a:pt x="52655" y="28476"/>
                  </a:lnTo>
                  <a:lnTo>
                    <a:pt x="87910" y="28476"/>
                  </a:lnTo>
                  <a:lnTo>
                    <a:pt x="87222" y="20883"/>
                  </a:lnTo>
                  <a:lnTo>
                    <a:pt x="74873" y="6631"/>
                  </a:lnTo>
                  <a:lnTo>
                    <a:pt x="46482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005303" y="3375657"/>
              <a:ext cx="54610" cy="59690"/>
            </a:xfrm>
            <a:custGeom>
              <a:avLst/>
              <a:gdLst/>
              <a:ahLst/>
              <a:cxnLst/>
              <a:rect l="l" t="t" r="r" b="b"/>
              <a:pathLst>
                <a:path w="54610" h="59689">
                  <a:moveTo>
                    <a:pt x="27242" y="0"/>
                  </a:moveTo>
                  <a:lnTo>
                    <a:pt x="16634" y="2343"/>
                  </a:lnTo>
                  <a:lnTo>
                    <a:pt x="7975" y="8734"/>
                  </a:lnTo>
                  <a:lnTo>
                    <a:pt x="2139" y="18213"/>
                  </a:lnTo>
                  <a:lnTo>
                    <a:pt x="0" y="29822"/>
                  </a:lnTo>
                  <a:lnTo>
                    <a:pt x="2139" y="41420"/>
                  </a:lnTo>
                  <a:lnTo>
                    <a:pt x="7975" y="50892"/>
                  </a:lnTo>
                  <a:lnTo>
                    <a:pt x="16634" y="57280"/>
                  </a:lnTo>
                  <a:lnTo>
                    <a:pt x="27242" y="59622"/>
                  </a:lnTo>
                  <a:lnTo>
                    <a:pt x="37834" y="57280"/>
                  </a:lnTo>
                  <a:lnTo>
                    <a:pt x="46485" y="50892"/>
                  </a:lnTo>
                  <a:lnTo>
                    <a:pt x="52318" y="41420"/>
                  </a:lnTo>
                  <a:lnTo>
                    <a:pt x="54457" y="29822"/>
                  </a:lnTo>
                  <a:lnTo>
                    <a:pt x="52318" y="18213"/>
                  </a:lnTo>
                  <a:lnTo>
                    <a:pt x="46485" y="8734"/>
                  </a:lnTo>
                  <a:lnTo>
                    <a:pt x="37834" y="2343"/>
                  </a:lnTo>
                  <a:lnTo>
                    <a:pt x="27242" y="0"/>
                  </a:lnTo>
                  <a:close/>
                </a:path>
              </a:pathLst>
            </a:custGeom>
            <a:solidFill>
              <a:srgbClr val="3B25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012519" y="3384162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10">
                  <a:moveTo>
                    <a:pt x="12640" y="0"/>
                  </a:moveTo>
                  <a:lnTo>
                    <a:pt x="3660" y="0"/>
                  </a:lnTo>
                  <a:lnTo>
                    <a:pt x="0" y="3638"/>
                  </a:lnTo>
                  <a:lnTo>
                    <a:pt x="0" y="12640"/>
                  </a:lnTo>
                  <a:lnTo>
                    <a:pt x="3660" y="16278"/>
                  </a:lnTo>
                  <a:lnTo>
                    <a:pt x="12640" y="16278"/>
                  </a:lnTo>
                  <a:lnTo>
                    <a:pt x="16278" y="12640"/>
                  </a:lnTo>
                  <a:lnTo>
                    <a:pt x="16278" y="3638"/>
                  </a:lnTo>
                  <a:lnTo>
                    <a:pt x="12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986865" y="3295942"/>
              <a:ext cx="88900" cy="38735"/>
            </a:xfrm>
            <a:custGeom>
              <a:avLst/>
              <a:gdLst/>
              <a:ahLst/>
              <a:cxnLst/>
              <a:rect l="l" t="t" r="r" b="b"/>
              <a:pathLst>
                <a:path w="88900" h="38735">
                  <a:moveTo>
                    <a:pt x="41954" y="0"/>
                  </a:moveTo>
                  <a:lnTo>
                    <a:pt x="13564" y="6631"/>
                  </a:lnTo>
                  <a:lnTo>
                    <a:pt x="1216" y="20883"/>
                  </a:lnTo>
                  <a:lnTo>
                    <a:pt x="0" y="34292"/>
                  </a:lnTo>
                  <a:lnTo>
                    <a:pt x="5005" y="38394"/>
                  </a:lnTo>
                  <a:lnTo>
                    <a:pt x="35785" y="28476"/>
                  </a:lnTo>
                  <a:lnTo>
                    <a:pt x="88471" y="28476"/>
                  </a:lnTo>
                  <a:lnTo>
                    <a:pt x="83287" y="16365"/>
                  </a:lnTo>
                  <a:lnTo>
                    <a:pt x="68430" y="5023"/>
                  </a:lnTo>
                  <a:lnTo>
                    <a:pt x="41954" y="0"/>
                  </a:lnTo>
                  <a:close/>
                </a:path>
                <a:path w="88900" h="38735">
                  <a:moveTo>
                    <a:pt x="88438" y="28476"/>
                  </a:moveTo>
                  <a:lnTo>
                    <a:pt x="35785" y="28476"/>
                  </a:lnTo>
                  <a:lnTo>
                    <a:pt x="58344" y="30192"/>
                  </a:lnTo>
                  <a:lnTo>
                    <a:pt x="74447" y="35320"/>
                  </a:lnTo>
                  <a:lnTo>
                    <a:pt x="85860" y="35637"/>
                  </a:lnTo>
                  <a:lnTo>
                    <a:pt x="88438" y="28476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63566" y="3497503"/>
              <a:ext cx="86360" cy="108585"/>
            </a:xfrm>
            <a:custGeom>
              <a:avLst/>
              <a:gdLst/>
              <a:ahLst/>
              <a:cxnLst/>
              <a:rect l="l" t="t" r="r" b="b"/>
              <a:pathLst>
                <a:path w="86360" h="108585">
                  <a:moveTo>
                    <a:pt x="58013" y="95300"/>
                  </a:moveTo>
                  <a:lnTo>
                    <a:pt x="52412" y="102222"/>
                  </a:lnTo>
                  <a:lnTo>
                    <a:pt x="33807" y="102222"/>
                  </a:lnTo>
                  <a:lnTo>
                    <a:pt x="28219" y="95300"/>
                  </a:lnTo>
                  <a:lnTo>
                    <a:pt x="28308" y="102222"/>
                  </a:lnTo>
                  <a:lnTo>
                    <a:pt x="30886" y="108407"/>
                  </a:lnTo>
                  <a:lnTo>
                    <a:pt x="55321" y="108407"/>
                  </a:lnTo>
                  <a:lnTo>
                    <a:pt x="57924" y="102222"/>
                  </a:lnTo>
                  <a:lnTo>
                    <a:pt x="58013" y="95300"/>
                  </a:lnTo>
                  <a:close/>
                </a:path>
                <a:path w="86360" h="108585">
                  <a:moveTo>
                    <a:pt x="86220" y="2463"/>
                  </a:moveTo>
                  <a:lnTo>
                    <a:pt x="83273" y="0"/>
                  </a:lnTo>
                  <a:lnTo>
                    <a:pt x="74752" y="4013"/>
                  </a:lnTo>
                  <a:lnTo>
                    <a:pt x="61201" y="9867"/>
                  </a:lnTo>
                  <a:lnTo>
                    <a:pt x="43116" y="12852"/>
                  </a:lnTo>
                  <a:lnTo>
                    <a:pt x="25044" y="9867"/>
                  </a:lnTo>
                  <a:lnTo>
                    <a:pt x="11493" y="4013"/>
                  </a:lnTo>
                  <a:lnTo>
                    <a:pt x="2971" y="0"/>
                  </a:lnTo>
                  <a:lnTo>
                    <a:pt x="0" y="2463"/>
                  </a:lnTo>
                  <a:lnTo>
                    <a:pt x="1778" y="10985"/>
                  </a:lnTo>
                  <a:lnTo>
                    <a:pt x="8318" y="20218"/>
                  </a:lnTo>
                  <a:lnTo>
                    <a:pt x="21488" y="27635"/>
                  </a:lnTo>
                  <a:lnTo>
                    <a:pt x="43116" y="30683"/>
                  </a:lnTo>
                  <a:lnTo>
                    <a:pt x="64744" y="27635"/>
                  </a:lnTo>
                  <a:lnTo>
                    <a:pt x="77914" y="20218"/>
                  </a:lnTo>
                  <a:lnTo>
                    <a:pt x="83134" y="12852"/>
                  </a:lnTo>
                  <a:lnTo>
                    <a:pt x="84455" y="10985"/>
                  </a:lnTo>
                  <a:lnTo>
                    <a:pt x="86220" y="2463"/>
                  </a:lnTo>
                  <a:close/>
                </a:path>
              </a:pathLst>
            </a:custGeom>
            <a:solidFill>
              <a:srgbClr val="FCB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838359" y="3562004"/>
              <a:ext cx="137160" cy="22225"/>
            </a:xfrm>
            <a:custGeom>
              <a:avLst/>
              <a:gdLst/>
              <a:ahLst/>
              <a:cxnLst/>
              <a:rect l="l" t="t" r="r" b="b"/>
              <a:pathLst>
                <a:path w="137160" h="22225">
                  <a:moveTo>
                    <a:pt x="0" y="0"/>
                  </a:moveTo>
                  <a:lnTo>
                    <a:pt x="2802" y="5244"/>
                  </a:lnTo>
                  <a:lnTo>
                    <a:pt x="13167" y="12499"/>
                  </a:lnTo>
                  <a:lnTo>
                    <a:pt x="34030" y="18929"/>
                  </a:lnTo>
                  <a:lnTo>
                    <a:pt x="68327" y="21703"/>
                  </a:lnTo>
                  <a:lnTo>
                    <a:pt x="102620" y="18929"/>
                  </a:lnTo>
                  <a:lnTo>
                    <a:pt x="121986" y="12960"/>
                  </a:lnTo>
                  <a:lnTo>
                    <a:pt x="68327" y="12960"/>
                  </a:lnTo>
                  <a:lnTo>
                    <a:pt x="39695" y="10317"/>
                  </a:lnTo>
                  <a:lnTo>
                    <a:pt x="18205" y="4832"/>
                  </a:lnTo>
                  <a:lnTo>
                    <a:pt x="4706" y="171"/>
                  </a:lnTo>
                  <a:lnTo>
                    <a:pt x="4942" y="171"/>
                  </a:lnTo>
                  <a:lnTo>
                    <a:pt x="0" y="0"/>
                  </a:lnTo>
                  <a:close/>
                </a:path>
                <a:path w="137160" h="22225">
                  <a:moveTo>
                    <a:pt x="136648" y="0"/>
                  </a:moveTo>
                  <a:lnTo>
                    <a:pt x="131968" y="171"/>
                  </a:lnTo>
                  <a:lnTo>
                    <a:pt x="118474" y="4832"/>
                  </a:lnTo>
                  <a:lnTo>
                    <a:pt x="96988" y="10317"/>
                  </a:lnTo>
                  <a:lnTo>
                    <a:pt x="68327" y="12960"/>
                  </a:lnTo>
                  <a:lnTo>
                    <a:pt x="121986" y="12960"/>
                  </a:lnTo>
                  <a:lnTo>
                    <a:pt x="123481" y="12499"/>
                  </a:lnTo>
                  <a:lnTo>
                    <a:pt x="133845" y="5244"/>
                  </a:lnTo>
                  <a:lnTo>
                    <a:pt x="136556" y="171"/>
                  </a:lnTo>
                  <a:lnTo>
                    <a:pt x="136648" y="0"/>
                  </a:lnTo>
                  <a:close/>
                </a:path>
              </a:pathLst>
            </a:custGeom>
            <a:solidFill>
              <a:srgbClr val="F794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591697" y="3706215"/>
              <a:ext cx="630555" cy="163830"/>
            </a:xfrm>
            <a:custGeom>
              <a:avLst/>
              <a:gdLst/>
              <a:ahLst/>
              <a:cxnLst/>
              <a:rect l="l" t="t" r="r" b="b"/>
              <a:pathLst>
                <a:path w="630554" h="163829">
                  <a:moveTo>
                    <a:pt x="629958" y="163322"/>
                  </a:moveTo>
                  <a:lnTo>
                    <a:pt x="601713" y="109918"/>
                  </a:lnTo>
                  <a:lnTo>
                    <a:pt x="569607" y="82600"/>
                  </a:lnTo>
                  <a:lnTo>
                    <a:pt x="528370" y="56870"/>
                  </a:lnTo>
                  <a:lnTo>
                    <a:pt x="480148" y="34251"/>
                  </a:lnTo>
                  <a:lnTo>
                    <a:pt x="427088" y="16230"/>
                  </a:lnTo>
                  <a:lnTo>
                    <a:pt x="371322" y="4305"/>
                  </a:lnTo>
                  <a:lnTo>
                    <a:pt x="314985" y="0"/>
                  </a:lnTo>
                  <a:lnTo>
                    <a:pt x="258648" y="4305"/>
                  </a:lnTo>
                  <a:lnTo>
                    <a:pt x="202882" y="16230"/>
                  </a:lnTo>
                  <a:lnTo>
                    <a:pt x="149809" y="34251"/>
                  </a:lnTo>
                  <a:lnTo>
                    <a:pt x="101587" y="56870"/>
                  </a:lnTo>
                  <a:lnTo>
                    <a:pt x="60350" y="82600"/>
                  </a:lnTo>
                  <a:lnTo>
                    <a:pt x="28244" y="109918"/>
                  </a:lnTo>
                  <a:lnTo>
                    <a:pt x="0" y="163322"/>
                  </a:lnTo>
                  <a:lnTo>
                    <a:pt x="314985" y="163322"/>
                  </a:lnTo>
                  <a:lnTo>
                    <a:pt x="629958" y="163322"/>
                  </a:lnTo>
                  <a:close/>
                </a:path>
              </a:pathLst>
            </a:custGeom>
            <a:solidFill>
              <a:srgbClr val="C1B3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532055" y="2916250"/>
              <a:ext cx="741680" cy="651510"/>
            </a:xfrm>
            <a:custGeom>
              <a:avLst/>
              <a:gdLst/>
              <a:ahLst/>
              <a:cxnLst/>
              <a:rect l="l" t="t" r="r" b="b"/>
              <a:pathLst>
                <a:path w="741679" h="651510">
                  <a:moveTo>
                    <a:pt x="679634" y="199815"/>
                  </a:moveTo>
                  <a:lnTo>
                    <a:pt x="29802" y="199815"/>
                  </a:lnTo>
                  <a:lnTo>
                    <a:pt x="42782" y="206501"/>
                  </a:lnTo>
                  <a:lnTo>
                    <a:pt x="46495" y="223665"/>
                  </a:lnTo>
                  <a:lnTo>
                    <a:pt x="44469" y="256420"/>
                  </a:lnTo>
                  <a:lnTo>
                    <a:pt x="40284" y="302923"/>
                  </a:lnTo>
                  <a:lnTo>
                    <a:pt x="37824" y="354859"/>
                  </a:lnTo>
                  <a:lnTo>
                    <a:pt x="37708" y="357310"/>
                  </a:lnTo>
                  <a:lnTo>
                    <a:pt x="37677" y="366199"/>
                  </a:lnTo>
                  <a:lnTo>
                    <a:pt x="39750" y="429805"/>
                  </a:lnTo>
                  <a:lnTo>
                    <a:pt x="50561" y="506499"/>
                  </a:lnTo>
                  <a:lnTo>
                    <a:pt x="72432" y="562586"/>
                  </a:lnTo>
                  <a:lnTo>
                    <a:pt x="106043" y="607450"/>
                  </a:lnTo>
                  <a:lnTo>
                    <a:pt x="140353" y="638092"/>
                  </a:lnTo>
                  <a:lnTo>
                    <a:pt x="164326" y="651514"/>
                  </a:lnTo>
                  <a:lnTo>
                    <a:pt x="166922" y="644717"/>
                  </a:lnTo>
                  <a:lnTo>
                    <a:pt x="145098" y="584071"/>
                  </a:lnTo>
                  <a:lnTo>
                    <a:pt x="140610" y="516823"/>
                  </a:lnTo>
                  <a:lnTo>
                    <a:pt x="144491" y="462301"/>
                  </a:lnTo>
                  <a:lnTo>
                    <a:pt x="147777" y="439832"/>
                  </a:lnTo>
                  <a:lnTo>
                    <a:pt x="172791" y="439832"/>
                  </a:lnTo>
                  <a:lnTo>
                    <a:pt x="175825" y="410682"/>
                  </a:lnTo>
                  <a:lnTo>
                    <a:pt x="187968" y="366199"/>
                  </a:lnTo>
                  <a:lnTo>
                    <a:pt x="200299" y="333776"/>
                  </a:lnTo>
                  <a:lnTo>
                    <a:pt x="205939" y="321231"/>
                  </a:lnTo>
                  <a:lnTo>
                    <a:pt x="696900" y="321231"/>
                  </a:lnTo>
                  <a:lnTo>
                    <a:pt x="693755" y="305994"/>
                  </a:lnTo>
                  <a:lnTo>
                    <a:pt x="689611" y="292054"/>
                  </a:lnTo>
                  <a:lnTo>
                    <a:pt x="727013" y="292054"/>
                  </a:lnTo>
                  <a:lnTo>
                    <a:pt x="724299" y="286704"/>
                  </a:lnTo>
                  <a:lnTo>
                    <a:pt x="695375" y="234450"/>
                  </a:lnTo>
                  <a:lnTo>
                    <a:pt x="679634" y="199815"/>
                  </a:lnTo>
                  <a:close/>
                </a:path>
                <a:path w="741679" h="651510">
                  <a:moveTo>
                    <a:pt x="705000" y="459406"/>
                  </a:moveTo>
                  <a:lnTo>
                    <a:pt x="594996" y="459406"/>
                  </a:lnTo>
                  <a:lnTo>
                    <a:pt x="598865" y="478557"/>
                  </a:lnTo>
                  <a:lnTo>
                    <a:pt x="604570" y="525329"/>
                  </a:lnTo>
                  <a:lnTo>
                    <a:pt x="603303" y="581526"/>
                  </a:lnTo>
                  <a:lnTo>
                    <a:pt x="603254" y="583696"/>
                  </a:lnTo>
                  <a:lnTo>
                    <a:pt x="586060" y="637634"/>
                  </a:lnTo>
                  <a:lnTo>
                    <a:pt x="587498" y="644717"/>
                  </a:lnTo>
                  <a:lnTo>
                    <a:pt x="633015" y="615142"/>
                  </a:lnTo>
                  <a:lnTo>
                    <a:pt x="663229" y="581526"/>
                  </a:lnTo>
                  <a:lnTo>
                    <a:pt x="689165" y="537372"/>
                  </a:lnTo>
                  <a:lnTo>
                    <a:pt x="703888" y="484190"/>
                  </a:lnTo>
                  <a:lnTo>
                    <a:pt x="705000" y="459406"/>
                  </a:lnTo>
                  <a:close/>
                </a:path>
                <a:path w="741679" h="651510">
                  <a:moveTo>
                    <a:pt x="699303" y="332880"/>
                  </a:moveTo>
                  <a:lnTo>
                    <a:pt x="509426" y="332880"/>
                  </a:lnTo>
                  <a:lnTo>
                    <a:pt x="518903" y="339326"/>
                  </a:lnTo>
                  <a:lnTo>
                    <a:pt x="539999" y="361333"/>
                  </a:lnTo>
                  <a:lnTo>
                    <a:pt x="561686" y="402855"/>
                  </a:lnTo>
                  <a:lnTo>
                    <a:pt x="572968" y="467911"/>
                  </a:lnTo>
                  <a:lnTo>
                    <a:pt x="576406" y="476900"/>
                  </a:lnTo>
                  <a:lnTo>
                    <a:pt x="583490" y="475781"/>
                  </a:lnTo>
                  <a:lnTo>
                    <a:pt x="590817" y="468602"/>
                  </a:lnTo>
                  <a:lnTo>
                    <a:pt x="594996" y="459406"/>
                  </a:lnTo>
                  <a:lnTo>
                    <a:pt x="705000" y="459406"/>
                  </a:lnTo>
                  <a:lnTo>
                    <a:pt x="707399" y="405923"/>
                  </a:lnTo>
                  <a:lnTo>
                    <a:pt x="701853" y="345237"/>
                  </a:lnTo>
                  <a:lnTo>
                    <a:pt x="699303" y="332880"/>
                  </a:lnTo>
                  <a:close/>
                </a:path>
                <a:path w="741679" h="651510">
                  <a:moveTo>
                    <a:pt x="172791" y="439832"/>
                  </a:moveTo>
                  <a:lnTo>
                    <a:pt x="147777" y="439832"/>
                  </a:lnTo>
                  <a:lnTo>
                    <a:pt x="151416" y="453540"/>
                  </a:lnTo>
                  <a:lnTo>
                    <a:pt x="159395" y="464889"/>
                  </a:lnTo>
                  <a:lnTo>
                    <a:pt x="167310" y="468602"/>
                  </a:lnTo>
                  <a:lnTo>
                    <a:pt x="170754" y="459406"/>
                  </a:lnTo>
                  <a:lnTo>
                    <a:pt x="172791" y="439832"/>
                  </a:lnTo>
                  <a:close/>
                </a:path>
                <a:path w="741679" h="651510">
                  <a:moveTo>
                    <a:pt x="349995" y="321231"/>
                  </a:moveTo>
                  <a:lnTo>
                    <a:pt x="205939" y="321231"/>
                  </a:lnTo>
                  <a:lnTo>
                    <a:pt x="218316" y="327912"/>
                  </a:lnTo>
                  <a:lnTo>
                    <a:pt x="250949" y="342611"/>
                  </a:lnTo>
                  <a:lnTo>
                    <a:pt x="297091" y="357310"/>
                  </a:lnTo>
                  <a:lnTo>
                    <a:pt x="349995" y="363991"/>
                  </a:lnTo>
                  <a:lnTo>
                    <a:pt x="359016" y="357310"/>
                  </a:lnTo>
                  <a:lnTo>
                    <a:pt x="358014" y="342611"/>
                  </a:lnTo>
                  <a:lnTo>
                    <a:pt x="353002" y="327912"/>
                  </a:lnTo>
                  <a:lnTo>
                    <a:pt x="349995" y="321231"/>
                  </a:lnTo>
                  <a:close/>
                </a:path>
                <a:path w="741679" h="651510">
                  <a:moveTo>
                    <a:pt x="696900" y="321231"/>
                  </a:moveTo>
                  <a:lnTo>
                    <a:pt x="349995" y="321231"/>
                  </a:lnTo>
                  <a:lnTo>
                    <a:pt x="360716" y="327095"/>
                  </a:lnTo>
                  <a:lnTo>
                    <a:pt x="391124" y="340432"/>
                  </a:lnTo>
                  <a:lnTo>
                    <a:pt x="438585" y="354859"/>
                  </a:lnTo>
                  <a:lnTo>
                    <a:pt x="500468" y="363991"/>
                  </a:lnTo>
                  <a:lnTo>
                    <a:pt x="514677" y="359958"/>
                  </a:lnTo>
                  <a:lnTo>
                    <a:pt x="516333" y="349172"/>
                  </a:lnTo>
                  <a:lnTo>
                    <a:pt x="512296" y="338017"/>
                  </a:lnTo>
                  <a:lnTo>
                    <a:pt x="509426" y="332880"/>
                  </a:lnTo>
                  <a:lnTo>
                    <a:pt x="699303" y="332880"/>
                  </a:lnTo>
                  <a:lnTo>
                    <a:pt x="696900" y="321231"/>
                  </a:lnTo>
                  <a:close/>
                </a:path>
                <a:path w="741679" h="651510">
                  <a:moveTo>
                    <a:pt x="727013" y="292054"/>
                  </a:moveTo>
                  <a:lnTo>
                    <a:pt x="689611" y="292054"/>
                  </a:lnTo>
                  <a:lnTo>
                    <a:pt x="692839" y="298433"/>
                  </a:lnTo>
                  <a:lnTo>
                    <a:pt x="702164" y="312467"/>
                  </a:lnTo>
                  <a:lnTo>
                    <a:pt x="717045" y="326501"/>
                  </a:lnTo>
                  <a:lnTo>
                    <a:pt x="736940" y="332880"/>
                  </a:lnTo>
                  <a:lnTo>
                    <a:pt x="741558" y="320728"/>
                  </a:lnTo>
                  <a:lnTo>
                    <a:pt x="727013" y="292054"/>
                  </a:lnTo>
                  <a:close/>
                </a:path>
                <a:path w="741679" h="651510">
                  <a:moveTo>
                    <a:pt x="81683" y="73693"/>
                  </a:moveTo>
                  <a:lnTo>
                    <a:pt x="75999" y="92991"/>
                  </a:lnTo>
                  <a:lnTo>
                    <a:pt x="70073" y="119943"/>
                  </a:lnTo>
                  <a:lnTo>
                    <a:pt x="59645" y="142331"/>
                  </a:lnTo>
                  <a:lnTo>
                    <a:pt x="42113" y="158250"/>
                  </a:lnTo>
                  <a:lnTo>
                    <a:pt x="22037" y="173445"/>
                  </a:lnTo>
                  <a:lnTo>
                    <a:pt x="5854" y="187182"/>
                  </a:lnTo>
                  <a:lnTo>
                    <a:pt x="0" y="198728"/>
                  </a:lnTo>
                  <a:lnTo>
                    <a:pt x="5312" y="203223"/>
                  </a:lnTo>
                  <a:lnTo>
                    <a:pt x="16279" y="201153"/>
                  </a:lnTo>
                  <a:lnTo>
                    <a:pt x="29802" y="199815"/>
                  </a:lnTo>
                  <a:lnTo>
                    <a:pt x="679634" y="199815"/>
                  </a:lnTo>
                  <a:lnTo>
                    <a:pt x="664998" y="167611"/>
                  </a:lnTo>
                  <a:lnTo>
                    <a:pt x="655477" y="149406"/>
                  </a:lnTo>
                  <a:lnTo>
                    <a:pt x="647074" y="138434"/>
                  </a:lnTo>
                  <a:lnTo>
                    <a:pt x="91385" y="138434"/>
                  </a:lnTo>
                  <a:lnTo>
                    <a:pt x="93847" y="131142"/>
                  </a:lnTo>
                  <a:lnTo>
                    <a:pt x="97950" y="113642"/>
                  </a:lnTo>
                  <a:lnTo>
                    <a:pt x="98701" y="94310"/>
                  </a:lnTo>
                  <a:lnTo>
                    <a:pt x="98771" y="92497"/>
                  </a:lnTo>
                  <a:lnTo>
                    <a:pt x="91385" y="74270"/>
                  </a:lnTo>
                  <a:lnTo>
                    <a:pt x="81683" y="73693"/>
                  </a:lnTo>
                  <a:close/>
                </a:path>
                <a:path w="741679" h="651510">
                  <a:moveTo>
                    <a:pt x="336017" y="0"/>
                  </a:moveTo>
                  <a:lnTo>
                    <a:pt x="293192" y="4466"/>
                  </a:lnTo>
                  <a:lnTo>
                    <a:pt x="250489" y="15397"/>
                  </a:lnTo>
                  <a:lnTo>
                    <a:pt x="208432" y="33525"/>
                  </a:lnTo>
                  <a:lnTo>
                    <a:pt x="167545" y="59585"/>
                  </a:lnTo>
                  <a:lnTo>
                    <a:pt x="128355" y="94310"/>
                  </a:lnTo>
                  <a:lnTo>
                    <a:pt x="91385" y="138434"/>
                  </a:lnTo>
                  <a:lnTo>
                    <a:pt x="647074" y="138434"/>
                  </a:lnTo>
                  <a:lnTo>
                    <a:pt x="620004" y="108907"/>
                  </a:lnTo>
                  <a:lnTo>
                    <a:pt x="566123" y="67846"/>
                  </a:lnTo>
                  <a:lnTo>
                    <a:pt x="498032" y="32095"/>
                  </a:lnTo>
                  <a:lnTo>
                    <a:pt x="459970" y="18044"/>
                  </a:lnTo>
                  <a:lnTo>
                    <a:pt x="419931" y="7522"/>
                  </a:lnTo>
                  <a:lnTo>
                    <a:pt x="378438" y="1263"/>
                  </a:lnTo>
                  <a:lnTo>
                    <a:pt x="336017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798373" y="3701539"/>
              <a:ext cx="216621" cy="167997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594" y="1823720"/>
            <a:ext cx="293116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Container</a:t>
            </a:r>
            <a:r>
              <a:rPr dirty="0" sz="2100" spc="110"/>
              <a:t> </a:t>
            </a:r>
            <a:r>
              <a:rPr dirty="0" sz="2100" spc="-10"/>
              <a:t>orchestration</a:t>
            </a:r>
            <a:endParaRPr sz="2100"/>
          </a:p>
        </p:txBody>
      </p:sp>
      <p:grpSp>
        <p:nvGrpSpPr>
          <p:cNvPr id="3" name="object 3" descr=""/>
          <p:cNvGrpSpPr/>
          <p:nvPr/>
        </p:nvGrpSpPr>
        <p:grpSpPr>
          <a:xfrm>
            <a:off x="573023" y="5056632"/>
            <a:ext cx="807720" cy="838200"/>
            <a:chOff x="573023" y="5056632"/>
            <a:chExt cx="807720" cy="8382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023" y="5056632"/>
              <a:ext cx="807720" cy="8382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7" y="5154168"/>
              <a:ext cx="637032" cy="27127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67" y="5507736"/>
              <a:ext cx="637032" cy="271271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447800" y="5056632"/>
            <a:ext cx="807720" cy="838200"/>
            <a:chOff x="1447800" y="5056632"/>
            <a:chExt cx="807720" cy="83820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7800" y="5056632"/>
              <a:ext cx="807719" cy="8382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3143" y="5154168"/>
              <a:ext cx="637032" cy="27127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3143" y="5507736"/>
              <a:ext cx="637032" cy="271271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2337816" y="5056632"/>
            <a:ext cx="807720" cy="838200"/>
            <a:chOff x="2337816" y="5056632"/>
            <a:chExt cx="807720" cy="83820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7816" y="5056632"/>
              <a:ext cx="807719" cy="8382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0112" y="5154168"/>
              <a:ext cx="640080" cy="27127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20112" y="5507736"/>
              <a:ext cx="640080" cy="271271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3224783" y="5056632"/>
            <a:ext cx="807720" cy="838200"/>
            <a:chOff x="3224783" y="5056632"/>
            <a:chExt cx="807720" cy="838200"/>
          </a:xfrm>
        </p:grpSpPr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4783" y="5056632"/>
              <a:ext cx="807719" cy="8382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0127" y="5154168"/>
              <a:ext cx="640079" cy="27127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10127" y="5507736"/>
              <a:ext cx="640079" cy="271271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4120896" y="5056632"/>
            <a:ext cx="807720" cy="838200"/>
            <a:chOff x="4120896" y="5056632"/>
            <a:chExt cx="807720" cy="838200"/>
          </a:xfrm>
        </p:grpSpPr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20896" y="5056632"/>
              <a:ext cx="807720" cy="8382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06240" y="5154168"/>
              <a:ext cx="637032" cy="27127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06240" y="5507736"/>
              <a:ext cx="637032" cy="271271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5050535" y="5056632"/>
            <a:ext cx="807720" cy="838200"/>
            <a:chOff x="5050535" y="5056632"/>
            <a:chExt cx="807720" cy="838200"/>
          </a:xfrm>
        </p:grpSpPr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50535" y="5056632"/>
              <a:ext cx="807720" cy="83820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35879" y="5154168"/>
              <a:ext cx="637031" cy="27127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35879" y="5507736"/>
              <a:ext cx="637031" cy="271271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5977128" y="5056632"/>
            <a:ext cx="807720" cy="838200"/>
            <a:chOff x="5977128" y="5056632"/>
            <a:chExt cx="807720" cy="838200"/>
          </a:xfrm>
        </p:grpSpPr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7128" y="5056632"/>
              <a:ext cx="807720" cy="8382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62472" y="5154168"/>
              <a:ext cx="637031" cy="27127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62472" y="5507736"/>
              <a:ext cx="637031" cy="271271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6867143" y="5053584"/>
            <a:ext cx="807720" cy="838200"/>
            <a:chOff x="6867143" y="5053584"/>
            <a:chExt cx="807720" cy="838200"/>
          </a:xfrm>
        </p:grpSpPr>
        <p:pic>
          <p:nvPicPr>
            <p:cNvPr id="32" name="object 3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67143" y="5053584"/>
              <a:ext cx="807720" cy="83820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52487" y="5151120"/>
              <a:ext cx="637031" cy="27127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52487" y="5504688"/>
              <a:ext cx="637031" cy="271272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7741919" y="5053584"/>
            <a:ext cx="807720" cy="838200"/>
            <a:chOff x="7741919" y="5053584"/>
            <a:chExt cx="807720" cy="838200"/>
          </a:xfrm>
        </p:grpSpPr>
        <p:pic>
          <p:nvPicPr>
            <p:cNvPr id="36" name="object 3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41919" y="5053584"/>
              <a:ext cx="807720" cy="8382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27263" y="5151120"/>
              <a:ext cx="637031" cy="271271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27263" y="5504688"/>
              <a:ext cx="637031" cy="271272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8631935" y="5053584"/>
            <a:ext cx="807720" cy="838200"/>
            <a:chOff x="8631935" y="5053584"/>
            <a:chExt cx="807720" cy="838200"/>
          </a:xfrm>
        </p:grpSpPr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31935" y="5053584"/>
              <a:ext cx="807720" cy="83820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714231" y="5151120"/>
              <a:ext cx="640079" cy="27127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714231" y="5504688"/>
              <a:ext cx="640079" cy="271272"/>
            </a:xfrm>
            <a:prstGeom prst="rect">
              <a:avLst/>
            </a:prstGeom>
          </p:spPr>
        </p:pic>
      </p:grpSp>
      <p:grpSp>
        <p:nvGrpSpPr>
          <p:cNvPr id="43" name="object 43" descr=""/>
          <p:cNvGrpSpPr/>
          <p:nvPr/>
        </p:nvGrpSpPr>
        <p:grpSpPr>
          <a:xfrm>
            <a:off x="582168" y="3023616"/>
            <a:ext cx="807720" cy="838200"/>
            <a:chOff x="582168" y="3023616"/>
            <a:chExt cx="807720" cy="838200"/>
          </a:xfrm>
        </p:grpSpPr>
        <p:pic>
          <p:nvPicPr>
            <p:cNvPr id="44" name="object 4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2168" y="3023616"/>
              <a:ext cx="807719" cy="83820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7511" y="3121152"/>
              <a:ext cx="637032" cy="271272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7511" y="3474720"/>
              <a:ext cx="637032" cy="271272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1456944" y="3023616"/>
            <a:ext cx="807720" cy="838200"/>
            <a:chOff x="1456944" y="3023616"/>
            <a:chExt cx="807720" cy="838200"/>
          </a:xfrm>
        </p:grpSpPr>
        <p:pic>
          <p:nvPicPr>
            <p:cNvPr id="48" name="object 4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56944" y="3023616"/>
              <a:ext cx="807719" cy="838200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2288" y="3121152"/>
              <a:ext cx="637032" cy="271272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42288" y="3474720"/>
              <a:ext cx="637032" cy="271272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2346960" y="3023616"/>
            <a:ext cx="807720" cy="838200"/>
            <a:chOff x="2346960" y="3023616"/>
            <a:chExt cx="807720" cy="838200"/>
          </a:xfrm>
        </p:grpSpPr>
        <p:pic>
          <p:nvPicPr>
            <p:cNvPr id="52" name="object 5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346960" y="3023616"/>
              <a:ext cx="807719" cy="838200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32304" y="3121152"/>
              <a:ext cx="637032" cy="271272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432304" y="3474720"/>
              <a:ext cx="637032" cy="271272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3236976" y="3023616"/>
            <a:ext cx="807720" cy="838200"/>
            <a:chOff x="3236976" y="3023616"/>
            <a:chExt cx="807720" cy="838200"/>
          </a:xfrm>
        </p:grpSpPr>
        <p:pic>
          <p:nvPicPr>
            <p:cNvPr id="56" name="object 5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36976" y="3023616"/>
              <a:ext cx="807720" cy="838200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319272" y="3121152"/>
              <a:ext cx="640079" cy="271272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319272" y="3474720"/>
              <a:ext cx="640079" cy="271272"/>
            </a:xfrm>
            <a:prstGeom prst="rect">
              <a:avLst/>
            </a:prstGeom>
          </p:spPr>
        </p:pic>
      </p:grpSp>
      <p:grpSp>
        <p:nvGrpSpPr>
          <p:cNvPr id="59" name="object 59" descr=""/>
          <p:cNvGrpSpPr/>
          <p:nvPr/>
        </p:nvGrpSpPr>
        <p:grpSpPr>
          <a:xfrm>
            <a:off x="4130040" y="3023616"/>
            <a:ext cx="807720" cy="838200"/>
            <a:chOff x="4130040" y="3023616"/>
            <a:chExt cx="807720" cy="838200"/>
          </a:xfrm>
        </p:grpSpPr>
        <p:pic>
          <p:nvPicPr>
            <p:cNvPr id="60" name="object 6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30040" y="3023616"/>
              <a:ext cx="807720" cy="83820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15384" y="3121152"/>
              <a:ext cx="637032" cy="27127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15384" y="3474720"/>
              <a:ext cx="637032" cy="271272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5059679" y="3023616"/>
            <a:ext cx="807720" cy="838200"/>
            <a:chOff x="5059679" y="3023616"/>
            <a:chExt cx="807720" cy="838200"/>
          </a:xfrm>
        </p:grpSpPr>
        <p:pic>
          <p:nvPicPr>
            <p:cNvPr id="64" name="object 6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059679" y="3023616"/>
              <a:ext cx="807720" cy="83820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145023" y="3121152"/>
              <a:ext cx="637031" cy="27127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145023" y="3474720"/>
              <a:ext cx="637031" cy="271272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5986271" y="3023616"/>
            <a:ext cx="807720" cy="838200"/>
            <a:chOff x="5986271" y="3023616"/>
            <a:chExt cx="807720" cy="838200"/>
          </a:xfrm>
        </p:grpSpPr>
        <p:pic>
          <p:nvPicPr>
            <p:cNvPr id="68" name="object 6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86271" y="3023616"/>
              <a:ext cx="807720" cy="83820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71615" y="3121152"/>
              <a:ext cx="637032" cy="27127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071615" y="3474720"/>
              <a:ext cx="637032" cy="271272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6876288" y="3020567"/>
            <a:ext cx="807720" cy="838200"/>
            <a:chOff x="6876288" y="3020567"/>
            <a:chExt cx="807720" cy="838200"/>
          </a:xfrm>
        </p:grpSpPr>
        <p:pic>
          <p:nvPicPr>
            <p:cNvPr id="72" name="object 7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76288" y="3020567"/>
              <a:ext cx="807720" cy="838200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961632" y="3118103"/>
              <a:ext cx="637031" cy="271272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961632" y="3471671"/>
              <a:ext cx="637031" cy="271272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7751064" y="3020567"/>
            <a:ext cx="807720" cy="838200"/>
            <a:chOff x="7751064" y="3020567"/>
            <a:chExt cx="807720" cy="838200"/>
          </a:xfrm>
        </p:grpSpPr>
        <p:pic>
          <p:nvPicPr>
            <p:cNvPr id="76" name="object 7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751064" y="3020567"/>
              <a:ext cx="807720" cy="838200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836408" y="3118103"/>
              <a:ext cx="637031" cy="271272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836408" y="3471671"/>
              <a:ext cx="637031" cy="271272"/>
            </a:xfrm>
            <a:prstGeom prst="rect">
              <a:avLst/>
            </a:prstGeom>
          </p:spPr>
        </p:pic>
      </p:grpSp>
      <p:grpSp>
        <p:nvGrpSpPr>
          <p:cNvPr id="79" name="object 79" descr=""/>
          <p:cNvGrpSpPr/>
          <p:nvPr/>
        </p:nvGrpSpPr>
        <p:grpSpPr>
          <a:xfrm>
            <a:off x="8641080" y="3020567"/>
            <a:ext cx="807720" cy="838200"/>
            <a:chOff x="8641080" y="3020567"/>
            <a:chExt cx="807720" cy="838200"/>
          </a:xfrm>
        </p:grpSpPr>
        <p:pic>
          <p:nvPicPr>
            <p:cNvPr id="80" name="object 80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641080" y="3020567"/>
              <a:ext cx="807720" cy="838200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723376" y="3118103"/>
              <a:ext cx="640079" cy="27127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723376" y="3471671"/>
              <a:ext cx="640079" cy="271272"/>
            </a:xfrm>
            <a:prstGeom prst="rect">
              <a:avLst/>
            </a:prstGeom>
          </p:spPr>
        </p:pic>
      </p:grpSp>
      <p:sp>
        <p:nvSpPr>
          <p:cNvPr id="83" name="object 83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015" y="6129528"/>
              <a:ext cx="1091184" cy="28651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599" y="3620497"/>
              <a:ext cx="7958413" cy="59090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861" y="1275588"/>
            <a:ext cx="58127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AWS</a:t>
            </a:r>
            <a:r>
              <a:rPr dirty="0" spc="-240"/>
              <a:t> </a:t>
            </a:r>
            <a:r>
              <a:rPr dirty="0" spc="-135"/>
              <a:t>Container</a:t>
            </a:r>
            <a:r>
              <a:rPr dirty="0" spc="-235"/>
              <a:t> </a:t>
            </a:r>
            <a:r>
              <a:rPr dirty="0" spc="-140"/>
              <a:t>Services</a:t>
            </a:r>
            <a:r>
              <a:rPr dirty="0" spc="-225"/>
              <a:t> </a:t>
            </a:r>
            <a:r>
              <a:rPr dirty="0" spc="-80"/>
              <a:t>landscape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6471" y="2258080"/>
            <a:ext cx="2983865" cy="10845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250" spc="80">
                <a:solidFill>
                  <a:srgbClr val="FF5252"/>
                </a:solidFill>
                <a:latin typeface="Trebuchet MS"/>
                <a:cs typeface="Trebuchet MS"/>
              </a:rPr>
              <a:t>MANAGEMENT</a:t>
            </a:r>
            <a:endParaRPr sz="225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Deployment,</a:t>
            </a:r>
            <a:r>
              <a:rPr dirty="0" sz="15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scheduling,</a:t>
            </a:r>
            <a:r>
              <a:rPr dirty="0" sz="15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scaling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dirty="0" sz="15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5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containerized applications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6469" y="3934035"/>
            <a:ext cx="2368550" cy="17741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spc="60">
                <a:solidFill>
                  <a:srgbClr val="FF5252"/>
                </a:solidFill>
                <a:latin typeface="Trebuchet MS"/>
                <a:cs typeface="Trebuchet MS"/>
              </a:rPr>
              <a:t>HOSTING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15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5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containers</a:t>
            </a:r>
            <a:r>
              <a:rPr dirty="0" sz="15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rebuchet MS"/>
                <a:cs typeface="Trebuchet MS"/>
              </a:rPr>
              <a:t>run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50" spc="50">
                <a:solidFill>
                  <a:srgbClr val="FF5252"/>
                </a:solidFill>
                <a:latin typeface="Trebuchet MS"/>
                <a:cs typeface="Trebuchet MS"/>
              </a:rPr>
              <a:t>IMAGE</a:t>
            </a:r>
            <a:r>
              <a:rPr dirty="0" sz="2250" spc="-85">
                <a:solidFill>
                  <a:srgbClr val="FF5252"/>
                </a:solidFill>
                <a:latin typeface="Trebuchet MS"/>
                <a:cs typeface="Trebuchet MS"/>
              </a:rPr>
              <a:t> </a:t>
            </a:r>
            <a:r>
              <a:rPr dirty="0" sz="2250" spc="-10">
                <a:solidFill>
                  <a:srgbClr val="FF5252"/>
                </a:solidFill>
                <a:latin typeface="Trebuchet MS"/>
                <a:cs typeface="Trebuchet MS"/>
              </a:rPr>
              <a:t>REGISTRY</a:t>
            </a: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r>
              <a:rPr dirty="0" sz="15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 repository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015" y="2286000"/>
            <a:ext cx="868680" cy="10820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4680" y="2286000"/>
            <a:ext cx="865631" cy="108203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4680" y="3669791"/>
            <a:ext cx="865631" cy="10820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00015" y="4980432"/>
            <a:ext cx="868680" cy="108203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00015" y="3669791"/>
            <a:ext cx="868680" cy="108204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696456" y="2383535"/>
            <a:ext cx="2886710" cy="2974975"/>
            <a:chOff x="6696456" y="2383535"/>
            <a:chExt cx="2886710" cy="29749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6456" y="2383535"/>
              <a:ext cx="2886455" cy="29748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698036" y="2386267"/>
              <a:ext cx="2882900" cy="2969895"/>
            </a:xfrm>
            <a:custGeom>
              <a:avLst/>
              <a:gdLst/>
              <a:ahLst/>
              <a:cxnLst/>
              <a:rect l="l" t="t" r="r" b="b"/>
              <a:pathLst>
                <a:path w="2882900" h="2969895">
                  <a:moveTo>
                    <a:pt x="2882842" y="0"/>
                  </a:moveTo>
                  <a:lnTo>
                    <a:pt x="0" y="0"/>
                  </a:lnTo>
                  <a:lnTo>
                    <a:pt x="0" y="2969743"/>
                  </a:lnTo>
                  <a:lnTo>
                    <a:pt x="2882842" y="2969743"/>
                  </a:lnTo>
                  <a:lnTo>
                    <a:pt x="2882842" y="0"/>
                  </a:lnTo>
                  <a:close/>
                </a:path>
              </a:pathLst>
            </a:custGeom>
            <a:solidFill>
              <a:srgbClr val="00A0C8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698036" y="2386267"/>
            <a:ext cx="2882900" cy="2969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700">
              <a:latin typeface="Times New Roman"/>
              <a:cs typeface="Times New Roman"/>
            </a:endParaRPr>
          </a:p>
          <a:p>
            <a:pPr marL="911860" marR="476250" indent="-440690">
              <a:lnSpc>
                <a:spcPts val="1989"/>
              </a:lnSpc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Gives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primitives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building</a:t>
            </a:r>
            <a:endParaRPr sz="1700">
              <a:latin typeface="Arial"/>
              <a:cs typeface="Arial"/>
            </a:endParaRPr>
          </a:p>
          <a:p>
            <a:pPr marL="472440">
              <a:lnSpc>
                <a:spcPts val="1935"/>
              </a:lnSpc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modern</a:t>
            </a:r>
            <a:r>
              <a:rPr dirty="0" sz="17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0752" y="3200400"/>
            <a:ext cx="1200911" cy="679703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3587496" y="2383535"/>
            <a:ext cx="2886710" cy="2974975"/>
            <a:chOff x="3587496" y="2383535"/>
            <a:chExt cx="2886710" cy="297497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7496" y="2383535"/>
              <a:ext cx="2886455" cy="297484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587779" y="2386267"/>
              <a:ext cx="2882900" cy="2969895"/>
            </a:xfrm>
            <a:custGeom>
              <a:avLst/>
              <a:gdLst/>
              <a:ahLst/>
              <a:cxnLst/>
              <a:rect l="l" t="t" r="r" b="b"/>
              <a:pathLst>
                <a:path w="2882900" h="2969895">
                  <a:moveTo>
                    <a:pt x="2882841" y="0"/>
                  </a:moveTo>
                  <a:lnTo>
                    <a:pt x="0" y="0"/>
                  </a:lnTo>
                  <a:lnTo>
                    <a:pt x="0" y="2969743"/>
                  </a:lnTo>
                  <a:lnTo>
                    <a:pt x="2882841" y="2969743"/>
                  </a:lnTo>
                  <a:lnTo>
                    <a:pt x="2882841" y="0"/>
                  </a:lnTo>
                  <a:close/>
                </a:path>
              </a:pathLst>
            </a:custGeom>
            <a:solidFill>
              <a:srgbClr val="00A0C8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587779" y="2386267"/>
            <a:ext cx="2882900" cy="2969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1700">
              <a:latin typeface="Times New Roman"/>
              <a:cs typeface="Times New Roman"/>
            </a:endParaRPr>
          </a:p>
          <a:p>
            <a:pPr marL="537845" marR="547370" indent="234950">
              <a:lnSpc>
                <a:spcPts val="2020"/>
              </a:lnSpc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Helps</a:t>
            </a:r>
            <a:r>
              <a:rPr dirty="0" sz="17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Arial"/>
                <a:cs typeface="Arial"/>
              </a:rPr>
              <a:t>run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containers</a:t>
            </a:r>
            <a:r>
              <a:rPr dirty="0" sz="17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scale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390678" y="3130295"/>
            <a:ext cx="1277620" cy="859790"/>
            <a:chOff x="4390678" y="3130295"/>
            <a:chExt cx="1277620" cy="859790"/>
          </a:xfrm>
        </p:grpSpPr>
        <p:sp>
          <p:nvSpPr>
            <p:cNvPr id="12" name="object 12" descr=""/>
            <p:cNvSpPr/>
            <p:nvPr/>
          </p:nvSpPr>
          <p:spPr>
            <a:xfrm>
              <a:off x="4397028" y="3180220"/>
              <a:ext cx="1264920" cy="718185"/>
            </a:xfrm>
            <a:custGeom>
              <a:avLst/>
              <a:gdLst/>
              <a:ahLst/>
              <a:cxnLst/>
              <a:rect l="l" t="t" r="r" b="b"/>
              <a:pathLst>
                <a:path w="1264920" h="718185">
                  <a:moveTo>
                    <a:pt x="0" y="0"/>
                  </a:moveTo>
                  <a:lnTo>
                    <a:pt x="1264348" y="0"/>
                  </a:lnTo>
                  <a:lnTo>
                    <a:pt x="1264348" y="717726"/>
                  </a:lnTo>
                  <a:lnTo>
                    <a:pt x="0" y="71772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1183" y="3130295"/>
              <a:ext cx="252984" cy="45720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987315" y="3238918"/>
              <a:ext cx="81280" cy="280670"/>
            </a:xfrm>
            <a:custGeom>
              <a:avLst/>
              <a:gdLst/>
              <a:ahLst/>
              <a:cxnLst/>
              <a:rect l="l" t="t" r="r" b="b"/>
              <a:pathLst>
                <a:path w="81279" h="280670">
                  <a:moveTo>
                    <a:pt x="81280" y="81280"/>
                  </a:moveTo>
                  <a:lnTo>
                    <a:pt x="74510" y="67729"/>
                  </a:lnTo>
                  <a:lnTo>
                    <a:pt x="40640" y="0"/>
                  </a:lnTo>
                  <a:lnTo>
                    <a:pt x="0" y="81280"/>
                  </a:lnTo>
                  <a:lnTo>
                    <a:pt x="27089" y="81280"/>
                  </a:lnTo>
                  <a:lnTo>
                    <a:pt x="27089" y="280149"/>
                  </a:lnTo>
                  <a:lnTo>
                    <a:pt x="54190" y="280149"/>
                  </a:lnTo>
                  <a:lnTo>
                    <a:pt x="54190" y="81280"/>
                  </a:lnTo>
                  <a:lnTo>
                    <a:pt x="81280" y="81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4815" y="3438143"/>
              <a:ext cx="451103" cy="25298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050434" y="3500907"/>
              <a:ext cx="280670" cy="81280"/>
            </a:xfrm>
            <a:custGeom>
              <a:avLst/>
              <a:gdLst/>
              <a:ahLst/>
              <a:cxnLst/>
              <a:rect l="l" t="t" r="r" b="b"/>
              <a:pathLst>
                <a:path w="280670" h="81279">
                  <a:moveTo>
                    <a:pt x="280149" y="40652"/>
                  </a:moveTo>
                  <a:lnTo>
                    <a:pt x="253060" y="27101"/>
                  </a:lnTo>
                  <a:lnTo>
                    <a:pt x="198869" y="0"/>
                  </a:lnTo>
                  <a:lnTo>
                    <a:pt x="198869" y="27101"/>
                  </a:lnTo>
                  <a:lnTo>
                    <a:pt x="0" y="27101"/>
                  </a:lnTo>
                  <a:lnTo>
                    <a:pt x="0" y="54190"/>
                  </a:lnTo>
                  <a:lnTo>
                    <a:pt x="198869" y="54190"/>
                  </a:lnTo>
                  <a:lnTo>
                    <a:pt x="198869" y="81280"/>
                  </a:lnTo>
                  <a:lnTo>
                    <a:pt x="253060" y="54190"/>
                  </a:lnTo>
                  <a:lnTo>
                    <a:pt x="280149" y="40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01183" y="3535679"/>
              <a:ext cx="252984" cy="45415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987315" y="3559111"/>
              <a:ext cx="81280" cy="280670"/>
            </a:xfrm>
            <a:custGeom>
              <a:avLst/>
              <a:gdLst/>
              <a:ahLst/>
              <a:cxnLst/>
              <a:rect l="l" t="t" r="r" b="b"/>
              <a:pathLst>
                <a:path w="81279" h="280670">
                  <a:moveTo>
                    <a:pt x="81280" y="198869"/>
                  </a:moveTo>
                  <a:lnTo>
                    <a:pt x="54178" y="198869"/>
                  </a:lnTo>
                  <a:lnTo>
                    <a:pt x="54190" y="0"/>
                  </a:lnTo>
                  <a:lnTo>
                    <a:pt x="27089" y="0"/>
                  </a:lnTo>
                  <a:lnTo>
                    <a:pt x="27089" y="198869"/>
                  </a:lnTo>
                  <a:lnTo>
                    <a:pt x="0" y="198869"/>
                  </a:lnTo>
                  <a:lnTo>
                    <a:pt x="40640" y="280149"/>
                  </a:lnTo>
                  <a:lnTo>
                    <a:pt x="74498" y="212420"/>
                  </a:lnTo>
                  <a:lnTo>
                    <a:pt x="81280" y="198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2479" y="3438143"/>
              <a:ext cx="451103" cy="25298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727803" y="3500907"/>
              <a:ext cx="280670" cy="81280"/>
            </a:xfrm>
            <a:custGeom>
              <a:avLst/>
              <a:gdLst/>
              <a:ahLst/>
              <a:cxnLst/>
              <a:rect l="l" t="t" r="r" b="b"/>
              <a:pathLst>
                <a:path w="280670" h="81279">
                  <a:moveTo>
                    <a:pt x="280149" y="27101"/>
                  </a:moveTo>
                  <a:lnTo>
                    <a:pt x="81280" y="27101"/>
                  </a:lnTo>
                  <a:lnTo>
                    <a:pt x="81280" y="0"/>
                  </a:lnTo>
                  <a:lnTo>
                    <a:pt x="0" y="40640"/>
                  </a:lnTo>
                  <a:lnTo>
                    <a:pt x="81280" y="81280"/>
                  </a:lnTo>
                  <a:lnTo>
                    <a:pt x="81280" y="54190"/>
                  </a:lnTo>
                  <a:lnTo>
                    <a:pt x="280149" y="54190"/>
                  </a:lnTo>
                  <a:lnTo>
                    <a:pt x="280149" y="271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460248" y="2353055"/>
            <a:ext cx="2900680" cy="3005455"/>
            <a:chOff x="460248" y="2353055"/>
            <a:chExt cx="2900680" cy="3005455"/>
          </a:xfrm>
        </p:grpSpPr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248" y="2353055"/>
              <a:ext cx="2898648" cy="300532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77521" y="2386267"/>
              <a:ext cx="2882900" cy="2969895"/>
            </a:xfrm>
            <a:custGeom>
              <a:avLst/>
              <a:gdLst/>
              <a:ahLst/>
              <a:cxnLst/>
              <a:rect l="l" t="t" r="r" b="b"/>
              <a:pathLst>
                <a:path w="2882900" h="2969895">
                  <a:moveTo>
                    <a:pt x="2882842" y="0"/>
                  </a:moveTo>
                  <a:lnTo>
                    <a:pt x="0" y="0"/>
                  </a:lnTo>
                  <a:lnTo>
                    <a:pt x="0" y="2969743"/>
                  </a:lnTo>
                  <a:lnTo>
                    <a:pt x="2882842" y="2969743"/>
                  </a:lnTo>
                  <a:lnTo>
                    <a:pt x="2882842" y="0"/>
                  </a:lnTo>
                  <a:close/>
                </a:path>
              </a:pathLst>
            </a:custGeom>
            <a:solidFill>
              <a:srgbClr val="00A0C8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77521" y="2386267"/>
            <a:ext cx="2882900" cy="2969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1700">
              <a:latin typeface="Times New Roman"/>
              <a:cs typeface="Times New Roman"/>
            </a:endParaRPr>
          </a:p>
          <a:p>
            <a:pPr marL="385445" marR="352425" indent="-41910">
              <a:lnSpc>
                <a:spcPts val="2020"/>
              </a:lnSpc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Open</a:t>
            </a:r>
            <a:r>
              <a:rPr dirty="0" sz="17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7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container management</a:t>
            </a:r>
            <a:r>
              <a:rPr dirty="0" sz="17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400812" y="2862982"/>
            <a:ext cx="1036319" cy="1035050"/>
            <a:chOff x="1400812" y="2862982"/>
            <a:chExt cx="1036319" cy="1035050"/>
          </a:xfrm>
        </p:grpSpPr>
        <p:sp>
          <p:nvSpPr>
            <p:cNvPr id="26" name="object 26" descr=""/>
            <p:cNvSpPr/>
            <p:nvPr/>
          </p:nvSpPr>
          <p:spPr>
            <a:xfrm>
              <a:off x="1400810" y="2862986"/>
              <a:ext cx="1036319" cy="1035050"/>
            </a:xfrm>
            <a:custGeom>
              <a:avLst/>
              <a:gdLst/>
              <a:ahLst/>
              <a:cxnLst/>
              <a:rect l="l" t="t" r="r" b="b"/>
              <a:pathLst>
                <a:path w="1036319" h="1035050">
                  <a:moveTo>
                    <a:pt x="172542" y="575729"/>
                  </a:moveTo>
                  <a:lnTo>
                    <a:pt x="165963" y="568960"/>
                  </a:lnTo>
                  <a:lnTo>
                    <a:pt x="145211" y="568960"/>
                  </a:lnTo>
                  <a:lnTo>
                    <a:pt x="138125" y="575729"/>
                  </a:lnTo>
                  <a:lnTo>
                    <a:pt x="138125" y="942848"/>
                  </a:lnTo>
                  <a:lnTo>
                    <a:pt x="145211" y="949617"/>
                  </a:lnTo>
                  <a:lnTo>
                    <a:pt x="165963" y="949617"/>
                  </a:lnTo>
                  <a:lnTo>
                    <a:pt x="172542" y="942848"/>
                  </a:lnTo>
                  <a:lnTo>
                    <a:pt x="172542" y="575729"/>
                  </a:lnTo>
                  <a:close/>
                </a:path>
                <a:path w="1036319" h="1035050">
                  <a:moveTo>
                    <a:pt x="276263" y="575729"/>
                  </a:moveTo>
                  <a:lnTo>
                    <a:pt x="269176" y="568960"/>
                  </a:lnTo>
                  <a:lnTo>
                    <a:pt x="248932" y="568960"/>
                  </a:lnTo>
                  <a:lnTo>
                    <a:pt x="241858" y="575729"/>
                  </a:lnTo>
                  <a:lnTo>
                    <a:pt x="241858" y="942848"/>
                  </a:lnTo>
                  <a:lnTo>
                    <a:pt x="248932" y="949617"/>
                  </a:lnTo>
                  <a:lnTo>
                    <a:pt x="269176" y="949617"/>
                  </a:lnTo>
                  <a:lnTo>
                    <a:pt x="276263" y="942848"/>
                  </a:lnTo>
                  <a:lnTo>
                    <a:pt x="276263" y="575729"/>
                  </a:lnTo>
                  <a:close/>
                </a:path>
                <a:path w="1036319" h="1035050">
                  <a:moveTo>
                    <a:pt x="379996" y="575729"/>
                  </a:moveTo>
                  <a:lnTo>
                    <a:pt x="372910" y="568960"/>
                  </a:lnTo>
                  <a:lnTo>
                    <a:pt x="352158" y="568960"/>
                  </a:lnTo>
                  <a:lnTo>
                    <a:pt x="345579" y="575729"/>
                  </a:lnTo>
                  <a:lnTo>
                    <a:pt x="345579" y="942848"/>
                  </a:lnTo>
                  <a:lnTo>
                    <a:pt x="352158" y="949617"/>
                  </a:lnTo>
                  <a:lnTo>
                    <a:pt x="372910" y="949617"/>
                  </a:lnTo>
                  <a:lnTo>
                    <a:pt x="379996" y="942848"/>
                  </a:lnTo>
                  <a:lnTo>
                    <a:pt x="379996" y="575729"/>
                  </a:lnTo>
                  <a:close/>
                </a:path>
                <a:path w="1036319" h="1035050">
                  <a:moveTo>
                    <a:pt x="483717" y="575729"/>
                  </a:moveTo>
                  <a:lnTo>
                    <a:pt x="476631" y="568960"/>
                  </a:lnTo>
                  <a:lnTo>
                    <a:pt x="455891" y="568960"/>
                  </a:lnTo>
                  <a:lnTo>
                    <a:pt x="448805" y="575729"/>
                  </a:lnTo>
                  <a:lnTo>
                    <a:pt x="448805" y="942848"/>
                  </a:lnTo>
                  <a:lnTo>
                    <a:pt x="455891" y="949617"/>
                  </a:lnTo>
                  <a:lnTo>
                    <a:pt x="476631" y="949617"/>
                  </a:lnTo>
                  <a:lnTo>
                    <a:pt x="483717" y="942848"/>
                  </a:lnTo>
                  <a:lnTo>
                    <a:pt x="483717" y="575729"/>
                  </a:lnTo>
                  <a:close/>
                </a:path>
                <a:path w="1036319" h="1035050">
                  <a:moveTo>
                    <a:pt x="587451" y="575729"/>
                  </a:moveTo>
                  <a:lnTo>
                    <a:pt x="580364" y="568960"/>
                  </a:lnTo>
                  <a:lnTo>
                    <a:pt x="559612" y="568960"/>
                  </a:lnTo>
                  <a:lnTo>
                    <a:pt x="552538" y="575729"/>
                  </a:lnTo>
                  <a:lnTo>
                    <a:pt x="552538" y="942848"/>
                  </a:lnTo>
                  <a:lnTo>
                    <a:pt x="559612" y="949617"/>
                  </a:lnTo>
                  <a:lnTo>
                    <a:pt x="580364" y="949617"/>
                  </a:lnTo>
                  <a:lnTo>
                    <a:pt x="587451" y="942848"/>
                  </a:lnTo>
                  <a:lnTo>
                    <a:pt x="587451" y="575729"/>
                  </a:lnTo>
                  <a:close/>
                </a:path>
                <a:path w="1036319" h="1035050">
                  <a:moveTo>
                    <a:pt x="690664" y="575729"/>
                  </a:moveTo>
                  <a:lnTo>
                    <a:pt x="684085" y="568960"/>
                  </a:lnTo>
                  <a:lnTo>
                    <a:pt x="663346" y="568960"/>
                  </a:lnTo>
                  <a:lnTo>
                    <a:pt x="656259" y="575729"/>
                  </a:lnTo>
                  <a:lnTo>
                    <a:pt x="656259" y="942848"/>
                  </a:lnTo>
                  <a:lnTo>
                    <a:pt x="663346" y="949617"/>
                  </a:lnTo>
                  <a:lnTo>
                    <a:pt x="684085" y="949617"/>
                  </a:lnTo>
                  <a:lnTo>
                    <a:pt x="690664" y="942848"/>
                  </a:lnTo>
                  <a:lnTo>
                    <a:pt x="690664" y="575729"/>
                  </a:lnTo>
                  <a:close/>
                </a:path>
                <a:path w="1036319" h="1035050">
                  <a:moveTo>
                    <a:pt x="794397" y="575729"/>
                  </a:moveTo>
                  <a:lnTo>
                    <a:pt x="787311" y="568960"/>
                  </a:lnTo>
                  <a:lnTo>
                    <a:pt x="767067" y="568960"/>
                  </a:lnTo>
                  <a:lnTo>
                    <a:pt x="759993" y="575729"/>
                  </a:lnTo>
                  <a:lnTo>
                    <a:pt x="759993" y="942848"/>
                  </a:lnTo>
                  <a:lnTo>
                    <a:pt x="767067" y="949617"/>
                  </a:lnTo>
                  <a:lnTo>
                    <a:pt x="787311" y="949617"/>
                  </a:lnTo>
                  <a:lnTo>
                    <a:pt x="794397" y="942848"/>
                  </a:lnTo>
                  <a:lnTo>
                    <a:pt x="794397" y="575729"/>
                  </a:lnTo>
                  <a:close/>
                </a:path>
                <a:path w="1036319" h="1035050">
                  <a:moveTo>
                    <a:pt x="898118" y="575729"/>
                  </a:moveTo>
                  <a:lnTo>
                    <a:pt x="891044" y="568960"/>
                  </a:lnTo>
                  <a:lnTo>
                    <a:pt x="870292" y="568960"/>
                  </a:lnTo>
                  <a:lnTo>
                    <a:pt x="863714" y="575729"/>
                  </a:lnTo>
                  <a:lnTo>
                    <a:pt x="863714" y="942848"/>
                  </a:lnTo>
                  <a:lnTo>
                    <a:pt x="870292" y="949617"/>
                  </a:lnTo>
                  <a:lnTo>
                    <a:pt x="891044" y="949617"/>
                  </a:lnTo>
                  <a:lnTo>
                    <a:pt x="898118" y="942848"/>
                  </a:lnTo>
                  <a:lnTo>
                    <a:pt x="898118" y="575729"/>
                  </a:lnTo>
                  <a:close/>
                </a:path>
                <a:path w="1036319" h="1035050">
                  <a:moveTo>
                    <a:pt x="1036256" y="489038"/>
                  </a:moveTo>
                  <a:lnTo>
                    <a:pt x="1029169" y="483616"/>
                  </a:lnTo>
                  <a:lnTo>
                    <a:pt x="1001852" y="483616"/>
                  </a:lnTo>
                  <a:lnTo>
                    <a:pt x="1001852" y="517486"/>
                  </a:lnTo>
                  <a:lnTo>
                    <a:pt x="1001852" y="526961"/>
                  </a:lnTo>
                  <a:lnTo>
                    <a:pt x="1000874" y="535089"/>
                  </a:lnTo>
                  <a:lnTo>
                    <a:pt x="998245" y="543217"/>
                  </a:lnTo>
                  <a:lnTo>
                    <a:pt x="989711" y="558126"/>
                  </a:lnTo>
                  <a:lnTo>
                    <a:pt x="980389" y="568960"/>
                  </a:lnTo>
                  <a:lnTo>
                    <a:pt x="973201" y="581152"/>
                  </a:lnTo>
                  <a:lnTo>
                    <a:pt x="968578" y="596049"/>
                  </a:lnTo>
                  <a:lnTo>
                    <a:pt x="966939" y="610958"/>
                  </a:lnTo>
                  <a:lnTo>
                    <a:pt x="966939" y="907630"/>
                  </a:lnTo>
                  <a:lnTo>
                    <a:pt x="980389" y="949617"/>
                  </a:lnTo>
                  <a:lnTo>
                    <a:pt x="995235" y="968590"/>
                  </a:lnTo>
                  <a:lnTo>
                    <a:pt x="999007" y="975360"/>
                  </a:lnTo>
                  <a:lnTo>
                    <a:pt x="1001166" y="983488"/>
                  </a:lnTo>
                  <a:lnTo>
                    <a:pt x="1001852" y="990257"/>
                  </a:lnTo>
                  <a:lnTo>
                    <a:pt x="1001852" y="1001102"/>
                  </a:lnTo>
                  <a:lnTo>
                    <a:pt x="34404" y="1001102"/>
                  </a:lnTo>
                  <a:lnTo>
                    <a:pt x="34404" y="990257"/>
                  </a:lnTo>
                  <a:lnTo>
                    <a:pt x="35369" y="982129"/>
                  </a:lnTo>
                  <a:lnTo>
                    <a:pt x="38011" y="974001"/>
                  </a:lnTo>
                  <a:lnTo>
                    <a:pt x="41871" y="967232"/>
                  </a:lnTo>
                  <a:lnTo>
                    <a:pt x="46545" y="961809"/>
                  </a:lnTo>
                  <a:lnTo>
                    <a:pt x="55867" y="949617"/>
                  </a:lnTo>
                  <a:lnTo>
                    <a:pt x="63055" y="937425"/>
                  </a:lnTo>
                  <a:lnTo>
                    <a:pt x="67678" y="922528"/>
                  </a:lnTo>
                  <a:lnTo>
                    <a:pt x="69316" y="907630"/>
                  </a:lnTo>
                  <a:lnTo>
                    <a:pt x="69316" y="610958"/>
                  </a:lnTo>
                  <a:lnTo>
                    <a:pt x="67678" y="596049"/>
                  </a:lnTo>
                  <a:lnTo>
                    <a:pt x="63055" y="582510"/>
                  </a:lnTo>
                  <a:lnTo>
                    <a:pt x="55867" y="568960"/>
                  </a:lnTo>
                  <a:lnTo>
                    <a:pt x="46545" y="558126"/>
                  </a:lnTo>
                  <a:lnTo>
                    <a:pt x="38011" y="543217"/>
                  </a:lnTo>
                  <a:lnTo>
                    <a:pt x="35369" y="535089"/>
                  </a:lnTo>
                  <a:lnTo>
                    <a:pt x="34404" y="526961"/>
                  </a:lnTo>
                  <a:lnTo>
                    <a:pt x="34404" y="517486"/>
                  </a:lnTo>
                  <a:lnTo>
                    <a:pt x="1001852" y="517486"/>
                  </a:lnTo>
                  <a:lnTo>
                    <a:pt x="1001852" y="483616"/>
                  </a:lnTo>
                  <a:lnTo>
                    <a:pt x="972502" y="483616"/>
                  </a:lnTo>
                  <a:lnTo>
                    <a:pt x="651205" y="354926"/>
                  </a:lnTo>
                  <a:lnTo>
                    <a:pt x="644512" y="353568"/>
                  </a:lnTo>
                  <a:lnTo>
                    <a:pt x="637921" y="356273"/>
                  </a:lnTo>
                  <a:lnTo>
                    <a:pt x="632269" y="360337"/>
                  </a:lnTo>
                  <a:lnTo>
                    <a:pt x="628434" y="365760"/>
                  </a:lnTo>
                  <a:lnTo>
                    <a:pt x="627595" y="372529"/>
                  </a:lnTo>
                  <a:lnTo>
                    <a:pt x="629386" y="379310"/>
                  </a:lnTo>
                  <a:lnTo>
                    <a:pt x="633336" y="384721"/>
                  </a:lnTo>
                  <a:lnTo>
                    <a:pt x="639051" y="387438"/>
                  </a:lnTo>
                  <a:lnTo>
                    <a:pt x="877887" y="483616"/>
                  </a:lnTo>
                  <a:lnTo>
                    <a:pt x="164439" y="483616"/>
                  </a:lnTo>
                  <a:lnTo>
                    <a:pt x="461454" y="372529"/>
                  </a:lnTo>
                  <a:lnTo>
                    <a:pt x="474992" y="390144"/>
                  </a:lnTo>
                  <a:lnTo>
                    <a:pt x="492315" y="402336"/>
                  </a:lnTo>
                  <a:lnTo>
                    <a:pt x="512686" y="410464"/>
                  </a:lnTo>
                  <a:lnTo>
                    <a:pt x="535330" y="413169"/>
                  </a:lnTo>
                  <a:lnTo>
                    <a:pt x="569341" y="407758"/>
                  </a:lnTo>
                  <a:lnTo>
                    <a:pt x="596811" y="388785"/>
                  </a:lnTo>
                  <a:lnTo>
                    <a:pt x="603237" y="379310"/>
                  </a:lnTo>
                  <a:lnTo>
                    <a:pt x="615162" y="361696"/>
                  </a:lnTo>
                  <a:lnTo>
                    <a:pt x="621855" y="327825"/>
                  </a:lnTo>
                  <a:lnTo>
                    <a:pt x="616648" y="298030"/>
                  </a:lnTo>
                  <a:lnTo>
                    <a:pt x="602183" y="272288"/>
                  </a:lnTo>
                  <a:lnTo>
                    <a:pt x="580224" y="253326"/>
                  </a:lnTo>
                  <a:lnTo>
                    <a:pt x="552538" y="242481"/>
                  </a:lnTo>
                  <a:lnTo>
                    <a:pt x="552538" y="222161"/>
                  </a:lnTo>
                  <a:lnTo>
                    <a:pt x="580224" y="211328"/>
                  </a:lnTo>
                  <a:lnTo>
                    <a:pt x="602183" y="192366"/>
                  </a:lnTo>
                  <a:lnTo>
                    <a:pt x="603783" y="189649"/>
                  </a:lnTo>
                  <a:lnTo>
                    <a:pt x="535330" y="189649"/>
                  </a:lnTo>
                  <a:lnTo>
                    <a:pt x="514883" y="185585"/>
                  </a:lnTo>
                  <a:lnTo>
                    <a:pt x="498525" y="174752"/>
                  </a:lnTo>
                  <a:lnTo>
                    <a:pt x="487654" y="158496"/>
                  </a:lnTo>
                  <a:lnTo>
                    <a:pt x="483717" y="138176"/>
                  </a:lnTo>
                  <a:lnTo>
                    <a:pt x="487654" y="116497"/>
                  </a:lnTo>
                  <a:lnTo>
                    <a:pt x="498525" y="100241"/>
                  </a:lnTo>
                  <a:lnTo>
                    <a:pt x="514883" y="89408"/>
                  </a:lnTo>
                  <a:lnTo>
                    <a:pt x="535330" y="85344"/>
                  </a:lnTo>
                  <a:lnTo>
                    <a:pt x="621855" y="85344"/>
                  </a:lnTo>
                  <a:lnTo>
                    <a:pt x="621855" y="67729"/>
                  </a:lnTo>
                  <a:lnTo>
                    <a:pt x="483717" y="67729"/>
                  </a:lnTo>
                  <a:lnTo>
                    <a:pt x="483717" y="6769"/>
                  </a:lnTo>
                  <a:lnTo>
                    <a:pt x="476631" y="0"/>
                  </a:lnTo>
                  <a:lnTo>
                    <a:pt x="455891" y="0"/>
                  </a:lnTo>
                  <a:lnTo>
                    <a:pt x="448805" y="6769"/>
                  </a:lnTo>
                  <a:lnTo>
                    <a:pt x="448805" y="138176"/>
                  </a:lnTo>
                  <a:lnTo>
                    <a:pt x="454012" y="167982"/>
                  </a:lnTo>
                  <a:lnTo>
                    <a:pt x="468477" y="192366"/>
                  </a:lnTo>
                  <a:lnTo>
                    <a:pt x="490435" y="211328"/>
                  </a:lnTo>
                  <a:lnTo>
                    <a:pt x="518121" y="222161"/>
                  </a:lnTo>
                  <a:lnTo>
                    <a:pt x="518121" y="268224"/>
                  </a:lnTo>
                  <a:lnTo>
                    <a:pt x="525208" y="274993"/>
                  </a:lnTo>
                  <a:lnTo>
                    <a:pt x="535330" y="274993"/>
                  </a:lnTo>
                  <a:lnTo>
                    <a:pt x="555853" y="279057"/>
                  </a:lnTo>
                  <a:lnTo>
                    <a:pt x="572389" y="291249"/>
                  </a:lnTo>
                  <a:lnTo>
                    <a:pt x="583425" y="307505"/>
                  </a:lnTo>
                  <a:lnTo>
                    <a:pt x="587451" y="327825"/>
                  </a:lnTo>
                  <a:lnTo>
                    <a:pt x="583425" y="348145"/>
                  </a:lnTo>
                  <a:lnTo>
                    <a:pt x="572389" y="364401"/>
                  </a:lnTo>
                  <a:lnTo>
                    <a:pt x="555853" y="375246"/>
                  </a:lnTo>
                  <a:lnTo>
                    <a:pt x="535330" y="379310"/>
                  </a:lnTo>
                  <a:lnTo>
                    <a:pt x="523316" y="377952"/>
                  </a:lnTo>
                  <a:lnTo>
                    <a:pt x="512432" y="373888"/>
                  </a:lnTo>
                  <a:lnTo>
                    <a:pt x="510044" y="372529"/>
                  </a:lnTo>
                  <a:lnTo>
                    <a:pt x="502881" y="368465"/>
                  </a:lnTo>
                  <a:lnTo>
                    <a:pt x="494855" y="360337"/>
                  </a:lnTo>
                  <a:lnTo>
                    <a:pt x="535330" y="345440"/>
                  </a:lnTo>
                  <a:lnTo>
                    <a:pt x="545960" y="349504"/>
                  </a:lnTo>
                  <a:lnTo>
                    <a:pt x="548995" y="352209"/>
                  </a:lnTo>
                  <a:lnTo>
                    <a:pt x="559612" y="352209"/>
                  </a:lnTo>
                  <a:lnTo>
                    <a:pt x="566699" y="348145"/>
                  </a:lnTo>
                  <a:lnTo>
                    <a:pt x="567207" y="345440"/>
                  </a:lnTo>
                  <a:lnTo>
                    <a:pt x="569341" y="333248"/>
                  </a:lnTo>
                  <a:lnTo>
                    <a:pt x="568032" y="327825"/>
                  </a:lnTo>
                  <a:lnTo>
                    <a:pt x="567715" y="326478"/>
                  </a:lnTo>
                  <a:lnTo>
                    <a:pt x="563803" y="321056"/>
                  </a:lnTo>
                  <a:lnTo>
                    <a:pt x="558101" y="316992"/>
                  </a:lnTo>
                  <a:lnTo>
                    <a:pt x="545960" y="312928"/>
                  </a:lnTo>
                  <a:lnTo>
                    <a:pt x="542925" y="310222"/>
                  </a:lnTo>
                  <a:lnTo>
                    <a:pt x="539381" y="308864"/>
                  </a:lnTo>
                  <a:lnTo>
                    <a:pt x="531787" y="308864"/>
                  </a:lnTo>
                  <a:lnTo>
                    <a:pt x="528243" y="310222"/>
                  </a:lnTo>
                  <a:lnTo>
                    <a:pt x="525208" y="311569"/>
                  </a:lnTo>
                  <a:lnTo>
                    <a:pt x="483717" y="327825"/>
                  </a:lnTo>
                  <a:lnTo>
                    <a:pt x="483717" y="316992"/>
                  </a:lnTo>
                  <a:lnTo>
                    <a:pt x="476631" y="310222"/>
                  </a:lnTo>
                  <a:lnTo>
                    <a:pt x="455891" y="310222"/>
                  </a:lnTo>
                  <a:lnTo>
                    <a:pt x="448805" y="316992"/>
                  </a:lnTo>
                  <a:lnTo>
                    <a:pt x="448805" y="331889"/>
                  </a:lnTo>
                  <a:lnTo>
                    <a:pt x="449821" y="340017"/>
                  </a:lnTo>
                  <a:lnTo>
                    <a:pt x="63754" y="483616"/>
                  </a:lnTo>
                  <a:lnTo>
                    <a:pt x="7073" y="483616"/>
                  </a:lnTo>
                  <a:lnTo>
                    <a:pt x="0" y="489038"/>
                  </a:lnTo>
                  <a:lnTo>
                    <a:pt x="0" y="526961"/>
                  </a:lnTo>
                  <a:lnTo>
                    <a:pt x="1549" y="543217"/>
                  </a:lnTo>
                  <a:lnTo>
                    <a:pt x="6007" y="556768"/>
                  </a:lnTo>
                  <a:lnTo>
                    <a:pt x="13017" y="570318"/>
                  </a:lnTo>
                  <a:lnTo>
                    <a:pt x="22263" y="581152"/>
                  </a:lnTo>
                  <a:lnTo>
                    <a:pt x="27139" y="587921"/>
                  </a:lnTo>
                  <a:lnTo>
                    <a:pt x="30988" y="594702"/>
                  </a:lnTo>
                  <a:lnTo>
                    <a:pt x="33502" y="602830"/>
                  </a:lnTo>
                  <a:lnTo>
                    <a:pt x="34404" y="610958"/>
                  </a:lnTo>
                  <a:lnTo>
                    <a:pt x="34404" y="907630"/>
                  </a:lnTo>
                  <a:lnTo>
                    <a:pt x="6007" y="961809"/>
                  </a:lnTo>
                  <a:lnTo>
                    <a:pt x="1549" y="975360"/>
                  </a:lnTo>
                  <a:lnTo>
                    <a:pt x="0" y="990257"/>
                  </a:lnTo>
                  <a:lnTo>
                    <a:pt x="0" y="1028192"/>
                  </a:lnTo>
                  <a:lnTo>
                    <a:pt x="7073" y="1034961"/>
                  </a:lnTo>
                  <a:lnTo>
                    <a:pt x="1029169" y="1034961"/>
                  </a:lnTo>
                  <a:lnTo>
                    <a:pt x="1036256" y="1028192"/>
                  </a:lnTo>
                  <a:lnTo>
                    <a:pt x="1036256" y="1001102"/>
                  </a:lnTo>
                  <a:lnTo>
                    <a:pt x="1036256" y="990257"/>
                  </a:lnTo>
                  <a:lnTo>
                    <a:pt x="1034694" y="975360"/>
                  </a:lnTo>
                  <a:lnTo>
                    <a:pt x="1030249" y="961809"/>
                  </a:lnTo>
                  <a:lnTo>
                    <a:pt x="1023239" y="948270"/>
                  </a:lnTo>
                  <a:lnTo>
                    <a:pt x="1008468" y="930656"/>
                  </a:lnTo>
                  <a:lnTo>
                    <a:pt x="1004697" y="922528"/>
                  </a:lnTo>
                  <a:lnTo>
                    <a:pt x="1002538" y="915758"/>
                  </a:lnTo>
                  <a:lnTo>
                    <a:pt x="1001852" y="907630"/>
                  </a:lnTo>
                  <a:lnTo>
                    <a:pt x="1001852" y="610958"/>
                  </a:lnTo>
                  <a:lnTo>
                    <a:pt x="1030249" y="556768"/>
                  </a:lnTo>
                  <a:lnTo>
                    <a:pt x="1034694" y="543217"/>
                  </a:lnTo>
                  <a:lnTo>
                    <a:pt x="1036256" y="526961"/>
                  </a:lnTo>
                  <a:lnTo>
                    <a:pt x="1036256" y="517486"/>
                  </a:lnTo>
                  <a:lnTo>
                    <a:pt x="1036256" y="489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4535" y="2862982"/>
              <a:ext cx="138134" cy="189652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 sz="3100" spc="-90">
                <a:solidFill>
                  <a:srgbClr val="F2F2F2"/>
                </a:solidFill>
              </a:rPr>
              <a:t>Kubernetes</a:t>
            </a:r>
            <a:endParaRPr sz="3100"/>
          </a:p>
        </p:txBody>
      </p:sp>
      <p:sp>
        <p:nvSpPr>
          <p:cNvPr id="29" name="object 29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Amazon</a:t>
            </a:r>
            <a:r>
              <a:rPr dirty="0" spc="-220"/>
              <a:t> </a:t>
            </a:r>
            <a:r>
              <a:rPr dirty="0"/>
              <a:t>EKS</a:t>
            </a:r>
            <a:r>
              <a:rPr dirty="0" spc="-215"/>
              <a:t> </a:t>
            </a:r>
            <a:r>
              <a:rPr dirty="0" spc="-170"/>
              <a:t>architecture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354396" y="4397440"/>
            <a:ext cx="3492500" cy="444500"/>
            <a:chOff x="3354396" y="4397440"/>
            <a:chExt cx="3492500" cy="444500"/>
          </a:xfrm>
        </p:grpSpPr>
        <p:sp>
          <p:nvSpPr>
            <p:cNvPr id="4" name="object 4" descr=""/>
            <p:cNvSpPr/>
            <p:nvPr/>
          </p:nvSpPr>
          <p:spPr>
            <a:xfrm>
              <a:off x="3360746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5" h="431800">
                  <a:moveTo>
                    <a:pt x="851504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851504" y="431800"/>
                  </a:lnTo>
                  <a:lnTo>
                    <a:pt x="851504" y="0"/>
                  </a:lnTo>
                  <a:close/>
                </a:path>
              </a:pathLst>
            </a:custGeom>
            <a:solidFill>
              <a:srgbClr val="FFFFFF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60746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5" h="431800">
                  <a:moveTo>
                    <a:pt x="0" y="0"/>
                  </a:moveTo>
                  <a:lnTo>
                    <a:pt x="851504" y="0"/>
                  </a:lnTo>
                  <a:lnTo>
                    <a:pt x="851504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74878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5" h="431800">
                  <a:moveTo>
                    <a:pt x="851504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851504" y="431800"/>
                  </a:lnTo>
                  <a:lnTo>
                    <a:pt x="851504" y="0"/>
                  </a:lnTo>
                  <a:close/>
                </a:path>
              </a:pathLst>
            </a:custGeom>
            <a:solidFill>
              <a:srgbClr val="FFFFFF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674878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5" h="431800">
                  <a:moveTo>
                    <a:pt x="0" y="0"/>
                  </a:moveTo>
                  <a:lnTo>
                    <a:pt x="851504" y="0"/>
                  </a:lnTo>
                  <a:lnTo>
                    <a:pt x="851504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989011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4" h="431800">
                  <a:moveTo>
                    <a:pt x="851504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851504" y="431800"/>
                  </a:lnTo>
                  <a:lnTo>
                    <a:pt x="851504" y="0"/>
                  </a:lnTo>
                  <a:close/>
                </a:path>
              </a:pathLst>
            </a:custGeom>
            <a:solidFill>
              <a:srgbClr val="FFFFFF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89011" y="4403790"/>
              <a:ext cx="851535" cy="431800"/>
            </a:xfrm>
            <a:custGeom>
              <a:avLst/>
              <a:gdLst/>
              <a:ahLst/>
              <a:cxnLst/>
              <a:rect l="l" t="t" r="r" b="b"/>
              <a:pathLst>
                <a:path w="851534" h="431800">
                  <a:moveTo>
                    <a:pt x="0" y="0"/>
                  </a:moveTo>
                  <a:lnTo>
                    <a:pt x="851504" y="0"/>
                  </a:lnTo>
                  <a:lnTo>
                    <a:pt x="851504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262960" y="3606800"/>
            <a:ext cx="16713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Trebuchet MS"/>
                <a:cs typeface="Trebuchet MS"/>
              </a:rPr>
              <a:t>mycluster.eks.amazonaws.com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303582" y="4327894"/>
            <a:ext cx="3594100" cy="584200"/>
            <a:chOff x="3303582" y="4327894"/>
            <a:chExt cx="3594100" cy="584200"/>
          </a:xfrm>
        </p:grpSpPr>
        <p:sp>
          <p:nvSpPr>
            <p:cNvPr id="12" name="object 12" descr=""/>
            <p:cNvSpPr/>
            <p:nvPr/>
          </p:nvSpPr>
          <p:spPr>
            <a:xfrm>
              <a:off x="3309932" y="4334244"/>
              <a:ext cx="953135" cy="571500"/>
            </a:xfrm>
            <a:custGeom>
              <a:avLst/>
              <a:gdLst/>
              <a:ahLst/>
              <a:cxnLst/>
              <a:rect l="l" t="t" r="r" b="b"/>
              <a:pathLst>
                <a:path w="953135" h="571500">
                  <a:moveTo>
                    <a:pt x="0" y="0"/>
                  </a:moveTo>
                  <a:lnTo>
                    <a:pt x="953133" y="0"/>
                  </a:lnTo>
                  <a:lnTo>
                    <a:pt x="953133" y="570894"/>
                  </a:lnTo>
                  <a:lnTo>
                    <a:pt x="0" y="57089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24064" y="4334244"/>
              <a:ext cx="953135" cy="571500"/>
            </a:xfrm>
            <a:custGeom>
              <a:avLst/>
              <a:gdLst/>
              <a:ahLst/>
              <a:cxnLst/>
              <a:rect l="l" t="t" r="r" b="b"/>
              <a:pathLst>
                <a:path w="953135" h="571500">
                  <a:moveTo>
                    <a:pt x="0" y="0"/>
                  </a:moveTo>
                  <a:lnTo>
                    <a:pt x="953133" y="0"/>
                  </a:lnTo>
                  <a:lnTo>
                    <a:pt x="953133" y="570894"/>
                  </a:lnTo>
                  <a:lnTo>
                    <a:pt x="0" y="57089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938198" y="4334244"/>
              <a:ext cx="953135" cy="571500"/>
            </a:xfrm>
            <a:custGeom>
              <a:avLst/>
              <a:gdLst/>
              <a:ahLst/>
              <a:cxnLst/>
              <a:rect l="l" t="t" r="r" b="b"/>
              <a:pathLst>
                <a:path w="953134" h="571500">
                  <a:moveTo>
                    <a:pt x="0" y="0"/>
                  </a:moveTo>
                  <a:lnTo>
                    <a:pt x="953133" y="0"/>
                  </a:lnTo>
                  <a:lnTo>
                    <a:pt x="953133" y="570894"/>
                  </a:lnTo>
                  <a:lnTo>
                    <a:pt x="0" y="57089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25282" y="5034279"/>
            <a:ext cx="5448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Trebuchet MS"/>
                <a:cs typeface="Trebuchet MS"/>
              </a:rPr>
              <a:t>EKS</a:t>
            </a:r>
            <a:r>
              <a:rPr dirty="0" sz="70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workers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773792" y="3805275"/>
            <a:ext cx="2653665" cy="529590"/>
          </a:xfrm>
          <a:custGeom>
            <a:avLst/>
            <a:gdLst/>
            <a:ahLst/>
            <a:cxnLst/>
            <a:rect l="l" t="t" r="r" b="b"/>
            <a:pathLst>
              <a:path w="2653665" h="529589">
                <a:moveTo>
                  <a:pt x="25400" y="427380"/>
                </a:moveTo>
                <a:lnTo>
                  <a:pt x="0" y="427380"/>
                </a:lnTo>
                <a:lnTo>
                  <a:pt x="0" y="528980"/>
                </a:lnTo>
                <a:lnTo>
                  <a:pt x="25400" y="528980"/>
                </a:lnTo>
                <a:lnTo>
                  <a:pt x="25400" y="427380"/>
                </a:lnTo>
                <a:close/>
              </a:path>
              <a:path w="2653665" h="529589">
                <a:moveTo>
                  <a:pt x="27647" y="251815"/>
                </a:moveTo>
                <a:lnTo>
                  <a:pt x="5689" y="251815"/>
                </a:lnTo>
                <a:lnTo>
                  <a:pt x="0" y="257505"/>
                </a:lnTo>
                <a:lnTo>
                  <a:pt x="0" y="351180"/>
                </a:lnTo>
                <a:lnTo>
                  <a:pt x="25400" y="351180"/>
                </a:lnTo>
                <a:lnTo>
                  <a:pt x="25400" y="277215"/>
                </a:lnTo>
                <a:lnTo>
                  <a:pt x="27647" y="277215"/>
                </a:lnTo>
                <a:lnTo>
                  <a:pt x="27647" y="264515"/>
                </a:lnTo>
                <a:lnTo>
                  <a:pt x="27647" y="251815"/>
                </a:lnTo>
                <a:close/>
              </a:path>
              <a:path w="2653665" h="529589">
                <a:moveTo>
                  <a:pt x="205447" y="251815"/>
                </a:moveTo>
                <a:lnTo>
                  <a:pt x="103847" y="251815"/>
                </a:lnTo>
                <a:lnTo>
                  <a:pt x="103847" y="277215"/>
                </a:lnTo>
                <a:lnTo>
                  <a:pt x="205447" y="277215"/>
                </a:lnTo>
                <a:lnTo>
                  <a:pt x="205447" y="251815"/>
                </a:lnTo>
                <a:close/>
              </a:path>
              <a:path w="2653665" h="529589">
                <a:moveTo>
                  <a:pt x="383247" y="251815"/>
                </a:moveTo>
                <a:lnTo>
                  <a:pt x="281647" y="251815"/>
                </a:lnTo>
                <a:lnTo>
                  <a:pt x="281647" y="277215"/>
                </a:lnTo>
                <a:lnTo>
                  <a:pt x="383247" y="277215"/>
                </a:lnTo>
                <a:lnTo>
                  <a:pt x="383247" y="251815"/>
                </a:lnTo>
                <a:close/>
              </a:path>
              <a:path w="2653665" h="529589">
                <a:moveTo>
                  <a:pt x="561047" y="251815"/>
                </a:moveTo>
                <a:lnTo>
                  <a:pt x="459447" y="251815"/>
                </a:lnTo>
                <a:lnTo>
                  <a:pt x="459447" y="277215"/>
                </a:lnTo>
                <a:lnTo>
                  <a:pt x="561047" y="277215"/>
                </a:lnTo>
                <a:lnTo>
                  <a:pt x="561047" y="251815"/>
                </a:lnTo>
                <a:close/>
              </a:path>
              <a:path w="2653665" h="529589">
                <a:moveTo>
                  <a:pt x="738847" y="251815"/>
                </a:moveTo>
                <a:lnTo>
                  <a:pt x="637247" y="251815"/>
                </a:lnTo>
                <a:lnTo>
                  <a:pt x="637247" y="277215"/>
                </a:lnTo>
                <a:lnTo>
                  <a:pt x="738847" y="277215"/>
                </a:lnTo>
                <a:lnTo>
                  <a:pt x="738847" y="251815"/>
                </a:lnTo>
                <a:close/>
              </a:path>
              <a:path w="2653665" h="529589">
                <a:moveTo>
                  <a:pt x="916647" y="251815"/>
                </a:moveTo>
                <a:lnTo>
                  <a:pt x="815047" y="251815"/>
                </a:lnTo>
                <a:lnTo>
                  <a:pt x="815047" y="277215"/>
                </a:lnTo>
                <a:lnTo>
                  <a:pt x="916647" y="277215"/>
                </a:lnTo>
                <a:lnTo>
                  <a:pt x="916647" y="251815"/>
                </a:lnTo>
                <a:close/>
              </a:path>
              <a:path w="2653665" h="529589">
                <a:moveTo>
                  <a:pt x="1094447" y="251815"/>
                </a:moveTo>
                <a:lnTo>
                  <a:pt x="992847" y="251815"/>
                </a:lnTo>
                <a:lnTo>
                  <a:pt x="992847" y="277215"/>
                </a:lnTo>
                <a:lnTo>
                  <a:pt x="1094447" y="277215"/>
                </a:lnTo>
                <a:lnTo>
                  <a:pt x="1094447" y="251815"/>
                </a:lnTo>
                <a:close/>
              </a:path>
              <a:path w="2653665" h="529589">
                <a:moveTo>
                  <a:pt x="1153452" y="133019"/>
                </a:moveTo>
                <a:lnTo>
                  <a:pt x="1128052" y="133019"/>
                </a:lnTo>
                <a:lnTo>
                  <a:pt x="1128052" y="234619"/>
                </a:lnTo>
                <a:lnTo>
                  <a:pt x="1153452" y="234619"/>
                </a:lnTo>
                <a:lnTo>
                  <a:pt x="1153452" y="133019"/>
                </a:lnTo>
                <a:close/>
              </a:path>
              <a:path w="2653665" h="529589">
                <a:moveTo>
                  <a:pt x="1199705" y="101066"/>
                </a:moveTo>
                <a:lnTo>
                  <a:pt x="1173886" y="56819"/>
                </a:lnTo>
                <a:lnTo>
                  <a:pt x="1155446" y="25209"/>
                </a:lnTo>
                <a:lnTo>
                  <a:pt x="1140752" y="0"/>
                </a:lnTo>
                <a:lnTo>
                  <a:pt x="1081798" y="101066"/>
                </a:lnTo>
                <a:lnTo>
                  <a:pt x="1083843" y="108851"/>
                </a:lnTo>
                <a:lnTo>
                  <a:pt x="1095959" y="115912"/>
                </a:lnTo>
                <a:lnTo>
                  <a:pt x="1103731" y="113868"/>
                </a:lnTo>
                <a:lnTo>
                  <a:pt x="1137005" y="56819"/>
                </a:lnTo>
                <a:lnTo>
                  <a:pt x="1144473" y="56819"/>
                </a:lnTo>
                <a:lnTo>
                  <a:pt x="1177759" y="113868"/>
                </a:lnTo>
                <a:lnTo>
                  <a:pt x="1185545" y="115912"/>
                </a:lnTo>
                <a:lnTo>
                  <a:pt x="1197660" y="108851"/>
                </a:lnTo>
                <a:lnTo>
                  <a:pt x="1199705" y="101066"/>
                </a:lnTo>
                <a:close/>
              </a:path>
              <a:path w="2653665" h="529589">
                <a:moveTo>
                  <a:pt x="1339532" y="427380"/>
                </a:moveTo>
                <a:lnTo>
                  <a:pt x="1314132" y="427380"/>
                </a:lnTo>
                <a:lnTo>
                  <a:pt x="1314132" y="528980"/>
                </a:lnTo>
                <a:lnTo>
                  <a:pt x="1339532" y="528980"/>
                </a:lnTo>
                <a:lnTo>
                  <a:pt x="1339532" y="427380"/>
                </a:lnTo>
                <a:close/>
              </a:path>
              <a:path w="2653665" h="529589">
                <a:moveTo>
                  <a:pt x="1339532" y="249580"/>
                </a:moveTo>
                <a:lnTo>
                  <a:pt x="1314132" y="249580"/>
                </a:lnTo>
                <a:lnTo>
                  <a:pt x="1314132" y="351180"/>
                </a:lnTo>
                <a:lnTo>
                  <a:pt x="1339532" y="351180"/>
                </a:lnTo>
                <a:lnTo>
                  <a:pt x="1339532" y="249580"/>
                </a:lnTo>
                <a:close/>
              </a:path>
              <a:path w="2653665" h="529589">
                <a:moveTo>
                  <a:pt x="1385785" y="101066"/>
                </a:moveTo>
                <a:lnTo>
                  <a:pt x="1368704" y="71780"/>
                </a:lnTo>
                <a:lnTo>
                  <a:pt x="1345272" y="31610"/>
                </a:lnTo>
                <a:lnTo>
                  <a:pt x="1339291" y="21361"/>
                </a:lnTo>
                <a:lnTo>
                  <a:pt x="1339291" y="71780"/>
                </a:lnTo>
                <a:lnTo>
                  <a:pt x="1314373" y="71780"/>
                </a:lnTo>
                <a:lnTo>
                  <a:pt x="1326832" y="50419"/>
                </a:lnTo>
                <a:lnTo>
                  <a:pt x="1339291" y="71780"/>
                </a:lnTo>
                <a:lnTo>
                  <a:pt x="1339291" y="21361"/>
                </a:lnTo>
                <a:lnTo>
                  <a:pt x="1326832" y="0"/>
                </a:lnTo>
                <a:lnTo>
                  <a:pt x="1267879" y="101066"/>
                </a:lnTo>
                <a:lnTo>
                  <a:pt x="1269923" y="108839"/>
                </a:lnTo>
                <a:lnTo>
                  <a:pt x="1282039" y="115912"/>
                </a:lnTo>
                <a:lnTo>
                  <a:pt x="1289824" y="113868"/>
                </a:lnTo>
                <a:lnTo>
                  <a:pt x="1314132" y="72186"/>
                </a:lnTo>
                <a:lnTo>
                  <a:pt x="1314132" y="173380"/>
                </a:lnTo>
                <a:lnTo>
                  <a:pt x="1339532" y="173380"/>
                </a:lnTo>
                <a:lnTo>
                  <a:pt x="1339532" y="72186"/>
                </a:lnTo>
                <a:lnTo>
                  <a:pt x="1363853" y="113868"/>
                </a:lnTo>
                <a:lnTo>
                  <a:pt x="1371625" y="115912"/>
                </a:lnTo>
                <a:lnTo>
                  <a:pt x="1383741" y="108839"/>
                </a:lnTo>
                <a:lnTo>
                  <a:pt x="1385785" y="101066"/>
                </a:lnTo>
                <a:close/>
              </a:path>
              <a:path w="2653665" h="529589">
                <a:moveTo>
                  <a:pt x="1525612" y="133019"/>
                </a:moveTo>
                <a:lnTo>
                  <a:pt x="1500212" y="133019"/>
                </a:lnTo>
                <a:lnTo>
                  <a:pt x="1500212" y="234619"/>
                </a:lnTo>
                <a:lnTo>
                  <a:pt x="1525612" y="234619"/>
                </a:lnTo>
                <a:lnTo>
                  <a:pt x="1525612" y="133019"/>
                </a:lnTo>
                <a:close/>
              </a:path>
              <a:path w="2653665" h="529589">
                <a:moveTo>
                  <a:pt x="1571866" y="101066"/>
                </a:moveTo>
                <a:lnTo>
                  <a:pt x="1546059" y="56819"/>
                </a:lnTo>
                <a:lnTo>
                  <a:pt x="1527619" y="25209"/>
                </a:lnTo>
                <a:lnTo>
                  <a:pt x="1512912" y="0"/>
                </a:lnTo>
                <a:lnTo>
                  <a:pt x="1453959" y="101066"/>
                </a:lnTo>
                <a:lnTo>
                  <a:pt x="1456004" y="108839"/>
                </a:lnTo>
                <a:lnTo>
                  <a:pt x="1468132" y="115912"/>
                </a:lnTo>
                <a:lnTo>
                  <a:pt x="1475905" y="113868"/>
                </a:lnTo>
                <a:lnTo>
                  <a:pt x="1509179" y="56819"/>
                </a:lnTo>
                <a:lnTo>
                  <a:pt x="1516646" y="56819"/>
                </a:lnTo>
                <a:lnTo>
                  <a:pt x="1549933" y="113868"/>
                </a:lnTo>
                <a:lnTo>
                  <a:pt x="1557705" y="115912"/>
                </a:lnTo>
                <a:lnTo>
                  <a:pt x="1569821" y="108839"/>
                </a:lnTo>
                <a:lnTo>
                  <a:pt x="1571866" y="101066"/>
                </a:lnTo>
                <a:close/>
              </a:path>
              <a:path w="2653665" h="529589">
                <a:moveTo>
                  <a:pt x="1660817" y="251815"/>
                </a:moveTo>
                <a:lnTo>
                  <a:pt x="1559217" y="251815"/>
                </a:lnTo>
                <a:lnTo>
                  <a:pt x="1559217" y="277215"/>
                </a:lnTo>
                <a:lnTo>
                  <a:pt x="1660817" y="277215"/>
                </a:lnTo>
                <a:lnTo>
                  <a:pt x="1660817" y="251815"/>
                </a:lnTo>
                <a:close/>
              </a:path>
              <a:path w="2653665" h="529589">
                <a:moveTo>
                  <a:pt x="1838617" y="251815"/>
                </a:moveTo>
                <a:lnTo>
                  <a:pt x="1737017" y="251815"/>
                </a:lnTo>
                <a:lnTo>
                  <a:pt x="1737017" y="277215"/>
                </a:lnTo>
                <a:lnTo>
                  <a:pt x="1838617" y="277215"/>
                </a:lnTo>
                <a:lnTo>
                  <a:pt x="1838617" y="251815"/>
                </a:lnTo>
                <a:close/>
              </a:path>
              <a:path w="2653665" h="529589">
                <a:moveTo>
                  <a:pt x="2016417" y="251815"/>
                </a:moveTo>
                <a:lnTo>
                  <a:pt x="1914817" y="251815"/>
                </a:lnTo>
                <a:lnTo>
                  <a:pt x="1914817" y="277215"/>
                </a:lnTo>
                <a:lnTo>
                  <a:pt x="2016417" y="277215"/>
                </a:lnTo>
                <a:lnTo>
                  <a:pt x="2016417" y="251815"/>
                </a:lnTo>
                <a:close/>
              </a:path>
              <a:path w="2653665" h="529589">
                <a:moveTo>
                  <a:pt x="2194217" y="251815"/>
                </a:moveTo>
                <a:lnTo>
                  <a:pt x="2092617" y="251815"/>
                </a:lnTo>
                <a:lnTo>
                  <a:pt x="2092617" y="277215"/>
                </a:lnTo>
                <a:lnTo>
                  <a:pt x="2194217" y="277215"/>
                </a:lnTo>
                <a:lnTo>
                  <a:pt x="2194217" y="251815"/>
                </a:lnTo>
                <a:close/>
              </a:path>
              <a:path w="2653665" h="529589">
                <a:moveTo>
                  <a:pt x="2372017" y="251815"/>
                </a:moveTo>
                <a:lnTo>
                  <a:pt x="2270417" y="251815"/>
                </a:lnTo>
                <a:lnTo>
                  <a:pt x="2270417" y="277215"/>
                </a:lnTo>
                <a:lnTo>
                  <a:pt x="2372017" y="277215"/>
                </a:lnTo>
                <a:lnTo>
                  <a:pt x="2372017" y="251815"/>
                </a:lnTo>
                <a:close/>
              </a:path>
              <a:path w="2653665" h="529589">
                <a:moveTo>
                  <a:pt x="2549817" y="251815"/>
                </a:moveTo>
                <a:lnTo>
                  <a:pt x="2448217" y="251815"/>
                </a:lnTo>
                <a:lnTo>
                  <a:pt x="2448217" y="277215"/>
                </a:lnTo>
                <a:lnTo>
                  <a:pt x="2549817" y="277215"/>
                </a:lnTo>
                <a:lnTo>
                  <a:pt x="2549817" y="251815"/>
                </a:lnTo>
                <a:close/>
              </a:path>
              <a:path w="2653665" h="529589">
                <a:moveTo>
                  <a:pt x="2653665" y="427367"/>
                </a:moveTo>
                <a:lnTo>
                  <a:pt x="2628265" y="427367"/>
                </a:lnTo>
                <a:lnTo>
                  <a:pt x="2628265" y="528967"/>
                </a:lnTo>
                <a:lnTo>
                  <a:pt x="2653665" y="528967"/>
                </a:lnTo>
                <a:lnTo>
                  <a:pt x="2653665" y="427367"/>
                </a:lnTo>
                <a:close/>
              </a:path>
              <a:path w="2653665" h="529589">
                <a:moveTo>
                  <a:pt x="2653665" y="257505"/>
                </a:moveTo>
                <a:lnTo>
                  <a:pt x="2647988" y="251815"/>
                </a:lnTo>
                <a:lnTo>
                  <a:pt x="2626017" y="251815"/>
                </a:lnTo>
                <a:lnTo>
                  <a:pt x="2626017" y="277215"/>
                </a:lnTo>
                <a:lnTo>
                  <a:pt x="2628265" y="277215"/>
                </a:lnTo>
                <a:lnTo>
                  <a:pt x="2628265" y="351167"/>
                </a:lnTo>
                <a:lnTo>
                  <a:pt x="2653665" y="351167"/>
                </a:lnTo>
                <a:lnTo>
                  <a:pt x="2653665" y="277215"/>
                </a:lnTo>
                <a:lnTo>
                  <a:pt x="2653665" y="264515"/>
                </a:lnTo>
                <a:lnTo>
                  <a:pt x="2653665" y="2575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811266" y="3175485"/>
            <a:ext cx="686435" cy="118110"/>
          </a:xfrm>
          <a:custGeom>
            <a:avLst/>
            <a:gdLst/>
            <a:ahLst/>
            <a:cxnLst/>
            <a:rect l="l" t="t" r="r" b="b"/>
            <a:pathLst>
              <a:path w="686435" h="118110">
                <a:moveTo>
                  <a:pt x="101600" y="46254"/>
                </a:moveTo>
                <a:lnTo>
                  <a:pt x="0" y="46254"/>
                </a:lnTo>
                <a:lnTo>
                  <a:pt x="0" y="71654"/>
                </a:lnTo>
                <a:lnTo>
                  <a:pt x="101600" y="71654"/>
                </a:lnTo>
                <a:lnTo>
                  <a:pt x="101600" y="46254"/>
                </a:lnTo>
                <a:close/>
              </a:path>
              <a:path w="686435" h="118110">
                <a:moveTo>
                  <a:pt x="279400" y="46254"/>
                </a:moveTo>
                <a:lnTo>
                  <a:pt x="177800" y="46254"/>
                </a:lnTo>
                <a:lnTo>
                  <a:pt x="177800" y="71654"/>
                </a:lnTo>
                <a:lnTo>
                  <a:pt x="279400" y="71654"/>
                </a:lnTo>
                <a:lnTo>
                  <a:pt x="279400" y="46254"/>
                </a:lnTo>
                <a:close/>
              </a:path>
              <a:path w="686435" h="118110">
                <a:moveTo>
                  <a:pt x="457200" y="46254"/>
                </a:moveTo>
                <a:lnTo>
                  <a:pt x="355600" y="46254"/>
                </a:lnTo>
                <a:lnTo>
                  <a:pt x="355600" y="71654"/>
                </a:lnTo>
                <a:lnTo>
                  <a:pt x="457200" y="71654"/>
                </a:lnTo>
                <a:lnTo>
                  <a:pt x="457200" y="46254"/>
                </a:lnTo>
                <a:close/>
              </a:path>
              <a:path w="686435" h="118110">
                <a:moveTo>
                  <a:pt x="635000" y="59383"/>
                </a:moveTo>
                <a:lnTo>
                  <a:pt x="572283" y="95968"/>
                </a:lnTo>
                <a:lnTo>
                  <a:pt x="570237" y="103745"/>
                </a:lnTo>
                <a:lnTo>
                  <a:pt x="577305" y="115862"/>
                </a:lnTo>
                <a:lnTo>
                  <a:pt x="585081" y="117908"/>
                </a:lnTo>
                <a:lnTo>
                  <a:pt x="664374" y="71654"/>
                </a:lnTo>
                <a:lnTo>
                  <a:pt x="635000" y="71654"/>
                </a:lnTo>
                <a:lnTo>
                  <a:pt x="635000" y="59383"/>
                </a:lnTo>
                <a:close/>
              </a:path>
              <a:path w="686435" h="118110">
                <a:moveTo>
                  <a:pt x="613965" y="46254"/>
                </a:moveTo>
                <a:lnTo>
                  <a:pt x="533400" y="46254"/>
                </a:lnTo>
                <a:lnTo>
                  <a:pt x="533400" y="71654"/>
                </a:lnTo>
                <a:lnTo>
                  <a:pt x="613964" y="71654"/>
                </a:lnTo>
                <a:lnTo>
                  <a:pt x="635000" y="59383"/>
                </a:lnTo>
                <a:lnTo>
                  <a:pt x="635000" y="58524"/>
                </a:lnTo>
                <a:lnTo>
                  <a:pt x="613965" y="46254"/>
                </a:lnTo>
                <a:close/>
              </a:path>
              <a:path w="686435" h="118110">
                <a:moveTo>
                  <a:pt x="635737" y="58954"/>
                </a:moveTo>
                <a:lnTo>
                  <a:pt x="635000" y="59383"/>
                </a:lnTo>
                <a:lnTo>
                  <a:pt x="635000" y="71654"/>
                </a:lnTo>
                <a:lnTo>
                  <a:pt x="664374" y="71654"/>
                </a:lnTo>
                <a:lnTo>
                  <a:pt x="667342" y="69923"/>
                </a:lnTo>
                <a:lnTo>
                  <a:pt x="654541" y="69923"/>
                </a:lnTo>
                <a:lnTo>
                  <a:pt x="635737" y="58954"/>
                </a:lnTo>
                <a:close/>
              </a:path>
              <a:path w="686435" h="118110">
                <a:moveTo>
                  <a:pt x="654541" y="47984"/>
                </a:moveTo>
                <a:lnTo>
                  <a:pt x="635737" y="58954"/>
                </a:lnTo>
                <a:lnTo>
                  <a:pt x="654541" y="69923"/>
                </a:lnTo>
                <a:lnTo>
                  <a:pt x="654541" y="47984"/>
                </a:lnTo>
                <a:close/>
              </a:path>
              <a:path w="686435" h="118110">
                <a:moveTo>
                  <a:pt x="667340" y="47984"/>
                </a:moveTo>
                <a:lnTo>
                  <a:pt x="654541" y="47984"/>
                </a:lnTo>
                <a:lnTo>
                  <a:pt x="654541" y="69923"/>
                </a:lnTo>
                <a:lnTo>
                  <a:pt x="667342" y="69923"/>
                </a:lnTo>
                <a:lnTo>
                  <a:pt x="686146" y="58954"/>
                </a:lnTo>
                <a:lnTo>
                  <a:pt x="667340" y="47984"/>
                </a:lnTo>
                <a:close/>
              </a:path>
              <a:path w="686435" h="118110">
                <a:moveTo>
                  <a:pt x="664375" y="46254"/>
                </a:moveTo>
                <a:lnTo>
                  <a:pt x="635000" y="46254"/>
                </a:lnTo>
                <a:lnTo>
                  <a:pt x="635000" y="58524"/>
                </a:lnTo>
                <a:lnTo>
                  <a:pt x="635737" y="58954"/>
                </a:lnTo>
                <a:lnTo>
                  <a:pt x="654541" y="47984"/>
                </a:lnTo>
                <a:lnTo>
                  <a:pt x="667340" y="47984"/>
                </a:lnTo>
                <a:lnTo>
                  <a:pt x="664375" y="46254"/>
                </a:lnTo>
                <a:close/>
              </a:path>
              <a:path w="686435" h="118110">
                <a:moveTo>
                  <a:pt x="585081" y="0"/>
                </a:moveTo>
                <a:lnTo>
                  <a:pt x="577305" y="2045"/>
                </a:lnTo>
                <a:lnTo>
                  <a:pt x="570237" y="14163"/>
                </a:lnTo>
                <a:lnTo>
                  <a:pt x="572283" y="21940"/>
                </a:lnTo>
                <a:lnTo>
                  <a:pt x="635000" y="58524"/>
                </a:lnTo>
                <a:lnTo>
                  <a:pt x="635000" y="46254"/>
                </a:lnTo>
                <a:lnTo>
                  <a:pt x="664375" y="46254"/>
                </a:lnTo>
                <a:lnTo>
                  <a:pt x="5850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210863" y="3606800"/>
            <a:ext cx="431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Trebuchet MS"/>
                <a:cs typeface="Trebuchet MS"/>
              </a:rPr>
              <a:t>Kubectl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395264" y="4852765"/>
            <a:ext cx="288290" cy="144145"/>
          </a:xfrm>
          <a:prstGeom prst="rect">
            <a:avLst/>
          </a:prstGeom>
          <a:solidFill>
            <a:srgbClr val="192850"/>
          </a:solidFill>
        </p:spPr>
        <p:txBody>
          <a:bodyPr wrap="square" lIns="0" tIns="3048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240"/>
              </a:spcBef>
            </a:pPr>
            <a:r>
              <a:rPr dirty="0" sz="500">
                <a:solidFill>
                  <a:srgbClr val="FFFFFF"/>
                </a:solidFill>
                <a:latin typeface="Trebuchet MS"/>
                <a:cs typeface="Trebuchet MS"/>
              </a:rPr>
              <a:t>AZ</a:t>
            </a:r>
            <a:r>
              <a:rPr dirty="0" sz="5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00" spc="-5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724143" y="4852765"/>
            <a:ext cx="288290" cy="144145"/>
          </a:xfrm>
          <a:prstGeom prst="rect">
            <a:avLst/>
          </a:prstGeom>
          <a:solidFill>
            <a:srgbClr val="192850"/>
          </a:solidFill>
        </p:spPr>
        <p:txBody>
          <a:bodyPr wrap="square" lIns="0" tIns="3048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240"/>
              </a:spcBef>
            </a:pPr>
            <a:r>
              <a:rPr dirty="0" sz="500">
                <a:solidFill>
                  <a:srgbClr val="FFFFFF"/>
                </a:solidFill>
                <a:latin typeface="Trebuchet MS"/>
                <a:cs typeface="Trebuchet MS"/>
              </a:rPr>
              <a:t>AZ</a:t>
            </a:r>
            <a:r>
              <a:rPr dirty="0" sz="5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00" spc="-5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053020" y="4852765"/>
            <a:ext cx="288290" cy="144145"/>
          </a:xfrm>
          <a:prstGeom prst="rect">
            <a:avLst/>
          </a:prstGeom>
          <a:solidFill>
            <a:srgbClr val="192850"/>
          </a:solidFill>
        </p:spPr>
        <p:txBody>
          <a:bodyPr wrap="square" lIns="0" tIns="3048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240"/>
              </a:spcBef>
            </a:pPr>
            <a:r>
              <a:rPr dirty="0" sz="500">
                <a:solidFill>
                  <a:srgbClr val="FFFFFF"/>
                </a:solidFill>
                <a:latin typeface="Trebuchet MS"/>
                <a:cs typeface="Trebuchet MS"/>
              </a:rPr>
              <a:t>AZ</a:t>
            </a:r>
            <a:r>
              <a:rPr dirty="0" sz="5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00" spc="-5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50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26415" y="5256783"/>
            <a:ext cx="80454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7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00" spc="60">
                <a:solidFill>
                  <a:srgbClr val="FFFFFF"/>
                </a:solidFill>
                <a:latin typeface="Trebuchet MS"/>
                <a:cs typeface="Trebuchet MS"/>
              </a:rPr>
              <a:t>AWS</a:t>
            </a:r>
            <a:r>
              <a:rPr dirty="0" sz="7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Trebuchet MS"/>
                <a:cs typeface="Trebuchet MS"/>
              </a:rPr>
              <a:t>account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169920" y="4041647"/>
            <a:ext cx="3902710" cy="1201420"/>
            <a:chOff x="3169920" y="4041647"/>
            <a:chExt cx="3902710" cy="1201420"/>
          </a:xfrm>
        </p:grpSpPr>
        <p:sp>
          <p:nvSpPr>
            <p:cNvPr id="24" name="object 24" descr=""/>
            <p:cNvSpPr/>
            <p:nvPr/>
          </p:nvSpPr>
          <p:spPr>
            <a:xfrm>
              <a:off x="3248698" y="4146158"/>
              <a:ext cx="3817620" cy="1090295"/>
            </a:xfrm>
            <a:custGeom>
              <a:avLst/>
              <a:gdLst/>
              <a:ahLst/>
              <a:cxnLst/>
              <a:rect l="l" t="t" r="r" b="b"/>
              <a:pathLst>
                <a:path w="3817620" h="1090295">
                  <a:moveTo>
                    <a:pt x="0" y="0"/>
                  </a:moveTo>
                  <a:lnTo>
                    <a:pt x="3817491" y="0"/>
                  </a:lnTo>
                  <a:lnTo>
                    <a:pt x="3817491" y="1090268"/>
                  </a:lnTo>
                  <a:lnTo>
                    <a:pt x="0" y="109026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8E8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4041647"/>
              <a:ext cx="231647" cy="231648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3419172" y="4165600"/>
            <a:ext cx="19494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FFFFFF"/>
                </a:solidFill>
                <a:latin typeface="Trebuchet MS"/>
                <a:cs typeface="Trebuchet MS"/>
              </a:rPr>
              <a:t>VPC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593591" y="4434840"/>
            <a:ext cx="3032760" cy="384175"/>
            <a:chOff x="3593591" y="4434840"/>
            <a:chExt cx="3032760" cy="384175"/>
          </a:xfrm>
        </p:grpSpPr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3591" y="4434840"/>
              <a:ext cx="384048" cy="38404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9471" y="4434840"/>
              <a:ext cx="384048" cy="38404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2303" y="4434840"/>
              <a:ext cx="384048" cy="384048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87240" y="2276855"/>
            <a:ext cx="1008888" cy="126187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8479" y="2889504"/>
            <a:ext cx="688847" cy="688848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42608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Kubernetes</a:t>
            </a:r>
            <a:r>
              <a:rPr dirty="0" spc="-210"/>
              <a:t> </a:t>
            </a:r>
            <a:r>
              <a:rPr dirty="0" spc="-130"/>
              <a:t>control</a:t>
            </a:r>
            <a:r>
              <a:rPr dirty="0" spc="-204"/>
              <a:t> </a:t>
            </a:r>
            <a:r>
              <a:rPr dirty="0" spc="-60"/>
              <a:t>plane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2626" y="2488184"/>
            <a:ext cx="4196080" cy="6381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dirty="0" sz="2100" spc="60">
                <a:solidFill>
                  <a:srgbClr val="FFFFFF"/>
                </a:solidFill>
                <a:latin typeface="Trebuchet MS"/>
                <a:cs typeface="Trebuchet MS"/>
              </a:rPr>
              <a:t>Highly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available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single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tenant infrastructure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2626" y="3430015"/>
            <a:ext cx="36544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2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“native</a:t>
            </a:r>
            <a:r>
              <a:rPr dirty="0" sz="2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FFFFFF"/>
                </a:solidFill>
                <a:latin typeface="Trebuchet MS"/>
                <a:cs typeface="Trebuchet MS"/>
              </a:rPr>
              <a:t>AWS”</a:t>
            </a:r>
            <a:r>
              <a:rPr dirty="0" sz="2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Trebuchet MS"/>
                <a:cs typeface="Trebuchet MS"/>
              </a:rPr>
              <a:t>components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2626" y="4076191"/>
            <a:ext cx="230505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Fronted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dirty="0" sz="21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Trebuchet MS"/>
                <a:cs typeface="Trebuchet MS"/>
              </a:rPr>
              <a:t>NLB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434329" y="2249170"/>
            <a:ext cx="3869054" cy="3496945"/>
            <a:chOff x="5434329" y="2249170"/>
            <a:chExt cx="3869054" cy="349694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79" y="2255520"/>
              <a:ext cx="228600" cy="23164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440679" y="2255520"/>
              <a:ext cx="3856354" cy="3484245"/>
            </a:xfrm>
            <a:custGeom>
              <a:avLst/>
              <a:gdLst/>
              <a:ahLst/>
              <a:cxnLst/>
              <a:rect l="l" t="t" r="r" b="b"/>
              <a:pathLst>
                <a:path w="3856354" h="3484245">
                  <a:moveTo>
                    <a:pt x="0" y="0"/>
                  </a:moveTo>
                  <a:lnTo>
                    <a:pt x="3856185" y="0"/>
                  </a:lnTo>
                  <a:lnTo>
                    <a:pt x="3856185" y="3483848"/>
                  </a:lnTo>
                  <a:lnTo>
                    <a:pt x="0" y="34838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6BAB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732779" y="2290571"/>
            <a:ext cx="2133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B6BABF"/>
                </a:solidFill>
                <a:latin typeface="Trebuchet MS"/>
                <a:cs typeface="Trebuchet MS"/>
              </a:rPr>
              <a:t>VPC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553455" y="2026920"/>
            <a:ext cx="3621404" cy="3594735"/>
            <a:chOff x="5553455" y="2026920"/>
            <a:chExt cx="3621404" cy="3594735"/>
          </a:xfrm>
        </p:grpSpPr>
        <p:sp>
          <p:nvSpPr>
            <p:cNvPr id="11" name="object 11" descr=""/>
            <p:cNvSpPr/>
            <p:nvPr/>
          </p:nvSpPr>
          <p:spPr>
            <a:xfrm>
              <a:off x="5554979" y="2672792"/>
              <a:ext cx="3619500" cy="1177290"/>
            </a:xfrm>
            <a:custGeom>
              <a:avLst/>
              <a:gdLst/>
              <a:ahLst/>
              <a:cxnLst/>
              <a:rect l="l" t="t" r="r" b="b"/>
              <a:pathLst>
                <a:path w="3619500" h="1177289">
                  <a:moveTo>
                    <a:pt x="3619500" y="0"/>
                  </a:moveTo>
                  <a:lnTo>
                    <a:pt x="0" y="0"/>
                  </a:lnTo>
                  <a:lnTo>
                    <a:pt x="0" y="1176866"/>
                  </a:lnTo>
                  <a:lnTo>
                    <a:pt x="3619500" y="1176866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B6BABF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3455" y="2679192"/>
              <a:ext cx="231648" cy="23164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554979" y="4444604"/>
              <a:ext cx="3619500" cy="1177290"/>
            </a:xfrm>
            <a:custGeom>
              <a:avLst/>
              <a:gdLst/>
              <a:ahLst/>
              <a:cxnLst/>
              <a:rect l="l" t="t" r="r" b="b"/>
              <a:pathLst>
                <a:path w="3619500" h="1177289">
                  <a:moveTo>
                    <a:pt x="3619500" y="0"/>
                  </a:moveTo>
                  <a:lnTo>
                    <a:pt x="0" y="0"/>
                  </a:lnTo>
                  <a:lnTo>
                    <a:pt x="0" y="1176866"/>
                  </a:lnTo>
                  <a:lnTo>
                    <a:pt x="3619500" y="1176866"/>
                  </a:lnTo>
                  <a:lnTo>
                    <a:pt x="3619500" y="0"/>
                  </a:lnTo>
                  <a:close/>
                </a:path>
              </a:pathLst>
            </a:custGeom>
            <a:solidFill>
              <a:srgbClr val="B6BABF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3455" y="4450080"/>
              <a:ext cx="231648" cy="23164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3655" y="2026920"/>
              <a:ext cx="402335" cy="402336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7197283" y="2464308"/>
            <a:ext cx="2139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NLB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06487" y="2672792"/>
            <a:ext cx="975360" cy="2948940"/>
          </a:xfrm>
          <a:prstGeom prst="rect">
            <a:avLst/>
          </a:prstGeom>
          <a:ln w="12700">
            <a:solidFill>
              <a:srgbClr val="E8E8E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</a:pPr>
            <a:r>
              <a:rPr dirty="0" sz="800">
                <a:solidFill>
                  <a:srgbClr val="E8E8E8"/>
                </a:solidFill>
                <a:latin typeface="Trebuchet MS"/>
                <a:cs typeface="Trebuchet MS"/>
              </a:rPr>
              <a:t>AZ-</a:t>
            </a:r>
            <a:r>
              <a:rPr dirty="0" sz="800" spc="-50">
                <a:solidFill>
                  <a:srgbClr val="E8E8E8"/>
                </a:solidFill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063447" y="2661725"/>
            <a:ext cx="975360" cy="2948940"/>
          </a:xfrm>
          <a:prstGeom prst="rect">
            <a:avLst/>
          </a:prstGeom>
          <a:ln w="12700">
            <a:solidFill>
              <a:srgbClr val="E8E8E8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8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E8E8E8"/>
                </a:solidFill>
                <a:latin typeface="Trebuchet MS"/>
                <a:cs typeface="Trebuchet MS"/>
              </a:rPr>
              <a:t>AZ-</a:t>
            </a:r>
            <a:r>
              <a:rPr dirty="0" sz="800" spc="-50">
                <a:solidFill>
                  <a:srgbClr val="E8E8E8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806440" y="1950720"/>
            <a:ext cx="3642360" cy="3672840"/>
            <a:chOff x="5806440" y="1950720"/>
            <a:chExt cx="3642360" cy="3672840"/>
          </a:xfrm>
        </p:grpSpPr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6440" y="5391911"/>
              <a:ext cx="231648" cy="23164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7248" y="5385816"/>
              <a:ext cx="231648" cy="23164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61960" y="5385816"/>
              <a:ext cx="231648" cy="23164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6736" y="1950720"/>
              <a:ext cx="512064" cy="63703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5848" y="2983992"/>
              <a:ext cx="405383" cy="40538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96328" y="4718304"/>
              <a:ext cx="408431" cy="408431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6934967" y="2660552"/>
            <a:ext cx="975360" cy="2948940"/>
          </a:xfrm>
          <a:prstGeom prst="rect">
            <a:avLst/>
          </a:prstGeom>
          <a:ln w="12700">
            <a:solidFill>
              <a:srgbClr val="E8E8E8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algn="ctr" marR="8128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API Server</a:t>
            </a:r>
            <a:r>
              <a:rPr dirty="0" sz="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ASG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800">
              <a:latin typeface="Trebuchet MS"/>
              <a:cs typeface="Trebuchet MS"/>
            </a:endParaRPr>
          </a:p>
          <a:p>
            <a:pPr algn="ctr" marL="215900" marR="323215">
              <a:lnSpc>
                <a:spcPct val="172500"/>
              </a:lnSpc>
            </a:pP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Instances </a:t>
            </a:r>
            <a:r>
              <a:rPr dirty="0" sz="800">
                <a:solidFill>
                  <a:srgbClr val="E8E8E8"/>
                </a:solidFill>
                <a:latin typeface="Trebuchet MS"/>
                <a:cs typeface="Trebuchet MS"/>
              </a:rPr>
              <a:t>AZ-</a:t>
            </a:r>
            <a:r>
              <a:rPr dirty="0" sz="800" spc="-50">
                <a:solidFill>
                  <a:srgbClr val="E8E8E8"/>
                </a:solidFill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Trebuchet MS"/>
              <a:cs typeface="Trebuchet MS"/>
            </a:endParaRPr>
          </a:p>
          <a:p>
            <a:pPr algn="ctr" marR="107950">
              <a:lnSpc>
                <a:spcPct val="100000"/>
              </a:lnSpc>
            </a:pP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ELB</a:t>
            </a:r>
            <a:endParaRPr sz="800">
              <a:latin typeface="Trebuchet MS"/>
              <a:cs typeface="Trebuchet MS"/>
            </a:endParaRPr>
          </a:p>
          <a:p>
            <a:pPr algn="ctr" marR="54610">
              <a:lnSpc>
                <a:spcPct val="100000"/>
              </a:lnSpc>
              <a:spcBef>
                <a:spcPts val="675"/>
              </a:spcBef>
            </a:pP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Etcd</a:t>
            </a:r>
            <a:r>
              <a:rPr dirty="0" sz="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ASG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Trebuchet MS"/>
              <a:cs typeface="Trebuchet MS"/>
            </a:endParaRPr>
          </a:p>
          <a:p>
            <a:pPr algn="ctr" marR="55244">
              <a:lnSpc>
                <a:spcPct val="100000"/>
              </a:lnSpc>
            </a:pP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Instances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68311" y="1267967"/>
            <a:ext cx="573024" cy="57302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71943" y="3880103"/>
            <a:ext cx="402335" cy="402336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Amazon</a:t>
            </a:r>
            <a:r>
              <a:rPr dirty="0" spc="-220"/>
              <a:t> </a:t>
            </a:r>
            <a:r>
              <a:rPr dirty="0"/>
              <a:t>EKS</a:t>
            </a:r>
            <a:r>
              <a:rPr dirty="0" spc="-215"/>
              <a:t> </a:t>
            </a:r>
            <a:r>
              <a:rPr dirty="0" spc="-120"/>
              <a:t>features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2627" y="2488184"/>
            <a:ext cx="4805680" cy="2290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Certified</a:t>
            </a:r>
            <a:r>
              <a:rPr dirty="0" sz="21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conformant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201900"/>
              </a:lnSpc>
              <a:spcBef>
                <a:spcPts val="25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Elastic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Load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Balancing </a:t>
            </a:r>
            <a:r>
              <a:rPr dirty="0" sz="2100" spc="85">
                <a:solidFill>
                  <a:srgbClr val="FFFFFF"/>
                </a:solidFill>
                <a:latin typeface="Trebuchet MS"/>
                <a:cs typeface="Trebuchet MS"/>
              </a:rPr>
              <a:t>Managed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updates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100" spc="125">
                <a:solidFill>
                  <a:srgbClr val="FFFFFF"/>
                </a:solidFill>
                <a:latin typeface="Trebuchet MS"/>
                <a:cs typeface="Trebuchet MS"/>
              </a:rPr>
              <a:t>IAM</a:t>
            </a:r>
            <a:r>
              <a:rPr dirty="0" sz="2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 sz="3100" spc="85"/>
              <a:t>Amazon</a:t>
            </a:r>
            <a:r>
              <a:rPr dirty="0" sz="3100" spc="-75"/>
              <a:t> </a:t>
            </a:r>
            <a:r>
              <a:rPr dirty="0" sz="3100" spc="-25"/>
              <a:t>Elastic</a:t>
            </a:r>
            <a:r>
              <a:rPr dirty="0" sz="3100" spc="-80"/>
              <a:t> </a:t>
            </a:r>
            <a:r>
              <a:rPr dirty="0" sz="3100"/>
              <a:t>Container</a:t>
            </a:r>
            <a:r>
              <a:rPr dirty="0" sz="3100" spc="-75"/>
              <a:t> </a:t>
            </a:r>
            <a:r>
              <a:rPr dirty="0" sz="3100" spc="-10"/>
              <a:t>Service</a:t>
            </a:r>
            <a:endParaRPr sz="31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903" y="2682239"/>
            <a:ext cx="966216" cy="9692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21605" y="4146296"/>
            <a:ext cx="2566035" cy="9124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60705">
              <a:lnSpc>
                <a:spcPct val="1387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Highly</a:t>
            </a:r>
            <a:r>
              <a:rPr dirty="0" sz="15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Scalable</a:t>
            </a:r>
            <a:r>
              <a:rPr dirty="0" sz="15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 Highly</a:t>
            </a:r>
            <a:r>
              <a:rPr dirty="0" sz="1500" spc="3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Performant</a:t>
            </a:r>
            <a:r>
              <a:rPr dirty="0" sz="15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endParaRPr sz="1500">
              <a:latin typeface="Trebuchet MS"/>
              <a:cs typeface="Trebuchet MS"/>
            </a:endParaRPr>
          </a:p>
          <a:p>
            <a:pPr marL="372110">
              <a:lnSpc>
                <a:spcPct val="100000"/>
              </a:lnSpc>
              <a:spcBef>
                <a:spcPts val="190"/>
              </a:spcBef>
            </a:pPr>
            <a:r>
              <a:rPr dirty="0" sz="150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dirty="0" sz="1500" spc="2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47799" y="2288032"/>
            <a:ext cx="22923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9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90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managed</a:t>
            </a:r>
            <a:r>
              <a:rPr dirty="0" sz="190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platform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54620" y="3780535"/>
            <a:ext cx="2971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0" b="1">
                <a:solidFill>
                  <a:srgbClr val="FFFFFF"/>
                </a:solidFill>
                <a:latin typeface="Trebuchet MS"/>
                <a:cs typeface="Trebuchet MS"/>
              </a:rPr>
              <a:t>ECS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6896" y="3041904"/>
            <a:ext cx="899159" cy="101803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3815" y="3337559"/>
            <a:ext cx="850391" cy="72237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0831" y="3337559"/>
            <a:ext cx="1027176" cy="73761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575959" y="4149344"/>
            <a:ext cx="940435" cy="45847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214629">
              <a:lnSpc>
                <a:spcPts val="1610"/>
              </a:lnSpc>
              <a:spcBef>
                <a:spcPts val="310"/>
              </a:spcBef>
            </a:pPr>
            <a:r>
              <a:rPr dirty="0" sz="1500" spc="-10">
                <a:solidFill>
                  <a:srgbClr val="FFFFFF"/>
                </a:solidFill>
                <a:latin typeface="Trebuchet MS"/>
                <a:cs typeface="Trebuchet MS"/>
              </a:rPr>
              <a:t>Cluster </a:t>
            </a:r>
            <a:r>
              <a:rPr dirty="0" sz="1500" spc="-14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65466" y="4149344"/>
            <a:ext cx="1132840" cy="67183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12700" marR="5080" indent="86360">
              <a:lnSpc>
                <a:spcPct val="91300"/>
              </a:lnSpc>
              <a:spcBef>
                <a:spcPts val="254"/>
              </a:spcBef>
            </a:pPr>
            <a:r>
              <a:rPr dirty="0" sz="1500" spc="-35">
                <a:solidFill>
                  <a:srgbClr val="FFFFFF"/>
                </a:solidFill>
                <a:latin typeface="Trebuchet MS"/>
                <a:cs typeface="Trebuchet MS"/>
              </a:rPr>
              <a:t>Container </a:t>
            </a:r>
            <a:r>
              <a:rPr dirty="0" sz="1500" spc="-140">
                <a:solidFill>
                  <a:srgbClr val="FFFFFF"/>
                </a:solidFill>
                <a:latin typeface="Trebuchet MS"/>
                <a:cs typeface="Trebuchet MS"/>
              </a:rPr>
              <a:t>Orchestration</a:t>
            </a:r>
            <a:r>
              <a:rPr dirty="0" sz="15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12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500" spc="-45">
                <a:solidFill>
                  <a:srgbClr val="FFFFFF"/>
                </a:solidFill>
                <a:latin typeface="Trebuchet MS"/>
                <a:cs typeface="Trebuchet MS"/>
              </a:rPr>
              <a:t>Placement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59659" y="4140200"/>
            <a:ext cx="809625" cy="45529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 indent="32384">
              <a:lnSpc>
                <a:spcPts val="1580"/>
              </a:lnSpc>
              <a:spcBef>
                <a:spcPts val="335"/>
              </a:spcBef>
            </a:pPr>
            <a:r>
              <a:rPr dirty="0" sz="1500" spc="-15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dirty="0" sz="15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Trebuchet MS"/>
                <a:cs typeface="Trebuchet MS"/>
              </a:rPr>
              <a:t>AWS </a:t>
            </a:r>
            <a:r>
              <a:rPr dirty="0" sz="1500" spc="-125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853889" y="2411723"/>
            <a:ext cx="0" cy="3063875"/>
          </a:xfrm>
          <a:custGeom>
            <a:avLst/>
            <a:gdLst/>
            <a:ahLst/>
            <a:cxnLst/>
            <a:rect l="l" t="t" r="r" b="b"/>
            <a:pathLst>
              <a:path w="0" h="3063875">
                <a:moveTo>
                  <a:pt x="0" y="0"/>
                </a:moveTo>
                <a:lnTo>
                  <a:pt x="0" y="3063522"/>
                </a:lnTo>
              </a:path>
            </a:pathLst>
          </a:custGeom>
          <a:ln w="12700">
            <a:solidFill>
              <a:srgbClr val="1D51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127" y="1391919"/>
            <a:ext cx="5323840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85"/>
              <a:t>Amazon</a:t>
            </a:r>
            <a:r>
              <a:rPr dirty="0" sz="3100" spc="-50"/>
              <a:t> </a:t>
            </a:r>
            <a:r>
              <a:rPr dirty="0" sz="3100" spc="114"/>
              <a:t>ECS</a:t>
            </a:r>
            <a:r>
              <a:rPr dirty="0" sz="3100" spc="-40"/>
              <a:t> </a:t>
            </a:r>
            <a:r>
              <a:rPr dirty="0" sz="3100"/>
              <a:t>key</a:t>
            </a:r>
            <a:r>
              <a:rPr dirty="0" sz="3100" spc="-145"/>
              <a:t> </a:t>
            </a:r>
            <a:r>
              <a:rPr dirty="0" sz="3100" spc="55"/>
              <a:t>components</a:t>
            </a:r>
            <a:endParaRPr sz="3100"/>
          </a:p>
        </p:txBody>
      </p:sp>
      <p:grpSp>
        <p:nvGrpSpPr>
          <p:cNvPr id="3" name="object 3" descr=""/>
          <p:cNvGrpSpPr/>
          <p:nvPr/>
        </p:nvGrpSpPr>
        <p:grpSpPr>
          <a:xfrm>
            <a:off x="7534656" y="4953322"/>
            <a:ext cx="928369" cy="349250"/>
            <a:chOff x="7534656" y="4953322"/>
            <a:chExt cx="928369" cy="3492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74864" y="5026151"/>
              <a:ext cx="76200" cy="3962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677297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8016" y="5026151"/>
              <a:ext cx="76200" cy="3962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749553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21168" y="5026151"/>
              <a:ext cx="73151" cy="396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821271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1272" y="5026151"/>
              <a:ext cx="76200" cy="3962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893526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64424" y="5026151"/>
              <a:ext cx="73151" cy="3962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965244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4528" y="5026151"/>
              <a:ext cx="76200" cy="3962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037501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07680" y="5026151"/>
              <a:ext cx="76200" cy="3962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109219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0832" y="5026151"/>
              <a:ext cx="73151" cy="3962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181474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50936" y="5026151"/>
              <a:ext cx="76200" cy="3962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253193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74864" y="4989575"/>
              <a:ext cx="76200" cy="4267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7677297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8016" y="4989575"/>
              <a:ext cx="76200" cy="42672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749553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21168" y="4989575"/>
              <a:ext cx="73151" cy="4267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821271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272" y="4989575"/>
              <a:ext cx="76200" cy="4267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893526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64424" y="4989575"/>
              <a:ext cx="73151" cy="42672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965244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34528" y="4989575"/>
              <a:ext cx="76200" cy="42672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037501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07680" y="4989575"/>
              <a:ext cx="76200" cy="42672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109219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80832" y="4989575"/>
              <a:ext cx="73151" cy="42672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8181474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50936" y="4989575"/>
              <a:ext cx="76200" cy="4267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8253193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24088" y="4989575"/>
              <a:ext cx="73151" cy="42672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8324911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74864" y="4959095"/>
              <a:ext cx="76200" cy="3962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677297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48016" y="4959095"/>
              <a:ext cx="76200" cy="39624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7749553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21168" y="4959095"/>
              <a:ext cx="73151" cy="39624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7821271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91272" y="4959095"/>
              <a:ext cx="76200" cy="3962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7893526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64424" y="4959095"/>
              <a:ext cx="73151" cy="39624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965244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34528" y="4959095"/>
              <a:ext cx="76200" cy="3962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8037501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07680" y="4959095"/>
              <a:ext cx="76200" cy="3962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8109219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180832" y="4959095"/>
              <a:ext cx="73151" cy="3962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8181474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250936" y="4959095"/>
              <a:ext cx="76200" cy="39624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8253193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324088" y="4959095"/>
              <a:ext cx="73151" cy="39624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8324911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792872" y="5159035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4" h="107314">
                  <a:moveTo>
                    <a:pt x="36959" y="0"/>
                  </a:moveTo>
                  <a:lnTo>
                    <a:pt x="0" y="728"/>
                  </a:lnTo>
                  <a:lnTo>
                    <a:pt x="58820" y="26137"/>
                  </a:lnTo>
                  <a:lnTo>
                    <a:pt x="98261" y="61718"/>
                  </a:lnTo>
                  <a:lnTo>
                    <a:pt x="120401" y="93389"/>
                  </a:lnTo>
                  <a:lnTo>
                    <a:pt x="127318" y="107074"/>
                  </a:lnTo>
                  <a:lnTo>
                    <a:pt x="260642" y="107074"/>
                  </a:lnTo>
                  <a:lnTo>
                    <a:pt x="298590" y="33307"/>
                  </a:lnTo>
                  <a:lnTo>
                    <a:pt x="222853" y="10758"/>
                  </a:lnTo>
                  <a:lnTo>
                    <a:pt x="123444" y="1498"/>
                  </a:lnTo>
                  <a:lnTo>
                    <a:pt x="36959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792870" y="5159035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4" h="107314">
                  <a:moveTo>
                    <a:pt x="298590" y="33307"/>
                  </a:moveTo>
                  <a:lnTo>
                    <a:pt x="260643" y="107074"/>
                  </a:lnTo>
                  <a:lnTo>
                    <a:pt x="127319" y="107074"/>
                  </a:lnTo>
                  <a:lnTo>
                    <a:pt x="120402" y="93388"/>
                  </a:lnTo>
                  <a:lnTo>
                    <a:pt x="98261" y="61716"/>
                  </a:lnTo>
                  <a:lnTo>
                    <a:pt x="58820" y="26137"/>
                  </a:lnTo>
                  <a:lnTo>
                    <a:pt x="0" y="728"/>
                  </a:lnTo>
                  <a:lnTo>
                    <a:pt x="36960" y="0"/>
                  </a:lnTo>
                  <a:lnTo>
                    <a:pt x="123444" y="1498"/>
                  </a:lnTo>
                  <a:lnTo>
                    <a:pt x="222854" y="10757"/>
                  </a:lnTo>
                  <a:lnTo>
                    <a:pt x="298590" y="3330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559068" y="5030402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90" h="266064">
                  <a:moveTo>
                    <a:pt x="897402" y="0"/>
                  </a:moveTo>
                  <a:lnTo>
                    <a:pt x="756135" y="0"/>
                  </a:lnTo>
                  <a:lnTo>
                    <a:pt x="715270" y="25252"/>
                  </a:lnTo>
                  <a:lnTo>
                    <a:pt x="0" y="25252"/>
                  </a:lnTo>
                  <a:lnTo>
                    <a:pt x="0" y="58925"/>
                  </a:lnTo>
                  <a:lnTo>
                    <a:pt x="51624" y="58925"/>
                  </a:lnTo>
                  <a:lnTo>
                    <a:pt x="119693" y="137379"/>
                  </a:lnTo>
                  <a:lnTo>
                    <a:pt x="423790" y="152085"/>
                  </a:lnTo>
                  <a:lnTo>
                    <a:pt x="595793" y="196796"/>
                  </a:lnTo>
                  <a:lnTo>
                    <a:pt x="672218" y="243885"/>
                  </a:lnTo>
                  <a:lnTo>
                    <a:pt x="689578" y="265720"/>
                  </a:lnTo>
                  <a:lnTo>
                    <a:pt x="783949" y="204296"/>
                  </a:lnTo>
                  <a:lnTo>
                    <a:pt x="848512" y="115166"/>
                  </a:lnTo>
                  <a:lnTo>
                    <a:pt x="885563" y="34883"/>
                  </a:lnTo>
                  <a:lnTo>
                    <a:pt x="897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559068" y="5030402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90" h="266064">
                  <a:moveTo>
                    <a:pt x="0" y="25253"/>
                  </a:moveTo>
                  <a:lnTo>
                    <a:pt x="715270" y="25253"/>
                  </a:lnTo>
                  <a:lnTo>
                    <a:pt x="756135" y="0"/>
                  </a:lnTo>
                  <a:lnTo>
                    <a:pt x="897402" y="0"/>
                  </a:lnTo>
                  <a:lnTo>
                    <a:pt x="885562" y="34883"/>
                  </a:lnTo>
                  <a:lnTo>
                    <a:pt x="848512" y="115166"/>
                  </a:lnTo>
                  <a:lnTo>
                    <a:pt x="783950" y="204296"/>
                  </a:lnTo>
                  <a:lnTo>
                    <a:pt x="689580" y="265720"/>
                  </a:lnTo>
                  <a:lnTo>
                    <a:pt x="672218" y="243884"/>
                  </a:lnTo>
                  <a:lnTo>
                    <a:pt x="595794" y="196796"/>
                  </a:lnTo>
                  <a:lnTo>
                    <a:pt x="423789" y="152085"/>
                  </a:lnTo>
                  <a:lnTo>
                    <a:pt x="119694" y="137380"/>
                  </a:lnTo>
                  <a:lnTo>
                    <a:pt x="51625" y="58924"/>
                  </a:lnTo>
                  <a:lnTo>
                    <a:pt x="0" y="58924"/>
                  </a:lnTo>
                  <a:lnTo>
                    <a:pt x="0" y="2525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534656" y="4956047"/>
              <a:ext cx="149351" cy="106680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8092896" y="5089328"/>
              <a:ext cx="285750" cy="34290"/>
            </a:xfrm>
            <a:custGeom>
              <a:avLst/>
              <a:gdLst/>
              <a:ahLst/>
              <a:cxnLst/>
              <a:rect l="l" t="t" r="r" b="b"/>
              <a:pathLst>
                <a:path w="285750" h="34289">
                  <a:moveTo>
                    <a:pt x="0" y="0"/>
                  </a:moveTo>
                  <a:lnTo>
                    <a:pt x="285693" y="0"/>
                  </a:lnTo>
                  <a:lnTo>
                    <a:pt x="270780" y="33671"/>
                  </a:lnTo>
                  <a:lnTo>
                    <a:pt x="67253" y="33671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672559" y="5089328"/>
              <a:ext cx="84455" cy="0"/>
            </a:xfrm>
            <a:custGeom>
              <a:avLst/>
              <a:gdLst/>
              <a:ahLst/>
              <a:cxnLst/>
              <a:rect l="l" t="t" r="r" b="b"/>
              <a:pathLst>
                <a:path w="84454" h="0">
                  <a:moveTo>
                    <a:pt x="0" y="0"/>
                  </a:moveTo>
                  <a:lnTo>
                    <a:pt x="84067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99832" y="5163311"/>
              <a:ext cx="121920" cy="70104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7800284" y="5165435"/>
              <a:ext cx="120014" cy="66675"/>
            </a:xfrm>
            <a:custGeom>
              <a:avLst/>
              <a:gdLst/>
              <a:ahLst/>
              <a:cxnLst/>
              <a:rect l="l" t="t" r="r" b="b"/>
              <a:pathLst>
                <a:path w="120015" h="66675">
                  <a:moveTo>
                    <a:pt x="88581" y="66148"/>
                  </a:moveTo>
                  <a:lnTo>
                    <a:pt x="0" y="66148"/>
                  </a:lnTo>
                  <a:lnTo>
                    <a:pt x="0" y="0"/>
                  </a:lnTo>
                  <a:lnTo>
                    <a:pt x="56471" y="1757"/>
                  </a:lnTo>
                  <a:lnTo>
                    <a:pt x="100695" y="7176"/>
                  </a:lnTo>
                  <a:lnTo>
                    <a:pt x="119786" y="34808"/>
                  </a:lnTo>
                  <a:lnTo>
                    <a:pt x="119786" y="35430"/>
                  </a:lnTo>
                  <a:lnTo>
                    <a:pt x="117334" y="47386"/>
                  </a:lnTo>
                  <a:lnTo>
                    <a:pt x="110646" y="57150"/>
                  </a:lnTo>
                  <a:lnTo>
                    <a:pt x="100727" y="63734"/>
                  </a:lnTo>
                  <a:lnTo>
                    <a:pt x="88581" y="6614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714488" y="5163311"/>
              <a:ext cx="109727" cy="48768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7715374" y="5163333"/>
              <a:ext cx="106045" cy="47625"/>
            </a:xfrm>
            <a:custGeom>
              <a:avLst/>
              <a:gdLst/>
              <a:ahLst/>
              <a:cxnLst/>
              <a:rect l="l" t="t" r="r" b="b"/>
              <a:pathLst>
                <a:path w="106045" h="47625">
                  <a:moveTo>
                    <a:pt x="82730" y="47434"/>
                  </a:moveTo>
                  <a:lnTo>
                    <a:pt x="0" y="47434"/>
                  </a:lnTo>
                  <a:lnTo>
                    <a:pt x="277" y="0"/>
                  </a:lnTo>
                  <a:lnTo>
                    <a:pt x="82730" y="1363"/>
                  </a:lnTo>
                  <a:lnTo>
                    <a:pt x="105898" y="24167"/>
                  </a:lnTo>
                  <a:lnTo>
                    <a:pt x="105898" y="24630"/>
                  </a:lnTo>
                  <a:lnTo>
                    <a:pt x="104077" y="33506"/>
                  </a:lnTo>
                  <a:lnTo>
                    <a:pt x="99112" y="40755"/>
                  </a:lnTo>
                  <a:lnTo>
                    <a:pt x="91748" y="45642"/>
                  </a:lnTo>
                  <a:lnTo>
                    <a:pt x="82730" y="47434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77912" y="5163311"/>
              <a:ext cx="54864" cy="33527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7678332" y="5163333"/>
              <a:ext cx="53975" cy="33020"/>
            </a:xfrm>
            <a:custGeom>
              <a:avLst/>
              <a:gdLst/>
              <a:ahLst/>
              <a:cxnLst/>
              <a:rect l="l" t="t" r="r" b="b"/>
              <a:pathLst>
                <a:path w="53975" h="33020">
                  <a:moveTo>
                    <a:pt x="37317" y="32931"/>
                  </a:moveTo>
                  <a:lnTo>
                    <a:pt x="0" y="32931"/>
                  </a:lnTo>
                  <a:lnTo>
                    <a:pt x="0" y="0"/>
                  </a:lnTo>
                  <a:lnTo>
                    <a:pt x="37317" y="0"/>
                  </a:lnTo>
                  <a:lnTo>
                    <a:pt x="46464" y="0"/>
                  </a:lnTo>
                  <a:lnTo>
                    <a:pt x="53878" y="7298"/>
                  </a:lnTo>
                  <a:lnTo>
                    <a:pt x="53878" y="16297"/>
                  </a:lnTo>
                  <a:lnTo>
                    <a:pt x="53878" y="16634"/>
                  </a:lnTo>
                  <a:lnTo>
                    <a:pt x="53878" y="25632"/>
                  </a:lnTo>
                  <a:lnTo>
                    <a:pt x="46464" y="32931"/>
                  </a:lnTo>
                  <a:lnTo>
                    <a:pt x="37317" y="32931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6854952" y="5578845"/>
            <a:ext cx="930275" cy="349250"/>
            <a:chOff x="6854952" y="5578845"/>
            <a:chExt cx="930275" cy="349250"/>
          </a:xfrm>
        </p:grpSpPr>
        <p:pic>
          <p:nvPicPr>
            <p:cNvPr id="76" name="object 7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998208" y="5650992"/>
              <a:ext cx="73151" cy="42672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6999220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71360" y="5650992"/>
              <a:ext cx="73151" cy="42672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7071475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41464" y="5650992"/>
              <a:ext cx="76200" cy="42672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7143193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14616" y="5650992"/>
              <a:ext cx="73151" cy="42672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7215449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284720" y="5650992"/>
              <a:ext cx="76200" cy="42672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287168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357872" y="5650992"/>
              <a:ext cx="76200" cy="4267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7359424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431024" y="5650992"/>
              <a:ext cx="73151" cy="42672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7431140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501128" y="5650992"/>
              <a:ext cx="76200" cy="42672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7503397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574280" y="5650992"/>
              <a:ext cx="73151" cy="42672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7575115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998208" y="5617464"/>
              <a:ext cx="73151" cy="39624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6999220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71360" y="5617464"/>
              <a:ext cx="73151" cy="39624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7071475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141464" y="5617464"/>
              <a:ext cx="76200" cy="3962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7143193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214616" y="5617464"/>
              <a:ext cx="73151" cy="39624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7215449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284720" y="5617464"/>
              <a:ext cx="76200" cy="39624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7287168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357872" y="5617464"/>
              <a:ext cx="76200" cy="39624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7359424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431024" y="5617464"/>
              <a:ext cx="73151" cy="39624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7431140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501128" y="5617464"/>
              <a:ext cx="76200" cy="39624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7503397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574280" y="5617464"/>
              <a:ext cx="73151" cy="39624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7575115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44384" y="5617464"/>
              <a:ext cx="76200" cy="39624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7646832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998208" y="5583936"/>
              <a:ext cx="73151" cy="39624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6999220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071360" y="5583936"/>
              <a:ext cx="73151" cy="39624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7071475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141464" y="5583936"/>
              <a:ext cx="76200" cy="39624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7143193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14616" y="5583936"/>
              <a:ext cx="73151" cy="39624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7215449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84720" y="5583936"/>
              <a:ext cx="76200" cy="39624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7287168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357872" y="5583936"/>
              <a:ext cx="76200" cy="39624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7359424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431024" y="5583936"/>
              <a:ext cx="73151" cy="39624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7431140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501128" y="5583936"/>
              <a:ext cx="76200" cy="39624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7503397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574280" y="5583936"/>
              <a:ext cx="73151" cy="39624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7575115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644384" y="5583936"/>
              <a:ext cx="76200" cy="39624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7646832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8" y="37013"/>
                  </a:lnTo>
                  <a:lnTo>
                    <a:pt x="71718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114792" y="5784560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4" h="107314">
                  <a:moveTo>
                    <a:pt x="36960" y="0"/>
                  </a:moveTo>
                  <a:lnTo>
                    <a:pt x="0" y="727"/>
                  </a:lnTo>
                  <a:lnTo>
                    <a:pt x="58821" y="26137"/>
                  </a:lnTo>
                  <a:lnTo>
                    <a:pt x="98263" y="61716"/>
                  </a:lnTo>
                  <a:lnTo>
                    <a:pt x="120402" y="93388"/>
                  </a:lnTo>
                  <a:lnTo>
                    <a:pt x="127321" y="107073"/>
                  </a:lnTo>
                  <a:lnTo>
                    <a:pt x="260644" y="107073"/>
                  </a:lnTo>
                  <a:lnTo>
                    <a:pt x="298592" y="33305"/>
                  </a:lnTo>
                  <a:lnTo>
                    <a:pt x="222854" y="10756"/>
                  </a:lnTo>
                  <a:lnTo>
                    <a:pt x="123445" y="1498"/>
                  </a:lnTo>
                  <a:lnTo>
                    <a:pt x="3696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114794" y="5784560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4" h="107314">
                  <a:moveTo>
                    <a:pt x="298590" y="33307"/>
                  </a:moveTo>
                  <a:lnTo>
                    <a:pt x="260643" y="107074"/>
                  </a:lnTo>
                  <a:lnTo>
                    <a:pt x="127319" y="107074"/>
                  </a:lnTo>
                  <a:lnTo>
                    <a:pt x="120402" y="93388"/>
                  </a:lnTo>
                  <a:lnTo>
                    <a:pt x="98261" y="61716"/>
                  </a:lnTo>
                  <a:lnTo>
                    <a:pt x="58820" y="26137"/>
                  </a:lnTo>
                  <a:lnTo>
                    <a:pt x="0" y="728"/>
                  </a:lnTo>
                  <a:lnTo>
                    <a:pt x="36960" y="0"/>
                  </a:lnTo>
                  <a:lnTo>
                    <a:pt x="123444" y="1498"/>
                  </a:lnTo>
                  <a:lnTo>
                    <a:pt x="222854" y="10757"/>
                  </a:lnTo>
                  <a:lnTo>
                    <a:pt x="298590" y="3330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880990" y="5655927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90" h="266064">
                  <a:moveTo>
                    <a:pt x="897402" y="0"/>
                  </a:moveTo>
                  <a:lnTo>
                    <a:pt x="756136" y="0"/>
                  </a:lnTo>
                  <a:lnTo>
                    <a:pt x="715270" y="25253"/>
                  </a:lnTo>
                  <a:lnTo>
                    <a:pt x="0" y="25253"/>
                  </a:lnTo>
                  <a:lnTo>
                    <a:pt x="0" y="58925"/>
                  </a:lnTo>
                  <a:lnTo>
                    <a:pt x="51625" y="58925"/>
                  </a:lnTo>
                  <a:lnTo>
                    <a:pt x="119694" y="137379"/>
                  </a:lnTo>
                  <a:lnTo>
                    <a:pt x="423791" y="152085"/>
                  </a:lnTo>
                  <a:lnTo>
                    <a:pt x="595793" y="196796"/>
                  </a:lnTo>
                  <a:lnTo>
                    <a:pt x="672219" y="243885"/>
                  </a:lnTo>
                  <a:lnTo>
                    <a:pt x="689580" y="265722"/>
                  </a:lnTo>
                  <a:lnTo>
                    <a:pt x="783950" y="204296"/>
                  </a:lnTo>
                  <a:lnTo>
                    <a:pt x="848512" y="115167"/>
                  </a:lnTo>
                  <a:lnTo>
                    <a:pt x="885562" y="34883"/>
                  </a:lnTo>
                  <a:lnTo>
                    <a:pt x="897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880990" y="5655927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90" h="266064">
                  <a:moveTo>
                    <a:pt x="0" y="25253"/>
                  </a:moveTo>
                  <a:lnTo>
                    <a:pt x="715270" y="25253"/>
                  </a:lnTo>
                  <a:lnTo>
                    <a:pt x="756135" y="0"/>
                  </a:lnTo>
                  <a:lnTo>
                    <a:pt x="897402" y="0"/>
                  </a:lnTo>
                  <a:lnTo>
                    <a:pt x="885562" y="34883"/>
                  </a:lnTo>
                  <a:lnTo>
                    <a:pt x="848512" y="115166"/>
                  </a:lnTo>
                  <a:lnTo>
                    <a:pt x="783950" y="204296"/>
                  </a:lnTo>
                  <a:lnTo>
                    <a:pt x="689580" y="265720"/>
                  </a:lnTo>
                  <a:lnTo>
                    <a:pt x="672218" y="243884"/>
                  </a:lnTo>
                  <a:lnTo>
                    <a:pt x="595794" y="196796"/>
                  </a:lnTo>
                  <a:lnTo>
                    <a:pt x="423789" y="152085"/>
                  </a:lnTo>
                  <a:lnTo>
                    <a:pt x="119694" y="137380"/>
                  </a:lnTo>
                  <a:lnTo>
                    <a:pt x="51625" y="58924"/>
                  </a:lnTo>
                  <a:lnTo>
                    <a:pt x="0" y="58924"/>
                  </a:lnTo>
                  <a:lnTo>
                    <a:pt x="0" y="2525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854952" y="5583936"/>
              <a:ext cx="149351" cy="103631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7414817" y="5714852"/>
              <a:ext cx="285750" cy="34290"/>
            </a:xfrm>
            <a:custGeom>
              <a:avLst/>
              <a:gdLst/>
              <a:ahLst/>
              <a:cxnLst/>
              <a:rect l="l" t="t" r="r" b="b"/>
              <a:pathLst>
                <a:path w="285750" h="34289">
                  <a:moveTo>
                    <a:pt x="0" y="0"/>
                  </a:moveTo>
                  <a:lnTo>
                    <a:pt x="285693" y="0"/>
                  </a:lnTo>
                  <a:lnTo>
                    <a:pt x="270780" y="33671"/>
                  </a:lnTo>
                  <a:lnTo>
                    <a:pt x="67253" y="33671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994481" y="5714852"/>
              <a:ext cx="84455" cy="0"/>
            </a:xfrm>
            <a:custGeom>
              <a:avLst/>
              <a:gdLst/>
              <a:ahLst/>
              <a:cxnLst/>
              <a:rect l="l" t="t" r="r" b="b"/>
              <a:pathLst>
                <a:path w="84454" h="0">
                  <a:moveTo>
                    <a:pt x="0" y="0"/>
                  </a:moveTo>
                  <a:lnTo>
                    <a:pt x="84067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120128" y="5788152"/>
              <a:ext cx="121920" cy="70104"/>
            </a:xfrm>
            <a:prstGeom prst="rect">
              <a:avLst/>
            </a:prstGeom>
          </p:spPr>
        </p:pic>
        <p:sp>
          <p:nvSpPr>
            <p:cNvPr id="142" name="object 142" descr=""/>
            <p:cNvSpPr/>
            <p:nvPr/>
          </p:nvSpPr>
          <p:spPr>
            <a:xfrm>
              <a:off x="7122204" y="5790958"/>
              <a:ext cx="120014" cy="66675"/>
            </a:xfrm>
            <a:custGeom>
              <a:avLst/>
              <a:gdLst/>
              <a:ahLst/>
              <a:cxnLst/>
              <a:rect l="l" t="t" r="r" b="b"/>
              <a:pathLst>
                <a:path w="120015" h="66675">
                  <a:moveTo>
                    <a:pt x="88581" y="66148"/>
                  </a:moveTo>
                  <a:lnTo>
                    <a:pt x="0" y="66148"/>
                  </a:lnTo>
                  <a:lnTo>
                    <a:pt x="0" y="0"/>
                  </a:lnTo>
                  <a:lnTo>
                    <a:pt x="56471" y="1757"/>
                  </a:lnTo>
                  <a:lnTo>
                    <a:pt x="100695" y="7176"/>
                  </a:lnTo>
                  <a:lnTo>
                    <a:pt x="119786" y="34808"/>
                  </a:lnTo>
                  <a:lnTo>
                    <a:pt x="119786" y="35430"/>
                  </a:lnTo>
                  <a:lnTo>
                    <a:pt x="117334" y="47386"/>
                  </a:lnTo>
                  <a:lnTo>
                    <a:pt x="110646" y="57150"/>
                  </a:lnTo>
                  <a:lnTo>
                    <a:pt x="100727" y="63734"/>
                  </a:lnTo>
                  <a:lnTo>
                    <a:pt x="88581" y="6614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034784" y="5788152"/>
              <a:ext cx="109727" cy="48768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7037298" y="5788856"/>
              <a:ext cx="106045" cy="47625"/>
            </a:xfrm>
            <a:custGeom>
              <a:avLst/>
              <a:gdLst/>
              <a:ahLst/>
              <a:cxnLst/>
              <a:rect l="l" t="t" r="r" b="b"/>
              <a:pathLst>
                <a:path w="106045" h="47625">
                  <a:moveTo>
                    <a:pt x="82730" y="47434"/>
                  </a:moveTo>
                  <a:lnTo>
                    <a:pt x="0" y="47434"/>
                  </a:lnTo>
                  <a:lnTo>
                    <a:pt x="277" y="0"/>
                  </a:lnTo>
                  <a:lnTo>
                    <a:pt x="82730" y="1363"/>
                  </a:lnTo>
                  <a:lnTo>
                    <a:pt x="105898" y="24167"/>
                  </a:lnTo>
                  <a:lnTo>
                    <a:pt x="105898" y="24630"/>
                  </a:lnTo>
                  <a:lnTo>
                    <a:pt x="104077" y="33506"/>
                  </a:lnTo>
                  <a:lnTo>
                    <a:pt x="99112" y="40755"/>
                  </a:lnTo>
                  <a:lnTo>
                    <a:pt x="91748" y="45642"/>
                  </a:lnTo>
                  <a:lnTo>
                    <a:pt x="82730" y="47434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98208" y="5788152"/>
              <a:ext cx="51815" cy="36575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7000254" y="5788856"/>
              <a:ext cx="53975" cy="33020"/>
            </a:xfrm>
            <a:custGeom>
              <a:avLst/>
              <a:gdLst/>
              <a:ahLst/>
              <a:cxnLst/>
              <a:rect l="l" t="t" r="r" b="b"/>
              <a:pathLst>
                <a:path w="53975" h="33020">
                  <a:moveTo>
                    <a:pt x="37317" y="32931"/>
                  </a:moveTo>
                  <a:lnTo>
                    <a:pt x="0" y="32931"/>
                  </a:lnTo>
                  <a:lnTo>
                    <a:pt x="0" y="0"/>
                  </a:lnTo>
                  <a:lnTo>
                    <a:pt x="37317" y="0"/>
                  </a:lnTo>
                  <a:lnTo>
                    <a:pt x="46464" y="0"/>
                  </a:lnTo>
                  <a:lnTo>
                    <a:pt x="53878" y="7298"/>
                  </a:lnTo>
                  <a:lnTo>
                    <a:pt x="53878" y="16297"/>
                  </a:lnTo>
                  <a:lnTo>
                    <a:pt x="53878" y="16634"/>
                  </a:lnTo>
                  <a:lnTo>
                    <a:pt x="53878" y="25632"/>
                  </a:lnTo>
                  <a:lnTo>
                    <a:pt x="46464" y="32931"/>
                  </a:lnTo>
                  <a:lnTo>
                    <a:pt x="37317" y="32931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3810353" y="1688592"/>
            <a:ext cx="3618229" cy="1916430"/>
            <a:chOff x="3810353" y="1688592"/>
            <a:chExt cx="3618229" cy="1916430"/>
          </a:xfrm>
        </p:grpSpPr>
        <p:pic>
          <p:nvPicPr>
            <p:cNvPr id="148" name="object 14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947160" y="3029712"/>
              <a:ext cx="228600" cy="112775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944112" y="3112008"/>
              <a:ext cx="393191" cy="487679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3944223" y="3113059"/>
              <a:ext cx="391160" cy="485775"/>
            </a:xfrm>
            <a:custGeom>
              <a:avLst/>
              <a:gdLst/>
              <a:ahLst/>
              <a:cxnLst/>
              <a:rect l="l" t="t" r="r" b="b"/>
              <a:pathLst>
                <a:path w="391160" h="485775">
                  <a:moveTo>
                    <a:pt x="105044" y="26637"/>
                  </a:moveTo>
                  <a:lnTo>
                    <a:pt x="94345" y="20613"/>
                  </a:lnTo>
                  <a:lnTo>
                    <a:pt x="68061" y="8667"/>
                  </a:lnTo>
                  <a:lnTo>
                    <a:pt x="34908" y="0"/>
                  </a:lnTo>
                  <a:lnTo>
                    <a:pt x="3603" y="3804"/>
                  </a:lnTo>
                  <a:lnTo>
                    <a:pt x="0" y="14054"/>
                  </a:lnTo>
                  <a:lnTo>
                    <a:pt x="4358" y="35985"/>
                  </a:lnTo>
                  <a:lnTo>
                    <a:pt x="33810" y="106921"/>
                  </a:lnTo>
                  <a:lnTo>
                    <a:pt x="57323" y="151945"/>
                  </a:lnTo>
                  <a:lnTo>
                    <a:pt x="85643" y="200685"/>
                  </a:lnTo>
                  <a:lnTo>
                    <a:pt x="117982" y="251148"/>
                  </a:lnTo>
                  <a:lnTo>
                    <a:pt x="153550" y="301344"/>
                  </a:lnTo>
                  <a:lnTo>
                    <a:pt x="191558" y="349280"/>
                  </a:lnTo>
                  <a:lnTo>
                    <a:pt x="231216" y="392967"/>
                  </a:lnTo>
                  <a:lnTo>
                    <a:pt x="271736" y="430412"/>
                  </a:lnTo>
                  <a:lnTo>
                    <a:pt x="312330" y="459624"/>
                  </a:lnTo>
                  <a:lnTo>
                    <a:pt x="352206" y="478612"/>
                  </a:lnTo>
                  <a:lnTo>
                    <a:pt x="390579" y="485383"/>
                  </a:lnTo>
                  <a:lnTo>
                    <a:pt x="260080" y="298045"/>
                  </a:lnTo>
                  <a:lnTo>
                    <a:pt x="235854" y="291659"/>
                  </a:lnTo>
                  <a:lnTo>
                    <a:pt x="182562" y="258398"/>
                  </a:lnTo>
                  <a:lnTo>
                    <a:pt x="129268" y="177108"/>
                  </a:lnTo>
                  <a:lnTo>
                    <a:pt x="105044" y="26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599176" y="3023616"/>
              <a:ext cx="225551" cy="118872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434583" y="3112008"/>
              <a:ext cx="393191" cy="487679"/>
            </a:xfrm>
            <a:prstGeom prst="rect">
              <a:avLst/>
            </a:prstGeom>
          </p:spPr>
        </p:pic>
        <p:sp>
          <p:nvSpPr>
            <p:cNvPr id="153" name="object 153" descr=""/>
            <p:cNvSpPr/>
            <p:nvPr/>
          </p:nvSpPr>
          <p:spPr>
            <a:xfrm>
              <a:off x="5435268" y="3113059"/>
              <a:ext cx="390525" cy="485775"/>
            </a:xfrm>
            <a:custGeom>
              <a:avLst/>
              <a:gdLst/>
              <a:ahLst/>
              <a:cxnLst/>
              <a:rect l="l" t="t" r="r" b="b"/>
              <a:pathLst>
                <a:path w="390525" h="485775">
                  <a:moveTo>
                    <a:pt x="285534" y="26637"/>
                  </a:moveTo>
                  <a:lnTo>
                    <a:pt x="296233" y="20613"/>
                  </a:lnTo>
                  <a:lnTo>
                    <a:pt x="322517" y="8667"/>
                  </a:lnTo>
                  <a:lnTo>
                    <a:pt x="355670" y="0"/>
                  </a:lnTo>
                  <a:lnTo>
                    <a:pt x="386976" y="3804"/>
                  </a:lnTo>
                  <a:lnTo>
                    <a:pt x="390502" y="14054"/>
                  </a:lnTo>
                  <a:lnTo>
                    <a:pt x="385933" y="35985"/>
                  </a:lnTo>
                  <a:lnTo>
                    <a:pt x="355814" y="106921"/>
                  </a:lnTo>
                  <a:lnTo>
                    <a:pt x="331912" y="151945"/>
                  </a:lnTo>
                  <a:lnTo>
                    <a:pt x="303216" y="200685"/>
                  </a:lnTo>
                  <a:lnTo>
                    <a:pt x="270548" y="251148"/>
                  </a:lnTo>
                  <a:lnTo>
                    <a:pt x="234736" y="301344"/>
                  </a:lnTo>
                  <a:lnTo>
                    <a:pt x="196603" y="349280"/>
                  </a:lnTo>
                  <a:lnTo>
                    <a:pt x="156974" y="392967"/>
                  </a:lnTo>
                  <a:lnTo>
                    <a:pt x="116675" y="430412"/>
                  </a:lnTo>
                  <a:lnTo>
                    <a:pt x="76530" y="459624"/>
                  </a:lnTo>
                  <a:lnTo>
                    <a:pt x="37363" y="478612"/>
                  </a:lnTo>
                  <a:lnTo>
                    <a:pt x="0" y="485383"/>
                  </a:lnTo>
                  <a:lnTo>
                    <a:pt x="130499" y="298045"/>
                  </a:lnTo>
                  <a:lnTo>
                    <a:pt x="154723" y="291256"/>
                  </a:lnTo>
                  <a:lnTo>
                    <a:pt x="208017" y="257322"/>
                  </a:lnTo>
                  <a:lnTo>
                    <a:pt x="261310" y="175899"/>
                  </a:lnTo>
                  <a:lnTo>
                    <a:pt x="285534" y="266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617720" y="3093720"/>
              <a:ext cx="536448" cy="240791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730496" y="3331464"/>
              <a:ext cx="310896" cy="112775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4619183" y="3096548"/>
              <a:ext cx="535305" cy="237490"/>
            </a:xfrm>
            <a:custGeom>
              <a:avLst/>
              <a:gdLst/>
              <a:ahLst/>
              <a:cxnLst/>
              <a:rect l="l" t="t" r="r" b="b"/>
              <a:pathLst>
                <a:path w="535304" h="237489">
                  <a:moveTo>
                    <a:pt x="420939" y="237156"/>
                  </a:moveTo>
                  <a:lnTo>
                    <a:pt x="113876" y="237156"/>
                  </a:lnTo>
                  <a:lnTo>
                    <a:pt x="0" y="0"/>
                  </a:lnTo>
                  <a:lnTo>
                    <a:pt x="534816" y="0"/>
                  </a:lnTo>
                  <a:lnTo>
                    <a:pt x="420939" y="2371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544568" y="3069336"/>
              <a:ext cx="682751" cy="179832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4546677" y="3070208"/>
              <a:ext cx="680085" cy="176530"/>
            </a:xfrm>
            <a:custGeom>
              <a:avLst/>
              <a:gdLst/>
              <a:ahLst/>
              <a:cxnLst/>
              <a:rect l="l" t="t" r="r" b="b"/>
              <a:pathLst>
                <a:path w="680085" h="176530">
                  <a:moveTo>
                    <a:pt x="655218" y="130971"/>
                  </a:moveTo>
                  <a:lnTo>
                    <a:pt x="633541" y="138040"/>
                  </a:lnTo>
                  <a:lnTo>
                    <a:pt x="571200" y="153590"/>
                  </a:lnTo>
                  <a:lnTo>
                    <a:pt x="472231" y="169141"/>
                  </a:lnTo>
                  <a:lnTo>
                    <a:pt x="340669" y="176210"/>
                  </a:lnTo>
                  <a:lnTo>
                    <a:pt x="207894" y="169141"/>
                  </a:lnTo>
                  <a:lnTo>
                    <a:pt x="108513" y="153590"/>
                  </a:lnTo>
                  <a:lnTo>
                    <a:pt x="46193" y="138040"/>
                  </a:lnTo>
                  <a:lnTo>
                    <a:pt x="24604" y="130971"/>
                  </a:lnTo>
                  <a:lnTo>
                    <a:pt x="0" y="0"/>
                  </a:lnTo>
                  <a:lnTo>
                    <a:pt x="679824" y="0"/>
                  </a:lnTo>
                  <a:lnTo>
                    <a:pt x="655218" y="13097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611624" y="2343912"/>
              <a:ext cx="548639" cy="73151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4613554" y="2344555"/>
              <a:ext cx="546100" cy="69850"/>
            </a:xfrm>
            <a:custGeom>
              <a:avLst/>
              <a:gdLst/>
              <a:ahLst/>
              <a:cxnLst/>
              <a:rect l="l" t="t" r="r" b="b"/>
              <a:pathLst>
                <a:path w="546100" h="69850">
                  <a:moveTo>
                    <a:pt x="546072" y="26348"/>
                  </a:moveTo>
                  <a:lnTo>
                    <a:pt x="537526" y="33115"/>
                  </a:lnTo>
                  <a:lnTo>
                    <a:pt x="500530" y="48002"/>
                  </a:lnTo>
                  <a:lnTo>
                    <a:pt x="418046" y="62888"/>
                  </a:lnTo>
                  <a:lnTo>
                    <a:pt x="273042" y="69655"/>
                  </a:lnTo>
                  <a:lnTo>
                    <a:pt x="126072" y="62888"/>
                  </a:lnTo>
                  <a:lnTo>
                    <a:pt x="43803" y="48002"/>
                  </a:lnTo>
                  <a:lnTo>
                    <a:pt x="7893" y="33115"/>
                  </a:lnTo>
                  <a:lnTo>
                    <a:pt x="0" y="26348"/>
                  </a:lnTo>
                  <a:lnTo>
                    <a:pt x="8969" y="22231"/>
                  </a:lnTo>
                  <a:lnTo>
                    <a:pt x="46523" y="13174"/>
                  </a:lnTo>
                  <a:lnTo>
                    <a:pt x="128625" y="4116"/>
                  </a:lnTo>
                  <a:lnTo>
                    <a:pt x="271237" y="0"/>
                  </a:lnTo>
                  <a:lnTo>
                    <a:pt x="397930" y="4116"/>
                  </a:lnTo>
                  <a:lnTo>
                    <a:pt x="483099" y="13174"/>
                  </a:lnTo>
                  <a:lnTo>
                    <a:pt x="531046" y="22231"/>
                  </a:lnTo>
                  <a:lnTo>
                    <a:pt x="546072" y="263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919728" y="2670048"/>
              <a:ext cx="1932431" cy="143255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3922687" y="2671436"/>
              <a:ext cx="1927860" cy="139700"/>
            </a:xfrm>
            <a:custGeom>
              <a:avLst/>
              <a:gdLst/>
              <a:ahLst/>
              <a:cxnLst/>
              <a:rect l="l" t="t" r="r" b="b"/>
              <a:pathLst>
                <a:path w="1927860" h="139700">
                  <a:moveTo>
                    <a:pt x="1927814" y="79950"/>
                  </a:moveTo>
                  <a:lnTo>
                    <a:pt x="1863836" y="89193"/>
                  </a:lnTo>
                  <a:lnTo>
                    <a:pt x="1676880" y="109527"/>
                  </a:lnTo>
                  <a:lnTo>
                    <a:pt x="1374412" y="129861"/>
                  </a:lnTo>
                  <a:lnTo>
                    <a:pt x="963900" y="139104"/>
                  </a:lnTo>
                  <a:lnTo>
                    <a:pt x="548418" y="129861"/>
                  </a:lnTo>
                  <a:lnTo>
                    <a:pt x="246507" y="109527"/>
                  </a:lnTo>
                  <a:lnTo>
                    <a:pt x="62317" y="89193"/>
                  </a:lnTo>
                  <a:lnTo>
                    <a:pt x="0" y="79950"/>
                  </a:lnTo>
                  <a:lnTo>
                    <a:pt x="67629" y="67458"/>
                  </a:lnTo>
                  <a:lnTo>
                    <a:pt x="260670" y="39974"/>
                  </a:lnTo>
                  <a:lnTo>
                    <a:pt x="564352" y="12491"/>
                  </a:lnTo>
                  <a:lnTo>
                    <a:pt x="963900" y="0"/>
                  </a:lnTo>
                  <a:lnTo>
                    <a:pt x="1367414" y="12491"/>
                  </a:lnTo>
                  <a:lnTo>
                    <a:pt x="1670659" y="39974"/>
                  </a:lnTo>
                  <a:lnTo>
                    <a:pt x="1861502" y="67458"/>
                  </a:lnTo>
                  <a:lnTo>
                    <a:pt x="1927814" y="799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535424" y="2810256"/>
              <a:ext cx="704088" cy="30479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4536012" y="2813051"/>
              <a:ext cx="701675" cy="26034"/>
            </a:xfrm>
            <a:custGeom>
              <a:avLst/>
              <a:gdLst/>
              <a:ahLst/>
              <a:cxnLst/>
              <a:rect l="l" t="t" r="r" b="b"/>
              <a:pathLst>
                <a:path w="701675" h="26035">
                  <a:moveTo>
                    <a:pt x="701154" y="7506"/>
                  </a:moveTo>
                  <a:lnTo>
                    <a:pt x="684016" y="10320"/>
                  </a:lnTo>
                  <a:lnTo>
                    <a:pt x="626237" y="16510"/>
                  </a:lnTo>
                  <a:lnTo>
                    <a:pt x="518275" y="22701"/>
                  </a:lnTo>
                  <a:lnTo>
                    <a:pt x="350582" y="25515"/>
                  </a:lnTo>
                  <a:lnTo>
                    <a:pt x="180722" y="22701"/>
                  </a:lnTo>
                  <a:lnTo>
                    <a:pt x="72995" y="16510"/>
                  </a:lnTo>
                  <a:lnTo>
                    <a:pt x="16417" y="10320"/>
                  </a:lnTo>
                  <a:lnTo>
                    <a:pt x="0" y="7506"/>
                  </a:lnTo>
                  <a:lnTo>
                    <a:pt x="17604" y="7756"/>
                  </a:lnTo>
                  <a:lnTo>
                    <a:pt x="75995" y="8310"/>
                  </a:lnTo>
                  <a:lnTo>
                    <a:pt x="183538" y="8862"/>
                  </a:lnTo>
                  <a:lnTo>
                    <a:pt x="348593" y="9113"/>
                  </a:lnTo>
                  <a:lnTo>
                    <a:pt x="431494" y="8085"/>
                  </a:lnTo>
                  <a:lnTo>
                    <a:pt x="492964" y="5665"/>
                  </a:lnTo>
                  <a:lnTo>
                    <a:pt x="539354" y="2846"/>
                  </a:lnTo>
                  <a:lnTo>
                    <a:pt x="577016" y="626"/>
                  </a:lnTo>
                  <a:lnTo>
                    <a:pt x="612302" y="0"/>
                  </a:lnTo>
                  <a:lnTo>
                    <a:pt x="651564" y="1960"/>
                  </a:lnTo>
                  <a:lnTo>
                    <a:pt x="701154" y="750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4789459" y="2061211"/>
              <a:ext cx="194310" cy="750570"/>
            </a:xfrm>
            <a:custGeom>
              <a:avLst/>
              <a:gdLst/>
              <a:ahLst/>
              <a:cxnLst/>
              <a:rect l="l" t="t" r="r" b="b"/>
              <a:pathLst>
                <a:path w="194310" h="750569">
                  <a:moveTo>
                    <a:pt x="131667" y="0"/>
                  </a:moveTo>
                  <a:lnTo>
                    <a:pt x="62593" y="0"/>
                  </a:lnTo>
                  <a:lnTo>
                    <a:pt x="38232" y="4918"/>
                  </a:lnTo>
                  <a:lnTo>
                    <a:pt x="18334" y="18334"/>
                  </a:lnTo>
                  <a:lnTo>
                    <a:pt x="4919" y="38232"/>
                  </a:lnTo>
                  <a:lnTo>
                    <a:pt x="0" y="62599"/>
                  </a:lnTo>
                  <a:lnTo>
                    <a:pt x="0" y="748344"/>
                  </a:lnTo>
                  <a:lnTo>
                    <a:pt x="71715" y="750004"/>
                  </a:lnTo>
                  <a:lnTo>
                    <a:pt x="97135" y="750310"/>
                  </a:lnTo>
                  <a:lnTo>
                    <a:pt x="194263" y="748344"/>
                  </a:lnTo>
                  <a:lnTo>
                    <a:pt x="194263" y="62599"/>
                  </a:lnTo>
                  <a:lnTo>
                    <a:pt x="189343" y="38232"/>
                  </a:lnTo>
                  <a:lnTo>
                    <a:pt x="175926" y="18334"/>
                  </a:lnTo>
                  <a:lnTo>
                    <a:pt x="156029" y="4918"/>
                  </a:lnTo>
                  <a:lnTo>
                    <a:pt x="131667" y="0"/>
                  </a:lnTo>
                  <a:close/>
                </a:path>
              </a:pathLst>
            </a:custGeom>
            <a:solidFill>
              <a:srgbClr val="AEB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4789458" y="2061212"/>
              <a:ext cx="194310" cy="750570"/>
            </a:xfrm>
            <a:custGeom>
              <a:avLst/>
              <a:gdLst/>
              <a:ahLst/>
              <a:cxnLst/>
              <a:rect l="l" t="t" r="r" b="b"/>
              <a:pathLst>
                <a:path w="194310" h="750569">
                  <a:moveTo>
                    <a:pt x="194262" y="748344"/>
                  </a:moveTo>
                  <a:lnTo>
                    <a:pt x="182501" y="748652"/>
                  </a:lnTo>
                  <a:lnTo>
                    <a:pt x="154805" y="749328"/>
                  </a:lnTo>
                  <a:lnTo>
                    <a:pt x="122556" y="750004"/>
                  </a:lnTo>
                  <a:lnTo>
                    <a:pt x="97137" y="750311"/>
                  </a:lnTo>
                  <a:lnTo>
                    <a:pt x="71715" y="750004"/>
                  </a:lnTo>
                  <a:lnTo>
                    <a:pt x="39462" y="749328"/>
                  </a:lnTo>
                  <a:lnTo>
                    <a:pt x="11762" y="748652"/>
                  </a:lnTo>
                  <a:lnTo>
                    <a:pt x="0" y="748344"/>
                  </a:lnTo>
                  <a:lnTo>
                    <a:pt x="0" y="62599"/>
                  </a:lnTo>
                  <a:lnTo>
                    <a:pt x="4919" y="38232"/>
                  </a:lnTo>
                  <a:lnTo>
                    <a:pt x="18334" y="18334"/>
                  </a:lnTo>
                  <a:lnTo>
                    <a:pt x="38231" y="4918"/>
                  </a:lnTo>
                  <a:lnTo>
                    <a:pt x="62594" y="0"/>
                  </a:lnTo>
                  <a:lnTo>
                    <a:pt x="131667" y="0"/>
                  </a:lnTo>
                  <a:lnTo>
                    <a:pt x="156030" y="4918"/>
                  </a:lnTo>
                  <a:lnTo>
                    <a:pt x="175927" y="18334"/>
                  </a:lnTo>
                  <a:lnTo>
                    <a:pt x="189342" y="38232"/>
                  </a:lnTo>
                  <a:lnTo>
                    <a:pt x="194262" y="62599"/>
                  </a:lnTo>
                  <a:lnTo>
                    <a:pt x="194262" y="74834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568952" y="2368296"/>
              <a:ext cx="633984" cy="106679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565472" y="2364549"/>
              <a:ext cx="642236" cy="153098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4571822" y="2412720"/>
              <a:ext cx="629920" cy="104775"/>
            </a:xfrm>
            <a:custGeom>
              <a:avLst/>
              <a:gdLst/>
              <a:ahLst/>
              <a:cxnLst/>
              <a:rect l="l" t="t" r="r" b="b"/>
              <a:pathLst>
                <a:path w="629920" h="104775">
                  <a:moveTo>
                    <a:pt x="629536" y="72188"/>
                  </a:moveTo>
                  <a:lnTo>
                    <a:pt x="629536" y="0"/>
                  </a:lnTo>
                  <a:lnTo>
                    <a:pt x="622104" y="5490"/>
                  </a:lnTo>
                  <a:lnTo>
                    <a:pt x="583434" y="17570"/>
                  </a:lnTo>
                  <a:lnTo>
                    <a:pt x="488964" y="29649"/>
                  </a:lnTo>
                  <a:lnTo>
                    <a:pt x="314131" y="35140"/>
                  </a:lnTo>
                  <a:lnTo>
                    <a:pt x="135276" y="29649"/>
                  </a:lnTo>
                  <a:lnTo>
                    <a:pt x="41713" y="17570"/>
                  </a:lnTo>
                  <a:lnTo>
                    <a:pt x="5825" y="5490"/>
                  </a:lnTo>
                  <a:lnTo>
                    <a:pt x="0" y="0"/>
                  </a:lnTo>
                  <a:lnTo>
                    <a:pt x="0" y="74235"/>
                  </a:lnTo>
                  <a:lnTo>
                    <a:pt x="45290" y="86816"/>
                  </a:lnTo>
                  <a:lnTo>
                    <a:pt x="138586" y="99017"/>
                  </a:lnTo>
                  <a:lnTo>
                    <a:pt x="213515" y="102993"/>
                  </a:lnTo>
                  <a:lnTo>
                    <a:pt x="312777" y="104494"/>
                  </a:lnTo>
                  <a:lnTo>
                    <a:pt x="418564" y="102727"/>
                  </a:lnTo>
                  <a:lnTo>
                    <a:pt x="497064" y="98121"/>
                  </a:lnTo>
                  <a:lnTo>
                    <a:pt x="552846" y="91720"/>
                  </a:lnTo>
                  <a:lnTo>
                    <a:pt x="590475" y="84569"/>
                  </a:lnTo>
                  <a:lnTo>
                    <a:pt x="614516" y="77710"/>
                  </a:lnTo>
                  <a:lnTo>
                    <a:pt x="629536" y="721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788408" y="2185416"/>
              <a:ext cx="67055" cy="79248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846319" y="2179320"/>
              <a:ext cx="79248" cy="91439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916424" y="2185416"/>
              <a:ext cx="70103" cy="79248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4875870" y="1944126"/>
              <a:ext cx="21590" cy="117475"/>
            </a:xfrm>
            <a:custGeom>
              <a:avLst/>
              <a:gdLst/>
              <a:ahLst/>
              <a:cxnLst/>
              <a:rect l="l" t="t" r="r" b="b"/>
              <a:pathLst>
                <a:path w="21589" h="117475">
                  <a:moveTo>
                    <a:pt x="10723" y="0"/>
                  </a:moveTo>
                  <a:lnTo>
                    <a:pt x="0" y="10722"/>
                  </a:lnTo>
                  <a:lnTo>
                    <a:pt x="0" y="117091"/>
                  </a:lnTo>
                  <a:lnTo>
                    <a:pt x="21436" y="117091"/>
                  </a:lnTo>
                  <a:lnTo>
                    <a:pt x="21436" y="10722"/>
                  </a:lnTo>
                  <a:lnTo>
                    <a:pt x="107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4875871" y="1944126"/>
              <a:ext cx="21590" cy="117475"/>
            </a:xfrm>
            <a:custGeom>
              <a:avLst/>
              <a:gdLst/>
              <a:ahLst/>
              <a:cxnLst/>
              <a:rect l="l" t="t" r="r" b="b"/>
              <a:pathLst>
                <a:path w="21589" h="117475">
                  <a:moveTo>
                    <a:pt x="21434" y="117091"/>
                  </a:moveTo>
                  <a:lnTo>
                    <a:pt x="0" y="117091"/>
                  </a:lnTo>
                  <a:lnTo>
                    <a:pt x="0" y="10722"/>
                  </a:lnTo>
                  <a:lnTo>
                    <a:pt x="10723" y="0"/>
                  </a:lnTo>
                  <a:lnTo>
                    <a:pt x="21434" y="10722"/>
                  </a:lnTo>
                  <a:lnTo>
                    <a:pt x="21434" y="11709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816096" y="2883408"/>
              <a:ext cx="2142744" cy="198120"/>
            </a:xfrm>
            <a:prstGeom prst="rect">
              <a:avLst/>
            </a:prstGeom>
          </p:spPr>
        </p:pic>
        <p:sp>
          <p:nvSpPr>
            <p:cNvPr id="176" name="object 176" descr=""/>
            <p:cNvSpPr/>
            <p:nvPr/>
          </p:nvSpPr>
          <p:spPr>
            <a:xfrm>
              <a:off x="3816703" y="2884058"/>
              <a:ext cx="2139950" cy="197485"/>
            </a:xfrm>
            <a:custGeom>
              <a:avLst/>
              <a:gdLst/>
              <a:ahLst/>
              <a:cxnLst/>
              <a:rect l="l" t="t" r="r" b="b"/>
              <a:pathLst>
                <a:path w="2139950" h="197485">
                  <a:moveTo>
                    <a:pt x="0" y="0"/>
                  </a:moveTo>
                  <a:lnTo>
                    <a:pt x="57065" y="1617"/>
                  </a:lnTo>
                  <a:lnTo>
                    <a:pt x="241198" y="5175"/>
                  </a:lnTo>
                  <a:lnTo>
                    <a:pt x="571799" y="8733"/>
                  </a:lnTo>
                  <a:lnTo>
                    <a:pt x="1068268" y="10352"/>
                  </a:lnTo>
                  <a:lnTo>
                    <a:pt x="1554521" y="8733"/>
                  </a:lnTo>
                  <a:lnTo>
                    <a:pt x="1887427" y="5175"/>
                  </a:lnTo>
                  <a:lnTo>
                    <a:pt x="2078630" y="1617"/>
                  </a:lnTo>
                  <a:lnTo>
                    <a:pt x="2139776" y="0"/>
                  </a:lnTo>
                  <a:lnTo>
                    <a:pt x="2033800" y="157241"/>
                  </a:lnTo>
                  <a:lnTo>
                    <a:pt x="1969822" y="163511"/>
                  </a:lnTo>
                  <a:lnTo>
                    <a:pt x="1782867" y="177304"/>
                  </a:lnTo>
                  <a:lnTo>
                    <a:pt x="1480400" y="191097"/>
                  </a:lnTo>
                  <a:lnTo>
                    <a:pt x="1069888" y="197367"/>
                  </a:lnTo>
                  <a:lnTo>
                    <a:pt x="654403" y="191097"/>
                  </a:lnTo>
                  <a:lnTo>
                    <a:pt x="352488" y="177304"/>
                  </a:lnTo>
                  <a:lnTo>
                    <a:pt x="168295" y="163511"/>
                  </a:lnTo>
                  <a:lnTo>
                    <a:pt x="105975" y="15724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599176" y="2645664"/>
              <a:ext cx="225551" cy="143255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434583" y="2191512"/>
              <a:ext cx="393191" cy="487679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5435202" y="2192997"/>
              <a:ext cx="391160" cy="485140"/>
            </a:xfrm>
            <a:custGeom>
              <a:avLst/>
              <a:gdLst/>
              <a:ahLst/>
              <a:cxnLst/>
              <a:rect l="l" t="t" r="r" b="b"/>
              <a:pathLst>
                <a:path w="391160" h="485139">
                  <a:moveTo>
                    <a:pt x="285534" y="456778"/>
                  </a:moveTo>
                  <a:lnTo>
                    <a:pt x="296233" y="463109"/>
                  </a:lnTo>
                  <a:lnTo>
                    <a:pt x="322517" y="475727"/>
                  </a:lnTo>
                  <a:lnTo>
                    <a:pt x="355670" y="485072"/>
                  </a:lnTo>
                  <a:lnTo>
                    <a:pt x="386976" y="481577"/>
                  </a:lnTo>
                  <a:lnTo>
                    <a:pt x="390579" y="471329"/>
                  </a:lnTo>
                  <a:lnTo>
                    <a:pt x="386220" y="449398"/>
                  </a:lnTo>
                  <a:lnTo>
                    <a:pt x="356769" y="378461"/>
                  </a:lnTo>
                  <a:lnTo>
                    <a:pt x="333255" y="333437"/>
                  </a:lnTo>
                  <a:lnTo>
                    <a:pt x="304935" y="284698"/>
                  </a:lnTo>
                  <a:lnTo>
                    <a:pt x="272596" y="234234"/>
                  </a:lnTo>
                  <a:lnTo>
                    <a:pt x="237028" y="184038"/>
                  </a:lnTo>
                  <a:lnTo>
                    <a:pt x="199020" y="136101"/>
                  </a:lnTo>
                  <a:lnTo>
                    <a:pt x="159363" y="92415"/>
                  </a:lnTo>
                  <a:lnTo>
                    <a:pt x="118842" y="54970"/>
                  </a:lnTo>
                  <a:lnTo>
                    <a:pt x="78248" y="25758"/>
                  </a:lnTo>
                  <a:lnTo>
                    <a:pt x="38371" y="6771"/>
                  </a:lnTo>
                  <a:lnTo>
                    <a:pt x="0" y="0"/>
                  </a:lnTo>
                  <a:lnTo>
                    <a:pt x="130499" y="187326"/>
                  </a:lnTo>
                  <a:lnTo>
                    <a:pt x="154723" y="193407"/>
                  </a:lnTo>
                  <a:lnTo>
                    <a:pt x="208017" y="225996"/>
                  </a:lnTo>
                  <a:lnTo>
                    <a:pt x="261310" y="306612"/>
                  </a:lnTo>
                  <a:lnTo>
                    <a:pt x="285534" y="45677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947160" y="2639568"/>
              <a:ext cx="225551" cy="149351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944112" y="2188464"/>
              <a:ext cx="393191" cy="487679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3944235" y="2189067"/>
              <a:ext cx="390525" cy="485775"/>
            </a:xfrm>
            <a:custGeom>
              <a:avLst/>
              <a:gdLst/>
              <a:ahLst/>
              <a:cxnLst/>
              <a:rect l="l" t="t" r="r" b="b"/>
              <a:pathLst>
                <a:path w="390525" h="485775">
                  <a:moveTo>
                    <a:pt x="104966" y="458744"/>
                  </a:moveTo>
                  <a:lnTo>
                    <a:pt x="94267" y="464770"/>
                  </a:lnTo>
                  <a:lnTo>
                    <a:pt x="67985" y="476715"/>
                  </a:lnTo>
                  <a:lnTo>
                    <a:pt x="34832" y="485383"/>
                  </a:lnTo>
                  <a:lnTo>
                    <a:pt x="3525" y="481577"/>
                  </a:lnTo>
                  <a:lnTo>
                    <a:pt x="0" y="471329"/>
                  </a:lnTo>
                  <a:lnTo>
                    <a:pt x="4567" y="449398"/>
                  </a:lnTo>
                  <a:lnTo>
                    <a:pt x="34686" y="378461"/>
                  </a:lnTo>
                  <a:lnTo>
                    <a:pt x="58588" y="333437"/>
                  </a:lnTo>
                  <a:lnTo>
                    <a:pt x="87285" y="284698"/>
                  </a:lnTo>
                  <a:lnTo>
                    <a:pt x="119953" y="234234"/>
                  </a:lnTo>
                  <a:lnTo>
                    <a:pt x="155765" y="184038"/>
                  </a:lnTo>
                  <a:lnTo>
                    <a:pt x="193897" y="136101"/>
                  </a:lnTo>
                  <a:lnTo>
                    <a:pt x="233526" y="92415"/>
                  </a:lnTo>
                  <a:lnTo>
                    <a:pt x="273826" y="54970"/>
                  </a:lnTo>
                  <a:lnTo>
                    <a:pt x="313972" y="25758"/>
                  </a:lnTo>
                  <a:lnTo>
                    <a:pt x="353139" y="6771"/>
                  </a:lnTo>
                  <a:lnTo>
                    <a:pt x="390502" y="0"/>
                  </a:lnTo>
                  <a:lnTo>
                    <a:pt x="260002" y="187338"/>
                  </a:lnTo>
                  <a:lnTo>
                    <a:pt x="235778" y="194127"/>
                  </a:lnTo>
                  <a:lnTo>
                    <a:pt x="182484" y="228060"/>
                  </a:lnTo>
                  <a:lnTo>
                    <a:pt x="129190" y="309484"/>
                  </a:lnTo>
                  <a:lnTo>
                    <a:pt x="104966" y="45874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4093464" y="2761488"/>
              <a:ext cx="115824" cy="48767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4095498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206240" y="2761488"/>
              <a:ext cx="103632" cy="48767"/>
            </a:xfrm>
            <a:prstGeom prst="rect">
              <a:avLst/>
            </a:prstGeom>
          </p:spPr>
        </p:pic>
        <p:sp>
          <p:nvSpPr>
            <p:cNvPr id="186" name="object 186" descr=""/>
            <p:cNvSpPr/>
            <p:nvPr/>
          </p:nvSpPr>
          <p:spPr>
            <a:xfrm>
              <a:off x="4207709" y="2763140"/>
              <a:ext cx="101600" cy="45085"/>
            </a:xfrm>
            <a:custGeom>
              <a:avLst/>
              <a:gdLst/>
              <a:ahLst/>
              <a:cxnLst/>
              <a:rect l="l" t="t" r="r" b="b"/>
              <a:pathLst>
                <a:path w="101600" h="45085">
                  <a:moveTo>
                    <a:pt x="0" y="44879"/>
                  </a:moveTo>
                  <a:lnTo>
                    <a:pt x="100988" y="44879"/>
                  </a:lnTo>
                  <a:lnTo>
                    <a:pt x="100988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306824" y="2761488"/>
              <a:ext cx="115824" cy="48767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4308699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419600" y="2761488"/>
              <a:ext cx="115824" cy="48767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4420909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532376" y="2761488"/>
              <a:ext cx="115824" cy="48767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4533121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645152" y="2761488"/>
              <a:ext cx="112775" cy="48767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4645331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4754880" y="2761488"/>
              <a:ext cx="115824" cy="48767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4757541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867655" y="2761488"/>
              <a:ext cx="115824" cy="48767"/>
            </a:xfrm>
            <a:prstGeom prst="rect">
              <a:avLst/>
            </a:prstGeom>
          </p:spPr>
        </p:pic>
        <p:sp>
          <p:nvSpPr>
            <p:cNvPr id="198" name="object 198" descr=""/>
            <p:cNvSpPr/>
            <p:nvPr/>
          </p:nvSpPr>
          <p:spPr>
            <a:xfrm>
              <a:off x="4869752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980432" y="2761488"/>
              <a:ext cx="91439" cy="48767"/>
            </a:xfrm>
            <a:prstGeom prst="rect">
              <a:avLst/>
            </a:prstGeom>
          </p:spPr>
        </p:pic>
        <p:sp>
          <p:nvSpPr>
            <p:cNvPr id="200" name="object 200" descr=""/>
            <p:cNvSpPr/>
            <p:nvPr/>
          </p:nvSpPr>
          <p:spPr>
            <a:xfrm>
              <a:off x="4981963" y="2763140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068824" y="2761488"/>
              <a:ext cx="94487" cy="48767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5071732" y="2763140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093464" y="2715768"/>
              <a:ext cx="115824" cy="48767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4095498" y="2718261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206240" y="2715768"/>
              <a:ext cx="103632" cy="48767"/>
            </a:xfrm>
            <a:prstGeom prst="rect">
              <a:avLst/>
            </a:prstGeom>
          </p:spPr>
        </p:pic>
        <p:sp>
          <p:nvSpPr>
            <p:cNvPr id="206" name="object 206" descr=""/>
            <p:cNvSpPr/>
            <p:nvPr/>
          </p:nvSpPr>
          <p:spPr>
            <a:xfrm>
              <a:off x="4207709" y="2718261"/>
              <a:ext cx="101600" cy="45085"/>
            </a:xfrm>
            <a:custGeom>
              <a:avLst/>
              <a:gdLst/>
              <a:ahLst/>
              <a:cxnLst/>
              <a:rect l="l" t="t" r="r" b="b"/>
              <a:pathLst>
                <a:path w="101600" h="45085">
                  <a:moveTo>
                    <a:pt x="0" y="44879"/>
                  </a:moveTo>
                  <a:lnTo>
                    <a:pt x="100988" y="44879"/>
                  </a:lnTo>
                  <a:lnTo>
                    <a:pt x="100988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306824" y="2715768"/>
              <a:ext cx="115824" cy="48767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4308699" y="2718261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754880" y="2715768"/>
              <a:ext cx="115824" cy="48767"/>
            </a:xfrm>
            <a:prstGeom prst="rect">
              <a:avLst/>
            </a:prstGeom>
          </p:spPr>
        </p:pic>
        <p:sp>
          <p:nvSpPr>
            <p:cNvPr id="210" name="object 210" descr=""/>
            <p:cNvSpPr/>
            <p:nvPr/>
          </p:nvSpPr>
          <p:spPr>
            <a:xfrm>
              <a:off x="4757541" y="2718261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867655" y="2715768"/>
              <a:ext cx="115824" cy="48767"/>
            </a:xfrm>
            <a:prstGeom prst="rect">
              <a:avLst/>
            </a:prstGeom>
          </p:spPr>
        </p:pic>
        <p:sp>
          <p:nvSpPr>
            <p:cNvPr id="212" name="object 212" descr=""/>
            <p:cNvSpPr/>
            <p:nvPr/>
          </p:nvSpPr>
          <p:spPr>
            <a:xfrm>
              <a:off x="4869752" y="2718261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980432" y="2715768"/>
              <a:ext cx="91439" cy="48767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4981963" y="2718261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068824" y="2715768"/>
              <a:ext cx="94487" cy="48767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093464" y="2660904"/>
              <a:ext cx="115824" cy="57912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4095498" y="2662161"/>
              <a:ext cx="112395" cy="56515"/>
            </a:xfrm>
            <a:custGeom>
              <a:avLst/>
              <a:gdLst/>
              <a:ahLst/>
              <a:cxnLst/>
              <a:rect l="l" t="t" r="r" b="b"/>
              <a:pathLst>
                <a:path w="112395" h="56514">
                  <a:moveTo>
                    <a:pt x="0" y="56099"/>
                  </a:moveTo>
                  <a:lnTo>
                    <a:pt x="112210" y="5609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5609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065382" y="2660904"/>
              <a:ext cx="102469" cy="108586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206240" y="2660904"/>
              <a:ext cx="103632" cy="57912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4207709" y="2662161"/>
              <a:ext cx="101600" cy="56515"/>
            </a:xfrm>
            <a:custGeom>
              <a:avLst/>
              <a:gdLst/>
              <a:ahLst/>
              <a:cxnLst/>
              <a:rect l="l" t="t" r="r" b="b"/>
              <a:pathLst>
                <a:path w="101600" h="56514">
                  <a:moveTo>
                    <a:pt x="0" y="56099"/>
                  </a:moveTo>
                  <a:lnTo>
                    <a:pt x="100988" y="56099"/>
                  </a:lnTo>
                  <a:lnTo>
                    <a:pt x="100988" y="0"/>
                  </a:lnTo>
                  <a:lnTo>
                    <a:pt x="0" y="0"/>
                  </a:lnTo>
                  <a:lnTo>
                    <a:pt x="0" y="5609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5071732" y="2662161"/>
              <a:ext cx="90170" cy="56515"/>
            </a:xfrm>
            <a:custGeom>
              <a:avLst/>
              <a:gdLst/>
              <a:ahLst/>
              <a:cxnLst/>
              <a:rect l="l" t="t" r="r" b="b"/>
              <a:pathLst>
                <a:path w="90170" h="56514">
                  <a:moveTo>
                    <a:pt x="0" y="56099"/>
                  </a:moveTo>
                  <a:lnTo>
                    <a:pt x="89769" y="5609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5609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160263" y="2761488"/>
              <a:ext cx="115824" cy="48767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5161501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273040" y="2761488"/>
              <a:ext cx="91439" cy="48767"/>
            </a:xfrm>
            <a:prstGeom prst="rect">
              <a:avLst/>
            </a:prstGeom>
          </p:spPr>
        </p:pic>
        <p:sp>
          <p:nvSpPr>
            <p:cNvPr id="225" name="object 225" descr=""/>
            <p:cNvSpPr/>
            <p:nvPr/>
          </p:nvSpPr>
          <p:spPr>
            <a:xfrm>
              <a:off x="5273710" y="2763140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6" name="object 226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361432" y="2761488"/>
              <a:ext cx="103632" cy="48767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5363479" y="2763140"/>
              <a:ext cx="101600" cy="45085"/>
            </a:xfrm>
            <a:custGeom>
              <a:avLst/>
              <a:gdLst/>
              <a:ahLst/>
              <a:cxnLst/>
              <a:rect l="l" t="t" r="r" b="b"/>
              <a:pathLst>
                <a:path w="101600" h="45085">
                  <a:moveTo>
                    <a:pt x="0" y="44879"/>
                  </a:moveTo>
                  <a:lnTo>
                    <a:pt x="100988" y="44879"/>
                  </a:lnTo>
                  <a:lnTo>
                    <a:pt x="100988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273040" y="2715768"/>
              <a:ext cx="91439" cy="48767"/>
            </a:xfrm>
            <a:prstGeom prst="rect">
              <a:avLst/>
            </a:prstGeom>
          </p:spPr>
        </p:pic>
        <p:sp>
          <p:nvSpPr>
            <p:cNvPr id="229" name="object 229" descr=""/>
            <p:cNvSpPr/>
            <p:nvPr/>
          </p:nvSpPr>
          <p:spPr>
            <a:xfrm>
              <a:off x="5273710" y="2718261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361432" y="2715768"/>
              <a:ext cx="103632" cy="48767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357129" y="2660904"/>
              <a:ext cx="113688" cy="108586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357129" y="2615184"/>
              <a:ext cx="113688" cy="109426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5363479" y="2617280"/>
              <a:ext cx="101600" cy="45085"/>
            </a:xfrm>
            <a:custGeom>
              <a:avLst/>
              <a:gdLst/>
              <a:ahLst/>
              <a:cxnLst/>
              <a:rect l="l" t="t" r="r" b="b"/>
              <a:pathLst>
                <a:path w="101600" h="45085">
                  <a:moveTo>
                    <a:pt x="0" y="44879"/>
                  </a:moveTo>
                  <a:lnTo>
                    <a:pt x="100988" y="44879"/>
                  </a:lnTo>
                  <a:lnTo>
                    <a:pt x="100988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462016" y="2761488"/>
              <a:ext cx="115824" cy="48767"/>
            </a:xfrm>
            <a:prstGeom prst="rect">
              <a:avLst/>
            </a:prstGeom>
          </p:spPr>
        </p:pic>
        <p:sp>
          <p:nvSpPr>
            <p:cNvPr id="235" name="object 235" descr=""/>
            <p:cNvSpPr/>
            <p:nvPr/>
          </p:nvSpPr>
          <p:spPr>
            <a:xfrm>
              <a:off x="5464469" y="2763140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574792" y="2761488"/>
              <a:ext cx="94487" cy="48767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5576681" y="2763140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462016" y="2715768"/>
              <a:ext cx="115824" cy="48767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5464469" y="2718261"/>
              <a:ext cx="112395" cy="45085"/>
            </a:xfrm>
            <a:custGeom>
              <a:avLst/>
              <a:gdLst/>
              <a:ahLst/>
              <a:cxnLst/>
              <a:rect l="l" t="t" r="r" b="b"/>
              <a:pathLst>
                <a:path w="112395" h="45085">
                  <a:moveTo>
                    <a:pt x="0" y="44879"/>
                  </a:moveTo>
                  <a:lnTo>
                    <a:pt x="112210" y="44879"/>
                  </a:lnTo>
                  <a:lnTo>
                    <a:pt x="112210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0" name="object 240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574792" y="2715768"/>
              <a:ext cx="94487" cy="48767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5576681" y="2718261"/>
              <a:ext cx="90170" cy="45085"/>
            </a:xfrm>
            <a:custGeom>
              <a:avLst/>
              <a:gdLst/>
              <a:ahLst/>
              <a:cxnLst/>
              <a:rect l="l" t="t" r="r" b="b"/>
              <a:pathLst>
                <a:path w="90170" h="45085">
                  <a:moveTo>
                    <a:pt x="0" y="44879"/>
                  </a:moveTo>
                  <a:lnTo>
                    <a:pt x="89769" y="44879"/>
                  </a:lnTo>
                  <a:lnTo>
                    <a:pt x="89769" y="0"/>
                  </a:lnTo>
                  <a:lnTo>
                    <a:pt x="0" y="0"/>
                  </a:lnTo>
                  <a:lnTo>
                    <a:pt x="0" y="44879"/>
                  </a:lnTo>
                  <a:close/>
                </a:path>
              </a:pathLst>
            </a:custGeom>
            <a:ln w="12700">
              <a:solidFill>
                <a:srgbClr val="4A45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816096" y="2749296"/>
              <a:ext cx="2142744" cy="219455"/>
            </a:xfrm>
            <a:prstGeom prst="rect">
              <a:avLst/>
            </a:prstGeom>
          </p:spPr>
        </p:pic>
        <p:sp>
          <p:nvSpPr>
            <p:cNvPr id="243" name="object 243" descr=""/>
            <p:cNvSpPr/>
            <p:nvPr/>
          </p:nvSpPr>
          <p:spPr>
            <a:xfrm>
              <a:off x="3816703" y="2751392"/>
              <a:ext cx="2139950" cy="215265"/>
            </a:xfrm>
            <a:custGeom>
              <a:avLst/>
              <a:gdLst/>
              <a:ahLst/>
              <a:cxnLst/>
              <a:rect l="l" t="t" r="r" b="b"/>
              <a:pathLst>
                <a:path w="2139950" h="215264">
                  <a:moveTo>
                    <a:pt x="0" y="131723"/>
                  </a:moveTo>
                  <a:lnTo>
                    <a:pt x="57312" y="144734"/>
                  </a:lnTo>
                  <a:lnTo>
                    <a:pt x="241985" y="173358"/>
                  </a:lnTo>
                  <a:lnTo>
                    <a:pt x="573127" y="201982"/>
                  </a:lnTo>
                  <a:lnTo>
                    <a:pt x="1069842" y="214994"/>
                  </a:lnTo>
                  <a:lnTo>
                    <a:pt x="1555848" y="201982"/>
                  </a:lnTo>
                  <a:lnTo>
                    <a:pt x="1888213" y="173358"/>
                  </a:lnTo>
                  <a:lnTo>
                    <a:pt x="2078876" y="144734"/>
                  </a:lnTo>
                  <a:lnTo>
                    <a:pt x="2139776" y="131723"/>
                  </a:lnTo>
                  <a:lnTo>
                    <a:pt x="2033800" y="0"/>
                  </a:lnTo>
                  <a:lnTo>
                    <a:pt x="1969822" y="9240"/>
                  </a:lnTo>
                  <a:lnTo>
                    <a:pt x="1782867" y="29570"/>
                  </a:lnTo>
                  <a:lnTo>
                    <a:pt x="1480400" y="49900"/>
                  </a:lnTo>
                  <a:lnTo>
                    <a:pt x="1069888" y="59141"/>
                  </a:lnTo>
                  <a:lnTo>
                    <a:pt x="654403" y="49900"/>
                  </a:lnTo>
                  <a:lnTo>
                    <a:pt x="352488" y="29570"/>
                  </a:lnTo>
                  <a:lnTo>
                    <a:pt x="168295" y="9240"/>
                  </a:lnTo>
                  <a:lnTo>
                    <a:pt x="105975" y="0"/>
                  </a:lnTo>
                  <a:lnTo>
                    <a:pt x="0" y="13172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4" name="object 244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858000" y="1688592"/>
              <a:ext cx="569976" cy="566927"/>
            </a:xfrm>
            <a:prstGeom prst="rect">
              <a:avLst/>
            </a:prstGeom>
          </p:spPr>
        </p:pic>
      </p:grpSp>
      <p:sp>
        <p:nvSpPr>
          <p:cNvPr id="245" name="object 245" descr=""/>
          <p:cNvSpPr txBox="1"/>
          <p:nvPr/>
        </p:nvSpPr>
        <p:spPr>
          <a:xfrm>
            <a:off x="6789114" y="4630420"/>
            <a:ext cx="10528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ED7D31"/>
                </a:solidFill>
                <a:latin typeface="Arial"/>
                <a:cs typeface="Arial"/>
              </a:rPr>
              <a:t>Development</a:t>
            </a:r>
            <a:r>
              <a:rPr dirty="0" sz="1000" spc="-8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ED7D31"/>
                </a:solidFill>
                <a:latin typeface="Arial"/>
                <a:cs typeface="Arial"/>
              </a:rPr>
              <a:t>cluster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6" name="object 246" descr=""/>
          <p:cNvGrpSpPr/>
          <p:nvPr/>
        </p:nvGrpSpPr>
        <p:grpSpPr>
          <a:xfrm>
            <a:off x="6173529" y="4952907"/>
            <a:ext cx="846455" cy="350520"/>
            <a:chOff x="6173529" y="4952907"/>
            <a:chExt cx="846455" cy="350520"/>
          </a:xfrm>
        </p:grpSpPr>
        <p:pic>
          <p:nvPicPr>
            <p:cNvPr id="247" name="object 247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821424" y="5053584"/>
              <a:ext cx="70103" cy="36575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6824447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757416" y="5053584"/>
              <a:ext cx="67055" cy="36575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6758614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690360" y="5053584"/>
              <a:ext cx="70103" cy="36575"/>
            </a:xfrm>
            <a:prstGeom prst="rect">
              <a:avLst/>
            </a:prstGeom>
          </p:spPr>
        </p:pic>
        <p:sp>
          <p:nvSpPr>
            <p:cNvPr id="252" name="object 252" descr=""/>
            <p:cNvSpPr/>
            <p:nvPr/>
          </p:nvSpPr>
          <p:spPr>
            <a:xfrm>
              <a:off x="6693270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6626352" y="5053584"/>
              <a:ext cx="67055" cy="36575"/>
            </a:xfrm>
            <a:prstGeom prst="rect">
              <a:avLst/>
            </a:prstGeom>
          </p:spPr>
        </p:pic>
        <p:sp>
          <p:nvSpPr>
            <p:cNvPr id="254" name="object 254" descr=""/>
            <p:cNvSpPr/>
            <p:nvPr/>
          </p:nvSpPr>
          <p:spPr>
            <a:xfrm>
              <a:off x="6627437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6559296" y="5053584"/>
              <a:ext cx="70103" cy="36575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6562095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495288" y="5053584"/>
              <a:ext cx="67056" cy="36575"/>
            </a:xfrm>
            <a:prstGeom prst="rect">
              <a:avLst/>
            </a:prstGeom>
          </p:spPr>
        </p:pic>
        <p:sp>
          <p:nvSpPr>
            <p:cNvPr id="258" name="object 258" descr=""/>
            <p:cNvSpPr/>
            <p:nvPr/>
          </p:nvSpPr>
          <p:spPr>
            <a:xfrm>
              <a:off x="6496260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9" name="object 259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428232" y="5053584"/>
              <a:ext cx="70103" cy="36575"/>
            </a:xfrm>
            <a:prstGeom prst="rect">
              <a:avLst/>
            </a:prstGeom>
          </p:spPr>
        </p:pic>
        <p:sp>
          <p:nvSpPr>
            <p:cNvPr id="260" name="object 260" descr=""/>
            <p:cNvSpPr/>
            <p:nvPr/>
          </p:nvSpPr>
          <p:spPr>
            <a:xfrm>
              <a:off x="6430918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6364224" y="5053584"/>
              <a:ext cx="67055" cy="36575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6365085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6297168" y="5053584"/>
              <a:ext cx="70103" cy="36575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6299742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6821424" y="5020056"/>
              <a:ext cx="70103" cy="36575"/>
            </a:xfrm>
            <a:prstGeom prst="rect">
              <a:avLst/>
            </a:prstGeom>
          </p:spPr>
        </p:pic>
        <p:sp>
          <p:nvSpPr>
            <p:cNvPr id="266" name="object 266" descr=""/>
            <p:cNvSpPr/>
            <p:nvPr/>
          </p:nvSpPr>
          <p:spPr>
            <a:xfrm>
              <a:off x="6824447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6757416" y="5020056"/>
              <a:ext cx="67055" cy="36575"/>
            </a:xfrm>
            <a:prstGeom prst="rect">
              <a:avLst/>
            </a:prstGeom>
          </p:spPr>
        </p:pic>
        <p:sp>
          <p:nvSpPr>
            <p:cNvPr id="268" name="object 268" descr=""/>
            <p:cNvSpPr/>
            <p:nvPr/>
          </p:nvSpPr>
          <p:spPr>
            <a:xfrm>
              <a:off x="6758614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690360" y="5020056"/>
              <a:ext cx="70103" cy="36575"/>
            </a:xfrm>
            <a:prstGeom prst="rect">
              <a:avLst/>
            </a:prstGeom>
          </p:spPr>
        </p:pic>
        <p:sp>
          <p:nvSpPr>
            <p:cNvPr id="270" name="object 270" descr=""/>
            <p:cNvSpPr/>
            <p:nvPr/>
          </p:nvSpPr>
          <p:spPr>
            <a:xfrm>
              <a:off x="6693270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1" name="object 271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626352" y="5020056"/>
              <a:ext cx="67055" cy="36575"/>
            </a:xfrm>
            <a:prstGeom prst="rect">
              <a:avLst/>
            </a:prstGeom>
          </p:spPr>
        </p:pic>
        <p:sp>
          <p:nvSpPr>
            <p:cNvPr id="272" name="object 272" descr=""/>
            <p:cNvSpPr/>
            <p:nvPr/>
          </p:nvSpPr>
          <p:spPr>
            <a:xfrm>
              <a:off x="6627437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6559296" y="5020056"/>
              <a:ext cx="70103" cy="36575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6562095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6495288" y="5020056"/>
              <a:ext cx="67056" cy="36575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6496260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428232" y="5020056"/>
              <a:ext cx="70103" cy="36575"/>
            </a:xfrm>
            <a:prstGeom prst="rect">
              <a:avLst/>
            </a:prstGeom>
          </p:spPr>
        </p:pic>
        <p:sp>
          <p:nvSpPr>
            <p:cNvPr id="278" name="object 278" descr=""/>
            <p:cNvSpPr/>
            <p:nvPr/>
          </p:nvSpPr>
          <p:spPr>
            <a:xfrm>
              <a:off x="6430918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9" name="object 279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364224" y="5020056"/>
              <a:ext cx="67055" cy="36575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6365085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297168" y="5020056"/>
              <a:ext cx="70103" cy="36575"/>
            </a:xfrm>
            <a:prstGeom prst="rect">
              <a:avLst/>
            </a:prstGeom>
          </p:spPr>
        </p:pic>
        <p:sp>
          <p:nvSpPr>
            <p:cNvPr id="282" name="object 282" descr=""/>
            <p:cNvSpPr/>
            <p:nvPr/>
          </p:nvSpPr>
          <p:spPr>
            <a:xfrm>
              <a:off x="6299742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3" name="object 283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233160" y="5020056"/>
              <a:ext cx="67055" cy="36575"/>
            </a:xfrm>
            <a:prstGeom prst="rect">
              <a:avLst/>
            </a:prstGeom>
          </p:spPr>
        </p:pic>
        <p:sp>
          <p:nvSpPr>
            <p:cNvPr id="284" name="object 284" descr=""/>
            <p:cNvSpPr/>
            <p:nvPr/>
          </p:nvSpPr>
          <p:spPr>
            <a:xfrm>
              <a:off x="6234398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821424" y="4992624"/>
              <a:ext cx="70103" cy="33527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6824447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6757416" y="4992624"/>
              <a:ext cx="67055" cy="33527"/>
            </a:xfrm>
            <a:prstGeom prst="rect">
              <a:avLst/>
            </a:prstGeom>
          </p:spPr>
        </p:pic>
        <p:sp>
          <p:nvSpPr>
            <p:cNvPr id="288" name="object 288" descr=""/>
            <p:cNvSpPr/>
            <p:nvPr/>
          </p:nvSpPr>
          <p:spPr>
            <a:xfrm>
              <a:off x="6758614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690360" y="4992624"/>
              <a:ext cx="70103" cy="33527"/>
            </a:xfrm>
            <a:prstGeom prst="rect">
              <a:avLst/>
            </a:prstGeom>
          </p:spPr>
        </p:pic>
        <p:sp>
          <p:nvSpPr>
            <p:cNvPr id="290" name="object 290" descr=""/>
            <p:cNvSpPr/>
            <p:nvPr/>
          </p:nvSpPr>
          <p:spPr>
            <a:xfrm>
              <a:off x="6693270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1" name="object 291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626352" y="4992624"/>
              <a:ext cx="67055" cy="33527"/>
            </a:xfrm>
            <a:prstGeom prst="rect">
              <a:avLst/>
            </a:prstGeom>
          </p:spPr>
        </p:pic>
        <p:sp>
          <p:nvSpPr>
            <p:cNvPr id="292" name="object 292" descr=""/>
            <p:cNvSpPr/>
            <p:nvPr/>
          </p:nvSpPr>
          <p:spPr>
            <a:xfrm>
              <a:off x="6627437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6559296" y="4992624"/>
              <a:ext cx="70103" cy="33527"/>
            </a:xfrm>
            <a:prstGeom prst="rect">
              <a:avLst/>
            </a:prstGeom>
          </p:spPr>
        </p:pic>
        <p:sp>
          <p:nvSpPr>
            <p:cNvPr id="294" name="object 294" descr=""/>
            <p:cNvSpPr/>
            <p:nvPr/>
          </p:nvSpPr>
          <p:spPr>
            <a:xfrm>
              <a:off x="6562095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6495288" y="4992624"/>
              <a:ext cx="67056" cy="33527"/>
            </a:xfrm>
            <a:prstGeom prst="rect">
              <a:avLst/>
            </a:prstGeom>
          </p:spPr>
        </p:pic>
        <p:sp>
          <p:nvSpPr>
            <p:cNvPr id="296" name="object 296" descr=""/>
            <p:cNvSpPr/>
            <p:nvPr/>
          </p:nvSpPr>
          <p:spPr>
            <a:xfrm>
              <a:off x="6496260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428232" y="4992624"/>
              <a:ext cx="70103" cy="33527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6430918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6364224" y="4992624"/>
              <a:ext cx="67055" cy="33527"/>
            </a:xfrm>
            <a:prstGeom prst="rect">
              <a:avLst/>
            </a:prstGeom>
          </p:spPr>
        </p:pic>
        <p:sp>
          <p:nvSpPr>
            <p:cNvPr id="300" name="object 300" descr=""/>
            <p:cNvSpPr/>
            <p:nvPr/>
          </p:nvSpPr>
          <p:spPr>
            <a:xfrm>
              <a:off x="6365085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1" name="object 301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6297168" y="4992624"/>
              <a:ext cx="70103" cy="33527"/>
            </a:xfrm>
            <a:prstGeom prst="rect">
              <a:avLst/>
            </a:prstGeom>
          </p:spPr>
        </p:pic>
        <p:sp>
          <p:nvSpPr>
            <p:cNvPr id="302" name="object 302" descr=""/>
            <p:cNvSpPr/>
            <p:nvPr/>
          </p:nvSpPr>
          <p:spPr>
            <a:xfrm>
              <a:off x="6299742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6233160" y="4992624"/>
              <a:ext cx="67055" cy="33527"/>
            </a:xfrm>
            <a:prstGeom prst="rect">
              <a:avLst/>
            </a:prstGeom>
          </p:spPr>
        </p:pic>
        <p:sp>
          <p:nvSpPr>
            <p:cNvPr id="304" name="object 304" descr=""/>
            <p:cNvSpPr/>
            <p:nvPr/>
          </p:nvSpPr>
          <p:spPr>
            <a:xfrm>
              <a:off x="6234398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6821424" y="4959096"/>
              <a:ext cx="70103" cy="36575"/>
            </a:xfrm>
            <a:prstGeom prst="rect">
              <a:avLst/>
            </a:prstGeom>
          </p:spPr>
        </p:pic>
        <p:sp>
          <p:nvSpPr>
            <p:cNvPr id="306" name="object 306" descr=""/>
            <p:cNvSpPr/>
            <p:nvPr/>
          </p:nvSpPr>
          <p:spPr>
            <a:xfrm>
              <a:off x="6824447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6757416" y="4959096"/>
              <a:ext cx="67055" cy="36575"/>
            </a:xfrm>
            <a:prstGeom prst="rect">
              <a:avLst/>
            </a:prstGeom>
          </p:spPr>
        </p:pic>
        <p:sp>
          <p:nvSpPr>
            <p:cNvPr id="308" name="object 308" descr=""/>
            <p:cNvSpPr/>
            <p:nvPr/>
          </p:nvSpPr>
          <p:spPr>
            <a:xfrm>
              <a:off x="6758614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690360" y="4959096"/>
              <a:ext cx="70103" cy="36575"/>
            </a:xfrm>
            <a:prstGeom prst="rect">
              <a:avLst/>
            </a:prstGeom>
          </p:spPr>
        </p:pic>
        <p:sp>
          <p:nvSpPr>
            <p:cNvPr id="310" name="object 310" descr=""/>
            <p:cNvSpPr/>
            <p:nvPr/>
          </p:nvSpPr>
          <p:spPr>
            <a:xfrm>
              <a:off x="6693270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1" name="object 311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6626352" y="4959096"/>
              <a:ext cx="67055" cy="36575"/>
            </a:xfrm>
            <a:prstGeom prst="rect">
              <a:avLst/>
            </a:prstGeom>
          </p:spPr>
        </p:pic>
        <p:sp>
          <p:nvSpPr>
            <p:cNvPr id="312" name="object 312" descr=""/>
            <p:cNvSpPr/>
            <p:nvPr/>
          </p:nvSpPr>
          <p:spPr>
            <a:xfrm>
              <a:off x="6627437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3" name="object 313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559296" y="4959096"/>
              <a:ext cx="70103" cy="36575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6562095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5" name="object 315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495288" y="4959096"/>
              <a:ext cx="67056" cy="36575"/>
            </a:xfrm>
            <a:prstGeom prst="rect">
              <a:avLst/>
            </a:prstGeom>
          </p:spPr>
        </p:pic>
        <p:sp>
          <p:nvSpPr>
            <p:cNvPr id="316" name="object 316" descr=""/>
            <p:cNvSpPr/>
            <p:nvPr/>
          </p:nvSpPr>
          <p:spPr>
            <a:xfrm>
              <a:off x="6496260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7" name="object 317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428232" y="4959096"/>
              <a:ext cx="70103" cy="36575"/>
            </a:xfrm>
            <a:prstGeom prst="rect">
              <a:avLst/>
            </a:prstGeom>
          </p:spPr>
        </p:pic>
        <p:sp>
          <p:nvSpPr>
            <p:cNvPr id="318" name="object 318" descr=""/>
            <p:cNvSpPr/>
            <p:nvPr/>
          </p:nvSpPr>
          <p:spPr>
            <a:xfrm>
              <a:off x="6430918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9" name="object 319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6364224" y="4959096"/>
              <a:ext cx="67055" cy="36575"/>
            </a:xfrm>
            <a:prstGeom prst="rect">
              <a:avLst/>
            </a:prstGeom>
          </p:spPr>
        </p:pic>
        <p:sp>
          <p:nvSpPr>
            <p:cNvPr id="320" name="object 320" descr=""/>
            <p:cNvSpPr/>
            <p:nvPr/>
          </p:nvSpPr>
          <p:spPr>
            <a:xfrm>
              <a:off x="6365085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1" name="object 321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6297168" y="4959096"/>
              <a:ext cx="70103" cy="36575"/>
            </a:xfrm>
            <a:prstGeom prst="rect">
              <a:avLst/>
            </a:prstGeom>
          </p:spPr>
        </p:pic>
        <p:sp>
          <p:nvSpPr>
            <p:cNvPr id="322" name="object 322" descr=""/>
            <p:cNvSpPr/>
            <p:nvPr/>
          </p:nvSpPr>
          <p:spPr>
            <a:xfrm>
              <a:off x="6299742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6233160" y="4959096"/>
              <a:ext cx="67055" cy="36575"/>
            </a:xfrm>
            <a:prstGeom prst="rect">
              <a:avLst/>
            </a:prstGeom>
          </p:spPr>
        </p:pic>
        <p:sp>
          <p:nvSpPr>
            <p:cNvPr id="324" name="object 324" descr=""/>
            <p:cNvSpPr/>
            <p:nvPr/>
          </p:nvSpPr>
          <p:spPr>
            <a:xfrm>
              <a:off x="6234398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4" h="33654">
                  <a:moveTo>
                    <a:pt x="0" y="33425"/>
                  </a:moveTo>
                  <a:lnTo>
                    <a:pt x="65341" y="33425"/>
                  </a:lnTo>
                  <a:lnTo>
                    <a:pt x="65341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6512444" y="5172732"/>
              <a:ext cx="272415" cy="97155"/>
            </a:xfrm>
            <a:custGeom>
              <a:avLst/>
              <a:gdLst/>
              <a:ahLst/>
              <a:cxnLst/>
              <a:rect l="l" t="t" r="r" b="b"/>
              <a:pathLst>
                <a:path w="272415" h="97154">
                  <a:moveTo>
                    <a:pt x="238372" y="0"/>
                  </a:moveTo>
                  <a:lnTo>
                    <a:pt x="159576" y="1353"/>
                  </a:lnTo>
                  <a:lnTo>
                    <a:pt x="69002" y="9714"/>
                  </a:lnTo>
                  <a:lnTo>
                    <a:pt x="0" y="30077"/>
                  </a:lnTo>
                  <a:lnTo>
                    <a:pt x="34574" y="96693"/>
                  </a:lnTo>
                  <a:lnTo>
                    <a:pt x="156044" y="96693"/>
                  </a:lnTo>
                  <a:lnTo>
                    <a:pt x="162347" y="84334"/>
                  </a:lnTo>
                  <a:lnTo>
                    <a:pt x="182520" y="55733"/>
                  </a:lnTo>
                  <a:lnTo>
                    <a:pt x="218456" y="23604"/>
                  </a:lnTo>
                  <a:lnTo>
                    <a:pt x="272049" y="657"/>
                  </a:lnTo>
                  <a:lnTo>
                    <a:pt x="238372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6512444" y="5172731"/>
              <a:ext cx="272415" cy="97155"/>
            </a:xfrm>
            <a:custGeom>
              <a:avLst/>
              <a:gdLst/>
              <a:ahLst/>
              <a:cxnLst/>
              <a:rect l="l" t="t" r="r" b="b"/>
              <a:pathLst>
                <a:path w="272415" h="97154">
                  <a:moveTo>
                    <a:pt x="0" y="30078"/>
                  </a:moveTo>
                  <a:lnTo>
                    <a:pt x="34574" y="96695"/>
                  </a:lnTo>
                  <a:lnTo>
                    <a:pt x="156046" y="96695"/>
                  </a:lnTo>
                  <a:lnTo>
                    <a:pt x="162349" y="84335"/>
                  </a:lnTo>
                  <a:lnTo>
                    <a:pt x="182521" y="55735"/>
                  </a:lnTo>
                  <a:lnTo>
                    <a:pt x="218456" y="23604"/>
                  </a:lnTo>
                  <a:lnTo>
                    <a:pt x="272049" y="658"/>
                  </a:lnTo>
                  <a:lnTo>
                    <a:pt x="238374" y="0"/>
                  </a:lnTo>
                  <a:lnTo>
                    <a:pt x="159577" y="1353"/>
                  </a:lnTo>
                  <a:lnTo>
                    <a:pt x="69004" y="9715"/>
                  </a:lnTo>
                  <a:lnTo>
                    <a:pt x="0" y="3007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6179879" y="5056567"/>
              <a:ext cx="814705" cy="240029"/>
            </a:xfrm>
            <a:custGeom>
              <a:avLst/>
              <a:gdLst/>
              <a:ahLst/>
              <a:cxnLst/>
              <a:rect l="l" t="t" r="r" b="b"/>
              <a:pathLst>
                <a:path w="814704" h="240029">
                  <a:moveTo>
                    <a:pt x="128710" y="0"/>
                  </a:moveTo>
                  <a:lnTo>
                    <a:pt x="0" y="0"/>
                  </a:lnTo>
                  <a:lnTo>
                    <a:pt x="10787" y="31502"/>
                  </a:lnTo>
                  <a:lnTo>
                    <a:pt x="44545" y="104002"/>
                  </a:lnTo>
                  <a:lnTo>
                    <a:pt x="103367" y="184495"/>
                  </a:lnTo>
                  <a:lnTo>
                    <a:pt x="189350" y="239965"/>
                  </a:lnTo>
                  <a:lnTo>
                    <a:pt x="205168" y="220244"/>
                  </a:lnTo>
                  <a:lnTo>
                    <a:pt x="274800" y="177721"/>
                  </a:lnTo>
                  <a:lnTo>
                    <a:pt x="431515" y="137344"/>
                  </a:lnTo>
                  <a:lnTo>
                    <a:pt x="708582" y="124063"/>
                  </a:lnTo>
                  <a:lnTo>
                    <a:pt x="770599" y="53214"/>
                  </a:lnTo>
                  <a:lnTo>
                    <a:pt x="814297" y="53214"/>
                  </a:lnTo>
                  <a:lnTo>
                    <a:pt x="814297" y="22806"/>
                  </a:lnTo>
                  <a:lnTo>
                    <a:pt x="165943" y="22806"/>
                  </a:lnTo>
                  <a:lnTo>
                    <a:pt x="1287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6179879" y="5056568"/>
              <a:ext cx="814705" cy="240029"/>
            </a:xfrm>
            <a:custGeom>
              <a:avLst/>
              <a:gdLst/>
              <a:ahLst/>
              <a:cxnLst/>
              <a:rect l="l" t="t" r="r" b="b"/>
              <a:pathLst>
                <a:path w="814704" h="240029">
                  <a:moveTo>
                    <a:pt x="814297" y="22805"/>
                  </a:moveTo>
                  <a:lnTo>
                    <a:pt x="165942" y="22805"/>
                  </a:lnTo>
                  <a:lnTo>
                    <a:pt x="128709" y="0"/>
                  </a:lnTo>
                  <a:lnTo>
                    <a:pt x="0" y="0"/>
                  </a:lnTo>
                  <a:lnTo>
                    <a:pt x="10786" y="31501"/>
                  </a:lnTo>
                  <a:lnTo>
                    <a:pt x="44544" y="104003"/>
                  </a:lnTo>
                  <a:lnTo>
                    <a:pt x="103367" y="184493"/>
                  </a:lnTo>
                  <a:lnTo>
                    <a:pt x="189350" y="239963"/>
                  </a:lnTo>
                  <a:lnTo>
                    <a:pt x="205168" y="220244"/>
                  </a:lnTo>
                  <a:lnTo>
                    <a:pt x="274799" y="177720"/>
                  </a:lnTo>
                  <a:lnTo>
                    <a:pt x="431514" y="137344"/>
                  </a:lnTo>
                  <a:lnTo>
                    <a:pt x="708581" y="124064"/>
                  </a:lnTo>
                  <a:lnTo>
                    <a:pt x="770599" y="53213"/>
                  </a:lnTo>
                  <a:lnTo>
                    <a:pt x="814297" y="53213"/>
                  </a:lnTo>
                  <a:lnTo>
                    <a:pt x="814297" y="2280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6882384" y="4989576"/>
              <a:ext cx="137159" cy="94487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6250837" y="5109781"/>
              <a:ext cx="257175" cy="30480"/>
            </a:xfrm>
            <a:custGeom>
              <a:avLst/>
              <a:gdLst/>
              <a:ahLst/>
              <a:cxnLst/>
              <a:rect l="l" t="t" r="r" b="b"/>
              <a:pathLst>
                <a:path w="257175" h="30479">
                  <a:moveTo>
                    <a:pt x="256960" y="0"/>
                  </a:moveTo>
                  <a:lnTo>
                    <a:pt x="0" y="0"/>
                  </a:lnTo>
                  <a:lnTo>
                    <a:pt x="13587" y="30407"/>
                  </a:lnTo>
                  <a:lnTo>
                    <a:pt x="195684" y="30407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6814178" y="5109780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 h="0">
                  <a:moveTo>
                    <a:pt x="765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6665976" y="5175504"/>
              <a:ext cx="112775" cy="64007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6668601" y="5178511"/>
              <a:ext cx="109220" cy="60325"/>
            </a:xfrm>
            <a:custGeom>
              <a:avLst/>
              <a:gdLst/>
              <a:ahLst/>
              <a:cxnLst/>
              <a:rect l="l" t="t" r="r" b="b"/>
              <a:pathLst>
                <a:path w="109220" h="60325">
                  <a:moveTo>
                    <a:pt x="28432" y="59736"/>
                  </a:moveTo>
                  <a:lnTo>
                    <a:pt x="109139" y="59736"/>
                  </a:lnTo>
                  <a:lnTo>
                    <a:pt x="109139" y="0"/>
                  </a:lnTo>
                  <a:lnTo>
                    <a:pt x="57686" y="1587"/>
                  </a:lnTo>
                  <a:lnTo>
                    <a:pt x="8353" y="12358"/>
                  </a:lnTo>
                  <a:lnTo>
                    <a:pt x="0" y="31434"/>
                  </a:lnTo>
                  <a:lnTo>
                    <a:pt x="0" y="31996"/>
                  </a:lnTo>
                  <a:lnTo>
                    <a:pt x="2233" y="42793"/>
                  </a:lnTo>
                  <a:lnTo>
                    <a:pt x="8327" y="51611"/>
                  </a:lnTo>
                  <a:lnTo>
                    <a:pt x="17364" y="57556"/>
                  </a:lnTo>
                  <a:lnTo>
                    <a:pt x="28432" y="59736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6758616" y="5176612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20" h="43179">
                  <a:moveTo>
                    <a:pt x="96232" y="0"/>
                  </a:moveTo>
                  <a:lnTo>
                    <a:pt x="21109" y="1230"/>
                  </a:lnTo>
                  <a:lnTo>
                    <a:pt x="0" y="21824"/>
                  </a:lnTo>
                  <a:lnTo>
                    <a:pt x="1658" y="30259"/>
                  </a:lnTo>
                  <a:lnTo>
                    <a:pt x="6182" y="36804"/>
                  </a:lnTo>
                  <a:lnTo>
                    <a:pt x="12893" y="41219"/>
                  </a:lnTo>
                  <a:lnTo>
                    <a:pt x="21109" y="42837"/>
                  </a:lnTo>
                  <a:lnTo>
                    <a:pt x="96486" y="42837"/>
                  </a:lnTo>
                  <a:lnTo>
                    <a:pt x="96232" y="0"/>
                  </a:lnTo>
                  <a:close/>
                </a:path>
              </a:pathLst>
            </a:custGeom>
            <a:solidFill>
              <a:srgbClr val="AEB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6758616" y="5176612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20" h="43179">
                  <a:moveTo>
                    <a:pt x="21109" y="42837"/>
                  </a:moveTo>
                  <a:lnTo>
                    <a:pt x="96487" y="42837"/>
                  </a:lnTo>
                  <a:lnTo>
                    <a:pt x="96234" y="0"/>
                  </a:lnTo>
                  <a:lnTo>
                    <a:pt x="21109" y="1230"/>
                  </a:lnTo>
                  <a:lnTo>
                    <a:pt x="0" y="21825"/>
                  </a:lnTo>
                  <a:lnTo>
                    <a:pt x="0" y="22243"/>
                  </a:lnTo>
                  <a:lnTo>
                    <a:pt x="1658" y="30258"/>
                  </a:lnTo>
                  <a:lnTo>
                    <a:pt x="6182" y="36805"/>
                  </a:lnTo>
                  <a:lnTo>
                    <a:pt x="12892" y="41219"/>
                  </a:lnTo>
                  <a:lnTo>
                    <a:pt x="21109" y="4283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6839712" y="5175504"/>
              <a:ext cx="51816" cy="33527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6839762" y="5176612"/>
              <a:ext cx="49530" cy="29845"/>
            </a:xfrm>
            <a:custGeom>
              <a:avLst/>
              <a:gdLst/>
              <a:ahLst/>
              <a:cxnLst/>
              <a:rect l="l" t="t" r="r" b="b"/>
              <a:pathLst>
                <a:path w="49529" h="29845">
                  <a:moveTo>
                    <a:pt x="15089" y="29739"/>
                  </a:moveTo>
                  <a:lnTo>
                    <a:pt x="49090" y="29739"/>
                  </a:lnTo>
                  <a:lnTo>
                    <a:pt x="49090" y="0"/>
                  </a:lnTo>
                  <a:lnTo>
                    <a:pt x="15089" y="0"/>
                  </a:lnTo>
                  <a:lnTo>
                    <a:pt x="6755" y="0"/>
                  </a:lnTo>
                  <a:lnTo>
                    <a:pt x="0" y="6590"/>
                  </a:lnTo>
                  <a:lnTo>
                    <a:pt x="0" y="14717"/>
                  </a:lnTo>
                  <a:lnTo>
                    <a:pt x="0" y="15021"/>
                  </a:lnTo>
                  <a:lnTo>
                    <a:pt x="0" y="23148"/>
                  </a:lnTo>
                  <a:lnTo>
                    <a:pt x="6755" y="29739"/>
                  </a:lnTo>
                  <a:lnTo>
                    <a:pt x="15089" y="29739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 descr=""/>
          <p:cNvSpPr txBox="1"/>
          <p:nvPr/>
        </p:nvSpPr>
        <p:spPr>
          <a:xfrm>
            <a:off x="6277202" y="5332983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sp>
        <p:nvSpPr>
          <p:cNvPr id="339" name="object 339" descr=""/>
          <p:cNvSpPr txBox="1"/>
          <p:nvPr/>
        </p:nvSpPr>
        <p:spPr>
          <a:xfrm>
            <a:off x="7627475" y="5329935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sp>
        <p:nvSpPr>
          <p:cNvPr id="340" name="object 340" descr=""/>
          <p:cNvSpPr txBox="1"/>
          <p:nvPr/>
        </p:nvSpPr>
        <p:spPr>
          <a:xfrm>
            <a:off x="6961947" y="5939535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41" name="object 341" descr=""/>
          <p:cNvGrpSpPr/>
          <p:nvPr/>
        </p:nvGrpSpPr>
        <p:grpSpPr>
          <a:xfrm>
            <a:off x="2910839" y="4953322"/>
            <a:ext cx="929005" cy="349250"/>
            <a:chOff x="2910839" y="4953322"/>
            <a:chExt cx="929005" cy="349250"/>
          </a:xfrm>
        </p:grpSpPr>
        <p:pic>
          <p:nvPicPr>
            <p:cNvPr id="342" name="object 342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3051047" y="5026151"/>
              <a:ext cx="76200" cy="39624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3054019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4" name="object 344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3124199" y="5026151"/>
              <a:ext cx="76200" cy="39624"/>
            </a:xfrm>
            <a:prstGeom prst="rect">
              <a:avLst/>
            </a:prstGeom>
          </p:spPr>
        </p:pic>
        <p:sp>
          <p:nvSpPr>
            <p:cNvPr id="345" name="object 345" descr=""/>
            <p:cNvSpPr/>
            <p:nvPr/>
          </p:nvSpPr>
          <p:spPr>
            <a:xfrm>
              <a:off x="3126275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3197351" y="5026151"/>
              <a:ext cx="73151" cy="39624"/>
            </a:xfrm>
            <a:prstGeom prst="rect">
              <a:avLst/>
            </a:prstGeom>
          </p:spPr>
        </p:pic>
        <p:sp>
          <p:nvSpPr>
            <p:cNvPr id="347" name="object 347" descr=""/>
            <p:cNvSpPr/>
            <p:nvPr/>
          </p:nvSpPr>
          <p:spPr>
            <a:xfrm>
              <a:off x="3197992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8" name="object 348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3267455" y="5026151"/>
              <a:ext cx="76200" cy="39624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3270248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0" name="object 350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340607" y="5026151"/>
              <a:ext cx="73151" cy="39624"/>
            </a:xfrm>
            <a:prstGeom prst="rect">
              <a:avLst/>
            </a:prstGeom>
          </p:spPr>
        </p:pic>
        <p:sp>
          <p:nvSpPr>
            <p:cNvPr id="351" name="object 351" descr=""/>
            <p:cNvSpPr/>
            <p:nvPr/>
          </p:nvSpPr>
          <p:spPr>
            <a:xfrm>
              <a:off x="3341966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2" name="object 352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3413759" y="5026151"/>
              <a:ext cx="73151" cy="39624"/>
            </a:xfrm>
            <a:prstGeom prst="rect">
              <a:avLst/>
            </a:prstGeom>
          </p:spPr>
        </p:pic>
        <p:sp>
          <p:nvSpPr>
            <p:cNvPr id="353" name="object 353" descr=""/>
            <p:cNvSpPr/>
            <p:nvPr/>
          </p:nvSpPr>
          <p:spPr>
            <a:xfrm>
              <a:off x="3414222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4" name="object 354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3483863" y="5026151"/>
              <a:ext cx="76200" cy="39624"/>
            </a:xfrm>
            <a:prstGeom prst="rect">
              <a:avLst/>
            </a:prstGeom>
          </p:spPr>
        </p:pic>
        <p:sp>
          <p:nvSpPr>
            <p:cNvPr id="355" name="object 355" descr=""/>
            <p:cNvSpPr/>
            <p:nvPr/>
          </p:nvSpPr>
          <p:spPr>
            <a:xfrm>
              <a:off x="3485940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3557015" y="5026151"/>
              <a:ext cx="73151" cy="39624"/>
            </a:xfrm>
            <a:prstGeom prst="rect">
              <a:avLst/>
            </a:prstGeom>
          </p:spPr>
        </p:pic>
        <p:sp>
          <p:nvSpPr>
            <p:cNvPr id="357" name="object 357" descr=""/>
            <p:cNvSpPr/>
            <p:nvPr/>
          </p:nvSpPr>
          <p:spPr>
            <a:xfrm>
              <a:off x="3558195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8" name="object 358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3627119" y="5026151"/>
              <a:ext cx="76200" cy="39624"/>
            </a:xfrm>
            <a:prstGeom prst="rect">
              <a:avLst/>
            </a:prstGeom>
          </p:spPr>
        </p:pic>
        <p:sp>
          <p:nvSpPr>
            <p:cNvPr id="359" name="object 359" descr=""/>
            <p:cNvSpPr/>
            <p:nvPr/>
          </p:nvSpPr>
          <p:spPr>
            <a:xfrm>
              <a:off x="3629913" y="50283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0" name="object 360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3051047" y="4989575"/>
              <a:ext cx="76200" cy="42672"/>
            </a:xfrm>
            <a:prstGeom prst="rect">
              <a:avLst/>
            </a:prstGeom>
          </p:spPr>
        </p:pic>
        <p:sp>
          <p:nvSpPr>
            <p:cNvPr id="361" name="object 361" descr=""/>
            <p:cNvSpPr/>
            <p:nvPr/>
          </p:nvSpPr>
          <p:spPr>
            <a:xfrm>
              <a:off x="3054019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2" name="object 362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3124199" y="4989575"/>
              <a:ext cx="76200" cy="42672"/>
            </a:xfrm>
            <a:prstGeom prst="rect">
              <a:avLst/>
            </a:prstGeom>
          </p:spPr>
        </p:pic>
        <p:sp>
          <p:nvSpPr>
            <p:cNvPr id="363" name="object 363" descr=""/>
            <p:cNvSpPr/>
            <p:nvPr/>
          </p:nvSpPr>
          <p:spPr>
            <a:xfrm>
              <a:off x="3126275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4" name="object 364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3197351" y="4989575"/>
              <a:ext cx="73151" cy="42672"/>
            </a:xfrm>
            <a:prstGeom prst="rect">
              <a:avLst/>
            </a:prstGeom>
          </p:spPr>
        </p:pic>
        <p:sp>
          <p:nvSpPr>
            <p:cNvPr id="365" name="object 365" descr=""/>
            <p:cNvSpPr/>
            <p:nvPr/>
          </p:nvSpPr>
          <p:spPr>
            <a:xfrm>
              <a:off x="3197992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6" name="object 366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267455" y="4989575"/>
              <a:ext cx="76200" cy="42672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3270248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3340607" y="4989575"/>
              <a:ext cx="73151" cy="42672"/>
            </a:xfrm>
            <a:prstGeom prst="rect">
              <a:avLst/>
            </a:prstGeom>
          </p:spPr>
        </p:pic>
        <p:sp>
          <p:nvSpPr>
            <p:cNvPr id="369" name="object 369" descr=""/>
            <p:cNvSpPr/>
            <p:nvPr/>
          </p:nvSpPr>
          <p:spPr>
            <a:xfrm>
              <a:off x="3341966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3413759" y="4989575"/>
              <a:ext cx="73151" cy="42672"/>
            </a:xfrm>
            <a:prstGeom prst="rect">
              <a:avLst/>
            </a:prstGeom>
          </p:spPr>
        </p:pic>
        <p:sp>
          <p:nvSpPr>
            <p:cNvPr id="371" name="object 371" descr=""/>
            <p:cNvSpPr/>
            <p:nvPr/>
          </p:nvSpPr>
          <p:spPr>
            <a:xfrm>
              <a:off x="3414222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3483863" y="4989575"/>
              <a:ext cx="76200" cy="42672"/>
            </a:xfrm>
            <a:prstGeom prst="rect">
              <a:avLst/>
            </a:prstGeom>
          </p:spPr>
        </p:pic>
        <p:sp>
          <p:nvSpPr>
            <p:cNvPr id="373" name="object 373" descr=""/>
            <p:cNvSpPr/>
            <p:nvPr/>
          </p:nvSpPr>
          <p:spPr>
            <a:xfrm>
              <a:off x="3485940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3557015" y="4989575"/>
              <a:ext cx="73151" cy="42672"/>
            </a:xfrm>
            <a:prstGeom prst="rect">
              <a:avLst/>
            </a:prstGeom>
          </p:spPr>
        </p:pic>
        <p:sp>
          <p:nvSpPr>
            <p:cNvPr id="375" name="object 375" descr=""/>
            <p:cNvSpPr/>
            <p:nvPr/>
          </p:nvSpPr>
          <p:spPr>
            <a:xfrm>
              <a:off x="3558195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6" name="object 376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3627119" y="4989575"/>
              <a:ext cx="76200" cy="42672"/>
            </a:xfrm>
            <a:prstGeom prst="rect">
              <a:avLst/>
            </a:prstGeom>
          </p:spPr>
        </p:pic>
        <p:sp>
          <p:nvSpPr>
            <p:cNvPr id="377" name="object 377" descr=""/>
            <p:cNvSpPr/>
            <p:nvPr/>
          </p:nvSpPr>
          <p:spPr>
            <a:xfrm>
              <a:off x="3629913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3700271" y="4989575"/>
              <a:ext cx="73151" cy="42672"/>
            </a:xfrm>
            <a:prstGeom prst="rect">
              <a:avLst/>
            </a:prstGeom>
          </p:spPr>
        </p:pic>
        <p:sp>
          <p:nvSpPr>
            <p:cNvPr id="379" name="object 379" descr=""/>
            <p:cNvSpPr/>
            <p:nvPr/>
          </p:nvSpPr>
          <p:spPr>
            <a:xfrm>
              <a:off x="3701632" y="4992214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0" name="object 38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51047" y="4959095"/>
              <a:ext cx="76200" cy="39624"/>
            </a:xfrm>
            <a:prstGeom prst="rect">
              <a:avLst/>
            </a:prstGeom>
          </p:spPr>
        </p:pic>
        <p:sp>
          <p:nvSpPr>
            <p:cNvPr id="381" name="object 381" descr=""/>
            <p:cNvSpPr/>
            <p:nvPr/>
          </p:nvSpPr>
          <p:spPr>
            <a:xfrm>
              <a:off x="3054019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3124199" y="4959095"/>
              <a:ext cx="76200" cy="39624"/>
            </a:xfrm>
            <a:prstGeom prst="rect">
              <a:avLst/>
            </a:prstGeom>
          </p:spPr>
        </p:pic>
        <p:sp>
          <p:nvSpPr>
            <p:cNvPr id="383" name="object 383" descr=""/>
            <p:cNvSpPr/>
            <p:nvPr/>
          </p:nvSpPr>
          <p:spPr>
            <a:xfrm>
              <a:off x="3126275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3197351" y="4959095"/>
              <a:ext cx="73151" cy="39624"/>
            </a:xfrm>
            <a:prstGeom prst="rect">
              <a:avLst/>
            </a:prstGeom>
          </p:spPr>
        </p:pic>
        <p:sp>
          <p:nvSpPr>
            <p:cNvPr id="385" name="object 385" descr=""/>
            <p:cNvSpPr/>
            <p:nvPr/>
          </p:nvSpPr>
          <p:spPr>
            <a:xfrm>
              <a:off x="3197992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6" name="object 386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3267455" y="4959095"/>
              <a:ext cx="76200" cy="39624"/>
            </a:xfrm>
            <a:prstGeom prst="rect">
              <a:avLst/>
            </a:prstGeom>
          </p:spPr>
        </p:pic>
        <p:sp>
          <p:nvSpPr>
            <p:cNvPr id="387" name="object 387" descr=""/>
            <p:cNvSpPr/>
            <p:nvPr/>
          </p:nvSpPr>
          <p:spPr>
            <a:xfrm>
              <a:off x="3270248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8" name="object 388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3340607" y="4959095"/>
              <a:ext cx="73151" cy="39624"/>
            </a:xfrm>
            <a:prstGeom prst="rect">
              <a:avLst/>
            </a:prstGeom>
          </p:spPr>
        </p:pic>
        <p:sp>
          <p:nvSpPr>
            <p:cNvPr id="389" name="object 389" descr=""/>
            <p:cNvSpPr/>
            <p:nvPr/>
          </p:nvSpPr>
          <p:spPr>
            <a:xfrm>
              <a:off x="3341966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3413759" y="4959095"/>
              <a:ext cx="73151" cy="39624"/>
            </a:xfrm>
            <a:prstGeom prst="rect">
              <a:avLst/>
            </a:prstGeom>
          </p:spPr>
        </p:pic>
        <p:sp>
          <p:nvSpPr>
            <p:cNvPr id="391" name="object 391" descr=""/>
            <p:cNvSpPr/>
            <p:nvPr/>
          </p:nvSpPr>
          <p:spPr>
            <a:xfrm>
              <a:off x="3414222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3483863" y="4959095"/>
              <a:ext cx="76200" cy="39624"/>
            </a:xfrm>
            <a:prstGeom prst="rect">
              <a:avLst/>
            </a:prstGeom>
          </p:spPr>
        </p:pic>
        <p:sp>
          <p:nvSpPr>
            <p:cNvPr id="393" name="object 393" descr=""/>
            <p:cNvSpPr/>
            <p:nvPr/>
          </p:nvSpPr>
          <p:spPr>
            <a:xfrm>
              <a:off x="3485940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4" name="object 394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3557015" y="4959095"/>
              <a:ext cx="73151" cy="39624"/>
            </a:xfrm>
            <a:prstGeom prst="rect">
              <a:avLst/>
            </a:prstGeom>
          </p:spPr>
        </p:pic>
        <p:sp>
          <p:nvSpPr>
            <p:cNvPr id="395" name="object 395" descr=""/>
            <p:cNvSpPr/>
            <p:nvPr/>
          </p:nvSpPr>
          <p:spPr>
            <a:xfrm>
              <a:off x="3558195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6" name="object 396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3627119" y="4959095"/>
              <a:ext cx="76200" cy="39624"/>
            </a:xfrm>
            <a:prstGeom prst="rect">
              <a:avLst/>
            </a:prstGeom>
          </p:spPr>
        </p:pic>
        <p:sp>
          <p:nvSpPr>
            <p:cNvPr id="397" name="object 397" descr=""/>
            <p:cNvSpPr/>
            <p:nvPr/>
          </p:nvSpPr>
          <p:spPr>
            <a:xfrm>
              <a:off x="3629913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700271" y="4959095"/>
              <a:ext cx="73151" cy="39624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3701632" y="4959672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4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3169592" y="5159035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5" h="107314">
                  <a:moveTo>
                    <a:pt x="36959" y="0"/>
                  </a:moveTo>
                  <a:lnTo>
                    <a:pt x="0" y="728"/>
                  </a:lnTo>
                  <a:lnTo>
                    <a:pt x="58821" y="26137"/>
                  </a:lnTo>
                  <a:lnTo>
                    <a:pt x="98262" y="61718"/>
                  </a:lnTo>
                  <a:lnTo>
                    <a:pt x="120402" y="93389"/>
                  </a:lnTo>
                  <a:lnTo>
                    <a:pt x="127320" y="107074"/>
                  </a:lnTo>
                  <a:lnTo>
                    <a:pt x="260643" y="107074"/>
                  </a:lnTo>
                  <a:lnTo>
                    <a:pt x="298590" y="33307"/>
                  </a:lnTo>
                  <a:lnTo>
                    <a:pt x="222853" y="10758"/>
                  </a:lnTo>
                  <a:lnTo>
                    <a:pt x="123443" y="1498"/>
                  </a:lnTo>
                  <a:lnTo>
                    <a:pt x="36959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3169593" y="5159035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5" h="107314">
                  <a:moveTo>
                    <a:pt x="298589" y="33307"/>
                  </a:moveTo>
                  <a:lnTo>
                    <a:pt x="260642" y="107074"/>
                  </a:lnTo>
                  <a:lnTo>
                    <a:pt x="127319" y="107074"/>
                  </a:lnTo>
                  <a:lnTo>
                    <a:pt x="120402" y="93388"/>
                  </a:lnTo>
                  <a:lnTo>
                    <a:pt x="98261" y="61716"/>
                  </a:lnTo>
                  <a:lnTo>
                    <a:pt x="58820" y="26137"/>
                  </a:lnTo>
                  <a:lnTo>
                    <a:pt x="0" y="728"/>
                  </a:lnTo>
                  <a:lnTo>
                    <a:pt x="36960" y="0"/>
                  </a:lnTo>
                  <a:lnTo>
                    <a:pt x="123444" y="1498"/>
                  </a:lnTo>
                  <a:lnTo>
                    <a:pt x="222853" y="10757"/>
                  </a:lnTo>
                  <a:lnTo>
                    <a:pt x="298589" y="3330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2935789" y="5030402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89" h="266064">
                  <a:moveTo>
                    <a:pt x="897402" y="0"/>
                  </a:moveTo>
                  <a:lnTo>
                    <a:pt x="756136" y="0"/>
                  </a:lnTo>
                  <a:lnTo>
                    <a:pt x="715270" y="25252"/>
                  </a:lnTo>
                  <a:lnTo>
                    <a:pt x="0" y="25252"/>
                  </a:lnTo>
                  <a:lnTo>
                    <a:pt x="0" y="58925"/>
                  </a:lnTo>
                  <a:lnTo>
                    <a:pt x="51625" y="58925"/>
                  </a:lnTo>
                  <a:lnTo>
                    <a:pt x="119694" y="137379"/>
                  </a:lnTo>
                  <a:lnTo>
                    <a:pt x="423791" y="152085"/>
                  </a:lnTo>
                  <a:lnTo>
                    <a:pt x="595793" y="196796"/>
                  </a:lnTo>
                  <a:lnTo>
                    <a:pt x="672219" y="243885"/>
                  </a:lnTo>
                  <a:lnTo>
                    <a:pt x="689580" y="265720"/>
                  </a:lnTo>
                  <a:lnTo>
                    <a:pt x="783950" y="204296"/>
                  </a:lnTo>
                  <a:lnTo>
                    <a:pt x="848512" y="115166"/>
                  </a:lnTo>
                  <a:lnTo>
                    <a:pt x="885563" y="34883"/>
                  </a:lnTo>
                  <a:lnTo>
                    <a:pt x="897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2935789" y="5030402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89" h="266064">
                  <a:moveTo>
                    <a:pt x="0" y="25253"/>
                  </a:moveTo>
                  <a:lnTo>
                    <a:pt x="715270" y="25253"/>
                  </a:lnTo>
                  <a:lnTo>
                    <a:pt x="756135" y="0"/>
                  </a:lnTo>
                  <a:lnTo>
                    <a:pt x="897402" y="0"/>
                  </a:lnTo>
                  <a:lnTo>
                    <a:pt x="885562" y="34883"/>
                  </a:lnTo>
                  <a:lnTo>
                    <a:pt x="848512" y="115166"/>
                  </a:lnTo>
                  <a:lnTo>
                    <a:pt x="783950" y="204296"/>
                  </a:lnTo>
                  <a:lnTo>
                    <a:pt x="689580" y="265720"/>
                  </a:lnTo>
                  <a:lnTo>
                    <a:pt x="672218" y="243884"/>
                  </a:lnTo>
                  <a:lnTo>
                    <a:pt x="595794" y="196796"/>
                  </a:lnTo>
                  <a:lnTo>
                    <a:pt x="423789" y="152085"/>
                  </a:lnTo>
                  <a:lnTo>
                    <a:pt x="119694" y="137380"/>
                  </a:lnTo>
                  <a:lnTo>
                    <a:pt x="51625" y="58924"/>
                  </a:lnTo>
                  <a:lnTo>
                    <a:pt x="0" y="58924"/>
                  </a:lnTo>
                  <a:lnTo>
                    <a:pt x="0" y="2525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4" name="object 404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2910839" y="4956047"/>
              <a:ext cx="149351" cy="106680"/>
            </a:xfrm>
            <a:prstGeom prst="rect">
              <a:avLst/>
            </a:prstGeom>
          </p:spPr>
        </p:pic>
        <p:sp>
          <p:nvSpPr>
            <p:cNvPr id="405" name="object 405" descr=""/>
            <p:cNvSpPr/>
            <p:nvPr/>
          </p:nvSpPr>
          <p:spPr>
            <a:xfrm>
              <a:off x="3469615" y="5089328"/>
              <a:ext cx="285750" cy="34290"/>
            </a:xfrm>
            <a:custGeom>
              <a:avLst/>
              <a:gdLst/>
              <a:ahLst/>
              <a:cxnLst/>
              <a:rect l="l" t="t" r="r" b="b"/>
              <a:pathLst>
                <a:path w="285750" h="34289">
                  <a:moveTo>
                    <a:pt x="0" y="0"/>
                  </a:moveTo>
                  <a:lnTo>
                    <a:pt x="285693" y="0"/>
                  </a:lnTo>
                  <a:lnTo>
                    <a:pt x="270780" y="33671"/>
                  </a:lnTo>
                  <a:lnTo>
                    <a:pt x="67253" y="33671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3049280" y="5089328"/>
              <a:ext cx="84455" cy="0"/>
            </a:xfrm>
            <a:custGeom>
              <a:avLst/>
              <a:gdLst/>
              <a:ahLst/>
              <a:cxnLst/>
              <a:rect l="l" t="t" r="r" b="b"/>
              <a:pathLst>
                <a:path w="84455" h="0">
                  <a:moveTo>
                    <a:pt x="0" y="0"/>
                  </a:moveTo>
                  <a:lnTo>
                    <a:pt x="84067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3176015" y="5163311"/>
              <a:ext cx="121919" cy="70104"/>
            </a:xfrm>
            <a:prstGeom prst="rect">
              <a:avLst/>
            </a:prstGeom>
          </p:spPr>
        </p:pic>
        <p:sp>
          <p:nvSpPr>
            <p:cNvPr id="408" name="object 408" descr=""/>
            <p:cNvSpPr/>
            <p:nvPr/>
          </p:nvSpPr>
          <p:spPr>
            <a:xfrm>
              <a:off x="3177002" y="5165435"/>
              <a:ext cx="120014" cy="66675"/>
            </a:xfrm>
            <a:custGeom>
              <a:avLst/>
              <a:gdLst/>
              <a:ahLst/>
              <a:cxnLst/>
              <a:rect l="l" t="t" r="r" b="b"/>
              <a:pathLst>
                <a:path w="120014" h="66675">
                  <a:moveTo>
                    <a:pt x="88582" y="66148"/>
                  </a:moveTo>
                  <a:lnTo>
                    <a:pt x="0" y="66148"/>
                  </a:lnTo>
                  <a:lnTo>
                    <a:pt x="0" y="0"/>
                  </a:lnTo>
                  <a:lnTo>
                    <a:pt x="56471" y="1757"/>
                  </a:lnTo>
                  <a:lnTo>
                    <a:pt x="100696" y="7176"/>
                  </a:lnTo>
                  <a:lnTo>
                    <a:pt x="119787" y="34808"/>
                  </a:lnTo>
                  <a:lnTo>
                    <a:pt x="119787" y="35430"/>
                  </a:lnTo>
                  <a:lnTo>
                    <a:pt x="117335" y="47386"/>
                  </a:lnTo>
                  <a:lnTo>
                    <a:pt x="110647" y="57150"/>
                  </a:lnTo>
                  <a:lnTo>
                    <a:pt x="100728" y="63734"/>
                  </a:lnTo>
                  <a:lnTo>
                    <a:pt x="88582" y="6614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9" name="object 409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3090671" y="5163311"/>
              <a:ext cx="109727" cy="48768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3092096" y="5163333"/>
              <a:ext cx="106045" cy="47625"/>
            </a:xfrm>
            <a:custGeom>
              <a:avLst/>
              <a:gdLst/>
              <a:ahLst/>
              <a:cxnLst/>
              <a:rect l="l" t="t" r="r" b="b"/>
              <a:pathLst>
                <a:path w="106044" h="47625">
                  <a:moveTo>
                    <a:pt x="82731" y="47434"/>
                  </a:moveTo>
                  <a:lnTo>
                    <a:pt x="0" y="47434"/>
                  </a:lnTo>
                  <a:lnTo>
                    <a:pt x="277" y="0"/>
                  </a:lnTo>
                  <a:lnTo>
                    <a:pt x="82731" y="1363"/>
                  </a:lnTo>
                  <a:lnTo>
                    <a:pt x="105899" y="24167"/>
                  </a:lnTo>
                  <a:lnTo>
                    <a:pt x="105899" y="24630"/>
                  </a:lnTo>
                  <a:lnTo>
                    <a:pt x="104078" y="33506"/>
                  </a:lnTo>
                  <a:lnTo>
                    <a:pt x="99113" y="40755"/>
                  </a:lnTo>
                  <a:lnTo>
                    <a:pt x="91749" y="45642"/>
                  </a:lnTo>
                  <a:lnTo>
                    <a:pt x="82731" y="47434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1" name="object 411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3054095" y="5163311"/>
              <a:ext cx="54863" cy="33527"/>
            </a:xfrm>
            <a:prstGeom prst="rect">
              <a:avLst/>
            </a:prstGeom>
          </p:spPr>
        </p:pic>
        <p:sp>
          <p:nvSpPr>
            <p:cNvPr id="412" name="object 412" descr=""/>
            <p:cNvSpPr/>
            <p:nvPr/>
          </p:nvSpPr>
          <p:spPr>
            <a:xfrm>
              <a:off x="3055053" y="5163333"/>
              <a:ext cx="53975" cy="33020"/>
            </a:xfrm>
            <a:custGeom>
              <a:avLst/>
              <a:gdLst/>
              <a:ahLst/>
              <a:cxnLst/>
              <a:rect l="l" t="t" r="r" b="b"/>
              <a:pathLst>
                <a:path w="53975" h="33020">
                  <a:moveTo>
                    <a:pt x="37317" y="32931"/>
                  </a:moveTo>
                  <a:lnTo>
                    <a:pt x="0" y="32931"/>
                  </a:lnTo>
                  <a:lnTo>
                    <a:pt x="0" y="0"/>
                  </a:lnTo>
                  <a:lnTo>
                    <a:pt x="37317" y="0"/>
                  </a:lnTo>
                  <a:lnTo>
                    <a:pt x="46464" y="0"/>
                  </a:lnTo>
                  <a:lnTo>
                    <a:pt x="53878" y="7298"/>
                  </a:lnTo>
                  <a:lnTo>
                    <a:pt x="53878" y="16297"/>
                  </a:lnTo>
                  <a:lnTo>
                    <a:pt x="53878" y="16634"/>
                  </a:lnTo>
                  <a:lnTo>
                    <a:pt x="53878" y="25632"/>
                  </a:lnTo>
                  <a:lnTo>
                    <a:pt x="46464" y="32931"/>
                  </a:lnTo>
                  <a:lnTo>
                    <a:pt x="37317" y="32931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3" name="object 413" descr=""/>
          <p:cNvGrpSpPr/>
          <p:nvPr/>
        </p:nvGrpSpPr>
        <p:grpSpPr>
          <a:xfrm>
            <a:off x="2231135" y="5578845"/>
            <a:ext cx="930910" cy="349250"/>
            <a:chOff x="2231135" y="5578845"/>
            <a:chExt cx="930910" cy="349250"/>
          </a:xfrm>
        </p:grpSpPr>
        <p:pic>
          <p:nvPicPr>
            <p:cNvPr id="414" name="object 414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2374391" y="5650992"/>
              <a:ext cx="76200" cy="42672"/>
            </a:xfrm>
            <a:prstGeom prst="rect">
              <a:avLst/>
            </a:prstGeom>
          </p:spPr>
        </p:pic>
        <p:sp>
          <p:nvSpPr>
            <p:cNvPr id="415" name="object 415" descr=""/>
            <p:cNvSpPr/>
            <p:nvPr/>
          </p:nvSpPr>
          <p:spPr>
            <a:xfrm>
              <a:off x="2375940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6" name="object 416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2447543" y="5650992"/>
              <a:ext cx="73151" cy="42672"/>
            </a:xfrm>
            <a:prstGeom prst="rect">
              <a:avLst/>
            </a:prstGeom>
          </p:spPr>
        </p:pic>
        <p:sp>
          <p:nvSpPr>
            <p:cNvPr id="417" name="object 417" descr=""/>
            <p:cNvSpPr/>
            <p:nvPr/>
          </p:nvSpPr>
          <p:spPr>
            <a:xfrm>
              <a:off x="2448195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8" name="object 418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2517647" y="5650992"/>
              <a:ext cx="76200" cy="42672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2519914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2590799" y="5650992"/>
              <a:ext cx="73151" cy="42672"/>
            </a:xfrm>
            <a:prstGeom prst="rect">
              <a:avLst/>
            </a:prstGeom>
          </p:spPr>
        </p:pic>
        <p:sp>
          <p:nvSpPr>
            <p:cNvPr id="421" name="object 421" descr=""/>
            <p:cNvSpPr/>
            <p:nvPr/>
          </p:nvSpPr>
          <p:spPr>
            <a:xfrm>
              <a:off x="2592170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2" name="object 422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660903" y="5650992"/>
              <a:ext cx="76200" cy="42672"/>
            </a:xfrm>
            <a:prstGeom prst="rect">
              <a:avLst/>
            </a:prstGeom>
          </p:spPr>
        </p:pic>
        <p:sp>
          <p:nvSpPr>
            <p:cNvPr id="423" name="object 423" descr=""/>
            <p:cNvSpPr/>
            <p:nvPr/>
          </p:nvSpPr>
          <p:spPr>
            <a:xfrm>
              <a:off x="2663888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2734055" y="5650992"/>
              <a:ext cx="76200" cy="42672"/>
            </a:xfrm>
            <a:prstGeom prst="rect">
              <a:avLst/>
            </a:prstGeom>
          </p:spPr>
        </p:pic>
        <p:sp>
          <p:nvSpPr>
            <p:cNvPr id="425" name="object 425" descr=""/>
            <p:cNvSpPr/>
            <p:nvPr/>
          </p:nvSpPr>
          <p:spPr>
            <a:xfrm>
              <a:off x="2736143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6" name="object 426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2807207" y="5650992"/>
              <a:ext cx="73151" cy="42672"/>
            </a:xfrm>
            <a:prstGeom prst="rect">
              <a:avLst/>
            </a:prstGeom>
          </p:spPr>
        </p:pic>
        <p:sp>
          <p:nvSpPr>
            <p:cNvPr id="427" name="object 427" descr=""/>
            <p:cNvSpPr/>
            <p:nvPr/>
          </p:nvSpPr>
          <p:spPr>
            <a:xfrm>
              <a:off x="2807861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8" name="object 428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877311" y="5650992"/>
              <a:ext cx="76200" cy="42672"/>
            </a:xfrm>
            <a:prstGeom prst="rect">
              <a:avLst/>
            </a:prstGeom>
          </p:spPr>
        </p:pic>
        <p:sp>
          <p:nvSpPr>
            <p:cNvPr id="429" name="object 429" descr=""/>
            <p:cNvSpPr/>
            <p:nvPr/>
          </p:nvSpPr>
          <p:spPr>
            <a:xfrm>
              <a:off x="2880118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0" name="object 430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950463" y="5650992"/>
              <a:ext cx="73151" cy="42672"/>
            </a:xfrm>
            <a:prstGeom prst="rect">
              <a:avLst/>
            </a:prstGeom>
          </p:spPr>
        </p:pic>
        <p:sp>
          <p:nvSpPr>
            <p:cNvPr id="431" name="object 431" descr=""/>
            <p:cNvSpPr/>
            <p:nvPr/>
          </p:nvSpPr>
          <p:spPr>
            <a:xfrm>
              <a:off x="2951835" y="565391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2" name="object 432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374391" y="5617464"/>
              <a:ext cx="76200" cy="39624"/>
            </a:xfrm>
            <a:prstGeom prst="rect">
              <a:avLst/>
            </a:prstGeom>
          </p:spPr>
        </p:pic>
        <p:sp>
          <p:nvSpPr>
            <p:cNvPr id="433" name="object 433" descr=""/>
            <p:cNvSpPr/>
            <p:nvPr/>
          </p:nvSpPr>
          <p:spPr>
            <a:xfrm>
              <a:off x="2375940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2447543" y="5617464"/>
              <a:ext cx="73151" cy="39624"/>
            </a:xfrm>
            <a:prstGeom prst="rect">
              <a:avLst/>
            </a:prstGeom>
          </p:spPr>
        </p:pic>
        <p:sp>
          <p:nvSpPr>
            <p:cNvPr id="435" name="object 435" descr=""/>
            <p:cNvSpPr/>
            <p:nvPr/>
          </p:nvSpPr>
          <p:spPr>
            <a:xfrm>
              <a:off x="2448195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6" name="object 436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2517647" y="5617464"/>
              <a:ext cx="76200" cy="39624"/>
            </a:xfrm>
            <a:prstGeom prst="rect">
              <a:avLst/>
            </a:prstGeom>
          </p:spPr>
        </p:pic>
        <p:sp>
          <p:nvSpPr>
            <p:cNvPr id="437" name="object 437" descr=""/>
            <p:cNvSpPr/>
            <p:nvPr/>
          </p:nvSpPr>
          <p:spPr>
            <a:xfrm>
              <a:off x="2519914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2590799" y="5617464"/>
              <a:ext cx="73151" cy="39624"/>
            </a:xfrm>
            <a:prstGeom prst="rect">
              <a:avLst/>
            </a:prstGeom>
          </p:spPr>
        </p:pic>
        <p:sp>
          <p:nvSpPr>
            <p:cNvPr id="439" name="object 439" descr=""/>
            <p:cNvSpPr/>
            <p:nvPr/>
          </p:nvSpPr>
          <p:spPr>
            <a:xfrm>
              <a:off x="2592170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0" name="object 440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2660903" y="5617464"/>
              <a:ext cx="76200" cy="39624"/>
            </a:xfrm>
            <a:prstGeom prst="rect">
              <a:avLst/>
            </a:prstGeom>
          </p:spPr>
        </p:pic>
        <p:sp>
          <p:nvSpPr>
            <p:cNvPr id="441" name="object 441" descr=""/>
            <p:cNvSpPr/>
            <p:nvPr/>
          </p:nvSpPr>
          <p:spPr>
            <a:xfrm>
              <a:off x="2663888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2" name="object 442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2734055" y="5617464"/>
              <a:ext cx="76200" cy="39624"/>
            </a:xfrm>
            <a:prstGeom prst="rect">
              <a:avLst/>
            </a:prstGeom>
          </p:spPr>
        </p:pic>
        <p:sp>
          <p:nvSpPr>
            <p:cNvPr id="443" name="object 443" descr=""/>
            <p:cNvSpPr/>
            <p:nvPr/>
          </p:nvSpPr>
          <p:spPr>
            <a:xfrm>
              <a:off x="2736143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4" name="object 444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2807207" y="5617464"/>
              <a:ext cx="73151" cy="39624"/>
            </a:xfrm>
            <a:prstGeom prst="rect">
              <a:avLst/>
            </a:prstGeom>
          </p:spPr>
        </p:pic>
        <p:sp>
          <p:nvSpPr>
            <p:cNvPr id="445" name="object 445" descr=""/>
            <p:cNvSpPr/>
            <p:nvPr/>
          </p:nvSpPr>
          <p:spPr>
            <a:xfrm>
              <a:off x="2807861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6" name="object 446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2877311" y="5617464"/>
              <a:ext cx="76200" cy="39624"/>
            </a:xfrm>
            <a:prstGeom prst="rect">
              <a:avLst/>
            </a:prstGeom>
          </p:spPr>
        </p:pic>
        <p:sp>
          <p:nvSpPr>
            <p:cNvPr id="447" name="object 447" descr=""/>
            <p:cNvSpPr/>
            <p:nvPr/>
          </p:nvSpPr>
          <p:spPr>
            <a:xfrm>
              <a:off x="2880118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8" name="object 448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2950463" y="5617464"/>
              <a:ext cx="73151" cy="39624"/>
            </a:xfrm>
            <a:prstGeom prst="rect">
              <a:avLst/>
            </a:prstGeom>
          </p:spPr>
        </p:pic>
        <p:sp>
          <p:nvSpPr>
            <p:cNvPr id="449" name="object 449" descr=""/>
            <p:cNvSpPr/>
            <p:nvPr/>
          </p:nvSpPr>
          <p:spPr>
            <a:xfrm>
              <a:off x="2951835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0" name="object 450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3020567" y="5617464"/>
              <a:ext cx="76200" cy="39624"/>
            </a:xfrm>
            <a:prstGeom prst="rect">
              <a:avLst/>
            </a:prstGeom>
          </p:spPr>
        </p:pic>
        <p:sp>
          <p:nvSpPr>
            <p:cNvPr id="451" name="object 451" descr=""/>
            <p:cNvSpPr/>
            <p:nvPr/>
          </p:nvSpPr>
          <p:spPr>
            <a:xfrm>
              <a:off x="3023553" y="5617739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374391" y="5583936"/>
              <a:ext cx="76200" cy="39624"/>
            </a:xfrm>
            <a:prstGeom prst="rect">
              <a:avLst/>
            </a:prstGeom>
          </p:spPr>
        </p:pic>
        <p:sp>
          <p:nvSpPr>
            <p:cNvPr id="453" name="object 453" descr=""/>
            <p:cNvSpPr/>
            <p:nvPr/>
          </p:nvSpPr>
          <p:spPr>
            <a:xfrm>
              <a:off x="2375940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4" name="object 454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2447543" y="5583936"/>
              <a:ext cx="73151" cy="39624"/>
            </a:xfrm>
            <a:prstGeom prst="rect">
              <a:avLst/>
            </a:prstGeom>
          </p:spPr>
        </p:pic>
        <p:sp>
          <p:nvSpPr>
            <p:cNvPr id="455" name="object 455" descr=""/>
            <p:cNvSpPr/>
            <p:nvPr/>
          </p:nvSpPr>
          <p:spPr>
            <a:xfrm>
              <a:off x="2448195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2517647" y="5583936"/>
              <a:ext cx="76200" cy="39624"/>
            </a:xfrm>
            <a:prstGeom prst="rect">
              <a:avLst/>
            </a:prstGeom>
          </p:spPr>
        </p:pic>
        <p:sp>
          <p:nvSpPr>
            <p:cNvPr id="457" name="object 457" descr=""/>
            <p:cNvSpPr/>
            <p:nvPr/>
          </p:nvSpPr>
          <p:spPr>
            <a:xfrm>
              <a:off x="2519914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8" name="object 458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2590799" y="5583936"/>
              <a:ext cx="73151" cy="39624"/>
            </a:xfrm>
            <a:prstGeom prst="rect">
              <a:avLst/>
            </a:prstGeom>
          </p:spPr>
        </p:pic>
        <p:sp>
          <p:nvSpPr>
            <p:cNvPr id="459" name="object 459" descr=""/>
            <p:cNvSpPr/>
            <p:nvPr/>
          </p:nvSpPr>
          <p:spPr>
            <a:xfrm>
              <a:off x="2592170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2660903" y="5583936"/>
              <a:ext cx="76200" cy="39624"/>
            </a:xfrm>
            <a:prstGeom prst="rect">
              <a:avLst/>
            </a:prstGeom>
          </p:spPr>
        </p:pic>
        <p:sp>
          <p:nvSpPr>
            <p:cNvPr id="461" name="object 461" descr=""/>
            <p:cNvSpPr/>
            <p:nvPr/>
          </p:nvSpPr>
          <p:spPr>
            <a:xfrm>
              <a:off x="2663888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2" name="object 462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2734055" y="5583936"/>
              <a:ext cx="76200" cy="39624"/>
            </a:xfrm>
            <a:prstGeom prst="rect">
              <a:avLst/>
            </a:prstGeom>
          </p:spPr>
        </p:pic>
        <p:sp>
          <p:nvSpPr>
            <p:cNvPr id="463" name="object 463" descr=""/>
            <p:cNvSpPr/>
            <p:nvPr/>
          </p:nvSpPr>
          <p:spPr>
            <a:xfrm>
              <a:off x="2736143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2807207" y="5583936"/>
              <a:ext cx="73151" cy="39624"/>
            </a:xfrm>
            <a:prstGeom prst="rect">
              <a:avLst/>
            </a:prstGeom>
          </p:spPr>
        </p:pic>
        <p:sp>
          <p:nvSpPr>
            <p:cNvPr id="465" name="object 465" descr=""/>
            <p:cNvSpPr/>
            <p:nvPr/>
          </p:nvSpPr>
          <p:spPr>
            <a:xfrm>
              <a:off x="2807861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6" name="object 466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2877311" y="5583936"/>
              <a:ext cx="76200" cy="39624"/>
            </a:xfrm>
            <a:prstGeom prst="rect">
              <a:avLst/>
            </a:prstGeom>
          </p:spPr>
        </p:pic>
        <p:sp>
          <p:nvSpPr>
            <p:cNvPr id="467" name="object 467" descr=""/>
            <p:cNvSpPr/>
            <p:nvPr/>
          </p:nvSpPr>
          <p:spPr>
            <a:xfrm>
              <a:off x="2880118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8" name="object 468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2950463" y="5583936"/>
              <a:ext cx="73151" cy="39624"/>
            </a:xfrm>
            <a:prstGeom prst="rect">
              <a:avLst/>
            </a:prstGeom>
          </p:spPr>
        </p:pic>
        <p:sp>
          <p:nvSpPr>
            <p:cNvPr id="469" name="object 469" descr=""/>
            <p:cNvSpPr/>
            <p:nvPr/>
          </p:nvSpPr>
          <p:spPr>
            <a:xfrm>
              <a:off x="2951835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0" name="object 470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3020567" y="5583936"/>
              <a:ext cx="76200" cy="39624"/>
            </a:xfrm>
            <a:prstGeom prst="rect">
              <a:avLst/>
            </a:prstGeom>
          </p:spPr>
        </p:pic>
        <p:sp>
          <p:nvSpPr>
            <p:cNvPr id="471" name="object 471" descr=""/>
            <p:cNvSpPr/>
            <p:nvPr/>
          </p:nvSpPr>
          <p:spPr>
            <a:xfrm>
              <a:off x="3023553" y="5585195"/>
              <a:ext cx="71755" cy="37465"/>
            </a:xfrm>
            <a:custGeom>
              <a:avLst/>
              <a:gdLst/>
              <a:ahLst/>
              <a:cxnLst/>
              <a:rect l="l" t="t" r="r" b="b"/>
              <a:pathLst>
                <a:path w="71755" h="37464">
                  <a:moveTo>
                    <a:pt x="0" y="37013"/>
                  </a:moveTo>
                  <a:lnTo>
                    <a:pt x="71717" y="37013"/>
                  </a:lnTo>
                  <a:lnTo>
                    <a:pt x="71717" y="0"/>
                  </a:lnTo>
                  <a:lnTo>
                    <a:pt x="0" y="0"/>
                  </a:lnTo>
                  <a:lnTo>
                    <a:pt x="0" y="3701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2491515" y="5784560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5" h="107314">
                  <a:moveTo>
                    <a:pt x="36959" y="0"/>
                  </a:moveTo>
                  <a:lnTo>
                    <a:pt x="0" y="727"/>
                  </a:lnTo>
                  <a:lnTo>
                    <a:pt x="58820" y="26137"/>
                  </a:lnTo>
                  <a:lnTo>
                    <a:pt x="98261" y="61716"/>
                  </a:lnTo>
                  <a:lnTo>
                    <a:pt x="120401" y="93388"/>
                  </a:lnTo>
                  <a:lnTo>
                    <a:pt x="127320" y="107073"/>
                  </a:lnTo>
                  <a:lnTo>
                    <a:pt x="260640" y="107073"/>
                  </a:lnTo>
                  <a:lnTo>
                    <a:pt x="298589" y="33305"/>
                  </a:lnTo>
                  <a:lnTo>
                    <a:pt x="222853" y="10756"/>
                  </a:lnTo>
                  <a:lnTo>
                    <a:pt x="123443" y="1498"/>
                  </a:lnTo>
                  <a:lnTo>
                    <a:pt x="36959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2491515" y="5784560"/>
              <a:ext cx="299085" cy="107314"/>
            </a:xfrm>
            <a:custGeom>
              <a:avLst/>
              <a:gdLst/>
              <a:ahLst/>
              <a:cxnLst/>
              <a:rect l="l" t="t" r="r" b="b"/>
              <a:pathLst>
                <a:path w="299085" h="107314">
                  <a:moveTo>
                    <a:pt x="298589" y="33307"/>
                  </a:moveTo>
                  <a:lnTo>
                    <a:pt x="260642" y="107074"/>
                  </a:lnTo>
                  <a:lnTo>
                    <a:pt x="127319" y="107074"/>
                  </a:lnTo>
                  <a:lnTo>
                    <a:pt x="120402" y="93388"/>
                  </a:lnTo>
                  <a:lnTo>
                    <a:pt x="98261" y="61716"/>
                  </a:lnTo>
                  <a:lnTo>
                    <a:pt x="58820" y="26137"/>
                  </a:lnTo>
                  <a:lnTo>
                    <a:pt x="0" y="728"/>
                  </a:lnTo>
                  <a:lnTo>
                    <a:pt x="36960" y="0"/>
                  </a:lnTo>
                  <a:lnTo>
                    <a:pt x="123444" y="1498"/>
                  </a:lnTo>
                  <a:lnTo>
                    <a:pt x="222853" y="10757"/>
                  </a:lnTo>
                  <a:lnTo>
                    <a:pt x="298589" y="3330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2257710" y="5655927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89" h="266064">
                  <a:moveTo>
                    <a:pt x="897403" y="0"/>
                  </a:moveTo>
                  <a:lnTo>
                    <a:pt x="756136" y="0"/>
                  </a:lnTo>
                  <a:lnTo>
                    <a:pt x="715270" y="25253"/>
                  </a:lnTo>
                  <a:lnTo>
                    <a:pt x="0" y="25253"/>
                  </a:lnTo>
                  <a:lnTo>
                    <a:pt x="0" y="58925"/>
                  </a:lnTo>
                  <a:lnTo>
                    <a:pt x="51625" y="58925"/>
                  </a:lnTo>
                  <a:lnTo>
                    <a:pt x="119694" y="137379"/>
                  </a:lnTo>
                  <a:lnTo>
                    <a:pt x="423790" y="152085"/>
                  </a:lnTo>
                  <a:lnTo>
                    <a:pt x="595793" y="196796"/>
                  </a:lnTo>
                  <a:lnTo>
                    <a:pt x="672218" y="243885"/>
                  </a:lnTo>
                  <a:lnTo>
                    <a:pt x="689579" y="265722"/>
                  </a:lnTo>
                  <a:lnTo>
                    <a:pt x="783950" y="204296"/>
                  </a:lnTo>
                  <a:lnTo>
                    <a:pt x="848512" y="115167"/>
                  </a:lnTo>
                  <a:lnTo>
                    <a:pt x="885563" y="34883"/>
                  </a:lnTo>
                  <a:lnTo>
                    <a:pt x="897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2257710" y="5655927"/>
              <a:ext cx="897890" cy="266065"/>
            </a:xfrm>
            <a:custGeom>
              <a:avLst/>
              <a:gdLst/>
              <a:ahLst/>
              <a:cxnLst/>
              <a:rect l="l" t="t" r="r" b="b"/>
              <a:pathLst>
                <a:path w="897889" h="266064">
                  <a:moveTo>
                    <a:pt x="0" y="25253"/>
                  </a:moveTo>
                  <a:lnTo>
                    <a:pt x="715270" y="25253"/>
                  </a:lnTo>
                  <a:lnTo>
                    <a:pt x="756135" y="0"/>
                  </a:lnTo>
                  <a:lnTo>
                    <a:pt x="897402" y="0"/>
                  </a:lnTo>
                  <a:lnTo>
                    <a:pt x="885562" y="34883"/>
                  </a:lnTo>
                  <a:lnTo>
                    <a:pt x="848512" y="115166"/>
                  </a:lnTo>
                  <a:lnTo>
                    <a:pt x="783950" y="204296"/>
                  </a:lnTo>
                  <a:lnTo>
                    <a:pt x="689580" y="265720"/>
                  </a:lnTo>
                  <a:lnTo>
                    <a:pt x="672218" y="243884"/>
                  </a:lnTo>
                  <a:lnTo>
                    <a:pt x="595794" y="196796"/>
                  </a:lnTo>
                  <a:lnTo>
                    <a:pt x="423789" y="152085"/>
                  </a:lnTo>
                  <a:lnTo>
                    <a:pt x="119694" y="137380"/>
                  </a:lnTo>
                  <a:lnTo>
                    <a:pt x="51625" y="58924"/>
                  </a:lnTo>
                  <a:lnTo>
                    <a:pt x="0" y="58924"/>
                  </a:lnTo>
                  <a:lnTo>
                    <a:pt x="0" y="25253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6" name="object 476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2231135" y="5583936"/>
              <a:ext cx="149351" cy="103631"/>
            </a:xfrm>
            <a:prstGeom prst="rect">
              <a:avLst/>
            </a:prstGeom>
          </p:spPr>
        </p:pic>
        <p:sp>
          <p:nvSpPr>
            <p:cNvPr id="477" name="object 477" descr=""/>
            <p:cNvSpPr/>
            <p:nvPr/>
          </p:nvSpPr>
          <p:spPr>
            <a:xfrm>
              <a:off x="2791538" y="5714852"/>
              <a:ext cx="285750" cy="34290"/>
            </a:xfrm>
            <a:custGeom>
              <a:avLst/>
              <a:gdLst/>
              <a:ahLst/>
              <a:cxnLst/>
              <a:rect l="l" t="t" r="r" b="b"/>
              <a:pathLst>
                <a:path w="285750" h="34289">
                  <a:moveTo>
                    <a:pt x="0" y="0"/>
                  </a:moveTo>
                  <a:lnTo>
                    <a:pt x="285694" y="0"/>
                  </a:lnTo>
                  <a:lnTo>
                    <a:pt x="270781" y="33671"/>
                  </a:lnTo>
                  <a:lnTo>
                    <a:pt x="67253" y="33671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2371202" y="5714852"/>
              <a:ext cx="84455" cy="0"/>
            </a:xfrm>
            <a:custGeom>
              <a:avLst/>
              <a:gdLst/>
              <a:ahLst/>
              <a:cxnLst/>
              <a:rect l="l" t="t" r="r" b="b"/>
              <a:pathLst>
                <a:path w="84455" h="0">
                  <a:moveTo>
                    <a:pt x="0" y="0"/>
                  </a:moveTo>
                  <a:lnTo>
                    <a:pt x="84067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9" name="object 479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2496311" y="5788152"/>
              <a:ext cx="124968" cy="70104"/>
            </a:xfrm>
            <a:prstGeom prst="rect">
              <a:avLst/>
            </a:prstGeom>
          </p:spPr>
        </p:pic>
        <p:sp>
          <p:nvSpPr>
            <p:cNvPr id="480" name="object 480" descr=""/>
            <p:cNvSpPr/>
            <p:nvPr/>
          </p:nvSpPr>
          <p:spPr>
            <a:xfrm>
              <a:off x="2498926" y="5790958"/>
              <a:ext cx="120014" cy="66675"/>
            </a:xfrm>
            <a:custGeom>
              <a:avLst/>
              <a:gdLst/>
              <a:ahLst/>
              <a:cxnLst/>
              <a:rect l="l" t="t" r="r" b="b"/>
              <a:pathLst>
                <a:path w="120014" h="66675">
                  <a:moveTo>
                    <a:pt x="88582" y="66148"/>
                  </a:moveTo>
                  <a:lnTo>
                    <a:pt x="0" y="66148"/>
                  </a:lnTo>
                  <a:lnTo>
                    <a:pt x="0" y="0"/>
                  </a:lnTo>
                  <a:lnTo>
                    <a:pt x="56471" y="1757"/>
                  </a:lnTo>
                  <a:lnTo>
                    <a:pt x="100696" y="7176"/>
                  </a:lnTo>
                  <a:lnTo>
                    <a:pt x="119787" y="34808"/>
                  </a:lnTo>
                  <a:lnTo>
                    <a:pt x="119787" y="35430"/>
                  </a:lnTo>
                  <a:lnTo>
                    <a:pt x="117335" y="47386"/>
                  </a:lnTo>
                  <a:lnTo>
                    <a:pt x="110647" y="57150"/>
                  </a:lnTo>
                  <a:lnTo>
                    <a:pt x="100728" y="63734"/>
                  </a:lnTo>
                  <a:lnTo>
                    <a:pt x="88582" y="6614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2414015" y="5788152"/>
              <a:ext cx="106680" cy="48768"/>
            </a:xfrm>
            <a:prstGeom prst="rect">
              <a:avLst/>
            </a:prstGeom>
          </p:spPr>
        </p:pic>
        <p:sp>
          <p:nvSpPr>
            <p:cNvPr id="482" name="object 482" descr=""/>
            <p:cNvSpPr/>
            <p:nvPr/>
          </p:nvSpPr>
          <p:spPr>
            <a:xfrm>
              <a:off x="2414018" y="5788856"/>
              <a:ext cx="106045" cy="47625"/>
            </a:xfrm>
            <a:custGeom>
              <a:avLst/>
              <a:gdLst/>
              <a:ahLst/>
              <a:cxnLst/>
              <a:rect l="l" t="t" r="r" b="b"/>
              <a:pathLst>
                <a:path w="106044" h="47625">
                  <a:moveTo>
                    <a:pt x="82731" y="47434"/>
                  </a:moveTo>
                  <a:lnTo>
                    <a:pt x="0" y="47434"/>
                  </a:lnTo>
                  <a:lnTo>
                    <a:pt x="277" y="0"/>
                  </a:lnTo>
                  <a:lnTo>
                    <a:pt x="82731" y="1363"/>
                  </a:lnTo>
                  <a:lnTo>
                    <a:pt x="105899" y="24167"/>
                  </a:lnTo>
                  <a:lnTo>
                    <a:pt x="105899" y="24630"/>
                  </a:lnTo>
                  <a:lnTo>
                    <a:pt x="104078" y="33506"/>
                  </a:lnTo>
                  <a:lnTo>
                    <a:pt x="99113" y="40755"/>
                  </a:lnTo>
                  <a:lnTo>
                    <a:pt x="91749" y="45642"/>
                  </a:lnTo>
                  <a:lnTo>
                    <a:pt x="82731" y="47434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3" name="object 483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2374391" y="5788152"/>
              <a:ext cx="57912" cy="36575"/>
            </a:xfrm>
            <a:prstGeom prst="rect">
              <a:avLst/>
            </a:prstGeom>
          </p:spPr>
        </p:pic>
        <p:sp>
          <p:nvSpPr>
            <p:cNvPr id="484" name="object 484" descr=""/>
            <p:cNvSpPr/>
            <p:nvPr/>
          </p:nvSpPr>
          <p:spPr>
            <a:xfrm>
              <a:off x="2376976" y="5788856"/>
              <a:ext cx="53975" cy="33020"/>
            </a:xfrm>
            <a:custGeom>
              <a:avLst/>
              <a:gdLst/>
              <a:ahLst/>
              <a:cxnLst/>
              <a:rect l="l" t="t" r="r" b="b"/>
              <a:pathLst>
                <a:path w="53975" h="33020">
                  <a:moveTo>
                    <a:pt x="37317" y="32931"/>
                  </a:moveTo>
                  <a:lnTo>
                    <a:pt x="0" y="32931"/>
                  </a:lnTo>
                  <a:lnTo>
                    <a:pt x="0" y="0"/>
                  </a:lnTo>
                  <a:lnTo>
                    <a:pt x="37317" y="0"/>
                  </a:lnTo>
                  <a:lnTo>
                    <a:pt x="46464" y="0"/>
                  </a:lnTo>
                  <a:lnTo>
                    <a:pt x="53878" y="7298"/>
                  </a:lnTo>
                  <a:lnTo>
                    <a:pt x="53878" y="16297"/>
                  </a:lnTo>
                  <a:lnTo>
                    <a:pt x="53878" y="16634"/>
                  </a:lnTo>
                  <a:lnTo>
                    <a:pt x="53878" y="25632"/>
                  </a:lnTo>
                  <a:lnTo>
                    <a:pt x="46464" y="32931"/>
                  </a:lnTo>
                  <a:lnTo>
                    <a:pt x="37317" y="32931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5" name="object 485" descr=""/>
          <p:cNvSpPr txBox="1"/>
          <p:nvPr/>
        </p:nvSpPr>
        <p:spPr>
          <a:xfrm>
            <a:off x="2229336" y="4630420"/>
            <a:ext cx="9264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ED7D31"/>
                </a:solidFill>
                <a:latin typeface="Arial"/>
                <a:cs typeface="Arial"/>
              </a:rPr>
              <a:t>Production</a:t>
            </a:r>
            <a:r>
              <a:rPr dirty="0" sz="1000" spc="-11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ED7D31"/>
                </a:solidFill>
                <a:latin typeface="Arial"/>
                <a:cs typeface="Arial"/>
              </a:rPr>
              <a:t>cluster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86" name="object 486" descr=""/>
          <p:cNvGrpSpPr/>
          <p:nvPr/>
        </p:nvGrpSpPr>
        <p:grpSpPr>
          <a:xfrm>
            <a:off x="1550252" y="4952907"/>
            <a:ext cx="848994" cy="350520"/>
            <a:chOff x="1550252" y="4952907"/>
            <a:chExt cx="848994" cy="350520"/>
          </a:xfrm>
        </p:grpSpPr>
        <p:pic>
          <p:nvPicPr>
            <p:cNvPr id="487" name="object 487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2200655" y="5053584"/>
              <a:ext cx="67056" cy="36575"/>
            </a:xfrm>
            <a:prstGeom prst="rect">
              <a:avLst/>
            </a:prstGeom>
          </p:spPr>
        </p:pic>
        <p:sp>
          <p:nvSpPr>
            <p:cNvPr id="488" name="object 488" descr=""/>
            <p:cNvSpPr/>
            <p:nvPr/>
          </p:nvSpPr>
          <p:spPr>
            <a:xfrm>
              <a:off x="2201167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9" name="object 489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2133600" y="5053584"/>
              <a:ext cx="70104" cy="36575"/>
            </a:xfrm>
            <a:prstGeom prst="rect">
              <a:avLst/>
            </a:prstGeom>
          </p:spPr>
        </p:pic>
        <p:sp>
          <p:nvSpPr>
            <p:cNvPr id="490" name="object 490" descr=""/>
            <p:cNvSpPr/>
            <p:nvPr/>
          </p:nvSpPr>
          <p:spPr>
            <a:xfrm>
              <a:off x="2135334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1" name="object 491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2069591" y="5053584"/>
              <a:ext cx="67056" cy="36575"/>
            </a:xfrm>
            <a:prstGeom prst="rect">
              <a:avLst/>
            </a:prstGeom>
          </p:spPr>
        </p:pic>
        <p:sp>
          <p:nvSpPr>
            <p:cNvPr id="492" name="object 492" descr=""/>
            <p:cNvSpPr/>
            <p:nvPr/>
          </p:nvSpPr>
          <p:spPr>
            <a:xfrm>
              <a:off x="2069990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3" name="object 493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2002536" y="5053584"/>
              <a:ext cx="67056" cy="36575"/>
            </a:xfrm>
            <a:prstGeom prst="rect">
              <a:avLst/>
            </a:prstGeom>
          </p:spPr>
        </p:pic>
        <p:sp>
          <p:nvSpPr>
            <p:cNvPr id="494" name="object 494" descr=""/>
            <p:cNvSpPr/>
            <p:nvPr/>
          </p:nvSpPr>
          <p:spPr>
            <a:xfrm>
              <a:off x="2004157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5" name="object 495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1938528" y="5053584"/>
              <a:ext cx="67056" cy="36575"/>
            </a:xfrm>
            <a:prstGeom prst="rect">
              <a:avLst/>
            </a:prstGeom>
          </p:spPr>
        </p:pic>
        <p:sp>
          <p:nvSpPr>
            <p:cNvPr id="496" name="object 496" descr=""/>
            <p:cNvSpPr/>
            <p:nvPr/>
          </p:nvSpPr>
          <p:spPr>
            <a:xfrm>
              <a:off x="1938815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7" name="object 497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1871472" y="5053584"/>
              <a:ext cx="67056" cy="36575"/>
            </a:xfrm>
            <a:prstGeom prst="rect">
              <a:avLst/>
            </a:prstGeom>
          </p:spPr>
        </p:pic>
        <p:sp>
          <p:nvSpPr>
            <p:cNvPr id="498" name="object 498" descr=""/>
            <p:cNvSpPr/>
            <p:nvPr/>
          </p:nvSpPr>
          <p:spPr>
            <a:xfrm>
              <a:off x="1872980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9" name="object 499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1807463" y="5053584"/>
              <a:ext cx="67056" cy="36575"/>
            </a:xfrm>
            <a:prstGeom prst="rect">
              <a:avLst/>
            </a:prstGeom>
          </p:spPr>
        </p:pic>
        <p:sp>
          <p:nvSpPr>
            <p:cNvPr id="500" name="object 500" descr=""/>
            <p:cNvSpPr/>
            <p:nvPr/>
          </p:nvSpPr>
          <p:spPr>
            <a:xfrm>
              <a:off x="1807639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1" name="object 501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1740408" y="5053584"/>
              <a:ext cx="67056" cy="36575"/>
            </a:xfrm>
            <a:prstGeom prst="rect">
              <a:avLst/>
            </a:prstGeom>
          </p:spPr>
        </p:pic>
        <p:sp>
          <p:nvSpPr>
            <p:cNvPr id="502" name="object 502" descr=""/>
            <p:cNvSpPr/>
            <p:nvPr/>
          </p:nvSpPr>
          <p:spPr>
            <a:xfrm>
              <a:off x="1741805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3" name="object 503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676400" y="5053584"/>
              <a:ext cx="67056" cy="36575"/>
            </a:xfrm>
            <a:prstGeom prst="rect">
              <a:avLst/>
            </a:prstGeom>
          </p:spPr>
        </p:pic>
        <p:sp>
          <p:nvSpPr>
            <p:cNvPr id="504" name="object 504" descr=""/>
            <p:cNvSpPr/>
            <p:nvPr/>
          </p:nvSpPr>
          <p:spPr>
            <a:xfrm>
              <a:off x="1676462" y="5054755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5" name="object 505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2200655" y="5020056"/>
              <a:ext cx="67056" cy="36575"/>
            </a:xfrm>
            <a:prstGeom prst="rect">
              <a:avLst/>
            </a:prstGeom>
          </p:spPr>
        </p:pic>
        <p:sp>
          <p:nvSpPr>
            <p:cNvPr id="506" name="object 506" descr=""/>
            <p:cNvSpPr/>
            <p:nvPr/>
          </p:nvSpPr>
          <p:spPr>
            <a:xfrm>
              <a:off x="2201167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7" name="object 507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2133600" y="5020056"/>
              <a:ext cx="70104" cy="36575"/>
            </a:xfrm>
            <a:prstGeom prst="rect">
              <a:avLst/>
            </a:prstGeom>
          </p:spPr>
        </p:pic>
        <p:sp>
          <p:nvSpPr>
            <p:cNvPr id="508" name="object 508" descr=""/>
            <p:cNvSpPr/>
            <p:nvPr/>
          </p:nvSpPr>
          <p:spPr>
            <a:xfrm>
              <a:off x="2135334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9" name="object 509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2069591" y="5020056"/>
              <a:ext cx="67056" cy="36575"/>
            </a:xfrm>
            <a:prstGeom prst="rect">
              <a:avLst/>
            </a:prstGeom>
          </p:spPr>
        </p:pic>
        <p:sp>
          <p:nvSpPr>
            <p:cNvPr id="510" name="object 510" descr=""/>
            <p:cNvSpPr/>
            <p:nvPr/>
          </p:nvSpPr>
          <p:spPr>
            <a:xfrm>
              <a:off x="2069990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1" name="object 511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2002536" y="5020056"/>
              <a:ext cx="67056" cy="36575"/>
            </a:xfrm>
            <a:prstGeom prst="rect">
              <a:avLst/>
            </a:prstGeom>
          </p:spPr>
        </p:pic>
        <p:sp>
          <p:nvSpPr>
            <p:cNvPr id="512" name="object 512" descr=""/>
            <p:cNvSpPr/>
            <p:nvPr/>
          </p:nvSpPr>
          <p:spPr>
            <a:xfrm>
              <a:off x="2004157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3" name="object 513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1938528" y="5020056"/>
              <a:ext cx="67056" cy="36575"/>
            </a:xfrm>
            <a:prstGeom prst="rect">
              <a:avLst/>
            </a:prstGeom>
          </p:spPr>
        </p:pic>
        <p:sp>
          <p:nvSpPr>
            <p:cNvPr id="514" name="object 514" descr=""/>
            <p:cNvSpPr/>
            <p:nvPr/>
          </p:nvSpPr>
          <p:spPr>
            <a:xfrm>
              <a:off x="1938815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5" name="object 515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1871472" y="5020056"/>
              <a:ext cx="67056" cy="36575"/>
            </a:xfrm>
            <a:prstGeom prst="rect">
              <a:avLst/>
            </a:prstGeom>
          </p:spPr>
        </p:pic>
        <p:sp>
          <p:nvSpPr>
            <p:cNvPr id="516" name="object 516" descr=""/>
            <p:cNvSpPr/>
            <p:nvPr/>
          </p:nvSpPr>
          <p:spPr>
            <a:xfrm>
              <a:off x="1872980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7" name="object 517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1807463" y="5020056"/>
              <a:ext cx="67056" cy="36575"/>
            </a:xfrm>
            <a:prstGeom prst="rect">
              <a:avLst/>
            </a:prstGeom>
          </p:spPr>
        </p:pic>
        <p:sp>
          <p:nvSpPr>
            <p:cNvPr id="518" name="object 518" descr=""/>
            <p:cNvSpPr/>
            <p:nvPr/>
          </p:nvSpPr>
          <p:spPr>
            <a:xfrm>
              <a:off x="1807639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9" name="object 519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1740408" y="5020056"/>
              <a:ext cx="67056" cy="36575"/>
            </a:xfrm>
            <a:prstGeom prst="rect">
              <a:avLst/>
            </a:prstGeom>
          </p:spPr>
        </p:pic>
        <p:sp>
          <p:nvSpPr>
            <p:cNvPr id="520" name="object 520" descr=""/>
            <p:cNvSpPr/>
            <p:nvPr/>
          </p:nvSpPr>
          <p:spPr>
            <a:xfrm>
              <a:off x="1741805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1" name="object 521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1676400" y="5020056"/>
              <a:ext cx="67056" cy="36575"/>
            </a:xfrm>
            <a:prstGeom prst="rect">
              <a:avLst/>
            </a:prstGeom>
          </p:spPr>
        </p:pic>
        <p:sp>
          <p:nvSpPr>
            <p:cNvPr id="522" name="object 522" descr=""/>
            <p:cNvSpPr/>
            <p:nvPr/>
          </p:nvSpPr>
          <p:spPr>
            <a:xfrm>
              <a:off x="1676462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3" name="object 523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609344" y="5020056"/>
              <a:ext cx="70104" cy="36575"/>
            </a:xfrm>
            <a:prstGeom prst="rect">
              <a:avLst/>
            </a:prstGeom>
          </p:spPr>
        </p:pic>
        <p:sp>
          <p:nvSpPr>
            <p:cNvPr id="524" name="object 524" descr=""/>
            <p:cNvSpPr/>
            <p:nvPr/>
          </p:nvSpPr>
          <p:spPr>
            <a:xfrm>
              <a:off x="1611119" y="5022080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5" name="object 525" descr="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2200655" y="4992624"/>
              <a:ext cx="67056" cy="33527"/>
            </a:xfrm>
            <a:prstGeom prst="rect">
              <a:avLst/>
            </a:prstGeom>
          </p:spPr>
        </p:pic>
        <p:sp>
          <p:nvSpPr>
            <p:cNvPr id="526" name="object 526" descr=""/>
            <p:cNvSpPr/>
            <p:nvPr/>
          </p:nvSpPr>
          <p:spPr>
            <a:xfrm>
              <a:off x="2201167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7" name="object 527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2133600" y="4992624"/>
              <a:ext cx="70104" cy="33527"/>
            </a:xfrm>
            <a:prstGeom prst="rect">
              <a:avLst/>
            </a:prstGeom>
          </p:spPr>
        </p:pic>
        <p:sp>
          <p:nvSpPr>
            <p:cNvPr id="528" name="object 528" descr=""/>
            <p:cNvSpPr/>
            <p:nvPr/>
          </p:nvSpPr>
          <p:spPr>
            <a:xfrm>
              <a:off x="2135334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9" name="object 529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2069591" y="4992624"/>
              <a:ext cx="67056" cy="33527"/>
            </a:xfrm>
            <a:prstGeom prst="rect">
              <a:avLst/>
            </a:prstGeom>
          </p:spPr>
        </p:pic>
        <p:sp>
          <p:nvSpPr>
            <p:cNvPr id="530" name="object 530" descr=""/>
            <p:cNvSpPr/>
            <p:nvPr/>
          </p:nvSpPr>
          <p:spPr>
            <a:xfrm>
              <a:off x="2069990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1" name="object 531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2002536" y="4992624"/>
              <a:ext cx="67056" cy="33527"/>
            </a:xfrm>
            <a:prstGeom prst="rect">
              <a:avLst/>
            </a:prstGeom>
          </p:spPr>
        </p:pic>
        <p:sp>
          <p:nvSpPr>
            <p:cNvPr id="532" name="object 532" descr=""/>
            <p:cNvSpPr/>
            <p:nvPr/>
          </p:nvSpPr>
          <p:spPr>
            <a:xfrm>
              <a:off x="2004157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3" name="object 533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1938528" y="4992624"/>
              <a:ext cx="67056" cy="33527"/>
            </a:xfrm>
            <a:prstGeom prst="rect">
              <a:avLst/>
            </a:prstGeom>
          </p:spPr>
        </p:pic>
        <p:sp>
          <p:nvSpPr>
            <p:cNvPr id="534" name="object 534" descr=""/>
            <p:cNvSpPr/>
            <p:nvPr/>
          </p:nvSpPr>
          <p:spPr>
            <a:xfrm>
              <a:off x="1938815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5" name="object 535" descr="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1871472" y="4992624"/>
              <a:ext cx="67056" cy="33527"/>
            </a:xfrm>
            <a:prstGeom prst="rect">
              <a:avLst/>
            </a:prstGeom>
          </p:spPr>
        </p:pic>
        <p:sp>
          <p:nvSpPr>
            <p:cNvPr id="536" name="object 536" descr=""/>
            <p:cNvSpPr/>
            <p:nvPr/>
          </p:nvSpPr>
          <p:spPr>
            <a:xfrm>
              <a:off x="1872980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1807463" y="4992624"/>
              <a:ext cx="67056" cy="33527"/>
            </a:xfrm>
            <a:prstGeom prst="rect">
              <a:avLst/>
            </a:prstGeom>
          </p:spPr>
        </p:pic>
        <p:sp>
          <p:nvSpPr>
            <p:cNvPr id="538" name="object 538" descr=""/>
            <p:cNvSpPr/>
            <p:nvPr/>
          </p:nvSpPr>
          <p:spPr>
            <a:xfrm>
              <a:off x="1807639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9" name="object 539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1740408" y="4992624"/>
              <a:ext cx="67056" cy="33527"/>
            </a:xfrm>
            <a:prstGeom prst="rect">
              <a:avLst/>
            </a:prstGeom>
          </p:spPr>
        </p:pic>
        <p:sp>
          <p:nvSpPr>
            <p:cNvPr id="540" name="object 540" descr=""/>
            <p:cNvSpPr/>
            <p:nvPr/>
          </p:nvSpPr>
          <p:spPr>
            <a:xfrm>
              <a:off x="1741805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1" name="object 541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1676400" y="4992624"/>
              <a:ext cx="67056" cy="33527"/>
            </a:xfrm>
            <a:prstGeom prst="rect">
              <a:avLst/>
            </a:prstGeom>
          </p:spPr>
        </p:pic>
        <p:sp>
          <p:nvSpPr>
            <p:cNvPr id="542" name="object 542" descr=""/>
            <p:cNvSpPr/>
            <p:nvPr/>
          </p:nvSpPr>
          <p:spPr>
            <a:xfrm>
              <a:off x="1676462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3" name="object 543" descr="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1609344" y="4992624"/>
              <a:ext cx="70104" cy="33527"/>
            </a:xfrm>
            <a:prstGeom prst="rect">
              <a:avLst/>
            </a:prstGeom>
          </p:spPr>
        </p:pic>
        <p:sp>
          <p:nvSpPr>
            <p:cNvPr id="544" name="object 544" descr=""/>
            <p:cNvSpPr/>
            <p:nvPr/>
          </p:nvSpPr>
          <p:spPr>
            <a:xfrm>
              <a:off x="1611119" y="4992692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5" name="object 545" descr="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2200655" y="4959096"/>
              <a:ext cx="67056" cy="36575"/>
            </a:xfrm>
            <a:prstGeom prst="rect">
              <a:avLst/>
            </a:prstGeom>
          </p:spPr>
        </p:pic>
        <p:sp>
          <p:nvSpPr>
            <p:cNvPr id="546" name="object 546" descr=""/>
            <p:cNvSpPr/>
            <p:nvPr/>
          </p:nvSpPr>
          <p:spPr>
            <a:xfrm>
              <a:off x="2201167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7" name="object 547" descr="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2133600" y="4959096"/>
              <a:ext cx="70104" cy="36575"/>
            </a:xfrm>
            <a:prstGeom prst="rect">
              <a:avLst/>
            </a:prstGeom>
          </p:spPr>
        </p:pic>
        <p:sp>
          <p:nvSpPr>
            <p:cNvPr id="548" name="object 548" descr=""/>
            <p:cNvSpPr/>
            <p:nvPr/>
          </p:nvSpPr>
          <p:spPr>
            <a:xfrm>
              <a:off x="2135334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9" name="object 549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2069591" y="4959096"/>
              <a:ext cx="67056" cy="36575"/>
            </a:xfrm>
            <a:prstGeom prst="rect">
              <a:avLst/>
            </a:prstGeom>
          </p:spPr>
        </p:pic>
        <p:sp>
          <p:nvSpPr>
            <p:cNvPr id="550" name="object 550" descr=""/>
            <p:cNvSpPr/>
            <p:nvPr/>
          </p:nvSpPr>
          <p:spPr>
            <a:xfrm>
              <a:off x="2069990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1" name="object 551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2002536" y="4959096"/>
              <a:ext cx="67056" cy="36575"/>
            </a:xfrm>
            <a:prstGeom prst="rect">
              <a:avLst/>
            </a:prstGeom>
          </p:spPr>
        </p:pic>
        <p:sp>
          <p:nvSpPr>
            <p:cNvPr id="552" name="object 552" descr=""/>
            <p:cNvSpPr/>
            <p:nvPr/>
          </p:nvSpPr>
          <p:spPr>
            <a:xfrm>
              <a:off x="2004157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3" name="object 553" descr="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1938528" y="4959096"/>
              <a:ext cx="67056" cy="36575"/>
            </a:xfrm>
            <a:prstGeom prst="rect">
              <a:avLst/>
            </a:prstGeom>
          </p:spPr>
        </p:pic>
        <p:sp>
          <p:nvSpPr>
            <p:cNvPr id="554" name="object 554" descr=""/>
            <p:cNvSpPr/>
            <p:nvPr/>
          </p:nvSpPr>
          <p:spPr>
            <a:xfrm>
              <a:off x="1938815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5" name="object 555" descr="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1871472" y="4959096"/>
              <a:ext cx="67056" cy="36575"/>
            </a:xfrm>
            <a:prstGeom prst="rect">
              <a:avLst/>
            </a:prstGeom>
          </p:spPr>
        </p:pic>
        <p:sp>
          <p:nvSpPr>
            <p:cNvPr id="556" name="object 556" descr=""/>
            <p:cNvSpPr/>
            <p:nvPr/>
          </p:nvSpPr>
          <p:spPr>
            <a:xfrm>
              <a:off x="1872980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7" name="object 557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1807463" y="4959096"/>
              <a:ext cx="67056" cy="36575"/>
            </a:xfrm>
            <a:prstGeom prst="rect">
              <a:avLst/>
            </a:prstGeom>
          </p:spPr>
        </p:pic>
        <p:sp>
          <p:nvSpPr>
            <p:cNvPr id="558" name="object 558" descr=""/>
            <p:cNvSpPr/>
            <p:nvPr/>
          </p:nvSpPr>
          <p:spPr>
            <a:xfrm>
              <a:off x="1807639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9" name="object 559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1740408" y="4959096"/>
              <a:ext cx="67056" cy="36575"/>
            </a:xfrm>
            <a:prstGeom prst="rect">
              <a:avLst/>
            </a:prstGeom>
          </p:spPr>
        </p:pic>
        <p:sp>
          <p:nvSpPr>
            <p:cNvPr id="560" name="object 560" descr=""/>
            <p:cNvSpPr/>
            <p:nvPr/>
          </p:nvSpPr>
          <p:spPr>
            <a:xfrm>
              <a:off x="1741805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1" name="object 561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1676400" y="4959096"/>
              <a:ext cx="67056" cy="36575"/>
            </a:xfrm>
            <a:prstGeom prst="rect">
              <a:avLst/>
            </a:prstGeom>
          </p:spPr>
        </p:pic>
        <p:sp>
          <p:nvSpPr>
            <p:cNvPr id="562" name="object 562" descr=""/>
            <p:cNvSpPr/>
            <p:nvPr/>
          </p:nvSpPr>
          <p:spPr>
            <a:xfrm>
              <a:off x="1676462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3" name="object 563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1609344" y="4959096"/>
              <a:ext cx="70104" cy="36575"/>
            </a:xfrm>
            <a:prstGeom prst="rect">
              <a:avLst/>
            </a:prstGeom>
          </p:spPr>
        </p:pic>
        <p:sp>
          <p:nvSpPr>
            <p:cNvPr id="564" name="object 564" descr=""/>
            <p:cNvSpPr/>
            <p:nvPr/>
          </p:nvSpPr>
          <p:spPr>
            <a:xfrm>
              <a:off x="1611119" y="4959257"/>
              <a:ext cx="65405" cy="33655"/>
            </a:xfrm>
            <a:custGeom>
              <a:avLst/>
              <a:gdLst/>
              <a:ahLst/>
              <a:cxnLst/>
              <a:rect l="l" t="t" r="r" b="b"/>
              <a:pathLst>
                <a:path w="65405" h="33654">
                  <a:moveTo>
                    <a:pt x="0" y="33425"/>
                  </a:moveTo>
                  <a:lnTo>
                    <a:pt x="65342" y="33425"/>
                  </a:lnTo>
                  <a:lnTo>
                    <a:pt x="65342" y="0"/>
                  </a:lnTo>
                  <a:lnTo>
                    <a:pt x="0" y="0"/>
                  </a:lnTo>
                  <a:lnTo>
                    <a:pt x="0" y="3342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1889164" y="5172732"/>
              <a:ext cx="272415" cy="97155"/>
            </a:xfrm>
            <a:custGeom>
              <a:avLst/>
              <a:gdLst/>
              <a:ahLst/>
              <a:cxnLst/>
              <a:rect l="l" t="t" r="r" b="b"/>
              <a:pathLst>
                <a:path w="272414" h="97154">
                  <a:moveTo>
                    <a:pt x="238376" y="0"/>
                  </a:moveTo>
                  <a:lnTo>
                    <a:pt x="159579" y="1353"/>
                  </a:lnTo>
                  <a:lnTo>
                    <a:pt x="69005" y="9714"/>
                  </a:lnTo>
                  <a:lnTo>
                    <a:pt x="0" y="30077"/>
                  </a:lnTo>
                  <a:lnTo>
                    <a:pt x="34575" y="96693"/>
                  </a:lnTo>
                  <a:lnTo>
                    <a:pt x="156048" y="96693"/>
                  </a:lnTo>
                  <a:lnTo>
                    <a:pt x="162351" y="84334"/>
                  </a:lnTo>
                  <a:lnTo>
                    <a:pt x="182523" y="55733"/>
                  </a:lnTo>
                  <a:lnTo>
                    <a:pt x="218459" y="23604"/>
                  </a:lnTo>
                  <a:lnTo>
                    <a:pt x="272051" y="657"/>
                  </a:lnTo>
                  <a:lnTo>
                    <a:pt x="238376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1889164" y="5172731"/>
              <a:ext cx="272415" cy="97155"/>
            </a:xfrm>
            <a:custGeom>
              <a:avLst/>
              <a:gdLst/>
              <a:ahLst/>
              <a:cxnLst/>
              <a:rect l="l" t="t" r="r" b="b"/>
              <a:pathLst>
                <a:path w="272414" h="97154">
                  <a:moveTo>
                    <a:pt x="0" y="30078"/>
                  </a:moveTo>
                  <a:lnTo>
                    <a:pt x="34575" y="96695"/>
                  </a:lnTo>
                  <a:lnTo>
                    <a:pt x="156047" y="96695"/>
                  </a:lnTo>
                  <a:lnTo>
                    <a:pt x="162350" y="84335"/>
                  </a:lnTo>
                  <a:lnTo>
                    <a:pt x="182522" y="55735"/>
                  </a:lnTo>
                  <a:lnTo>
                    <a:pt x="218457" y="23604"/>
                  </a:lnTo>
                  <a:lnTo>
                    <a:pt x="272050" y="658"/>
                  </a:lnTo>
                  <a:lnTo>
                    <a:pt x="238375" y="0"/>
                  </a:lnTo>
                  <a:lnTo>
                    <a:pt x="159578" y="1353"/>
                  </a:lnTo>
                  <a:lnTo>
                    <a:pt x="69005" y="9715"/>
                  </a:lnTo>
                  <a:lnTo>
                    <a:pt x="0" y="30078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1556600" y="5056567"/>
              <a:ext cx="814705" cy="240029"/>
            </a:xfrm>
            <a:custGeom>
              <a:avLst/>
              <a:gdLst/>
              <a:ahLst/>
              <a:cxnLst/>
              <a:rect l="l" t="t" r="r" b="b"/>
              <a:pathLst>
                <a:path w="814705" h="240029">
                  <a:moveTo>
                    <a:pt x="128709" y="0"/>
                  </a:moveTo>
                  <a:lnTo>
                    <a:pt x="0" y="0"/>
                  </a:lnTo>
                  <a:lnTo>
                    <a:pt x="10786" y="31502"/>
                  </a:lnTo>
                  <a:lnTo>
                    <a:pt x="44543" y="104002"/>
                  </a:lnTo>
                  <a:lnTo>
                    <a:pt x="103366" y="184495"/>
                  </a:lnTo>
                  <a:lnTo>
                    <a:pt x="189349" y="239965"/>
                  </a:lnTo>
                  <a:lnTo>
                    <a:pt x="205167" y="220244"/>
                  </a:lnTo>
                  <a:lnTo>
                    <a:pt x="274798" y="177721"/>
                  </a:lnTo>
                  <a:lnTo>
                    <a:pt x="431514" y="137344"/>
                  </a:lnTo>
                  <a:lnTo>
                    <a:pt x="708579" y="124063"/>
                  </a:lnTo>
                  <a:lnTo>
                    <a:pt x="770599" y="53214"/>
                  </a:lnTo>
                  <a:lnTo>
                    <a:pt x="814297" y="53214"/>
                  </a:lnTo>
                  <a:lnTo>
                    <a:pt x="814297" y="22806"/>
                  </a:lnTo>
                  <a:lnTo>
                    <a:pt x="165943" y="22806"/>
                  </a:lnTo>
                  <a:lnTo>
                    <a:pt x="1287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1556602" y="5056568"/>
              <a:ext cx="814705" cy="240029"/>
            </a:xfrm>
            <a:custGeom>
              <a:avLst/>
              <a:gdLst/>
              <a:ahLst/>
              <a:cxnLst/>
              <a:rect l="l" t="t" r="r" b="b"/>
              <a:pathLst>
                <a:path w="814705" h="240029">
                  <a:moveTo>
                    <a:pt x="814296" y="22805"/>
                  </a:moveTo>
                  <a:lnTo>
                    <a:pt x="165942" y="22805"/>
                  </a:lnTo>
                  <a:lnTo>
                    <a:pt x="128709" y="0"/>
                  </a:lnTo>
                  <a:lnTo>
                    <a:pt x="0" y="0"/>
                  </a:lnTo>
                  <a:lnTo>
                    <a:pt x="10786" y="31501"/>
                  </a:lnTo>
                  <a:lnTo>
                    <a:pt x="44544" y="104003"/>
                  </a:lnTo>
                  <a:lnTo>
                    <a:pt x="103367" y="184493"/>
                  </a:lnTo>
                  <a:lnTo>
                    <a:pt x="189350" y="239963"/>
                  </a:lnTo>
                  <a:lnTo>
                    <a:pt x="205168" y="220244"/>
                  </a:lnTo>
                  <a:lnTo>
                    <a:pt x="274798" y="177720"/>
                  </a:lnTo>
                  <a:lnTo>
                    <a:pt x="431513" y="137344"/>
                  </a:lnTo>
                  <a:lnTo>
                    <a:pt x="708580" y="124064"/>
                  </a:lnTo>
                  <a:lnTo>
                    <a:pt x="770598" y="53213"/>
                  </a:lnTo>
                  <a:lnTo>
                    <a:pt x="814296" y="53213"/>
                  </a:lnTo>
                  <a:lnTo>
                    <a:pt x="814296" y="22805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9" name="object 569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2258568" y="4989576"/>
              <a:ext cx="140207" cy="94487"/>
            </a:xfrm>
            <a:prstGeom prst="rect">
              <a:avLst/>
            </a:prstGeom>
          </p:spPr>
        </p:pic>
        <p:sp>
          <p:nvSpPr>
            <p:cNvPr id="570" name="object 570" descr=""/>
            <p:cNvSpPr/>
            <p:nvPr/>
          </p:nvSpPr>
          <p:spPr>
            <a:xfrm>
              <a:off x="1627558" y="5109781"/>
              <a:ext cx="257175" cy="30480"/>
            </a:xfrm>
            <a:custGeom>
              <a:avLst/>
              <a:gdLst/>
              <a:ahLst/>
              <a:cxnLst/>
              <a:rect l="l" t="t" r="r" b="b"/>
              <a:pathLst>
                <a:path w="257175" h="30479">
                  <a:moveTo>
                    <a:pt x="256960" y="0"/>
                  </a:moveTo>
                  <a:lnTo>
                    <a:pt x="0" y="0"/>
                  </a:lnTo>
                  <a:lnTo>
                    <a:pt x="13587" y="30407"/>
                  </a:lnTo>
                  <a:lnTo>
                    <a:pt x="195684" y="30407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2190899" y="5109780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5" h="0">
                  <a:moveTo>
                    <a:pt x="76595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2" name="object 572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2045208" y="5175504"/>
              <a:ext cx="109728" cy="64007"/>
            </a:xfrm>
            <a:prstGeom prst="rect">
              <a:avLst/>
            </a:prstGeom>
          </p:spPr>
        </p:pic>
        <p:sp>
          <p:nvSpPr>
            <p:cNvPr id="573" name="object 573" descr=""/>
            <p:cNvSpPr/>
            <p:nvPr/>
          </p:nvSpPr>
          <p:spPr>
            <a:xfrm>
              <a:off x="2045322" y="5178511"/>
              <a:ext cx="109220" cy="60325"/>
            </a:xfrm>
            <a:custGeom>
              <a:avLst/>
              <a:gdLst/>
              <a:ahLst/>
              <a:cxnLst/>
              <a:rect l="l" t="t" r="r" b="b"/>
              <a:pathLst>
                <a:path w="109219" h="60325">
                  <a:moveTo>
                    <a:pt x="28432" y="59736"/>
                  </a:moveTo>
                  <a:lnTo>
                    <a:pt x="109140" y="59736"/>
                  </a:lnTo>
                  <a:lnTo>
                    <a:pt x="109140" y="0"/>
                  </a:lnTo>
                  <a:lnTo>
                    <a:pt x="57686" y="1587"/>
                  </a:lnTo>
                  <a:lnTo>
                    <a:pt x="8353" y="12358"/>
                  </a:lnTo>
                  <a:lnTo>
                    <a:pt x="0" y="31434"/>
                  </a:lnTo>
                  <a:lnTo>
                    <a:pt x="0" y="31996"/>
                  </a:lnTo>
                  <a:lnTo>
                    <a:pt x="2233" y="42793"/>
                  </a:lnTo>
                  <a:lnTo>
                    <a:pt x="8327" y="51611"/>
                  </a:lnTo>
                  <a:lnTo>
                    <a:pt x="17364" y="57556"/>
                  </a:lnTo>
                  <a:lnTo>
                    <a:pt x="28432" y="59736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2135337" y="5176612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19" h="43179">
                  <a:moveTo>
                    <a:pt x="96232" y="0"/>
                  </a:moveTo>
                  <a:lnTo>
                    <a:pt x="21109" y="1230"/>
                  </a:lnTo>
                  <a:lnTo>
                    <a:pt x="0" y="21824"/>
                  </a:lnTo>
                  <a:lnTo>
                    <a:pt x="1658" y="30259"/>
                  </a:lnTo>
                  <a:lnTo>
                    <a:pt x="6182" y="36804"/>
                  </a:lnTo>
                  <a:lnTo>
                    <a:pt x="12893" y="41219"/>
                  </a:lnTo>
                  <a:lnTo>
                    <a:pt x="21109" y="42837"/>
                  </a:lnTo>
                  <a:lnTo>
                    <a:pt x="96486" y="42837"/>
                  </a:lnTo>
                  <a:lnTo>
                    <a:pt x="96232" y="0"/>
                  </a:lnTo>
                  <a:close/>
                </a:path>
              </a:pathLst>
            </a:custGeom>
            <a:solidFill>
              <a:srgbClr val="AEBC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2135337" y="5176612"/>
              <a:ext cx="96520" cy="43180"/>
            </a:xfrm>
            <a:custGeom>
              <a:avLst/>
              <a:gdLst/>
              <a:ahLst/>
              <a:cxnLst/>
              <a:rect l="l" t="t" r="r" b="b"/>
              <a:pathLst>
                <a:path w="96519" h="43179">
                  <a:moveTo>
                    <a:pt x="21109" y="42837"/>
                  </a:moveTo>
                  <a:lnTo>
                    <a:pt x="96486" y="42837"/>
                  </a:lnTo>
                  <a:lnTo>
                    <a:pt x="96233" y="0"/>
                  </a:lnTo>
                  <a:lnTo>
                    <a:pt x="21109" y="1230"/>
                  </a:lnTo>
                  <a:lnTo>
                    <a:pt x="0" y="21825"/>
                  </a:lnTo>
                  <a:lnTo>
                    <a:pt x="0" y="22243"/>
                  </a:lnTo>
                  <a:lnTo>
                    <a:pt x="1658" y="30258"/>
                  </a:lnTo>
                  <a:lnTo>
                    <a:pt x="6182" y="36805"/>
                  </a:lnTo>
                  <a:lnTo>
                    <a:pt x="12892" y="41219"/>
                  </a:lnTo>
                  <a:lnTo>
                    <a:pt x="21109" y="42837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6" name="object 576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2215895" y="5175504"/>
              <a:ext cx="51816" cy="33527"/>
            </a:xfrm>
            <a:prstGeom prst="rect">
              <a:avLst/>
            </a:prstGeom>
          </p:spPr>
        </p:pic>
        <p:sp>
          <p:nvSpPr>
            <p:cNvPr id="577" name="object 577" descr=""/>
            <p:cNvSpPr/>
            <p:nvPr/>
          </p:nvSpPr>
          <p:spPr>
            <a:xfrm>
              <a:off x="2216484" y="5176612"/>
              <a:ext cx="49530" cy="29845"/>
            </a:xfrm>
            <a:custGeom>
              <a:avLst/>
              <a:gdLst/>
              <a:ahLst/>
              <a:cxnLst/>
              <a:rect l="l" t="t" r="r" b="b"/>
              <a:pathLst>
                <a:path w="49530" h="29845">
                  <a:moveTo>
                    <a:pt x="15089" y="29739"/>
                  </a:moveTo>
                  <a:lnTo>
                    <a:pt x="49089" y="29739"/>
                  </a:lnTo>
                  <a:lnTo>
                    <a:pt x="49089" y="0"/>
                  </a:lnTo>
                  <a:lnTo>
                    <a:pt x="15089" y="0"/>
                  </a:lnTo>
                  <a:lnTo>
                    <a:pt x="6755" y="0"/>
                  </a:lnTo>
                  <a:lnTo>
                    <a:pt x="0" y="6590"/>
                  </a:lnTo>
                  <a:lnTo>
                    <a:pt x="0" y="14717"/>
                  </a:lnTo>
                  <a:lnTo>
                    <a:pt x="0" y="15021"/>
                  </a:lnTo>
                  <a:lnTo>
                    <a:pt x="0" y="23148"/>
                  </a:lnTo>
                  <a:lnTo>
                    <a:pt x="6755" y="29739"/>
                  </a:lnTo>
                  <a:lnTo>
                    <a:pt x="15089" y="29739"/>
                  </a:lnTo>
                  <a:close/>
                </a:path>
              </a:pathLst>
            </a:custGeom>
            <a:ln w="12700">
              <a:solidFill>
                <a:srgbClr val="4A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8" name="object 578" descr=""/>
          <p:cNvSpPr txBox="1"/>
          <p:nvPr/>
        </p:nvSpPr>
        <p:spPr>
          <a:xfrm>
            <a:off x="1598357" y="5332983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sp>
        <p:nvSpPr>
          <p:cNvPr id="579" name="object 579" descr=""/>
          <p:cNvSpPr txBox="1"/>
          <p:nvPr/>
        </p:nvSpPr>
        <p:spPr>
          <a:xfrm>
            <a:off x="3004197" y="5329935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sp>
        <p:nvSpPr>
          <p:cNvPr id="580" name="object 580" descr=""/>
          <p:cNvSpPr txBox="1"/>
          <p:nvPr/>
        </p:nvSpPr>
        <p:spPr>
          <a:xfrm>
            <a:off x="2338666" y="5939535"/>
            <a:ext cx="73914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700" spc="-5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ED7D31"/>
                </a:solidFill>
                <a:latin typeface="Arial"/>
                <a:cs typeface="Arial"/>
              </a:rPr>
              <a:t>instance</a:t>
            </a:r>
            <a:endParaRPr sz="700">
              <a:latin typeface="Arial"/>
              <a:cs typeface="Arial"/>
            </a:endParaRPr>
          </a:p>
        </p:txBody>
      </p:sp>
      <p:sp>
        <p:nvSpPr>
          <p:cNvPr id="581" name="object 581" descr=""/>
          <p:cNvSpPr txBox="1"/>
          <p:nvPr/>
        </p:nvSpPr>
        <p:spPr>
          <a:xfrm>
            <a:off x="4052623" y="3691635"/>
            <a:ext cx="16605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0855" marR="5080" indent="-47879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ED7D31"/>
                </a:solidFill>
                <a:latin typeface="Arial"/>
                <a:cs typeface="Arial"/>
              </a:rPr>
              <a:t>Amazon</a:t>
            </a:r>
            <a:r>
              <a:rPr dirty="0" sz="1000" spc="-12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ED7D31"/>
                </a:solidFill>
                <a:latin typeface="Arial"/>
                <a:cs typeface="Arial"/>
              </a:rPr>
              <a:t>Elastic</a:t>
            </a:r>
            <a:r>
              <a:rPr dirty="0" sz="1000" spc="-8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1000" spc="-5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ED7D31"/>
                </a:solidFill>
                <a:latin typeface="Arial"/>
                <a:cs typeface="Arial"/>
              </a:rPr>
              <a:t>Service </a:t>
            </a:r>
            <a:r>
              <a:rPr dirty="0" sz="1000" spc="-80">
                <a:solidFill>
                  <a:srgbClr val="ED7D31"/>
                </a:solidFill>
                <a:latin typeface="Arial"/>
                <a:cs typeface="Arial"/>
              </a:rPr>
              <a:t>(Amazon</a:t>
            </a:r>
            <a:r>
              <a:rPr dirty="0" sz="1000" spc="-10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ED7D31"/>
                </a:solidFill>
                <a:latin typeface="Arial"/>
                <a:cs typeface="Arial"/>
              </a:rPr>
              <a:t>ECS)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82" name="object 582" descr=""/>
          <p:cNvPicPr/>
          <p:nvPr/>
        </p:nvPicPr>
        <p:blipFill>
          <a:blip r:embed="rId264" cstate="print"/>
          <a:stretch>
            <a:fillRect/>
          </a:stretch>
        </p:blipFill>
        <p:spPr>
          <a:xfrm>
            <a:off x="2694432" y="4075176"/>
            <a:ext cx="4626864" cy="545592"/>
          </a:xfrm>
          <a:prstGeom prst="rect">
            <a:avLst/>
          </a:prstGeom>
        </p:spPr>
      </p:pic>
      <p:sp>
        <p:nvSpPr>
          <p:cNvPr id="583" name="object 583" descr=""/>
          <p:cNvSpPr txBox="1"/>
          <p:nvPr/>
        </p:nvSpPr>
        <p:spPr>
          <a:xfrm>
            <a:off x="7417348" y="1690010"/>
            <a:ext cx="753745" cy="139700"/>
          </a:xfrm>
          <a:prstGeom prst="rect">
            <a:avLst/>
          </a:prstGeom>
          <a:solidFill>
            <a:srgbClr val="819DC9"/>
          </a:solidFill>
        </p:spPr>
        <p:txBody>
          <a:bodyPr wrap="square" lIns="0" tIns="2540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200"/>
              </a:spcBef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endParaRPr sz="700">
              <a:latin typeface="Arial"/>
              <a:cs typeface="Arial"/>
            </a:endParaRPr>
          </a:p>
        </p:txBody>
      </p:sp>
      <p:sp>
        <p:nvSpPr>
          <p:cNvPr id="584" name="object 584" descr=""/>
          <p:cNvSpPr txBox="1"/>
          <p:nvPr/>
        </p:nvSpPr>
        <p:spPr>
          <a:xfrm>
            <a:off x="7417348" y="1888689"/>
            <a:ext cx="753745" cy="139700"/>
          </a:xfrm>
          <a:prstGeom prst="rect">
            <a:avLst/>
          </a:prstGeom>
          <a:solidFill>
            <a:srgbClr val="819DC9"/>
          </a:solidFill>
        </p:spPr>
        <p:txBody>
          <a:bodyPr wrap="square" lIns="0" tIns="2476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195"/>
              </a:spcBef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endParaRPr sz="700">
              <a:latin typeface="Arial"/>
              <a:cs typeface="Arial"/>
            </a:endParaRPr>
          </a:p>
        </p:txBody>
      </p:sp>
      <p:sp>
        <p:nvSpPr>
          <p:cNvPr id="585" name="object 585" descr=""/>
          <p:cNvSpPr txBox="1"/>
          <p:nvPr/>
        </p:nvSpPr>
        <p:spPr>
          <a:xfrm>
            <a:off x="7417348" y="2090184"/>
            <a:ext cx="753745" cy="139700"/>
          </a:xfrm>
          <a:prstGeom prst="rect">
            <a:avLst/>
          </a:prstGeom>
          <a:solidFill>
            <a:srgbClr val="819DC9"/>
          </a:solidFill>
        </p:spPr>
        <p:txBody>
          <a:bodyPr wrap="square" lIns="0" tIns="24130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190"/>
              </a:spcBef>
            </a:pP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Volume</a:t>
            </a:r>
            <a:endParaRPr sz="700">
              <a:latin typeface="Arial"/>
              <a:cs typeface="Arial"/>
            </a:endParaRPr>
          </a:p>
        </p:txBody>
      </p:sp>
      <p:sp>
        <p:nvSpPr>
          <p:cNvPr id="586" name="object 586" descr=""/>
          <p:cNvSpPr txBox="1"/>
          <p:nvPr/>
        </p:nvSpPr>
        <p:spPr>
          <a:xfrm>
            <a:off x="7158088" y="1414779"/>
            <a:ext cx="7283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20">
                <a:solidFill>
                  <a:srgbClr val="ED7D31"/>
                </a:solidFill>
                <a:latin typeface="Arial"/>
                <a:cs typeface="Arial"/>
              </a:rPr>
              <a:t>Task</a:t>
            </a:r>
            <a:r>
              <a:rPr dirty="0" sz="1000" spc="-190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ED7D31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87" name="object 587" descr=""/>
          <p:cNvGrpSpPr/>
          <p:nvPr/>
        </p:nvGrpSpPr>
        <p:grpSpPr>
          <a:xfrm>
            <a:off x="5961528" y="1958126"/>
            <a:ext cx="901065" cy="845185"/>
            <a:chOff x="5961528" y="1958126"/>
            <a:chExt cx="901065" cy="845185"/>
          </a:xfrm>
        </p:grpSpPr>
        <p:pic>
          <p:nvPicPr>
            <p:cNvPr id="588" name="object 588" descr="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5961528" y="2388814"/>
              <a:ext cx="462827" cy="414399"/>
            </a:xfrm>
            <a:prstGeom prst="rect">
              <a:avLst/>
            </a:prstGeom>
          </p:spPr>
        </p:pic>
        <p:sp>
          <p:nvSpPr>
            <p:cNvPr id="589" name="object 589" descr=""/>
            <p:cNvSpPr/>
            <p:nvPr/>
          </p:nvSpPr>
          <p:spPr>
            <a:xfrm>
              <a:off x="6397269" y="1958136"/>
              <a:ext cx="464820" cy="431165"/>
            </a:xfrm>
            <a:custGeom>
              <a:avLst/>
              <a:gdLst/>
              <a:ahLst/>
              <a:cxnLst/>
              <a:rect l="l" t="t" r="r" b="b"/>
              <a:pathLst>
                <a:path w="464820" h="431164">
                  <a:moveTo>
                    <a:pt x="464743" y="27051"/>
                  </a:moveTo>
                  <a:lnTo>
                    <a:pt x="463270" y="0"/>
                  </a:lnTo>
                  <a:lnTo>
                    <a:pt x="420446" y="2324"/>
                  </a:lnTo>
                  <a:lnTo>
                    <a:pt x="377291" y="9232"/>
                  </a:lnTo>
                  <a:lnTo>
                    <a:pt x="334924" y="20345"/>
                  </a:lnTo>
                  <a:lnTo>
                    <a:pt x="293624" y="35356"/>
                  </a:lnTo>
                  <a:lnTo>
                    <a:pt x="253746" y="53949"/>
                  </a:lnTo>
                  <a:lnTo>
                    <a:pt x="215582" y="75844"/>
                  </a:lnTo>
                  <a:lnTo>
                    <a:pt x="179463" y="100736"/>
                  </a:lnTo>
                  <a:lnTo>
                    <a:pt x="145707" y="128333"/>
                  </a:lnTo>
                  <a:lnTo>
                    <a:pt x="114630" y="158356"/>
                  </a:lnTo>
                  <a:lnTo>
                    <a:pt x="86563" y="190538"/>
                  </a:lnTo>
                  <a:lnTo>
                    <a:pt x="61823" y="224586"/>
                  </a:lnTo>
                  <a:lnTo>
                    <a:pt x="40779" y="260235"/>
                  </a:lnTo>
                  <a:lnTo>
                    <a:pt x="23749" y="297230"/>
                  </a:lnTo>
                  <a:lnTo>
                    <a:pt x="6591" y="354584"/>
                  </a:lnTo>
                  <a:lnTo>
                    <a:pt x="0" y="430682"/>
                  </a:lnTo>
                  <a:lnTo>
                    <a:pt x="27076" y="430682"/>
                  </a:lnTo>
                  <a:lnTo>
                    <a:pt x="28282" y="395998"/>
                  </a:lnTo>
                  <a:lnTo>
                    <a:pt x="30137" y="377723"/>
                  </a:lnTo>
                  <a:lnTo>
                    <a:pt x="48945" y="307289"/>
                  </a:lnTo>
                  <a:lnTo>
                    <a:pt x="65100" y="272199"/>
                  </a:lnTo>
                  <a:lnTo>
                    <a:pt x="84467" y="239509"/>
                  </a:lnTo>
                  <a:lnTo>
                    <a:pt x="84823" y="238912"/>
                  </a:lnTo>
                  <a:lnTo>
                    <a:pt x="107772" y="207429"/>
                  </a:lnTo>
                  <a:lnTo>
                    <a:pt x="108127" y="206946"/>
                  </a:lnTo>
                  <a:lnTo>
                    <a:pt x="134366" y="176961"/>
                  </a:lnTo>
                  <a:lnTo>
                    <a:pt x="134670" y="176606"/>
                  </a:lnTo>
                  <a:lnTo>
                    <a:pt x="163715" y="148602"/>
                  </a:lnTo>
                  <a:lnTo>
                    <a:pt x="164122" y="148209"/>
                  </a:lnTo>
                  <a:lnTo>
                    <a:pt x="195618" y="122504"/>
                  </a:lnTo>
                  <a:lnTo>
                    <a:pt x="195757" y="122415"/>
                  </a:lnTo>
                  <a:lnTo>
                    <a:pt x="196176" y="122059"/>
                  </a:lnTo>
                  <a:lnTo>
                    <a:pt x="230009" y="98818"/>
                  </a:lnTo>
                  <a:lnTo>
                    <a:pt x="230492" y="98475"/>
                  </a:lnTo>
                  <a:lnTo>
                    <a:pt x="266141" y="78079"/>
                  </a:lnTo>
                  <a:lnTo>
                    <a:pt x="266725" y="77736"/>
                  </a:lnTo>
                  <a:lnTo>
                    <a:pt x="304698" y="60159"/>
                  </a:lnTo>
                  <a:lnTo>
                    <a:pt x="342569" y="46393"/>
                  </a:lnTo>
                  <a:lnTo>
                    <a:pt x="343014" y="46228"/>
                  </a:lnTo>
                  <a:lnTo>
                    <a:pt x="343814" y="46024"/>
                  </a:lnTo>
                  <a:lnTo>
                    <a:pt x="382485" y="35877"/>
                  </a:lnTo>
                  <a:lnTo>
                    <a:pt x="382879" y="35775"/>
                  </a:lnTo>
                  <a:lnTo>
                    <a:pt x="383247" y="35725"/>
                  </a:lnTo>
                  <a:lnTo>
                    <a:pt x="383946" y="35610"/>
                  </a:lnTo>
                  <a:lnTo>
                    <a:pt x="423087" y="29337"/>
                  </a:lnTo>
                  <a:lnTo>
                    <a:pt x="423329" y="29298"/>
                  </a:lnTo>
                  <a:lnTo>
                    <a:pt x="425386" y="29197"/>
                  </a:lnTo>
                  <a:lnTo>
                    <a:pt x="464743" y="27051"/>
                  </a:lnTo>
                  <a:close/>
                </a:path>
              </a:pathLst>
            </a:custGeom>
            <a:solidFill>
              <a:srgbClr val="819DC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0" name="object 590" descr=""/>
          <p:cNvSpPr txBox="1"/>
          <p:nvPr/>
        </p:nvSpPr>
        <p:spPr>
          <a:xfrm>
            <a:off x="7613572" y="2637028"/>
            <a:ext cx="17011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ED7D31"/>
                </a:solidFill>
                <a:latin typeface="Arial"/>
                <a:cs typeface="Arial"/>
              </a:rPr>
              <a:t>Amazon</a:t>
            </a:r>
            <a:r>
              <a:rPr dirty="0" sz="1000" spc="-12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ED7D31"/>
                </a:solidFill>
                <a:latin typeface="Arial"/>
                <a:cs typeface="Arial"/>
              </a:rPr>
              <a:t>Elastic</a:t>
            </a:r>
            <a:r>
              <a:rPr dirty="0" sz="1000" spc="-85">
                <a:solidFill>
                  <a:srgbClr val="ED7D3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ED7D31"/>
                </a:solidFill>
                <a:latin typeface="Arial"/>
                <a:cs typeface="Arial"/>
              </a:rPr>
              <a:t>Container</a:t>
            </a:r>
            <a:r>
              <a:rPr dirty="0" sz="1000" spc="-55">
                <a:solidFill>
                  <a:srgbClr val="ED7D31"/>
                </a:solidFill>
                <a:latin typeface="Arial"/>
                <a:cs typeface="Arial"/>
              </a:rPr>
              <a:t> Registry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91" name="object 591" descr=""/>
          <p:cNvPicPr/>
          <p:nvPr/>
        </p:nvPicPr>
        <p:blipFill>
          <a:blip r:embed="rId266" cstate="print"/>
          <a:stretch>
            <a:fillRect/>
          </a:stretch>
        </p:blipFill>
        <p:spPr>
          <a:xfrm>
            <a:off x="4565903" y="4776215"/>
            <a:ext cx="658368" cy="822960"/>
          </a:xfrm>
          <a:prstGeom prst="rect">
            <a:avLst/>
          </a:prstGeom>
        </p:spPr>
      </p:pic>
      <p:pic>
        <p:nvPicPr>
          <p:cNvPr id="592" name="object 592" descr=""/>
          <p:cNvPicPr/>
          <p:nvPr/>
        </p:nvPicPr>
        <p:blipFill>
          <a:blip r:embed="rId267" cstate="print"/>
          <a:stretch>
            <a:fillRect/>
          </a:stretch>
        </p:blipFill>
        <p:spPr>
          <a:xfrm>
            <a:off x="8001000" y="2898648"/>
            <a:ext cx="865631" cy="1085088"/>
          </a:xfrm>
          <a:prstGeom prst="rect">
            <a:avLst/>
          </a:prstGeom>
        </p:spPr>
      </p:pic>
      <p:sp>
        <p:nvSpPr>
          <p:cNvPr id="593" name="object 593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Amazon</a:t>
            </a:r>
            <a:r>
              <a:rPr dirty="0" spc="-220"/>
              <a:t> </a:t>
            </a:r>
            <a:r>
              <a:rPr dirty="0"/>
              <a:t>ECS</a:t>
            </a:r>
            <a:r>
              <a:rPr dirty="0" spc="-215"/>
              <a:t> </a:t>
            </a:r>
            <a:r>
              <a:rPr dirty="0" spc="-114"/>
              <a:t>features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2627" y="2357120"/>
            <a:ext cx="5946140" cy="293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Elastic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Load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Balancing</a:t>
            </a:r>
            <a:endParaRPr sz="2100">
              <a:latin typeface="Trebuchet MS"/>
              <a:cs typeface="Trebuchet MS"/>
            </a:endParaRPr>
          </a:p>
          <a:p>
            <a:pPr marL="12700" marR="1231265">
              <a:lnSpc>
                <a:spcPct val="201900"/>
              </a:lnSpc>
              <a:spcBef>
                <a:spcPts val="25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Service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Discovery</a:t>
            </a:r>
            <a:r>
              <a:rPr dirty="0" sz="21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60">
                <a:solidFill>
                  <a:srgbClr val="FFFFFF"/>
                </a:solidFill>
                <a:latin typeface="Trebuchet MS"/>
                <a:cs typeface="Trebuchet MS"/>
              </a:rPr>
              <a:t>AWS</a:t>
            </a:r>
            <a:r>
              <a:rPr dirty="0" sz="21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CloudMap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Task</a:t>
            </a:r>
            <a:r>
              <a:rPr dirty="0" sz="21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level</a:t>
            </a:r>
            <a:r>
              <a:rPr dirty="0" sz="21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25">
                <a:solidFill>
                  <a:srgbClr val="FFFFFF"/>
                </a:solidFill>
                <a:latin typeface="Trebuchet MS"/>
                <a:cs typeface="Trebuchet MS"/>
              </a:rPr>
              <a:t>IAM</a:t>
            </a:r>
            <a:r>
              <a:rPr dirty="0" sz="21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support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201900"/>
              </a:lnSpc>
              <a:spcBef>
                <a:spcPts val="2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Blue/Green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Deployments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60">
                <a:solidFill>
                  <a:srgbClr val="FFFFFF"/>
                </a:solidFill>
                <a:latin typeface="Trebuchet MS"/>
                <a:cs typeface="Trebuchet MS"/>
              </a:rPr>
              <a:t>AWS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CodeDeploy </a:t>
            </a:r>
            <a:r>
              <a:rPr dirty="0" sz="2100" spc="75">
                <a:solidFill>
                  <a:srgbClr val="FFFFFF"/>
                </a:solidFill>
                <a:latin typeface="Trebuchet MS"/>
                <a:cs typeface="Trebuchet MS"/>
              </a:rPr>
              <a:t>Windows</a:t>
            </a: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Containers</a:t>
            </a:r>
            <a:r>
              <a:rPr dirty="0" sz="21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Compatibility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215128" y="4812791"/>
            <a:ext cx="1356995" cy="1196340"/>
            <a:chOff x="5215128" y="4812791"/>
            <a:chExt cx="1356995" cy="1196340"/>
          </a:xfrm>
        </p:grpSpPr>
        <p:sp>
          <p:nvSpPr>
            <p:cNvPr id="3" name="object 3" descr=""/>
            <p:cNvSpPr/>
            <p:nvPr/>
          </p:nvSpPr>
          <p:spPr>
            <a:xfrm>
              <a:off x="5246005" y="4946987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29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5128" y="4812791"/>
              <a:ext cx="249936" cy="26822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136829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136829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3030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13030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89230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89230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9344" y="5077967"/>
              <a:ext cx="451103" cy="23164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0552" y="5077967"/>
              <a:ext cx="451103" cy="23164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9344" y="5382767"/>
              <a:ext cx="451103" cy="23164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0552" y="5382767"/>
              <a:ext cx="451103" cy="231648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896111" y="4809744"/>
            <a:ext cx="1356360" cy="1196975"/>
            <a:chOff x="896111" y="4809744"/>
            <a:chExt cx="1356360" cy="1196975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0327" y="5084064"/>
              <a:ext cx="451103" cy="2286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1535" y="5084064"/>
              <a:ext cx="451104" cy="2286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0327" y="5388863"/>
              <a:ext cx="451103" cy="2286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1535" y="5388863"/>
              <a:ext cx="451104" cy="2286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26596" y="4945076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30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6111" y="4809744"/>
              <a:ext cx="249936" cy="27127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817419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17419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93620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93620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69821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69821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2337816" y="4809744"/>
            <a:ext cx="1354455" cy="1196975"/>
            <a:chOff x="2337816" y="4809744"/>
            <a:chExt cx="1354455" cy="1196975"/>
          </a:xfrm>
        </p:grpSpPr>
        <p:sp>
          <p:nvSpPr>
            <p:cNvPr id="29" name="object 29" descr=""/>
            <p:cNvSpPr/>
            <p:nvPr/>
          </p:nvSpPr>
          <p:spPr>
            <a:xfrm>
              <a:off x="2366399" y="4945076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29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37816" y="4809744"/>
              <a:ext cx="246887" cy="27127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257222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257222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833423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833423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409624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409624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4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38984" y="5077968"/>
              <a:ext cx="454151" cy="2286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60192" y="5077968"/>
              <a:ext cx="454152" cy="22860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38984" y="5382768"/>
              <a:ext cx="454151" cy="228600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60192" y="5382768"/>
              <a:ext cx="454152" cy="228600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3776471" y="4809744"/>
            <a:ext cx="1355725" cy="1196975"/>
            <a:chOff x="3776471" y="4809744"/>
            <a:chExt cx="1355725" cy="1196975"/>
          </a:xfrm>
        </p:grpSpPr>
        <p:sp>
          <p:nvSpPr>
            <p:cNvPr id="42" name="object 42" descr=""/>
            <p:cNvSpPr/>
            <p:nvPr/>
          </p:nvSpPr>
          <p:spPr>
            <a:xfrm>
              <a:off x="3806202" y="4945076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29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76471" y="4809744"/>
              <a:ext cx="249936" cy="27127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4697024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697024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273225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273225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849426" y="568312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849426" y="5683125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77639" y="5077968"/>
              <a:ext cx="454151" cy="228600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98847" y="5077968"/>
              <a:ext cx="454151" cy="22860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77639" y="5382768"/>
              <a:ext cx="454151" cy="228600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98847" y="5382768"/>
              <a:ext cx="454151" cy="228600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6257544" y="1630679"/>
            <a:ext cx="2303145" cy="2519680"/>
            <a:chOff x="6257544" y="1630679"/>
            <a:chExt cx="2303145" cy="2519680"/>
          </a:xfrm>
        </p:grpSpPr>
        <p:sp>
          <p:nvSpPr>
            <p:cNvPr id="55" name="object 55" descr=""/>
            <p:cNvSpPr/>
            <p:nvPr/>
          </p:nvSpPr>
          <p:spPr>
            <a:xfrm>
              <a:off x="6306850" y="1918539"/>
              <a:ext cx="2247265" cy="2225040"/>
            </a:xfrm>
            <a:custGeom>
              <a:avLst/>
              <a:gdLst/>
              <a:ahLst/>
              <a:cxnLst/>
              <a:rect l="l" t="t" r="r" b="b"/>
              <a:pathLst>
                <a:path w="2247265" h="2225040">
                  <a:moveTo>
                    <a:pt x="2028823" y="0"/>
                  </a:moveTo>
                  <a:lnTo>
                    <a:pt x="218434" y="0"/>
                  </a:lnTo>
                  <a:lnTo>
                    <a:pt x="168349" y="5769"/>
                  </a:lnTo>
                  <a:lnTo>
                    <a:pt x="122372" y="22201"/>
                  </a:lnTo>
                  <a:lnTo>
                    <a:pt x="81814" y="47987"/>
                  </a:lnTo>
                  <a:lnTo>
                    <a:pt x="47987" y="81814"/>
                  </a:lnTo>
                  <a:lnTo>
                    <a:pt x="22201" y="122372"/>
                  </a:lnTo>
                  <a:lnTo>
                    <a:pt x="5769" y="168348"/>
                  </a:lnTo>
                  <a:lnTo>
                    <a:pt x="0" y="218433"/>
                  </a:lnTo>
                  <a:lnTo>
                    <a:pt x="0" y="2006410"/>
                  </a:lnTo>
                  <a:lnTo>
                    <a:pt x="5769" y="2056495"/>
                  </a:lnTo>
                  <a:lnTo>
                    <a:pt x="22201" y="2102473"/>
                  </a:lnTo>
                  <a:lnTo>
                    <a:pt x="47987" y="2143030"/>
                  </a:lnTo>
                  <a:lnTo>
                    <a:pt x="81814" y="2176858"/>
                  </a:lnTo>
                  <a:lnTo>
                    <a:pt x="122372" y="2202643"/>
                  </a:lnTo>
                  <a:lnTo>
                    <a:pt x="168349" y="2219076"/>
                  </a:lnTo>
                  <a:lnTo>
                    <a:pt x="218434" y="2224845"/>
                  </a:lnTo>
                  <a:lnTo>
                    <a:pt x="2028823" y="2224845"/>
                  </a:lnTo>
                  <a:lnTo>
                    <a:pt x="2078908" y="2219076"/>
                  </a:lnTo>
                  <a:lnTo>
                    <a:pt x="2124885" y="2202643"/>
                  </a:lnTo>
                  <a:lnTo>
                    <a:pt x="2165442" y="2176858"/>
                  </a:lnTo>
                  <a:lnTo>
                    <a:pt x="2199269" y="2143030"/>
                  </a:lnTo>
                  <a:lnTo>
                    <a:pt x="2225055" y="2102473"/>
                  </a:lnTo>
                  <a:lnTo>
                    <a:pt x="2241488" y="2056495"/>
                  </a:lnTo>
                  <a:lnTo>
                    <a:pt x="2247257" y="2006410"/>
                  </a:lnTo>
                  <a:lnTo>
                    <a:pt x="2247257" y="218433"/>
                  </a:lnTo>
                  <a:lnTo>
                    <a:pt x="2241488" y="168348"/>
                  </a:lnTo>
                  <a:lnTo>
                    <a:pt x="2225055" y="122372"/>
                  </a:lnTo>
                  <a:lnTo>
                    <a:pt x="2199269" y="81814"/>
                  </a:lnTo>
                  <a:lnTo>
                    <a:pt x="2165442" y="47987"/>
                  </a:lnTo>
                  <a:lnTo>
                    <a:pt x="2124885" y="22201"/>
                  </a:lnTo>
                  <a:lnTo>
                    <a:pt x="2078908" y="5769"/>
                  </a:lnTo>
                  <a:lnTo>
                    <a:pt x="2028823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306850" y="1918539"/>
              <a:ext cx="2247265" cy="2225040"/>
            </a:xfrm>
            <a:custGeom>
              <a:avLst/>
              <a:gdLst/>
              <a:ahLst/>
              <a:cxnLst/>
              <a:rect l="l" t="t" r="r" b="b"/>
              <a:pathLst>
                <a:path w="2247265" h="2225040">
                  <a:moveTo>
                    <a:pt x="0" y="218434"/>
                  </a:moveTo>
                  <a:lnTo>
                    <a:pt x="5769" y="168349"/>
                  </a:lnTo>
                  <a:lnTo>
                    <a:pt x="22201" y="122372"/>
                  </a:lnTo>
                  <a:lnTo>
                    <a:pt x="47987" y="81814"/>
                  </a:lnTo>
                  <a:lnTo>
                    <a:pt x="81814" y="47987"/>
                  </a:lnTo>
                  <a:lnTo>
                    <a:pt x="122372" y="22201"/>
                  </a:lnTo>
                  <a:lnTo>
                    <a:pt x="168349" y="5769"/>
                  </a:lnTo>
                  <a:lnTo>
                    <a:pt x="218434" y="0"/>
                  </a:lnTo>
                  <a:lnTo>
                    <a:pt x="2028823" y="0"/>
                  </a:lnTo>
                  <a:lnTo>
                    <a:pt x="2078908" y="5769"/>
                  </a:lnTo>
                  <a:lnTo>
                    <a:pt x="2124884" y="22201"/>
                  </a:lnTo>
                  <a:lnTo>
                    <a:pt x="2165442" y="47987"/>
                  </a:lnTo>
                  <a:lnTo>
                    <a:pt x="2199269" y="81814"/>
                  </a:lnTo>
                  <a:lnTo>
                    <a:pt x="2225055" y="122372"/>
                  </a:lnTo>
                  <a:lnTo>
                    <a:pt x="2241488" y="168349"/>
                  </a:lnTo>
                  <a:lnTo>
                    <a:pt x="2247257" y="218434"/>
                  </a:lnTo>
                  <a:lnTo>
                    <a:pt x="2247257" y="2006410"/>
                  </a:lnTo>
                  <a:lnTo>
                    <a:pt x="2241488" y="2056495"/>
                  </a:lnTo>
                  <a:lnTo>
                    <a:pt x="2225055" y="2102472"/>
                  </a:lnTo>
                  <a:lnTo>
                    <a:pt x="2199269" y="2143030"/>
                  </a:lnTo>
                  <a:lnTo>
                    <a:pt x="2165442" y="2176857"/>
                  </a:lnTo>
                  <a:lnTo>
                    <a:pt x="2124884" y="2202643"/>
                  </a:lnTo>
                  <a:lnTo>
                    <a:pt x="2078908" y="2219076"/>
                  </a:lnTo>
                  <a:lnTo>
                    <a:pt x="2028823" y="2224845"/>
                  </a:lnTo>
                  <a:lnTo>
                    <a:pt x="218434" y="2224845"/>
                  </a:lnTo>
                  <a:lnTo>
                    <a:pt x="168349" y="2219076"/>
                  </a:lnTo>
                  <a:lnTo>
                    <a:pt x="122372" y="2202643"/>
                  </a:lnTo>
                  <a:lnTo>
                    <a:pt x="81814" y="2176857"/>
                  </a:lnTo>
                  <a:lnTo>
                    <a:pt x="47987" y="2143030"/>
                  </a:lnTo>
                  <a:lnTo>
                    <a:pt x="22201" y="2102472"/>
                  </a:lnTo>
                  <a:lnTo>
                    <a:pt x="5769" y="2056495"/>
                  </a:lnTo>
                  <a:lnTo>
                    <a:pt x="0" y="2006410"/>
                  </a:lnTo>
                  <a:lnTo>
                    <a:pt x="0" y="218434"/>
                  </a:lnTo>
                  <a:close/>
                </a:path>
              </a:pathLst>
            </a:custGeom>
            <a:ln w="12700">
              <a:solidFill>
                <a:srgbClr val="14141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57544" y="1630679"/>
              <a:ext cx="554735" cy="576072"/>
            </a:xfrm>
            <a:prstGeom prst="rect">
              <a:avLst/>
            </a:prstGeom>
          </p:spPr>
        </p:pic>
      </p:grpSp>
      <p:graphicFrame>
        <p:nvGraphicFramePr>
          <p:cNvPr id="58" name="object 58" descr=""/>
          <p:cNvGraphicFramePr>
            <a:graphicFrameLocks noGrp="1"/>
          </p:cNvGraphicFramePr>
          <p:nvPr/>
        </p:nvGraphicFramePr>
        <p:xfrm>
          <a:off x="6417798" y="3680123"/>
          <a:ext cx="2101850" cy="349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0"/>
                <a:gridCol w="692150"/>
                <a:gridCol w="666750"/>
              </a:tblGrid>
              <a:tr h="164465">
                <a:tc rowSpan="2"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300" spc="7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65404">
                    <a:lnR w="571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80"/>
                        </a:lnSpc>
                        <a:spcBef>
                          <a:spcPts val="114"/>
                        </a:spcBef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Docker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4604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39395">
                        <a:lnSpc>
                          <a:spcPts val="1150"/>
                        </a:lnSpc>
                        <a:spcBef>
                          <a:spcPts val="114"/>
                        </a:spcBef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ECS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  <a:p>
                      <a:pPr marL="179705">
                        <a:lnSpc>
                          <a:spcPts val="1150"/>
                        </a:lnSpc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Agent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4604">
                    <a:lnL w="5715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  <a:tr h="1854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5404">
                    <a:lnR w="571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25"/>
                        </a:lnSpc>
                      </a:pPr>
                      <a:r>
                        <a:rPr dirty="0" sz="10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Agent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604">
                    <a:lnL w="5715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pSp>
        <p:nvGrpSpPr>
          <p:cNvPr id="59" name="object 59" descr=""/>
          <p:cNvGrpSpPr/>
          <p:nvPr/>
        </p:nvGrpSpPr>
        <p:grpSpPr>
          <a:xfrm>
            <a:off x="6748271" y="2267711"/>
            <a:ext cx="1344295" cy="1243965"/>
            <a:chOff x="6748271" y="2267711"/>
            <a:chExt cx="1344295" cy="1243965"/>
          </a:xfrm>
        </p:grpSpPr>
        <p:pic>
          <p:nvPicPr>
            <p:cNvPr id="60" name="object 6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48271" y="2267711"/>
              <a:ext cx="1338072" cy="509015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66559" y="3002279"/>
              <a:ext cx="1325879" cy="509015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6656831" y="4277395"/>
            <a:ext cx="2794635" cy="1731645"/>
            <a:chOff x="6656831" y="4277395"/>
            <a:chExt cx="2794635" cy="1731645"/>
          </a:xfrm>
        </p:grpSpPr>
        <p:sp>
          <p:nvSpPr>
            <p:cNvPr id="63" name="object 63" descr=""/>
            <p:cNvSpPr/>
            <p:nvPr/>
          </p:nvSpPr>
          <p:spPr>
            <a:xfrm>
              <a:off x="6685809" y="4946987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29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56831" y="4812791"/>
              <a:ext cx="246888" cy="268224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7576631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576631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152832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152832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729032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729032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125612" y="4946987"/>
              <a:ext cx="1319530" cy="1055370"/>
            </a:xfrm>
            <a:custGeom>
              <a:avLst/>
              <a:gdLst/>
              <a:ahLst/>
              <a:cxnLst/>
              <a:rect l="l" t="t" r="r" b="b"/>
              <a:pathLst>
                <a:path w="1319529" h="1055370">
                  <a:moveTo>
                    <a:pt x="0" y="103609"/>
                  </a:moveTo>
                  <a:lnTo>
                    <a:pt x="8142" y="63279"/>
                  </a:lnTo>
                  <a:lnTo>
                    <a:pt x="30346" y="30346"/>
                  </a:lnTo>
                  <a:lnTo>
                    <a:pt x="63279" y="8142"/>
                  </a:lnTo>
                  <a:lnTo>
                    <a:pt x="103609" y="0"/>
                  </a:lnTo>
                  <a:lnTo>
                    <a:pt x="1215710" y="0"/>
                  </a:lnTo>
                  <a:lnTo>
                    <a:pt x="1256040" y="8142"/>
                  </a:lnTo>
                  <a:lnTo>
                    <a:pt x="1288973" y="30346"/>
                  </a:lnTo>
                  <a:lnTo>
                    <a:pt x="1311177" y="63279"/>
                  </a:lnTo>
                  <a:lnTo>
                    <a:pt x="1319320" y="103609"/>
                  </a:lnTo>
                  <a:lnTo>
                    <a:pt x="1319320" y="951688"/>
                  </a:lnTo>
                  <a:lnTo>
                    <a:pt x="1311177" y="992018"/>
                  </a:lnTo>
                  <a:lnTo>
                    <a:pt x="1288973" y="1024951"/>
                  </a:lnTo>
                  <a:lnTo>
                    <a:pt x="1256040" y="1047155"/>
                  </a:lnTo>
                  <a:lnTo>
                    <a:pt x="1215710" y="1055298"/>
                  </a:lnTo>
                  <a:lnTo>
                    <a:pt x="103609" y="1055298"/>
                  </a:lnTo>
                  <a:lnTo>
                    <a:pt x="63279" y="1047155"/>
                  </a:lnTo>
                  <a:lnTo>
                    <a:pt x="30346" y="1024951"/>
                  </a:lnTo>
                  <a:lnTo>
                    <a:pt x="8142" y="992018"/>
                  </a:lnTo>
                  <a:lnTo>
                    <a:pt x="0" y="951688"/>
                  </a:lnTo>
                  <a:lnTo>
                    <a:pt x="0" y="10360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95487" y="4812791"/>
              <a:ext cx="249935" cy="268224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9016434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016434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592635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592635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8168835" y="5685037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385272" y="0"/>
                  </a:moveTo>
                  <a:lnTo>
                    <a:pt x="0" y="0"/>
                  </a:lnTo>
                  <a:lnTo>
                    <a:pt x="0" y="254695"/>
                  </a:lnTo>
                  <a:lnTo>
                    <a:pt x="385272" y="254695"/>
                  </a:lnTo>
                  <a:lnTo>
                    <a:pt x="385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168835" y="5685036"/>
              <a:ext cx="385445" cy="255270"/>
            </a:xfrm>
            <a:custGeom>
              <a:avLst/>
              <a:gdLst/>
              <a:ahLst/>
              <a:cxnLst/>
              <a:rect l="l" t="t" r="r" b="b"/>
              <a:pathLst>
                <a:path w="385445" h="255270">
                  <a:moveTo>
                    <a:pt x="0" y="0"/>
                  </a:moveTo>
                  <a:lnTo>
                    <a:pt x="385272" y="0"/>
                  </a:lnTo>
                  <a:lnTo>
                    <a:pt x="385272" y="254695"/>
                  </a:lnTo>
                  <a:lnTo>
                    <a:pt x="0" y="25469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57999" y="5084063"/>
              <a:ext cx="454151" cy="231648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79207" y="5084063"/>
              <a:ext cx="454151" cy="231648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57999" y="5388863"/>
              <a:ext cx="454151" cy="231648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79207" y="5388863"/>
              <a:ext cx="454151" cy="231648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96655" y="5084063"/>
              <a:ext cx="454151" cy="231648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820911" y="5084063"/>
              <a:ext cx="451103" cy="23164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96655" y="5388863"/>
              <a:ext cx="454151" cy="231648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820911" y="5388863"/>
              <a:ext cx="451103" cy="231648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6685807" y="4298495"/>
              <a:ext cx="715645" cy="544195"/>
            </a:xfrm>
            <a:custGeom>
              <a:avLst/>
              <a:gdLst/>
              <a:ahLst/>
              <a:cxnLst/>
              <a:rect l="l" t="t" r="r" b="b"/>
              <a:pathLst>
                <a:path w="715645" h="544195">
                  <a:moveTo>
                    <a:pt x="0" y="0"/>
                  </a:moveTo>
                  <a:lnTo>
                    <a:pt x="715105" y="543854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390424" y="4283745"/>
              <a:ext cx="768350" cy="567055"/>
            </a:xfrm>
            <a:custGeom>
              <a:avLst/>
              <a:gdLst/>
              <a:ahLst/>
              <a:cxnLst/>
              <a:rect l="l" t="t" r="r" b="b"/>
              <a:pathLst>
                <a:path w="768350" h="567054">
                  <a:moveTo>
                    <a:pt x="767923" y="0"/>
                  </a:moveTo>
                  <a:lnTo>
                    <a:pt x="0" y="566722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6849577" y="1645920"/>
            <a:ext cx="128079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50">
                <a:solidFill>
                  <a:srgbClr val="FFFFFF"/>
                </a:solidFill>
                <a:latin typeface="Trebuchet MS"/>
                <a:cs typeface="Trebuchet MS"/>
              </a:rPr>
              <a:t>EC2</a:t>
            </a:r>
            <a:r>
              <a:rPr dirty="0" sz="17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Trebuchet MS"/>
                <a:cs typeface="Trebuchet MS"/>
              </a:rPr>
              <a:t>Instance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title"/>
          </p:nvPr>
        </p:nvSpPr>
        <p:spPr>
          <a:xfrm>
            <a:off x="559127" y="1391919"/>
            <a:ext cx="2166620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95"/>
              <a:t>EC2</a:t>
            </a:r>
            <a:r>
              <a:rPr dirty="0" sz="3100" spc="-15"/>
              <a:t> </a:t>
            </a:r>
            <a:r>
              <a:rPr dirty="0" sz="3100" spc="50"/>
              <a:t>hosting</a:t>
            </a:r>
            <a:endParaRPr sz="3100"/>
          </a:p>
        </p:txBody>
      </p:sp>
      <p:sp>
        <p:nvSpPr>
          <p:cNvPr id="91" name="object 91" descr=""/>
          <p:cNvSpPr txBox="1"/>
          <p:nvPr/>
        </p:nvSpPr>
        <p:spPr>
          <a:xfrm>
            <a:off x="453136" y="2287015"/>
            <a:ext cx="3249930" cy="2287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Choose</a:t>
            </a:r>
            <a:r>
              <a:rPr dirty="0" sz="21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instance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type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Connect</a:t>
            </a:r>
            <a:r>
              <a:rPr dirty="0" sz="21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1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1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instance</a:t>
            </a:r>
            <a:endParaRPr sz="2100">
              <a:latin typeface="Trebuchet MS"/>
              <a:cs typeface="Trebuchet MS"/>
            </a:endParaRPr>
          </a:p>
          <a:p>
            <a:pPr marL="12700" marR="330835">
              <a:lnSpc>
                <a:spcPct val="201900"/>
              </a:lnSpc>
              <a:spcBef>
                <a:spcPts val="20"/>
              </a:spcBef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Persistent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20">
                <a:solidFill>
                  <a:srgbClr val="FFFFFF"/>
                </a:solidFill>
                <a:latin typeface="Trebuchet MS"/>
                <a:cs typeface="Trebuchet MS"/>
              </a:rPr>
              <a:t>EBS</a:t>
            </a:r>
            <a:r>
              <a:rPr dirty="0" sz="21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storage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Custom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kernel</a:t>
            </a:r>
            <a:r>
              <a:rPr dirty="0" sz="21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40">
                <a:solidFill>
                  <a:srgbClr val="FFFFFF"/>
                </a:solidFill>
                <a:latin typeface="Trebuchet MS"/>
                <a:cs typeface="Trebuchet MS"/>
              </a:rPr>
              <a:t>modules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143000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9753600" h="5486400">
                <a:moveTo>
                  <a:pt x="9753600" y="0"/>
                </a:moveTo>
                <a:lnTo>
                  <a:pt x="0" y="0"/>
                </a:lnTo>
                <a:lnTo>
                  <a:pt x="0" y="5486400"/>
                </a:lnTo>
                <a:lnTo>
                  <a:pt x="9753600" y="5486400"/>
                </a:lnTo>
                <a:lnTo>
                  <a:pt x="9753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129528"/>
            <a:ext cx="1091184" cy="28651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385559" y="3861815"/>
            <a:ext cx="1999614" cy="762000"/>
            <a:chOff x="6385559" y="3861815"/>
            <a:chExt cx="1999614" cy="7620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5559" y="3877055"/>
              <a:ext cx="637032" cy="27127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3095" y="4005071"/>
              <a:ext cx="637031" cy="27127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0631" y="4130039"/>
              <a:ext cx="637031" cy="27127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2551" y="4236719"/>
              <a:ext cx="637031" cy="27127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24471" y="4352543"/>
              <a:ext cx="637031" cy="27127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9103" y="3861815"/>
              <a:ext cx="640079" cy="27127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6639" y="3986783"/>
              <a:ext cx="640079" cy="27127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04175" y="4111751"/>
              <a:ext cx="640079" cy="27127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29143" y="4218431"/>
              <a:ext cx="637031" cy="27127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8015" y="4337303"/>
              <a:ext cx="637031" cy="271272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2935126" y="2593848"/>
            <a:ext cx="3769360" cy="1082040"/>
            <a:chOff x="2935126" y="2593848"/>
            <a:chExt cx="3769360" cy="1082040"/>
          </a:xfrm>
        </p:grpSpPr>
        <p:sp>
          <p:nvSpPr>
            <p:cNvPr id="16" name="object 16" descr=""/>
            <p:cNvSpPr/>
            <p:nvPr/>
          </p:nvSpPr>
          <p:spPr>
            <a:xfrm>
              <a:off x="2941476" y="3182681"/>
              <a:ext cx="1040765" cy="5715"/>
            </a:xfrm>
            <a:custGeom>
              <a:avLst/>
              <a:gdLst/>
              <a:ahLst/>
              <a:cxnLst/>
              <a:rect l="l" t="t" r="r" b="b"/>
              <a:pathLst>
                <a:path w="1040764" h="5714">
                  <a:moveTo>
                    <a:pt x="0" y="0"/>
                  </a:moveTo>
                  <a:lnTo>
                    <a:pt x="1040384" y="5390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868551" y="3188070"/>
              <a:ext cx="1835785" cy="0"/>
            </a:xfrm>
            <a:custGeom>
              <a:avLst/>
              <a:gdLst/>
              <a:ahLst/>
              <a:cxnLst/>
              <a:rect l="l" t="t" r="r" b="b"/>
              <a:pathLst>
                <a:path w="1835784" h="0">
                  <a:moveTo>
                    <a:pt x="0" y="0"/>
                  </a:moveTo>
                  <a:lnTo>
                    <a:pt x="1835702" y="0"/>
                  </a:lnTo>
                </a:path>
              </a:pathLst>
            </a:custGeom>
            <a:ln w="12700">
              <a:solidFill>
                <a:srgbClr val="FD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83736" y="2593848"/>
              <a:ext cx="868680" cy="108203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072987" y="3836415"/>
            <a:ext cx="2776855" cy="14827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065" marR="5080">
              <a:lnSpc>
                <a:spcPct val="100800"/>
              </a:lnSpc>
              <a:spcBef>
                <a:spcPts val="80"/>
              </a:spcBef>
            </a:pPr>
            <a:r>
              <a:rPr dirty="0" sz="1900" spc="-25">
                <a:solidFill>
                  <a:srgbClr val="FFFFFF"/>
                </a:solidFill>
                <a:latin typeface="Trebuchet MS"/>
                <a:cs typeface="Trebuchet MS"/>
              </a:rPr>
              <a:t>“Just</a:t>
            </a:r>
            <a:r>
              <a:rPr dirty="0" sz="19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launch</a:t>
            </a:r>
            <a:r>
              <a:rPr dirty="0" sz="19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114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dirty="0" sz="19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copies</a:t>
            </a:r>
            <a:r>
              <a:rPr dirty="0" sz="19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1900" spc="80">
                <a:solidFill>
                  <a:srgbClr val="FFFFFF"/>
                </a:solidFill>
                <a:latin typeface="Trebuchet MS"/>
                <a:cs typeface="Trebuchet MS"/>
              </a:rPr>
              <a:t>my</a:t>
            </a:r>
            <a:r>
              <a:rPr dirty="0" sz="19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r>
              <a:rPr dirty="0" sz="19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distributed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across</a:t>
            </a:r>
            <a:r>
              <a:rPr dirty="0" sz="19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three</a:t>
            </a:r>
            <a:r>
              <a:rPr dirty="0" sz="19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availability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zones</a:t>
            </a:r>
            <a:r>
              <a:rPr dirty="0" sz="19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90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connect</a:t>
            </a:r>
            <a:r>
              <a:rPr dirty="0" sz="190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them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9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19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load</a:t>
            </a:r>
            <a:r>
              <a:rPr dirty="0" sz="19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balancer”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469377" y="4037584"/>
            <a:ext cx="5207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8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9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9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089499" y="2716770"/>
            <a:ext cx="741680" cy="953769"/>
            <a:chOff x="2089499" y="2716770"/>
            <a:chExt cx="741680" cy="953769"/>
          </a:xfrm>
        </p:grpSpPr>
        <p:sp>
          <p:nvSpPr>
            <p:cNvPr id="22" name="object 22" descr=""/>
            <p:cNvSpPr/>
            <p:nvPr/>
          </p:nvSpPr>
          <p:spPr>
            <a:xfrm>
              <a:off x="2198643" y="3310867"/>
              <a:ext cx="262890" cy="296545"/>
            </a:xfrm>
            <a:custGeom>
              <a:avLst/>
              <a:gdLst/>
              <a:ahLst/>
              <a:cxnLst/>
              <a:rect l="l" t="t" r="r" b="b"/>
              <a:pathLst>
                <a:path w="262889" h="296545">
                  <a:moveTo>
                    <a:pt x="262299" y="160031"/>
                  </a:moveTo>
                  <a:lnTo>
                    <a:pt x="107989" y="160031"/>
                  </a:lnTo>
                  <a:lnTo>
                    <a:pt x="109362" y="170258"/>
                  </a:lnTo>
                  <a:lnTo>
                    <a:pt x="109067" y="196111"/>
                  </a:lnTo>
                  <a:lnTo>
                    <a:pt x="100487" y="230351"/>
                  </a:lnTo>
                  <a:lnTo>
                    <a:pt x="77004" y="265737"/>
                  </a:lnTo>
                  <a:lnTo>
                    <a:pt x="87308" y="288857"/>
                  </a:lnTo>
                  <a:lnTo>
                    <a:pt x="153075" y="296115"/>
                  </a:lnTo>
                  <a:lnTo>
                    <a:pt x="227131" y="294989"/>
                  </a:lnTo>
                  <a:lnTo>
                    <a:pt x="262299" y="292952"/>
                  </a:lnTo>
                  <a:lnTo>
                    <a:pt x="262299" y="160031"/>
                  </a:lnTo>
                  <a:close/>
                </a:path>
                <a:path w="262889" h="296545">
                  <a:moveTo>
                    <a:pt x="262299" y="129625"/>
                  </a:moveTo>
                  <a:lnTo>
                    <a:pt x="46404" y="129625"/>
                  </a:lnTo>
                  <a:lnTo>
                    <a:pt x="48106" y="136982"/>
                  </a:lnTo>
                  <a:lnTo>
                    <a:pt x="49808" y="155761"/>
                  </a:lnTo>
                  <a:lnTo>
                    <a:pt x="46407" y="181024"/>
                  </a:lnTo>
                  <a:lnTo>
                    <a:pt x="32800" y="207835"/>
                  </a:lnTo>
                  <a:lnTo>
                    <a:pt x="29692" y="224961"/>
                  </a:lnTo>
                  <a:lnTo>
                    <a:pt x="51193" y="223604"/>
                  </a:lnTo>
                  <a:lnTo>
                    <a:pt x="82295" y="202411"/>
                  </a:lnTo>
                  <a:lnTo>
                    <a:pt x="107989" y="160031"/>
                  </a:lnTo>
                  <a:lnTo>
                    <a:pt x="262299" y="160031"/>
                  </a:lnTo>
                  <a:lnTo>
                    <a:pt x="262299" y="129625"/>
                  </a:lnTo>
                  <a:close/>
                </a:path>
                <a:path w="262889" h="296545">
                  <a:moveTo>
                    <a:pt x="262299" y="0"/>
                  </a:moveTo>
                  <a:lnTo>
                    <a:pt x="1209" y="17826"/>
                  </a:lnTo>
                  <a:lnTo>
                    <a:pt x="4734" y="26665"/>
                  </a:lnTo>
                  <a:lnTo>
                    <a:pt x="10608" y="50712"/>
                  </a:lnTo>
                  <a:lnTo>
                    <a:pt x="11783" y="86266"/>
                  </a:lnTo>
                  <a:lnTo>
                    <a:pt x="1209" y="129625"/>
                  </a:lnTo>
                  <a:lnTo>
                    <a:pt x="0" y="147117"/>
                  </a:lnTo>
                  <a:lnTo>
                    <a:pt x="13053" y="148576"/>
                  </a:lnTo>
                  <a:lnTo>
                    <a:pt x="31484" y="140560"/>
                  </a:lnTo>
                  <a:lnTo>
                    <a:pt x="46404" y="129625"/>
                  </a:lnTo>
                  <a:lnTo>
                    <a:pt x="262299" y="129625"/>
                  </a:lnTo>
                  <a:lnTo>
                    <a:pt x="262299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64130" y="3310867"/>
              <a:ext cx="262890" cy="296545"/>
            </a:xfrm>
            <a:custGeom>
              <a:avLst/>
              <a:gdLst/>
              <a:ahLst/>
              <a:cxnLst/>
              <a:rect l="l" t="t" r="r" b="b"/>
              <a:pathLst>
                <a:path w="262889" h="296545">
                  <a:moveTo>
                    <a:pt x="0" y="0"/>
                  </a:moveTo>
                  <a:lnTo>
                    <a:pt x="0" y="292952"/>
                  </a:lnTo>
                  <a:lnTo>
                    <a:pt x="35167" y="294989"/>
                  </a:lnTo>
                  <a:lnTo>
                    <a:pt x="109220" y="296115"/>
                  </a:lnTo>
                  <a:lnTo>
                    <a:pt x="174986" y="288857"/>
                  </a:lnTo>
                  <a:lnTo>
                    <a:pt x="185289" y="265737"/>
                  </a:lnTo>
                  <a:lnTo>
                    <a:pt x="161805" y="230351"/>
                  </a:lnTo>
                  <a:lnTo>
                    <a:pt x="153225" y="196111"/>
                  </a:lnTo>
                  <a:lnTo>
                    <a:pt x="153053" y="181024"/>
                  </a:lnTo>
                  <a:lnTo>
                    <a:pt x="152931" y="170258"/>
                  </a:lnTo>
                  <a:lnTo>
                    <a:pt x="154303" y="160031"/>
                  </a:lnTo>
                  <a:lnTo>
                    <a:pt x="213059" y="160031"/>
                  </a:lnTo>
                  <a:lnTo>
                    <a:pt x="212485" y="155761"/>
                  </a:lnTo>
                  <a:lnTo>
                    <a:pt x="214187" y="136982"/>
                  </a:lnTo>
                  <a:lnTo>
                    <a:pt x="215888" y="129625"/>
                  </a:lnTo>
                  <a:lnTo>
                    <a:pt x="261085" y="129625"/>
                  </a:lnTo>
                  <a:lnTo>
                    <a:pt x="250510" y="86266"/>
                  </a:lnTo>
                  <a:lnTo>
                    <a:pt x="251685" y="50712"/>
                  </a:lnTo>
                  <a:lnTo>
                    <a:pt x="257560" y="26665"/>
                  </a:lnTo>
                  <a:lnTo>
                    <a:pt x="261085" y="17826"/>
                  </a:lnTo>
                  <a:lnTo>
                    <a:pt x="0" y="0"/>
                  </a:lnTo>
                  <a:close/>
                </a:path>
                <a:path w="262889" h="296545">
                  <a:moveTo>
                    <a:pt x="213059" y="160031"/>
                  </a:moveTo>
                  <a:lnTo>
                    <a:pt x="154303" y="160031"/>
                  </a:lnTo>
                  <a:lnTo>
                    <a:pt x="179998" y="202411"/>
                  </a:lnTo>
                  <a:lnTo>
                    <a:pt x="211099" y="223604"/>
                  </a:lnTo>
                  <a:lnTo>
                    <a:pt x="232600" y="224961"/>
                  </a:lnTo>
                  <a:lnTo>
                    <a:pt x="229492" y="207835"/>
                  </a:lnTo>
                  <a:lnTo>
                    <a:pt x="215885" y="181024"/>
                  </a:lnTo>
                  <a:lnTo>
                    <a:pt x="213059" y="160031"/>
                  </a:lnTo>
                  <a:close/>
                </a:path>
                <a:path w="262889" h="296545">
                  <a:moveTo>
                    <a:pt x="261085" y="129625"/>
                  </a:moveTo>
                  <a:lnTo>
                    <a:pt x="215888" y="129625"/>
                  </a:lnTo>
                  <a:lnTo>
                    <a:pt x="230809" y="140560"/>
                  </a:lnTo>
                  <a:lnTo>
                    <a:pt x="249239" y="148576"/>
                  </a:lnTo>
                  <a:lnTo>
                    <a:pt x="262294" y="147117"/>
                  </a:lnTo>
                  <a:lnTo>
                    <a:pt x="261085" y="129625"/>
                  </a:lnTo>
                  <a:close/>
                </a:path>
              </a:pathLst>
            </a:custGeom>
            <a:solidFill>
              <a:srgbClr val="543C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399314" y="3448397"/>
              <a:ext cx="130175" cy="145415"/>
            </a:xfrm>
            <a:custGeom>
              <a:avLst/>
              <a:gdLst/>
              <a:ahLst/>
              <a:cxnLst/>
              <a:rect l="l" t="t" r="r" b="b"/>
              <a:pathLst>
                <a:path w="130175" h="145414">
                  <a:moveTo>
                    <a:pt x="129630" y="0"/>
                  </a:moveTo>
                  <a:lnTo>
                    <a:pt x="0" y="0"/>
                  </a:lnTo>
                  <a:lnTo>
                    <a:pt x="0" y="145197"/>
                  </a:lnTo>
                  <a:lnTo>
                    <a:pt x="129630" y="145197"/>
                  </a:lnTo>
                  <a:lnTo>
                    <a:pt x="129630" y="0"/>
                  </a:lnTo>
                  <a:close/>
                </a:path>
              </a:pathLst>
            </a:custGeom>
            <a:solidFill>
              <a:srgbClr val="FDCC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399314" y="3448396"/>
              <a:ext cx="130175" cy="43815"/>
            </a:xfrm>
            <a:custGeom>
              <a:avLst/>
              <a:gdLst/>
              <a:ahLst/>
              <a:cxnLst/>
              <a:rect l="l" t="t" r="r" b="b"/>
              <a:pathLst>
                <a:path w="130175" h="43814">
                  <a:moveTo>
                    <a:pt x="129625" y="0"/>
                  </a:moveTo>
                  <a:lnTo>
                    <a:pt x="0" y="0"/>
                  </a:lnTo>
                  <a:lnTo>
                    <a:pt x="0" y="17094"/>
                  </a:lnTo>
                  <a:lnTo>
                    <a:pt x="9692" y="22395"/>
                  </a:lnTo>
                  <a:lnTo>
                    <a:pt x="36647" y="33457"/>
                  </a:lnTo>
                  <a:lnTo>
                    <a:pt x="77685" y="43012"/>
                  </a:lnTo>
                  <a:lnTo>
                    <a:pt x="129625" y="43795"/>
                  </a:lnTo>
                  <a:lnTo>
                    <a:pt x="129625" y="0"/>
                  </a:lnTo>
                  <a:close/>
                </a:path>
              </a:pathLst>
            </a:custGeom>
            <a:solidFill>
              <a:srgbClr val="FCBC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49143" y="3151111"/>
              <a:ext cx="126504" cy="14431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52605" y="3151111"/>
              <a:ext cx="126504" cy="14431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212464" y="2901354"/>
              <a:ext cx="503555" cy="570865"/>
            </a:xfrm>
            <a:custGeom>
              <a:avLst/>
              <a:gdLst/>
              <a:ahLst/>
              <a:cxnLst/>
              <a:rect l="l" t="t" r="r" b="b"/>
              <a:pathLst>
                <a:path w="503555" h="570864">
                  <a:moveTo>
                    <a:pt x="251665" y="0"/>
                  </a:moveTo>
                  <a:lnTo>
                    <a:pt x="190986" y="3549"/>
                  </a:lnTo>
                  <a:lnTo>
                    <a:pt x="139088" y="13813"/>
                  </a:lnTo>
                  <a:lnTo>
                    <a:pt x="95758" y="30214"/>
                  </a:lnTo>
                  <a:lnTo>
                    <a:pt x="60783" y="52175"/>
                  </a:lnTo>
                  <a:lnTo>
                    <a:pt x="15049" y="110471"/>
                  </a:lnTo>
                  <a:lnTo>
                    <a:pt x="182" y="184082"/>
                  </a:lnTo>
                  <a:lnTo>
                    <a:pt x="0" y="211487"/>
                  </a:lnTo>
                  <a:lnTo>
                    <a:pt x="8" y="243820"/>
                  </a:lnTo>
                  <a:lnTo>
                    <a:pt x="3939" y="318317"/>
                  </a:lnTo>
                  <a:lnTo>
                    <a:pt x="9533" y="358002"/>
                  </a:lnTo>
                  <a:lnTo>
                    <a:pt x="18661" y="397658"/>
                  </a:lnTo>
                  <a:lnTo>
                    <a:pt x="32157" y="436048"/>
                  </a:lnTo>
                  <a:lnTo>
                    <a:pt x="50858" y="471931"/>
                  </a:lnTo>
                  <a:lnTo>
                    <a:pt x="75598" y="504069"/>
                  </a:lnTo>
                  <a:lnTo>
                    <a:pt x="107213" y="531222"/>
                  </a:lnTo>
                  <a:lnTo>
                    <a:pt x="146539" y="552151"/>
                  </a:lnTo>
                  <a:lnTo>
                    <a:pt x="194411" y="565618"/>
                  </a:lnTo>
                  <a:lnTo>
                    <a:pt x="251665" y="570382"/>
                  </a:lnTo>
                  <a:lnTo>
                    <a:pt x="308919" y="565618"/>
                  </a:lnTo>
                  <a:lnTo>
                    <a:pt x="356792" y="552151"/>
                  </a:lnTo>
                  <a:lnTo>
                    <a:pt x="396118" y="531222"/>
                  </a:lnTo>
                  <a:lnTo>
                    <a:pt x="427733" y="504069"/>
                  </a:lnTo>
                  <a:lnTo>
                    <a:pt x="452473" y="471931"/>
                  </a:lnTo>
                  <a:lnTo>
                    <a:pt x="471173" y="436048"/>
                  </a:lnTo>
                  <a:lnTo>
                    <a:pt x="484669" y="397658"/>
                  </a:lnTo>
                  <a:lnTo>
                    <a:pt x="493796" y="358002"/>
                  </a:lnTo>
                  <a:lnTo>
                    <a:pt x="499391" y="318317"/>
                  </a:lnTo>
                  <a:lnTo>
                    <a:pt x="502287" y="279843"/>
                  </a:lnTo>
                  <a:lnTo>
                    <a:pt x="503330" y="211487"/>
                  </a:lnTo>
                  <a:lnTo>
                    <a:pt x="503147" y="184082"/>
                  </a:lnTo>
                  <a:lnTo>
                    <a:pt x="499466" y="145650"/>
                  </a:lnTo>
                  <a:lnTo>
                    <a:pt x="469377" y="79120"/>
                  </a:lnTo>
                  <a:lnTo>
                    <a:pt x="407569" y="30214"/>
                  </a:lnTo>
                  <a:lnTo>
                    <a:pt x="364240" y="13813"/>
                  </a:lnTo>
                  <a:lnTo>
                    <a:pt x="312343" y="3549"/>
                  </a:lnTo>
                  <a:lnTo>
                    <a:pt x="251665" y="0"/>
                  </a:lnTo>
                  <a:close/>
                </a:path>
              </a:pathLst>
            </a:custGeom>
            <a:solidFill>
              <a:srgbClr val="FDCC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314406" y="3176177"/>
              <a:ext cx="54610" cy="59690"/>
            </a:xfrm>
            <a:custGeom>
              <a:avLst/>
              <a:gdLst/>
              <a:ahLst/>
              <a:cxnLst/>
              <a:rect l="l" t="t" r="r" b="b"/>
              <a:pathLst>
                <a:path w="54610" h="59689">
                  <a:moveTo>
                    <a:pt x="27221" y="0"/>
                  </a:moveTo>
                  <a:lnTo>
                    <a:pt x="16625" y="2343"/>
                  </a:lnTo>
                  <a:lnTo>
                    <a:pt x="7973" y="8734"/>
                  </a:lnTo>
                  <a:lnTo>
                    <a:pt x="2139" y="18213"/>
                  </a:lnTo>
                  <a:lnTo>
                    <a:pt x="0" y="29822"/>
                  </a:lnTo>
                  <a:lnTo>
                    <a:pt x="2139" y="41419"/>
                  </a:lnTo>
                  <a:lnTo>
                    <a:pt x="7973" y="50892"/>
                  </a:lnTo>
                  <a:lnTo>
                    <a:pt x="16625" y="57279"/>
                  </a:lnTo>
                  <a:lnTo>
                    <a:pt x="27221" y="59621"/>
                  </a:lnTo>
                  <a:lnTo>
                    <a:pt x="37825" y="57279"/>
                  </a:lnTo>
                  <a:lnTo>
                    <a:pt x="46482" y="50892"/>
                  </a:lnTo>
                  <a:lnTo>
                    <a:pt x="52318" y="41419"/>
                  </a:lnTo>
                  <a:lnTo>
                    <a:pt x="54457" y="29822"/>
                  </a:lnTo>
                  <a:lnTo>
                    <a:pt x="52318" y="18213"/>
                  </a:lnTo>
                  <a:lnTo>
                    <a:pt x="46482" y="8734"/>
                  </a:lnTo>
                  <a:lnTo>
                    <a:pt x="37825" y="2343"/>
                  </a:lnTo>
                  <a:lnTo>
                    <a:pt x="27221" y="0"/>
                  </a:lnTo>
                  <a:close/>
                </a:path>
              </a:pathLst>
            </a:custGeom>
            <a:solidFill>
              <a:srgbClr val="3B25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321622" y="3184682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10">
                  <a:moveTo>
                    <a:pt x="12640" y="0"/>
                  </a:moveTo>
                  <a:lnTo>
                    <a:pt x="3660" y="0"/>
                  </a:lnTo>
                  <a:lnTo>
                    <a:pt x="0" y="3638"/>
                  </a:lnTo>
                  <a:lnTo>
                    <a:pt x="0" y="12640"/>
                  </a:lnTo>
                  <a:lnTo>
                    <a:pt x="3660" y="16277"/>
                  </a:lnTo>
                  <a:lnTo>
                    <a:pt x="12640" y="16277"/>
                  </a:lnTo>
                  <a:lnTo>
                    <a:pt x="16278" y="12640"/>
                  </a:lnTo>
                  <a:lnTo>
                    <a:pt x="16278" y="3638"/>
                  </a:lnTo>
                  <a:lnTo>
                    <a:pt x="12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295509" y="3096461"/>
              <a:ext cx="88900" cy="38735"/>
            </a:xfrm>
            <a:custGeom>
              <a:avLst/>
              <a:gdLst/>
              <a:ahLst/>
              <a:cxnLst/>
              <a:rect l="l" t="t" r="r" b="b"/>
              <a:pathLst>
                <a:path w="88900" h="38735">
                  <a:moveTo>
                    <a:pt x="87911" y="28475"/>
                  </a:moveTo>
                  <a:lnTo>
                    <a:pt x="52655" y="28475"/>
                  </a:lnTo>
                  <a:lnTo>
                    <a:pt x="83436" y="38393"/>
                  </a:lnTo>
                  <a:lnTo>
                    <a:pt x="88438" y="34292"/>
                  </a:lnTo>
                  <a:lnTo>
                    <a:pt x="87911" y="28475"/>
                  </a:lnTo>
                  <a:close/>
                </a:path>
                <a:path w="88900" h="38735">
                  <a:moveTo>
                    <a:pt x="46480" y="0"/>
                  </a:moveTo>
                  <a:lnTo>
                    <a:pt x="20007" y="5023"/>
                  </a:lnTo>
                  <a:lnTo>
                    <a:pt x="5151" y="16365"/>
                  </a:lnTo>
                  <a:lnTo>
                    <a:pt x="0" y="28475"/>
                  </a:lnTo>
                  <a:lnTo>
                    <a:pt x="2466" y="35320"/>
                  </a:lnTo>
                  <a:lnTo>
                    <a:pt x="2580" y="35637"/>
                  </a:lnTo>
                  <a:lnTo>
                    <a:pt x="13994" y="35320"/>
                  </a:lnTo>
                  <a:lnTo>
                    <a:pt x="30097" y="30192"/>
                  </a:lnTo>
                  <a:lnTo>
                    <a:pt x="52655" y="28475"/>
                  </a:lnTo>
                  <a:lnTo>
                    <a:pt x="87911" y="28475"/>
                  </a:lnTo>
                  <a:lnTo>
                    <a:pt x="87222" y="20883"/>
                  </a:lnTo>
                  <a:lnTo>
                    <a:pt x="74873" y="6631"/>
                  </a:lnTo>
                  <a:lnTo>
                    <a:pt x="46480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62746" y="3176177"/>
              <a:ext cx="54610" cy="59690"/>
            </a:xfrm>
            <a:custGeom>
              <a:avLst/>
              <a:gdLst/>
              <a:ahLst/>
              <a:cxnLst/>
              <a:rect l="l" t="t" r="r" b="b"/>
              <a:pathLst>
                <a:path w="54610" h="59689">
                  <a:moveTo>
                    <a:pt x="27242" y="0"/>
                  </a:moveTo>
                  <a:lnTo>
                    <a:pt x="16634" y="2343"/>
                  </a:lnTo>
                  <a:lnTo>
                    <a:pt x="7975" y="8734"/>
                  </a:lnTo>
                  <a:lnTo>
                    <a:pt x="2139" y="18213"/>
                  </a:lnTo>
                  <a:lnTo>
                    <a:pt x="0" y="29822"/>
                  </a:lnTo>
                  <a:lnTo>
                    <a:pt x="2139" y="41419"/>
                  </a:lnTo>
                  <a:lnTo>
                    <a:pt x="7975" y="50892"/>
                  </a:lnTo>
                  <a:lnTo>
                    <a:pt x="16634" y="57279"/>
                  </a:lnTo>
                  <a:lnTo>
                    <a:pt x="27242" y="59621"/>
                  </a:lnTo>
                  <a:lnTo>
                    <a:pt x="37834" y="57279"/>
                  </a:lnTo>
                  <a:lnTo>
                    <a:pt x="46485" y="50892"/>
                  </a:lnTo>
                  <a:lnTo>
                    <a:pt x="52318" y="41419"/>
                  </a:lnTo>
                  <a:lnTo>
                    <a:pt x="54457" y="29822"/>
                  </a:lnTo>
                  <a:lnTo>
                    <a:pt x="52318" y="18213"/>
                  </a:lnTo>
                  <a:lnTo>
                    <a:pt x="46485" y="8734"/>
                  </a:lnTo>
                  <a:lnTo>
                    <a:pt x="37834" y="2343"/>
                  </a:lnTo>
                  <a:lnTo>
                    <a:pt x="27242" y="0"/>
                  </a:lnTo>
                  <a:close/>
                </a:path>
              </a:pathLst>
            </a:custGeom>
            <a:solidFill>
              <a:srgbClr val="3B251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569963" y="3184682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10">
                  <a:moveTo>
                    <a:pt x="12640" y="0"/>
                  </a:moveTo>
                  <a:lnTo>
                    <a:pt x="3660" y="0"/>
                  </a:lnTo>
                  <a:lnTo>
                    <a:pt x="0" y="3638"/>
                  </a:lnTo>
                  <a:lnTo>
                    <a:pt x="0" y="12640"/>
                  </a:lnTo>
                  <a:lnTo>
                    <a:pt x="3660" y="16277"/>
                  </a:lnTo>
                  <a:lnTo>
                    <a:pt x="12640" y="16277"/>
                  </a:lnTo>
                  <a:lnTo>
                    <a:pt x="16277" y="12640"/>
                  </a:lnTo>
                  <a:lnTo>
                    <a:pt x="16277" y="3638"/>
                  </a:lnTo>
                  <a:lnTo>
                    <a:pt x="12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544308" y="3096461"/>
              <a:ext cx="88900" cy="38735"/>
            </a:xfrm>
            <a:custGeom>
              <a:avLst/>
              <a:gdLst/>
              <a:ahLst/>
              <a:cxnLst/>
              <a:rect l="l" t="t" r="r" b="b"/>
              <a:pathLst>
                <a:path w="88900" h="38735">
                  <a:moveTo>
                    <a:pt x="41955" y="0"/>
                  </a:moveTo>
                  <a:lnTo>
                    <a:pt x="13564" y="6631"/>
                  </a:lnTo>
                  <a:lnTo>
                    <a:pt x="1216" y="20883"/>
                  </a:lnTo>
                  <a:lnTo>
                    <a:pt x="0" y="34292"/>
                  </a:lnTo>
                  <a:lnTo>
                    <a:pt x="5004" y="38393"/>
                  </a:lnTo>
                  <a:lnTo>
                    <a:pt x="35785" y="28475"/>
                  </a:lnTo>
                  <a:lnTo>
                    <a:pt x="88472" y="28475"/>
                  </a:lnTo>
                  <a:lnTo>
                    <a:pt x="83287" y="16365"/>
                  </a:lnTo>
                  <a:lnTo>
                    <a:pt x="68431" y="5023"/>
                  </a:lnTo>
                  <a:lnTo>
                    <a:pt x="41955" y="0"/>
                  </a:lnTo>
                  <a:close/>
                </a:path>
                <a:path w="88900" h="38735">
                  <a:moveTo>
                    <a:pt x="88439" y="28475"/>
                  </a:moveTo>
                  <a:lnTo>
                    <a:pt x="35785" y="28475"/>
                  </a:lnTo>
                  <a:lnTo>
                    <a:pt x="58344" y="30192"/>
                  </a:lnTo>
                  <a:lnTo>
                    <a:pt x="74447" y="35320"/>
                  </a:lnTo>
                  <a:lnTo>
                    <a:pt x="85861" y="35637"/>
                  </a:lnTo>
                  <a:lnTo>
                    <a:pt x="88439" y="28475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421013" y="3298012"/>
              <a:ext cx="86360" cy="108585"/>
            </a:xfrm>
            <a:custGeom>
              <a:avLst/>
              <a:gdLst/>
              <a:ahLst/>
              <a:cxnLst/>
              <a:rect l="l" t="t" r="r" b="b"/>
              <a:pathLst>
                <a:path w="86360" h="108585">
                  <a:moveTo>
                    <a:pt x="58013" y="95313"/>
                  </a:moveTo>
                  <a:lnTo>
                    <a:pt x="52412" y="102235"/>
                  </a:lnTo>
                  <a:lnTo>
                    <a:pt x="33807" y="102235"/>
                  </a:lnTo>
                  <a:lnTo>
                    <a:pt x="28206" y="95313"/>
                  </a:lnTo>
                  <a:lnTo>
                    <a:pt x="28295" y="102235"/>
                  </a:lnTo>
                  <a:lnTo>
                    <a:pt x="30873" y="108419"/>
                  </a:lnTo>
                  <a:lnTo>
                    <a:pt x="55321" y="108419"/>
                  </a:lnTo>
                  <a:lnTo>
                    <a:pt x="57924" y="102235"/>
                  </a:lnTo>
                  <a:lnTo>
                    <a:pt x="58013" y="95313"/>
                  </a:lnTo>
                  <a:close/>
                </a:path>
                <a:path w="86360" h="108585">
                  <a:moveTo>
                    <a:pt x="86220" y="2476"/>
                  </a:moveTo>
                  <a:lnTo>
                    <a:pt x="83261" y="0"/>
                  </a:lnTo>
                  <a:lnTo>
                    <a:pt x="74752" y="4025"/>
                  </a:lnTo>
                  <a:lnTo>
                    <a:pt x="61188" y="9867"/>
                  </a:lnTo>
                  <a:lnTo>
                    <a:pt x="43116" y="12865"/>
                  </a:lnTo>
                  <a:lnTo>
                    <a:pt x="25044" y="9867"/>
                  </a:lnTo>
                  <a:lnTo>
                    <a:pt x="11480" y="4025"/>
                  </a:lnTo>
                  <a:lnTo>
                    <a:pt x="2971" y="0"/>
                  </a:lnTo>
                  <a:lnTo>
                    <a:pt x="0" y="2476"/>
                  </a:lnTo>
                  <a:lnTo>
                    <a:pt x="1765" y="10998"/>
                  </a:lnTo>
                  <a:lnTo>
                    <a:pt x="8318" y="20231"/>
                  </a:lnTo>
                  <a:lnTo>
                    <a:pt x="21475" y="27647"/>
                  </a:lnTo>
                  <a:lnTo>
                    <a:pt x="43116" y="30683"/>
                  </a:lnTo>
                  <a:lnTo>
                    <a:pt x="64744" y="27647"/>
                  </a:lnTo>
                  <a:lnTo>
                    <a:pt x="77901" y="20231"/>
                  </a:lnTo>
                  <a:lnTo>
                    <a:pt x="83121" y="12865"/>
                  </a:lnTo>
                  <a:lnTo>
                    <a:pt x="84442" y="10998"/>
                  </a:lnTo>
                  <a:lnTo>
                    <a:pt x="86220" y="2476"/>
                  </a:lnTo>
                  <a:close/>
                </a:path>
              </a:pathLst>
            </a:custGeom>
            <a:solidFill>
              <a:srgbClr val="FCB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395802" y="3362524"/>
              <a:ext cx="137160" cy="22225"/>
            </a:xfrm>
            <a:custGeom>
              <a:avLst/>
              <a:gdLst/>
              <a:ahLst/>
              <a:cxnLst/>
              <a:rect l="l" t="t" r="r" b="b"/>
              <a:pathLst>
                <a:path w="137160" h="22225">
                  <a:moveTo>
                    <a:pt x="0" y="0"/>
                  </a:moveTo>
                  <a:lnTo>
                    <a:pt x="2802" y="5244"/>
                  </a:lnTo>
                  <a:lnTo>
                    <a:pt x="13167" y="12498"/>
                  </a:lnTo>
                  <a:lnTo>
                    <a:pt x="34030" y="18929"/>
                  </a:lnTo>
                  <a:lnTo>
                    <a:pt x="68327" y="21703"/>
                  </a:lnTo>
                  <a:lnTo>
                    <a:pt x="102620" y="18929"/>
                  </a:lnTo>
                  <a:lnTo>
                    <a:pt x="121988" y="12959"/>
                  </a:lnTo>
                  <a:lnTo>
                    <a:pt x="68327" y="12959"/>
                  </a:lnTo>
                  <a:lnTo>
                    <a:pt x="39697" y="10316"/>
                  </a:lnTo>
                  <a:lnTo>
                    <a:pt x="18207" y="4832"/>
                  </a:lnTo>
                  <a:lnTo>
                    <a:pt x="4707" y="171"/>
                  </a:lnTo>
                  <a:lnTo>
                    <a:pt x="4958" y="171"/>
                  </a:lnTo>
                  <a:lnTo>
                    <a:pt x="0" y="0"/>
                  </a:lnTo>
                  <a:close/>
                </a:path>
                <a:path w="137160" h="22225">
                  <a:moveTo>
                    <a:pt x="136648" y="0"/>
                  </a:moveTo>
                  <a:lnTo>
                    <a:pt x="131968" y="171"/>
                  </a:lnTo>
                  <a:lnTo>
                    <a:pt x="118474" y="4832"/>
                  </a:lnTo>
                  <a:lnTo>
                    <a:pt x="96988" y="10316"/>
                  </a:lnTo>
                  <a:lnTo>
                    <a:pt x="68327" y="12959"/>
                  </a:lnTo>
                  <a:lnTo>
                    <a:pt x="121988" y="12959"/>
                  </a:lnTo>
                  <a:lnTo>
                    <a:pt x="123481" y="12498"/>
                  </a:lnTo>
                  <a:lnTo>
                    <a:pt x="133845" y="5244"/>
                  </a:lnTo>
                  <a:lnTo>
                    <a:pt x="136556" y="171"/>
                  </a:lnTo>
                  <a:lnTo>
                    <a:pt x="136648" y="0"/>
                  </a:lnTo>
                  <a:close/>
                </a:path>
              </a:pathLst>
            </a:custGeom>
            <a:solidFill>
              <a:srgbClr val="F794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149132" y="3506736"/>
              <a:ext cx="630555" cy="163830"/>
            </a:xfrm>
            <a:custGeom>
              <a:avLst/>
              <a:gdLst/>
              <a:ahLst/>
              <a:cxnLst/>
              <a:rect l="l" t="t" r="r" b="b"/>
              <a:pathLst>
                <a:path w="630555" h="163829">
                  <a:moveTo>
                    <a:pt x="629970" y="163322"/>
                  </a:moveTo>
                  <a:lnTo>
                    <a:pt x="601726" y="109918"/>
                  </a:lnTo>
                  <a:lnTo>
                    <a:pt x="569620" y="82600"/>
                  </a:lnTo>
                  <a:lnTo>
                    <a:pt x="528383" y="56870"/>
                  </a:lnTo>
                  <a:lnTo>
                    <a:pt x="480161" y="34251"/>
                  </a:lnTo>
                  <a:lnTo>
                    <a:pt x="427101" y="16217"/>
                  </a:lnTo>
                  <a:lnTo>
                    <a:pt x="371322" y="4305"/>
                  </a:lnTo>
                  <a:lnTo>
                    <a:pt x="314998" y="0"/>
                  </a:lnTo>
                  <a:lnTo>
                    <a:pt x="258660" y="4305"/>
                  </a:lnTo>
                  <a:lnTo>
                    <a:pt x="202882" y="16217"/>
                  </a:lnTo>
                  <a:lnTo>
                    <a:pt x="149821" y="34251"/>
                  </a:lnTo>
                  <a:lnTo>
                    <a:pt x="101600" y="56870"/>
                  </a:lnTo>
                  <a:lnTo>
                    <a:pt x="60363" y="82600"/>
                  </a:lnTo>
                  <a:lnTo>
                    <a:pt x="28257" y="109918"/>
                  </a:lnTo>
                  <a:lnTo>
                    <a:pt x="0" y="163322"/>
                  </a:lnTo>
                  <a:lnTo>
                    <a:pt x="314998" y="163322"/>
                  </a:lnTo>
                  <a:lnTo>
                    <a:pt x="629970" y="163322"/>
                  </a:lnTo>
                  <a:close/>
                </a:path>
              </a:pathLst>
            </a:custGeom>
            <a:solidFill>
              <a:srgbClr val="C1B3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089499" y="2716770"/>
              <a:ext cx="741680" cy="651510"/>
            </a:xfrm>
            <a:custGeom>
              <a:avLst/>
              <a:gdLst/>
              <a:ahLst/>
              <a:cxnLst/>
              <a:rect l="l" t="t" r="r" b="b"/>
              <a:pathLst>
                <a:path w="741680" h="651510">
                  <a:moveTo>
                    <a:pt x="679633" y="199815"/>
                  </a:moveTo>
                  <a:lnTo>
                    <a:pt x="29802" y="199815"/>
                  </a:lnTo>
                  <a:lnTo>
                    <a:pt x="42782" y="206501"/>
                  </a:lnTo>
                  <a:lnTo>
                    <a:pt x="46495" y="223664"/>
                  </a:lnTo>
                  <a:lnTo>
                    <a:pt x="44469" y="256419"/>
                  </a:lnTo>
                  <a:lnTo>
                    <a:pt x="40283" y="302923"/>
                  </a:lnTo>
                  <a:lnTo>
                    <a:pt x="37824" y="354859"/>
                  </a:lnTo>
                  <a:lnTo>
                    <a:pt x="37708" y="357310"/>
                  </a:lnTo>
                  <a:lnTo>
                    <a:pt x="37676" y="366199"/>
                  </a:lnTo>
                  <a:lnTo>
                    <a:pt x="39750" y="429805"/>
                  </a:lnTo>
                  <a:lnTo>
                    <a:pt x="50559" y="506498"/>
                  </a:lnTo>
                  <a:lnTo>
                    <a:pt x="72432" y="562585"/>
                  </a:lnTo>
                  <a:lnTo>
                    <a:pt x="106042" y="607449"/>
                  </a:lnTo>
                  <a:lnTo>
                    <a:pt x="140353" y="638092"/>
                  </a:lnTo>
                  <a:lnTo>
                    <a:pt x="164326" y="651514"/>
                  </a:lnTo>
                  <a:lnTo>
                    <a:pt x="166922" y="644717"/>
                  </a:lnTo>
                  <a:lnTo>
                    <a:pt x="145098" y="584071"/>
                  </a:lnTo>
                  <a:lnTo>
                    <a:pt x="140609" y="516823"/>
                  </a:lnTo>
                  <a:lnTo>
                    <a:pt x="144491" y="462300"/>
                  </a:lnTo>
                  <a:lnTo>
                    <a:pt x="147777" y="439830"/>
                  </a:lnTo>
                  <a:lnTo>
                    <a:pt x="172790" y="439830"/>
                  </a:lnTo>
                  <a:lnTo>
                    <a:pt x="175825" y="410682"/>
                  </a:lnTo>
                  <a:lnTo>
                    <a:pt x="187967" y="366199"/>
                  </a:lnTo>
                  <a:lnTo>
                    <a:pt x="200299" y="333776"/>
                  </a:lnTo>
                  <a:lnTo>
                    <a:pt x="205939" y="321231"/>
                  </a:lnTo>
                  <a:lnTo>
                    <a:pt x="696900" y="321231"/>
                  </a:lnTo>
                  <a:lnTo>
                    <a:pt x="693755" y="305992"/>
                  </a:lnTo>
                  <a:lnTo>
                    <a:pt x="689611" y="292053"/>
                  </a:lnTo>
                  <a:lnTo>
                    <a:pt x="727013" y="292053"/>
                  </a:lnTo>
                  <a:lnTo>
                    <a:pt x="724299" y="286703"/>
                  </a:lnTo>
                  <a:lnTo>
                    <a:pt x="695375" y="234450"/>
                  </a:lnTo>
                  <a:lnTo>
                    <a:pt x="679633" y="199815"/>
                  </a:lnTo>
                  <a:close/>
                </a:path>
                <a:path w="741680" h="651510">
                  <a:moveTo>
                    <a:pt x="704999" y="459406"/>
                  </a:moveTo>
                  <a:lnTo>
                    <a:pt x="594994" y="459406"/>
                  </a:lnTo>
                  <a:lnTo>
                    <a:pt x="598864" y="478557"/>
                  </a:lnTo>
                  <a:lnTo>
                    <a:pt x="604569" y="525328"/>
                  </a:lnTo>
                  <a:lnTo>
                    <a:pt x="603301" y="581526"/>
                  </a:lnTo>
                  <a:lnTo>
                    <a:pt x="603252" y="583694"/>
                  </a:lnTo>
                  <a:lnTo>
                    <a:pt x="586059" y="637633"/>
                  </a:lnTo>
                  <a:lnTo>
                    <a:pt x="587497" y="644717"/>
                  </a:lnTo>
                  <a:lnTo>
                    <a:pt x="633015" y="615141"/>
                  </a:lnTo>
                  <a:lnTo>
                    <a:pt x="663228" y="581526"/>
                  </a:lnTo>
                  <a:lnTo>
                    <a:pt x="689164" y="537371"/>
                  </a:lnTo>
                  <a:lnTo>
                    <a:pt x="703887" y="484189"/>
                  </a:lnTo>
                  <a:lnTo>
                    <a:pt x="704999" y="459406"/>
                  </a:lnTo>
                  <a:close/>
                </a:path>
                <a:path w="741680" h="651510">
                  <a:moveTo>
                    <a:pt x="699303" y="332878"/>
                  </a:moveTo>
                  <a:lnTo>
                    <a:pt x="509426" y="332878"/>
                  </a:lnTo>
                  <a:lnTo>
                    <a:pt x="518903" y="339325"/>
                  </a:lnTo>
                  <a:lnTo>
                    <a:pt x="539999" y="361332"/>
                  </a:lnTo>
                  <a:lnTo>
                    <a:pt x="561685" y="402855"/>
                  </a:lnTo>
                  <a:lnTo>
                    <a:pt x="572968" y="467911"/>
                  </a:lnTo>
                  <a:lnTo>
                    <a:pt x="576406" y="476900"/>
                  </a:lnTo>
                  <a:lnTo>
                    <a:pt x="583489" y="475781"/>
                  </a:lnTo>
                  <a:lnTo>
                    <a:pt x="590816" y="468602"/>
                  </a:lnTo>
                  <a:lnTo>
                    <a:pt x="594994" y="459406"/>
                  </a:lnTo>
                  <a:lnTo>
                    <a:pt x="704999" y="459406"/>
                  </a:lnTo>
                  <a:lnTo>
                    <a:pt x="707398" y="405922"/>
                  </a:lnTo>
                  <a:lnTo>
                    <a:pt x="701853" y="345236"/>
                  </a:lnTo>
                  <a:lnTo>
                    <a:pt x="699303" y="332878"/>
                  </a:lnTo>
                  <a:close/>
                </a:path>
                <a:path w="741680" h="651510">
                  <a:moveTo>
                    <a:pt x="172790" y="439830"/>
                  </a:moveTo>
                  <a:lnTo>
                    <a:pt x="147777" y="439830"/>
                  </a:lnTo>
                  <a:lnTo>
                    <a:pt x="151416" y="453539"/>
                  </a:lnTo>
                  <a:lnTo>
                    <a:pt x="159395" y="464888"/>
                  </a:lnTo>
                  <a:lnTo>
                    <a:pt x="167309" y="468602"/>
                  </a:lnTo>
                  <a:lnTo>
                    <a:pt x="170752" y="459406"/>
                  </a:lnTo>
                  <a:lnTo>
                    <a:pt x="172790" y="439830"/>
                  </a:lnTo>
                  <a:close/>
                </a:path>
                <a:path w="741680" h="651510">
                  <a:moveTo>
                    <a:pt x="349995" y="321231"/>
                  </a:moveTo>
                  <a:lnTo>
                    <a:pt x="205939" y="321231"/>
                  </a:lnTo>
                  <a:lnTo>
                    <a:pt x="218316" y="327912"/>
                  </a:lnTo>
                  <a:lnTo>
                    <a:pt x="250949" y="342611"/>
                  </a:lnTo>
                  <a:lnTo>
                    <a:pt x="297091" y="357310"/>
                  </a:lnTo>
                  <a:lnTo>
                    <a:pt x="349995" y="363991"/>
                  </a:lnTo>
                  <a:lnTo>
                    <a:pt x="359016" y="357310"/>
                  </a:lnTo>
                  <a:lnTo>
                    <a:pt x="358014" y="342611"/>
                  </a:lnTo>
                  <a:lnTo>
                    <a:pt x="353002" y="327912"/>
                  </a:lnTo>
                  <a:lnTo>
                    <a:pt x="349995" y="321231"/>
                  </a:lnTo>
                  <a:close/>
                </a:path>
                <a:path w="741680" h="651510">
                  <a:moveTo>
                    <a:pt x="696900" y="321231"/>
                  </a:moveTo>
                  <a:lnTo>
                    <a:pt x="349995" y="321231"/>
                  </a:lnTo>
                  <a:lnTo>
                    <a:pt x="360716" y="327095"/>
                  </a:lnTo>
                  <a:lnTo>
                    <a:pt x="391123" y="340432"/>
                  </a:lnTo>
                  <a:lnTo>
                    <a:pt x="438584" y="354859"/>
                  </a:lnTo>
                  <a:lnTo>
                    <a:pt x="500467" y="363991"/>
                  </a:lnTo>
                  <a:lnTo>
                    <a:pt x="514676" y="359957"/>
                  </a:lnTo>
                  <a:lnTo>
                    <a:pt x="516333" y="349171"/>
                  </a:lnTo>
                  <a:lnTo>
                    <a:pt x="512296" y="338016"/>
                  </a:lnTo>
                  <a:lnTo>
                    <a:pt x="509426" y="332878"/>
                  </a:lnTo>
                  <a:lnTo>
                    <a:pt x="699303" y="332878"/>
                  </a:lnTo>
                  <a:lnTo>
                    <a:pt x="696900" y="321231"/>
                  </a:lnTo>
                  <a:close/>
                </a:path>
                <a:path w="741680" h="651510">
                  <a:moveTo>
                    <a:pt x="727013" y="292053"/>
                  </a:moveTo>
                  <a:lnTo>
                    <a:pt x="689611" y="292053"/>
                  </a:lnTo>
                  <a:lnTo>
                    <a:pt x="692839" y="298432"/>
                  </a:lnTo>
                  <a:lnTo>
                    <a:pt x="702164" y="312466"/>
                  </a:lnTo>
                  <a:lnTo>
                    <a:pt x="717045" y="326500"/>
                  </a:lnTo>
                  <a:lnTo>
                    <a:pt x="736940" y="332878"/>
                  </a:lnTo>
                  <a:lnTo>
                    <a:pt x="741558" y="320727"/>
                  </a:lnTo>
                  <a:lnTo>
                    <a:pt x="727013" y="292053"/>
                  </a:lnTo>
                  <a:close/>
                </a:path>
                <a:path w="741680" h="651510">
                  <a:moveTo>
                    <a:pt x="81683" y="73693"/>
                  </a:moveTo>
                  <a:lnTo>
                    <a:pt x="75998" y="92990"/>
                  </a:lnTo>
                  <a:lnTo>
                    <a:pt x="70072" y="119942"/>
                  </a:lnTo>
                  <a:lnTo>
                    <a:pt x="59644" y="142330"/>
                  </a:lnTo>
                  <a:lnTo>
                    <a:pt x="42112" y="158249"/>
                  </a:lnTo>
                  <a:lnTo>
                    <a:pt x="22037" y="173444"/>
                  </a:lnTo>
                  <a:lnTo>
                    <a:pt x="5854" y="187181"/>
                  </a:lnTo>
                  <a:lnTo>
                    <a:pt x="0" y="198728"/>
                  </a:lnTo>
                  <a:lnTo>
                    <a:pt x="5312" y="203223"/>
                  </a:lnTo>
                  <a:lnTo>
                    <a:pt x="16279" y="201153"/>
                  </a:lnTo>
                  <a:lnTo>
                    <a:pt x="29802" y="199815"/>
                  </a:lnTo>
                  <a:lnTo>
                    <a:pt x="679633" y="199815"/>
                  </a:lnTo>
                  <a:lnTo>
                    <a:pt x="664997" y="167611"/>
                  </a:lnTo>
                  <a:lnTo>
                    <a:pt x="655476" y="149406"/>
                  </a:lnTo>
                  <a:lnTo>
                    <a:pt x="647073" y="138434"/>
                  </a:lnTo>
                  <a:lnTo>
                    <a:pt x="91385" y="138434"/>
                  </a:lnTo>
                  <a:lnTo>
                    <a:pt x="93847" y="131142"/>
                  </a:lnTo>
                  <a:lnTo>
                    <a:pt x="97950" y="113642"/>
                  </a:lnTo>
                  <a:lnTo>
                    <a:pt x="98700" y="94310"/>
                  </a:lnTo>
                  <a:lnTo>
                    <a:pt x="98771" y="92497"/>
                  </a:lnTo>
                  <a:lnTo>
                    <a:pt x="91385" y="74268"/>
                  </a:lnTo>
                  <a:lnTo>
                    <a:pt x="81683" y="73693"/>
                  </a:lnTo>
                  <a:close/>
                </a:path>
                <a:path w="741680" h="651510">
                  <a:moveTo>
                    <a:pt x="336016" y="0"/>
                  </a:moveTo>
                  <a:lnTo>
                    <a:pt x="293191" y="4466"/>
                  </a:lnTo>
                  <a:lnTo>
                    <a:pt x="250488" y="15397"/>
                  </a:lnTo>
                  <a:lnTo>
                    <a:pt x="208431" y="33525"/>
                  </a:lnTo>
                  <a:lnTo>
                    <a:pt x="167545" y="59585"/>
                  </a:lnTo>
                  <a:lnTo>
                    <a:pt x="128355" y="94310"/>
                  </a:lnTo>
                  <a:lnTo>
                    <a:pt x="91385" y="138434"/>
                  </a:lnTo>
                  <a:lnTo>
                    <a:pt x="647073" y="138434"/>
                  </a:lnTo>
                  <a:lnTo>
                    <a:pt x="620003" y="108907"/>
                  </a:lnTo>
                  <a:lnTo>
                    <a:pt x="566122" y="67846"/>
                  </a:lnTo>
                  <a:lnTo>
                    <a:pt x="498032" y="32095"/>
                  </a:lnTo>
                  <a:lnTo>
                    <a:pt x="459970" y="18044"/>
                  </a:lnTo>
                  <a:lnTo>
                    <a:pt x="419930" y="7522"/>
                  </a:lnTo>
                  <a:lnTo>
                    <a:pt x="378437" y="1263"/>
                  </a:lnTo>
                  <a:lnTo>
                    <a:pt x="336016" y="0"/>
                  </a:lnTo>
                  <a:close/>
                </a:path>
              </a:pathLst>
            </a:custGeom>
            <a:solidFill>
              <a:srgbClr val="684B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55815" y="3502059"/>
              <a:ext cx="216622" cy="167997"/>
            </a:xfrm>
            <a:prstGeom prst="rect">
              <a:avLst/>
            </a:prstGeom>
          </p:spPr>
        </p:pic>
      </p:grpSp>
      <p:pic>
        <p:nvPicPr>
          <p:cNvPr id="40" name="object 4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57416" y="2715767"/>
            <a:ext cx="771144" cy="960119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473" y="3006572"/>
              <a:ext cx="2776134" cy="38455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521" y="3582136"/>
              <a:ext cx="2074290" cy="36779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6018" y="3796004"/>
              <a:ext cx="141731" cy="2692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7948" y="3565372"/>
              <a:ext cx="1735117" cy="3835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681" y="4135348"/>
              <a:ext cx="1366478" cy="35966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26864" y="2212847"/>
              <a:ext cx="4843272" cy="334670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10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77012" y="1382268"/>
            <a:ext cx="13277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>
                <a:solidFill>
                  <a:srgbClr val="FFCE00"/>
                </a:solidFill>
              </a:rPr>
              <a:t>Agenda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207745" y="2390647"/>
            <a:ext cx="23856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About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me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datree.io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07745" y="3558032"/>
            <a:ext cx="234188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sz="2100" spc="-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Fargate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TCO?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08792" y="2411984"/>
            <a:ext cx="32492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How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do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we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deploy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(technical)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108792" y="3579367"/>
            <a:ext cx="7251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DEMO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71170" y="4773167"/>
            <a:ext cx="2574925" cy="71755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245"/>
              </a:spcBef>
            </a:pP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Why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did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we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choose</a:t>
            </a:r>
            <a:r>
              <a:rPr dirty="0" sz="2300" spc="-1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dirty="0" sz="2300" spc="-1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Fargate</a:t>
            </a:r>
            <a:endParaRPr sz="2300">
              <a:latin typeface="Calibri Light"/>
              <a:cs typeface="Calibri Ligh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40095" y="2377947"/>
            <a:ext cx="2787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45">
                <a:solidFill>
                  <a:srgbClr val="FFCE00"/>
                </a:solidFill>
                <a:latin typeface="Trebuchet MS"/>
                <a:cs typeface="Trebuchet MS"/>
              </a:rPr>
              <a:t>1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1208" y="2380488"/>
            <a:ext cx="515111" cy="44500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637675" y="3520947"/>
            <a:ext cx="2787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45">
                <a:solidFill>
                  <a:srgbClr val="FFCE00"/>
                </a:solidFill>
                <a:latin typeface="Trebuchet MS"/>
                <a:cs typeface="Trebuchet MS"/>
              </a:rPr>
              <a:t>2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1208" y="3523488"/>
            <a:ext cx="515111" cy="448055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37675" y="4810251"/>
            <a:ext cx="2787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45">
                <a:solidFill>
                  <a:srgbClr val="FFCE00"/>
                </a:solidFill>
                <a:latin typeface="Trebuchet MS"/>
                <a:cs typeface="Trebuchet MS"/>
              </a:rPr>
              <a:t>3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1208" y="4812791"/>
            <a:ext cx="515111" cy="448056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4567755" y="2371851"/>
            <a:ext cx="2787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45">
                <a:solidFill>
                  <a:srgbClr val="FFCE00"/>
                </a:solidFill>
                <a:latin typeface="Trebuchet MS"/>
                <a:cs typeface="Trebuchet MS"/>
              </a:rPr>
              <a:t>4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50079" y="2374392"/>
            <a:ext cx="515112" cy="448055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565334" y="3514852"/>
            <a:ext cx="2787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145">
                <a:solidFill>
                  <a:srgbClr val="FFCE00"/>
                </a:solidFill>
                <a:latin typeface="Trebuchet MS"/>
                <a:cs typeface="Trebuchet MS"/>
              </a:rPr>
              <a:t>5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47032" y="3517391"/>
            <a:ext cx="515112" cy="448055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87408" y="1382268"/>
            <a:ext cx="17056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>
                <a:solidFill>
                  <a:srgbClr val="FFCE00"/>
                </a:solidFill>
              </a:rPr>
              <a:t>About</a:t>
            </a:r>
            <a:r>
              <a:rPr dirty="0" spc="-240">
                <a:solidFill>
                  <a:srgbClr val="FFCE00"/>
                </a:solidFill>
              </a:rPr>
              <a:t> </a:t>
            </a:r>
            <a:r>
              <a:rPr dirty="0" spc="-25">
                <a:solidFill>
                  <a:srgbClr val="FFCE00"/>
                </a:solidFill>
              </a:rPr>
              <a:t>me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151078" y="2896108"/>
            <a:ext cx="4893945" cy="124777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55904" marR="3168650" indent="-243840">
              <a:lnSpc>
                <a:spcPct val="103699"/>
              </a:lnSpc>
              <a:spcBef>
                <a:spcPts val="25"/>
              </a:spcBef>
            </a:pP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Shimon</a:t>
            </a:r>
            <a:r>
              <a:rPr dirty="0" sz="1600" spc="-8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Tolts</a:t>
            </a:r>
            <a:r>
              <a:rPr dirty="0" sz="1600" spc="-8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Courier New"/>
                <a:cs typeface="Courier New"/>
              </a:rPr>
              <a:t>{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age:</a:t>
            </a:r>
            <a:r>
              <a:rPr dirty="0" sz="1600" spc="-6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Courier New"/>
                <a:cs typeface="Courier New"/>
              </a:rPr>
              <a:t>30,</a:t>
            </a:r>
            <a:endParaRPr sz="1600">
              <a:latin typeface="Courier New"/>
              <a:cs typeface="Courier New"/>
            </a:endParaRPr>
          </a:p>
          <a:p>
            <a:pPr marL="255904" marR="5080">
              <a:lnSpc>
                <a:spcPts val="1900"/>
              </a:lnSpc>
              <a:spcBef>
                <a:spcPts val="60"/>
              </a:spcBef>
            </a:pP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title:</a:t>
            </a:r>
            <a:r>
              <a:rPr dirty="0" sz="16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“CTO</a:t>
            </a:r>
            <a:r>
              <a:rPr dirty="0" sz="16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&amp;</a:t>
            </a:r>
            <a:r>
              <a:rPr dirty="0" sz="16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ourier New"/>
                <a:cs typeface="Courier New"/>
              </a:rPr>
              <a:t>Co-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Founder</a:t>
            </a:r>
            <a:r>
              <a:rPr dirty="0" sz="1600" spc="-5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@</a:t>
            </a:r>
            <a:r>
              <a:rPr dirty="0" sz="1600" spc="-5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urier New"/>
                <a:cs typeface="Courier New"/>
              </a:rPr>
              <a:t>datree.io”,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misc:</a:t>
            </a:r>
            <a:r>
              <a:rPr dirty="0" sz="1600" spc="-9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[“AWS</a:t>
            </a:r>
            <a:r>
              <a:rPr dirty="0" sz="1600" spc="-9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urier New"/>
                <a:cs typeface="Courier New"/>
              </a:rPr>
              <a:t>Community</a:t>
            </a:r>
            <a:r>
              <a:rPr dirty="0" sz="1600" spc="-9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urier New"/>
                <a:cs typeface="Courier New"/>
              </a:rPr>
              <a:t>Hero”,“Gamer”]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dirty="0" sz="1600" spc="-50" b="1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678189" y="2406756"/>
            <a:ext cx="2022475" cy="2961005"/>
            <a:chOff x="1678189" y="2406756"/>
            <a:chExt cx="2022475" cy="2961005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8189" y="2406756"/>
              <a:ext cx="2022025" cy="234293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5584" y="4410456"/>
              <a:ext cx="1365504" cy="957072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17420">
              <a:lnSpc>
                <a:spcPct val="100000"/>
              </a:lnSpc>
              <a:spcBef>
                <a:spcPts val="100"/>
              </a:spcBef>
            </a:pPr>
            <a:r>
              <a:rPr dirty="0" spc="180">
                <a:solidFill>
                  <a:srgbClr val="FFCE00"/>
                </a:solidFill>
              </a:rPr>
              <a:t>0</a:t>
            </a:r>
            <a:r>
              <a:rPr dirty="0" spc="-270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EC2</a:t>
            </a:r>
            <a:r>
              <a:rPr dirty="0" spc="-265">
                <a:solidFill>
                  <a:srgbClr val="FFCE00"/>
                </a:solidFill>
              </a:rPr>
              <a:t> </a:t>
            </a:r>
            <a:r>
              <a:rPr dirty="0" spc="-135">
                <a:solidFill>
                  <a:srgbClr val="FFCE00"/>
                </a:solidFill>
              </a:rPr>
              <a:t>instances</a:t>
            </a:r>
            <a:r>
              <a:rPr dirty="0" spc="-265">
                <a:solidFill>
                  <a:srgbClr val="FFCE00"/>
                </a:solidFill>
              </a:rPr>
              <a:t> </a:t>
            </a:r>
            <a:r>
              <a:rPr dirty="0" spc="540">
                <a:solidFill>
                  <a:srgbClr val="FFCE00"/>
                </a:solidFill>
              </a:rPr>
              <a:t>@</a:t>
            </a:r>
            <a:r>
              <a:rPr dirty="0" spc="-270">
                <a:solidFill>
                  <a:srgbClr val="FFCE00"/>
                </a:solidFill>
              </a:rPr>
              <a:t> </a:t>
            </a:r>
            <a:r>
              <a:rPr dirty="0" spc="-165">
                <a:solidFill>
                  <a:srgbClr val="FFCE00"/>
                </a:solidFill>
              </a:rPr>
              <a:t>datree.io</a:t>
            </a:r>
          </a:p>
        </p:txBody>
      </p:sp>
      <p:grpSp>
        <p:nvGrpSpPr>
          <p:cNvPr id="13" name="object 13" descr=""/>
          <p:cNvGrpSpPr/>
          <p:nvPr/>
        </p:nvGrpSpPr>
        <p:grpSpPr>
          <a:xfrm>
            <a:off x="1478280" y="2036064"/>
            <a:ext cx="6720840" cy="4371340"/>
            <a:chOff x="1478280" y="2036064"/>
            <a:chExt cx="6720840" cy="437134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2200" y="2599944"/>
              <a:ext cx="4980432" cy="309676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8280" y="2036064"/>
              <a:ext cx="6720840" cy="437083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2992" y="1304544"/>
              <a:ext cx="3773424" cy="204520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2660543" y="3397062"/>
            <a:ext cx="4579620" cy="151765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dirty="0" sz="4300" spc="-10">
                <a:solidFill>
                  <a:srgbClr val="FFCE00"/>
                </a:solidFill>
                <a:latin typeface="Arial"/>
                <a:cs typeface="Arial"/>
              </a:rPr>
              <a:t>GitOps</a:t>
            </a:r>
            <a:endParaRPr sz="4300">
              <a:latin typeface="Arial"/>
              <a:cs typeface="Arial"/>
            </a:endParaRPr>
          </a:p>
          <a:p>
            <a:pPr algn="ctr" marL="12700" marR="5080">
              <a:lnSpc>
                <a:spcPts val="2500"/>
              </a:lnSpc>
              <a:spcBef>
                <a:spcPts val="765"/>
              </a:spcBef>
            </a:pPr>
            <a:r>
              <a:rPr dirty="0" u="sng" sz="2300" spc="-25" b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 Light"/>
                <a:cs typeface="Calibri Light"/>
              </a:rPr>
              <a:t>Datree</a:t>
            </a:r>
            <a:r>
              <a:rPr dirty="0" u="none" sz="2300" spc="-7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b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u="none" sz="2300" spc="-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b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dirty="0" u="none" sz="2300" spc="-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20" b="0">
                <a:solidFill>
                  <a:srgbClr val="FFFFFF"/>
                </a:solidFill>
                <a:latin typeface="Calibri Light"/>
                <a:cs typeface="Calibri Light"/>
              </a:rPr>
              <a:t>Policy</a:t>
            </a:r>
            <a:r>
              <a:rPr dirty="0" u="none" sz="2300" spc="-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40" b="0">
                <a:solidFill>
                  <a:srgbClr val="FFFFFF"/>
                </a:solidFill>
                <a:latin typeface="Calibri Light"/>
                <a:cs typeface="Calibri Light"/>
              </a:rPr>
              <a:t>Enforcement</a:t>
            </a:r>
            <a:r>
              <a:rPr dirty="0" u="none" sz="2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10" b="0">
                <a:solidFill>
                  <a:srgbClr val="FFFFFF"/>
                </a:solidFill>
                <a:latin typeface="Calibri Light"/>
                <a:cs typeface="Calibri Light"/>
              </a:rPr>
              <a:t>Platform for</a:t>
            </a:r>
            <a:r>
              <a:rPr dirty="0" u="none" sz="2300" spc="-9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30" b="0">
                <a:solidFill>
                  <a:srgbClr val="FFFFFF"/>
                </a:solidFill>
                <a:latin typeface="Calibri Light"/>
                <a:cs typeface="Calibri Light"/>
              </a:rPr>
              <a:t>confident</a:t>
            </a:r>
            <a:r>
              <a:rPr dirty="0" u="none" sz="2300" spc="-8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b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dirty="0" u="none" sz="2300" spc="-8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30" b="0">
                <a:solidFill>
                  <a:srgbClr val="FFFFFF"/>
                </a:solidFill>
                <a:latin typeface="Calibri Light"/>
                <a:cs typeface="Calibri Light"/>
              </a:rPr>
              <a:t>compliant</a:t>
            </a:r>
            <a:r>
              <a:rPr dirty="0" u="none" sz="2300" spc="-8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u="none" sz="2300" spc="-10" b="0">
                <a:solidFill>
                  <a:srgbClr val="FFFFFF"/>
                </a:solidFill>
                <a:latin typeface="Calibri Light"/>
                <a:cs typeface="Calibri Light"/>
              </a:rPr>
              <a:t>code.</a:t>
            </a:r>
            <a:endParaRPr sz="23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399" y="1140782"/>
            <a:ext cx="9753600" cy="5488940"/>
            <a:chOff x="152399" y="1140782"/>
            <a:chExt cx="9753600" cy="548894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6" y="6065519"/>
              <a:ext cx="1033272" cy="56083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52387" y="1140789"/>
              <a:ext cx="9754235" cy="5488940"/>
            </a:xfrm>
            <a:custGeom>
              <a:avLst/>
              <a:gdLst/>
              <a:ahLst/>
              <a:cxnLst/>
              <a:rect l="l" t="t" r="r" b="b"/>
              <a:pathLst>
                <a:path w="9754235" h="5488940">
                  <a:moveTo>
                    <a:pt x="4237202" y="2756954"/>
                  </a:moveTo>
                  <a:lnTo>
                    <a:pt x="12" y="13754"/>
                  </a:lnTo>
                  <a:lnTo>
                    <a:pt x="0" y="5488610"/>
                  </a:lnTo>
                  <a:lnTo>
                    <a:pt x="17830" y="5488610"/>
                  </a:lnTo>
                  <a:lnTo>
                    <a:pt x="4237202" y="2756954"/>
                  </a:lnTo>
                  <a:close/>
                </a:path>
                <a:path w="9754235" h="5488940">
                  <a:moveTo>
                    <a:pt x="9753613" y="0"/>
                  </a:moveTo>
                  <a:lnTo>
                    <a:pt x="5516410" y="2743200"/>
                  </a:lnTo>
                  <a:lnTo>
                    <a:pt x="9753613" y="5486400"/>
                  </a:lnTo>
                  <a:lnTo>
                    <a:pt x="9753613" y="0"/>
                  </a:lnTo>
                  <a:close/>
                </a:path>
              </a:pathLst>
            </a:custGeom>
            <a:solidFill>
              <a:srgbClr val="E8E8E8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82451" y="1382268"/>
            <a:ext cx="43059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>
                <a:solidFill>
                  <a:srgbClr val="FFCE00"/>
                </a:solidFill>
              </a:rPr>
              <a:t>GitOps</a:t>
            </a:r>
            <a:r>
              <a:rPr dirty="0" spc="-260">
                <a:solidFill>
                  <a:srgbClr val="FFCE00"/>
                </a:solidFill>
              </a:rPr>
              <a:t> </a:t>
            </a:r>
            <a:r>
              <a:rPr dirty="0" spc="-135">
                <a:solidFill>
                  <a:srgbClr val="FFCE00"/>
                </a:solidFill>
              </a:rPr>
              <a:t>is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120">
                <a:solidFill>
                  <a:srgbClr val="FFCE00"/>
                </a:solidFill>
              </a:rPr>
              <a:t>the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-85">
                <a:solidFill>
                  <a:srgbClr val="FFCE00"/>
                </a:solidFill>
              </a:rPr>
              <a:t>new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-50">
                <a:solidFill>
                  <a:srgbClr val="FFCE00"/>
                </a:solidFill>
              </a:rPr>
              <a:t>normal</a:t>
            </a:r>
          </a:p>
        </p:txBody>
      </p:sp>
      <p:grpSp>
        <p:nvGrpSpPr>
          <p:cNvPr id="14" name="object 14" descr=""/>
          <p:cNvGrpSpPr/>
          <p:nvPr/>
        </p:nvGrpSpPr>
        <p:grpSpPr>
          <a:xfrm>
            <a:off x="310009" y="2538051"/>
            <a:ext cx="1195705" cy="1610360"/>
            <a:chOff x="310009" y="2538051"/>
            <a:chExt cx="1195705" cy="1610360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2519" y="3752088"/>
              <a:ext cx="393192" cy="39623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10009" y="2538051"/>
              <a:ext cx="572770" cy="282575"/>
            </a:xfrm>
            <a:custGeom>
              <a:avLst/>
              <a:gdLst/>
              <a:ahLst/>
              <a:cxnLst/>
              <a:rect l="l" t="t" r="r" b="b"/>
              <a:pathLst>
                <a:path w="572769" h="282575">
                  <a:moveTo>
                    <a:pt x="486299" y="0"/>
                  </a:moveTo>
                  <a:lnTo>
                    <a:pt x="0" y="0"/>
                  </a:lnTo>
                  <a:lnTo>
                    <a:pt x="0" y="281999"/>
                  </a:lnTo>
                  <a:lnTo>
                    <a:pt x="486299" y="281999"/>
                  </a:lnTo>
                  <a:lnTo>
                    <a:pt x="572400" y="141000"/>
                  </a:lnTo>
                  <a:lnTo>
                    <a:pt x="486299" y="0"/>
                  </a:lnTo>
                  <a:close/>
                </a:path>
              </a:pathLst>
            </a:custGeom>
            <a:solidFill>
              <a:srgbClr val="D232A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38159" y="2585720"/>
            <a:ext cx="2743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621640" y="3408297"/>
            <a:ext cx="572770" cy="282575"/>
          </a:xfrm>
          <a:custGeom>
            <a:avLst/>
            <a:gdLst/>
            <a:ahLst/>
            <a:cxnLst/>
            <a:rect l="l" t="t" r="r" b="b"/>
            <a:pathLst>
              <a:path w="572769" h="282575">
                <a:moveTo>
                  <a:pt x="486299" y="0"/>
                </a:moveTo>
                <a:lnTo>
                  <a:pt x="0" y="0"/>
                </a:lnTo>
                <a:lnTo>
                  <a:pt x="0" y="281999"/>
                </a:lnTo>
                <a:lnTo>
                  <a:pt x="486299" y="281999"/>
                </a:lnTo>
                <a:lnTo>
                  <a:pt x="572400" y="140999"/>
                </a:lnTo>
                <a:lnTo>
                  <a:pt x="486299" y="0"/>
                </a:lnTo>
                <a:close/>
              </a:path>
            </a:pathLst>
          </a:custGeom>
          <a:solidFill>
            <a:srgbClr val="8C2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770807" y="3457447"/>
            <a:ext cx="2324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2682944" y="3190011"/>
            <a:ext cx="572770" cy="282575"/>
          </a:xfrm>
          <a:custGeom>
            <a:avLst/>
            <a:gdLst/>
            <a:ahLst/>
            <a:cxnLst/>
            <a:rect l="l" t="t" r="r" b="b"/>
            <a:pathLst>
              <a:path w="572770" h="282575">
                <a:moveTo>
                  <a:pt x="486299" y="0"/>
                </a:moveTo>
                <a:lnTo>
                  <a:pt x="0" y="0"/>
                </a:lnTo>
                <a:lnTo>
                  <a:pt x="0" y="282000"/>
                </a:lnTo>
                <a:lnTo>
                  <a:pt x="486299" y="282000"/>
                </a:lnTo>
                <a:lnTo>
                  <a:pt x="572400" y="141000"/>
                </a:lnTo>
                <a:lnTo>
                  <a:pt x="486299" y="0"/>
                </a:lnTo>
                <a:close/>
              </a:path>
            </a:pathLst>
          </a:custGeom>
          <a:solidFill>
            <a:srgbClr val="000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777757" y="3256788"/>
            <a:ext cx="3397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Deploy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12361" y="2178972"/>
            <a:ext cx="2988945" cy="3060065"/>
            <a:chOff x="812361" y="2178972"/>
            <a:chExt cx="2988945" cy="3060065"/>
          </a:xfrm>
        </p:grpSpPr>
        <p:sp>
          <p:nvSpPr>
            <p:cNvPr id="23" name="object 23" descr=""/>
            <p:cNvSpPr/>
            <p:nvPr/>
          </p:nvSpPr>
          <p:spPr>
            <a:xfrm>
              <a:off x="956698" y="2185322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8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56698" y="2185322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14371" y="2275945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6" y="193916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14371" y="2275945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09120" y="241603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09120" y="241603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0200" y="4483608"/>
              <a:ext cx="393192" cy="39319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7663" y="3925823"/>
              <a:ext cx="393191" cy="39319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6376" y="3636263"/>
              <a:ext cx="393192" cy="39319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8519" y="3468624"/>
              <a:ext cx="393191" cy="39319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12361" y="4956436"/>
              <a:ext cx="572770" cy="282575"/>
            </a:xfrm>
            <a:custGeom>
              <a:avLst/>
              <a:gdLst/>
              <a:ahLst/>
              <a:cxnLst/>
              <a:rect l="l" t="t" r="r" b="b"/>
              <a:pathLst>
                <a:path w="572769" h="282575">
                  <a:moveTo>
                    <a:pt x="486300" y="0"/>
                  </a:moveTo>
                  <a:lnTo>
                    <a:pt x="0" y="0"/>
                  </a:lnTo>
                  <a:lnTo>
                    <a:pt x="0" y="282000"/>
                  </a:lnTo>
                  <a:lnTo>
                    <a:pt x="486300" y="282000"/>
                  </a:lnTo>
                  <a:lnTo>
                    <a:pt x="572399" y="141000"/>
                  </a:lnTo>
                  <a:lnTo>
                    <a:pt x="486300" y="0"/>
                  </a:lnTo>
                  <a:close/>
                </a:path>
              </a:pathLst>
            </a:custGeom>
            <a:solidFill>
              <a:srgbClr val="8C2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961529" y="5005832"/>
            <a:ext cx="2324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882581" y="2908023"/>
            <a:ext cx="572770" cy="282575"/>
          </a:xfrm>
          <a:custGeom>
            <a:avLst/>
            <a:gdLst/>
            <a:ahLst/>
            <a:cxnLst/>
            <a:rect l="l" t="t" r="r" b="b"/>
            <a:pathLst>
              <a:path w="572769" h="282575">
                <a:moveTo>
                  <a:pt x="486300" y="0"/>
                </a:moveTo>
                <a:lnTo>
                  <a:pt x="0" y="0"/>
                </a:lnTo>
                <a:lnTo>
                  <a:pt x="0" y="281999"/>
                </a:lnTo>
                <a:lnTo>
                  <a:pt x="486300" y="281999"/>
                </a:lnTo>
                <a:lnTo>
                  <a:pt x="572399" y="141000"/>
                </a:lnTo>
                <a:lnTo>
                  <a:pt x="486300" y="0"/>
                </a:lnTo>
                <a:close/>
              </a:path>
            </a:pathLst>
          </a:custGeom>
          <a:solidFill>
            <a:srgbClr val="D23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010732" y="2957576"/>
            <a:ext cx="2743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589780" y="3883982"/>
            <a:ext cx="572770" cy="282575"/>
          </a:xfrm>
          <a:custGeom>
            <a:avLst/>
            <a:gdLst/>
            <a:ahLst/>
            <a:cxnLst/>
            <a:rect l="l" t="t" r="r" b="b"/>
            <a:pathLst>
              <a:path w="572769" h="282575">
                <a:moveTo>
                  <a:pt x="486299" y="0"/>
                </a:moveTo>
                <a:lnTo>
                  <a:pt x="0" y="0"/>
                </a:lnTo>
                <a:lnTo>
                  <a:pt x="0" y="281999"/>
                </a:lnTo>
                <a:lnTo>
                  <a:pt x="486299" y="281999"/>
                </a:lnTo>
                <a:lnTo>
                  <a:pt x="572399" y="140999"/>
                </a:lnTo>
                <a:lnTo>
                  <a:pt x="486299" y="0"/>
                </a:lnTo>
                <a:close/>
              </a:path>
            </a:pathLst>
          </a:custGeom>
          <a:solidFill>
            <a:srgbClr val="000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684592" y="3951732"/>
            <a:ext cx="3397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Deploy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2777924" y="4236059"/>
            <a:ext cx="572770" cy="282575"/>
          </a:xfrm>
          <a:custGeom>
            <a:avLst/>
            <a:gdLst/>
            <a:ahLst/>
            <a:cxnLst/>
            <a:rect l="l" t="t" r="r" b="b"/>
            <a:pathLst>
              <a:path w="572770" h="282575">
                <a:moveTo>
                  <a:pt x="486299" y="0"/>
                </a:moveTo>
                <a:lnTo>
                  <a:pt x="0" y="0"/>
                </a:lnTo>
                <a:lnTo>
                  <a:pt x="0" y="281999"/>
                </a:lnTo>
                <a:lnTo>
                  <a:pt x="486299" y="281999"/>
                </a:lnTo>
                <a:lnTo>
                  <a:pt x="572400" y="141000"/>
                </a:lnTo>
                <a:lnTo>
                  <a:pt x="486299" y="0"/>
                </a:lnTo>
                <a:close/>
              </a:path>
            </a:pathLst>
          </a:custGeom>
          <a:solidFill>
            <a:srgbClr val="000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2872737" y="4302252"/>
            <a:ext cx="3397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Deploy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46888" y="1520952"/>
            <a:ext cx="9659620" cy="4691380"/>
            <a:chOff x="246888" y="1520952"/>
            <a:chExt cx="9659620" cy="4691380"/>
          </a:xfrm>
        </p:grpSpPr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072" y="3660647"/>
              <a:ext cx="487679" cy="54863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96568" y="5004816"/>
              <a:ext cx="350519" cy="47548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888" y="5647943"/>
              <a:ext cx="350520" cy="390144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848" y="1758696"/>
              <a:ext cx="472440" cy="472439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9679" y="4233672"/>
              <a:ext cx="393192" cy="39319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42288" y="2438400"/>
              <a:ext cx="429768" cy="57912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27064" y="2907791"/>
              <a:ext cx="1149095" cy="132892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55023" y="1520952"/>
              <a:ext cx="950976" cy="148437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08392" y="2130552"/>
              <a:ext cx="914400" cy="106070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57999" y="3636263"/>
              <a:ext cx="914400" cy="106070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46592" y="4282440"/>
              <a:ext cx="1359407" cy="192938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4320" y="4767072"/>
              <a:ext cx="426720" cy="588263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28088" y="4123944"/>
              <a:ext cx="426719" cy="42672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0120" y="3358896"/>
              <a:ext cx="423672" cy="24383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50392" y="5404104"/>
              <a:ext cx="423672" cy="42367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555102" y="3360252"/>
              <a:ext cx="996315" cy="996315"/>
            </a:xfrm>
            <a:custGeom>
              <a:avLst/>
              <a:gdLst/>
              <a:ahLst/>
              <a:cxnLst/>
              <a:rect l="l" t="t" r="r" b="b"/>
              <a:pathLst>
                <a:path w="996314" h="996314">
                  <a:moveTo>
                    <a:pt x="497880" y="0"/>
                  </a:moveTo>
                  <a:lnTo>
                    <a:pt x="449931" y="2279"/>
                  </a:lnTo>
                  <a:lnTo>
                    <a:pt x="403271" y="8977"/>
                  </a:lnTo>
                  <a:lnTo>
                    <a:pt x="358110" y="19886"/>
                  </a:lnTo>
                  <a:lnTo>
                    <a:pt x="314655" y="34797"/>
                  </a:lnTo>
                  <a:lnTo>
                    <a:pt x="273116" y="53501"/>
                  </a:lnTo>
                  <a:lnTo>
                    <a:pt x="233701" y="75790"/>
                  </a:lnTo>
                  <a:lnTo>
                    <a:pt x="196619" y="101455"/>
                  </a:lnTo>
                  <a:lnTo>
                    <a:pt x="162078" y="130287"/>
                  </a:lnTo>
                  <a:lnTo>
                    <a:pt x="130287" y="162078"/>
                  </a:lnTo>
                  <a:lnTo>
                    <a:pt x="101455" y="196619"/>
                  </a:lnTo>
                  <a:lnTo>
                    <a:pt x="75790" y="233701"/>
                  </a:lnTo>
                  <a:lnTo>
                    <a:pt x="53501" y="273116"/>
                  </a:lnTo>
                  <a:lnTo>
                    <a:pt x="34797" y="314655"/>
                  </a:lnTo>
                  <a:lnTo>
                    <a:pt x="19886" y="358110"/>
                  </a:lnTo>
                  <a:lnTo>
                    <a:pt x="8977" y="403271"/>
                  </a:lnTo>
                  <a:lnTo>
                    <a:pt x="2279" y="449931"/>
                  </a:lnTo>
                  <a:lnTo>
                    <a:pt x="0" y="497880"/>
                  </a:lnTo>
                  <a:lnTo>
                    <a:pt x="2279" y="545829"/>
                  </a:lnTo>
                  <a:lnTo>
                    <a:pt x="8977" y="592489"/>
                  </a:lnTo>
                  <a:lnTo>
                    <a:pt x="19886" y="637650"/>
                  </a:lnTo>
                  <a:lnTo>
                    <a:pt x="34797" y="681105"/>
                  </a:lnTo>
                  <a:lnTo>
                    <a:pt x="53501" y="722644"/>
                  </a:lnTo>
                  <a:lnTo>
                    <a:pt x="75790" y="762059"/>
                  </a:lnTo>
                  <a:lnTo>
                    <a:pt x="101455" y="799141"/>
                  </a:lnTo>
                  <a:lnTo>
                    <a:pt x="130287" y="833682"/>
                  </a:lnTo>
                  <a:lnTo>
                    <a:pt x="162078" y="865473"/>
                  </a:lnTo>
                  <a:lnTo>
                    <a:pt x="196619" y="894305"/>
                  </a:lnTo>
                  <a:lnTo>
                    <a:pt x="233701" y="919969"/>
                  </a:lnTo>
                  <a:lnTo>
                    <a:pt x="273116" y="942258"/>
                  </a:lnTo>
                  <a:lnTo>
                    <a:pt x="314655" y="960962"/>
                  </a:lnTo>
                  <a:lnTo>
                    <a:pt x="358110" y="975873"/>
                  </a:lnTo>
                  <a:lnTo>
                    <a:pt x="403271" y="986782"/>
                  </a:lnTo>
                  <a:lnTo>
                    <a:pt x="449931" y="993480"/>
                  </a:lnTo>
                  <a:lnTo>
                    <a:pt x="497880" y="995760"/>
                  </a:lnTo>
                  <a:lnTo>
                    <a:pt x="545829" y="993480"/>
                  </a:lnTo>
                  <a:lnTo>
                    <a:pt x="592489" y="986782"/>
                  </a:lnTo>
                  <a:lnTo>
                    <a:pt x="637650" y="975873"/>
                  </a:lnTo>
                  <a:lnTo>
                    <a:pt x="681105" y="960962"/>
                  </a:lnTo>
                  <a:lnTo>
                    <a:pt x="722644" y="942258"/>
                  </a:lnTo>
                  <a:lnTo>
                    <a:pt x="762059" y="919969"/>
                  </a:lnTo>
                  <a:lnTo>
                    <a:pt x="799141" y="894305"/>
                  </a:lnTo>
                  <a:lnTo>
                    <a:pt x="833682" y="865473"/>
                  </a:lnTo>
                  <a:lnTo>
                    <a:pt x="865473" y="833682"/>
                  </a:lnTo>
                  <a:lnTo>
                    <a:pt x="894305" y="799141"/>
                  </a:lnTo>
                  <a:lnTo>
                    <a:pt x="919969" y="762059"/>
                  </a:lnTo>
                  <a:lnTo>
                    <a:pt x="942258" y="722644"/>
                  </a:lnTo>
                  <a:lnTo>
                    <a:pt x="960962" y="681105"/>
                  </a:lnTo>
                  <a:lnTo>
                    <a:pt x="975873" y="637650"/>
                  </a:lnTo>
                  <a:lnTo>
                    <a:pt x="986782" y="592489"/>
                  </a:lnTo>
                  <a:lnTo>
                    <a:pt x="993480" y="545829"/>
                  </a:lnTo>
                  <a:lnTo>
                    <a:pt x="995760" y="497880"/>
                  </a:lnTo>
                  <a:lnTo>
                    <a:pt x="993480" y="449931"/>
                  </a:lnTo>
                  <a:lnTo>
                    <a:pt x="986782" y="403271"/>
                  </a:lnTo>
                  <a:lnTo>
                    <a:pt x="975873" y="358110"/>
                  </a:lnTo>
                  <a:lnTo>
                    <a:pt x="960962" y="314655"/>
                  </a:lnTo>
                  <a:lnTo>
                    <a:pt x="942258" y="273116"/>
                  </a:lnTo>
                  <a:lnTo>
                    <a:pt x="919969" y="233701"/>
                  </a:lnTo>
                  <a:lnTo>
                    <a:pt x="894305" y="196619"/>
                  </a:lnTo>
                  <a:lnTo>
                    <a:pt x="865473" y="162078"/>
                  </a:lnTo>
                  <a:lnTo>
                    <a:pt x="833682" y="130287"/>
                  </a:lnTo>
                  <a:lnTo>
                    <a:pt x="799141" y="101455"/>
                  </a:lnTo>
                  <a:lnTo>
                    <a:pt x="762059" y="75790"/>
                  </a:lnTo>
                  <a:lnTo>
                    <a:pt x="722644" y="53501"/>
                  </a:lnTo>
                  <a:lnTo>
                    <a:pt x="681105" y="34797"/>
                  </a:lnTo>
                  <a:lnTo>
                    <a:pt x="637650" y="19886"/>
                  </a:lnTo>
                  <a:lnTo>
                    <a:pt x="592489" y="8977"/>
                  </a:lnTo>
                  <a:lnTo>
                    <a:pt x="545829" y="2279"/>
                  </a:lnTo>
                  <a:lnTo>
                    <a:pt x="497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555102" y="3360252"/>
              <a:ext cx="996315" cy="996315"/>
            </a:xfrm>
            <a:custGeom>
              <a:avLst/>
              <a:gdLst/>
              <a:ahLst/>
              <a:cxnLst/>
              <a:rect l="l" t="t" r="r" b="b"/>
              <a:pathLst>
                <a:path w="996314" h="996314">
                  <a:moveTo>
                    <a:pt x="0" y="497880"/>
                  </a:moveTo>
                  <a:lnTo>
                    <a:pt x="2279" y="449930"/>
                  </a:lnTo>
                  <a:lnTo>
                    <a:pt x="8977" y="403271"/>
                  </a:lnTo>
                  <a:lnTo>
                    <a:pt x="19886" y="358109"/>
                  </a:lnTo>
                  <a:lnTo>
                    <a:pt x="34797" y="314655"/>
                  </a:lnTo>
                  <a:lnTo>
                    <a:pt x="53501" y="273116"/>
                  </a:lnTo>
                  <a:lnTo>
                    <a:pt x="75790" y="233700"/>
                  </a:lnTo>
                  <a:lnTo>
                    <a:pt x="101454" y="196618"/>
                  </a:lnTo>
                  <a:lnTo>
                    <a:pt x="130287" y="162077"/>
                  </a:lnTo>
                  <a:lnTo>
                    <a:pt x="162077" y="130287"/>
                  </a:lnTo>
                  <a:lnTo>
                    <a:pt x="196618" y="101454"/>
                  </a:lnTo>
                  <a:lnTo>
                    <a:pt x="233700" y="75790"/>
                  </a:lnTo>
                  <a:lnTo>
                    <a:pt x="273116" y="53501"/>
                  </a:lnTo>
                  <a:lnTo>
                    <a:pt x="314655" y="34797"/>
                  </a:lnTo>
                  <a:lnTo>
                    <a:pt x="358109" y="19886"/>
                  </a:lnTo>
                  <a:lnTo>
                    <a:pt x="403271" y="8977"/>
                  </a:lnTo>
                  <a:lnTo>
                    <a:pt x="449930" y="2279"/>
                  </a:lnTo>
                  <a:lnTo>
                    <a:pt x="497880" y="0"/>
                  </a:lnTo>
                  <a:lnTo>
                    <a:pt x="545829" y="2279"/>
                  </a:lnTo>
                  <a:lnTo>
                    <a:pt x="592488" y="8977"/>
                  </a:lnTo>
                  <a:lnTo>
                    <a:pt x="637650" y="19886"/>
                  </a:lnTo>
                  <a:lnTo>
                    <a:pt x="681104" y="34797"/>
                  </a:lnTo>
                  <a:lnTo>
                    <a:pt x="722643" y="53501"/>
                  </a:lnTo>
                  <a:lnTo>
                    <a:pt x="762058" y="75790"/>
                  </a:lnTo>
                  <a:lnTo>
                    <a:pt x="799141" y="101454"/>
                  </a:lnTo>
                  <a:lnTo>
                    <a:pt x="833682" y="130287"/>
                  </a:lnTo>
                  <a:lnTo>
                    <a:pt x="865472" y="162077"/>
                  </a:lnTo>
                  <a:lnTo>
                    <a:pt x="894305" y="196618"/>
                  </a:lnTo>
                  <a:lnTo>
                    <a:pt x="919969" y="233700"/>
                  </a:lnTo>
                  <a:lnTo>
                    <a:pt x="942258" y="273116"/>
                  </a:lnTo>
                  <a:lnTo>
                    <a:pt x="960962" y="314655"/>
                  </a:lnTo>
                  <a:lnTo>
                    <a:pt x="975873" y="358109"/>
                  </a:lnTo>
                  <a:lnTo>
                    <a:pt x="986782" y="403271"/>
                  </a:lnTo>
                  <a:lnTo>
                    <a:pt x="993480" y="449930"/>
                  </a:lnTo>
                  <a:lnTo>
                    <a:pt x="995760" y="497880"/>
                  </a:lnTo>
                  <a:lnTo>
                    <a:pt x="993480" y="545829"/>
                  </a:lnTo>
                  <a:lnTo>
                    <a:pt x="986782" y="592488"/>
                  </a:lnTo>
                  <a:lnTo>
                    <a:pt x="975873" y="637650"/>
                  </a:lnTo>
                  <a:lnTo>
                    <a:pt x="960962" y="681104"/>
                  </a:lnTo>
                  <a:lnTo>
                    <a:pt x="942258" y="722643"/>
                  </a:lnTo>
                  <a:lnTo>
                    <a:pt x="919969" y="762058"/>
                  </a:lnTo>
                  <a:lnTo>
                    <a:pt x="894305" y="799141"/>
                  </a:lnTo>
                  <a:lnTo>
                    <a:pt x="865472" y="833682"/>
                  </a:lnTo>
                  <a:lnTo>
                    <a:pt x="833682" y="865472"/>
                  </a:lnTo>
                  <a:lnTo>
                    <a:pt x="799141" y="894305"/>
                  </a:lnTo>
                  <a:lnTo>
                    <a:pt x="762058" y="919969"/>
                  </a:lnTo>
                  <a:lnTo>
                    <a:pt x="722643" y="942258"/>
                  </a:lnTo>
                  <a:lnTo>
                    <a:pt x="681104" y="960962"/>
                  </a:lnTo>
                  <a:lnTo>
                    <a:pt x="637650" y="975873"/>
                  </a:lnTo>
                  <a:lnTo>
                    <a:pt x="592488" y="986782"/>
                  </a:lnTo>
                  <a:lnTo>
                    <a:pt x="545829" y="993480"/>
                  </a:lnTo>
                  <a:lnTo>
                    <a:pt x="497880" y="995760"/>
                  </a:lnTo>
                  <a:lnTo>
                    <a:pt x="449930" y="993480"/>
                  </a:lnTo>
                  <a:lnTo>
                    <a:pt x="403271" y="986782"/>
                  </a:lnTo>
                  <a:lnTo>
                    <a:pt x="358109" y="975873"/>
                  </a:lnTo>
                  <a:lnTo>
                    <a:pt x="314655" y="960962"/>
                  </a:lnTo>
                  <a:lnTo>
                    <a:pt x="273116" y="942258"/>
                  </a:lnTo>
                  <a:lnTo>
                    <a:pt x="233700" y="919969"/>
                  </a:lnTo>
                  <a:lnTo>
                    <a:pt x="196618" y="894305"/>
                  </a:lnTo>
                  <a:lnTo>
                    <a:pt x="162077" y="865472"/>
                  </a:lnTo>
                  <a:lnTo>
                    <a:pt x="130287" y="833682"/>
                  </a:lnTo>
                  <a:lnTo>
                    <a:pt x="101454" y="799141"/>
                  </a:lnTo>
                  <a:lnTo>
                    <a:pt x="75790" y="762058"/>
                  </a:lnTo>
                  <a:lnTo>
                    <a:pt x="53501" y="722643"/>
                  </a:lnTo>
                  <a:lnTo>
                    <a:pt x="34797" y="681104"/>
                  </a:lnTo>
                  <a:lnTo>
                    <a:pt x="19886" y="637650"/>
                  </a:lnTo>
                  <a:lnTo>
                    <a:pt x="8977" y="592488"/>
                  </a:lnTo>
                  <a:lnTo>
                    <a:pt x="2279" y="545829"/>
                  </a:lnTo>
                  <a:lnTo>
                    <a:pt x="0" y="497880"/>
                  </a:lnTo>
                  <a:close/>
                </a:path>
              </a:pathLst>
            </a:custGeom>
            <a:ln w="38100">
              <a:solidFill>
                <a:srgbClr val="2423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42103" y="3718559"/>
              <a:ext cx="725424" cy="30175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3714342" y="3164936"/>
              <a:ext cx="2762250" cy="512445"/>
            </a:xfrm>
            <a:custGeom>
              <a:avLst/>
              <a:gdLst/>
              <a:ahLst/>
              <a:cxnLst/>
              <a:rect l="l" t="t" r="r" b="b"/>
              <a:pathLst>
                <a:path w="2762250" h="512445">
                  <a:moveTo>
                    <a:pt x="92608" y="449049"/>
                  </a:moveTo>
                  <a:lnTo>
                    <a:pt x="72882" y="458181"/>
                  </a:lnTo>
                  <a:lnTo>
                    <a:pt x="46301" y="470010"/>
                  </a:lnTo>
                  <a:lnTo>
                    <a:pt x="22117" y="480179"/>
                  </a:lnTo>
                  <a:lnTo>
                    <a:pt x="0" y="488727"/>
                  </a:lnTo>
                  <a:lnTo>
                    <a:pt x="9156" y="512419"/>
                  </a:lnTo>
                  <a:lnTo>
                    <a:pt x="31273" y="503871"/>
                  </a:lnTo>
                  <a:lnTo>
                    <a:pt x="56141" y="493426"/>
                  </a:lnTo>
                  <a:lnTo>
                    <a:pt x="83207" y="481388"/>
                  </a:lnTo>
                  <a:lnTo>
                    <a:pt x="103278" y="472098"/>
                  </a:lnTo>
                  <a:lnTo>
                    <a:pt x="92608" y="449049"/>
                  </a:lnTo>
                  <a:close/>
                </a:path>
                <a:path w="2762250" h="512445">
                  <a:moveTo>
                    <a:pt x="252204" y="371440"/>
                  </a:moveTo>
                  <a:lnTo>
                    <a:pt x="161150" y="416286"/>
                  </a:lnTo>
                  <a:lnTo>
                    <a:pt x="172234" y="439140"/>
                  </a:lnTo>
                  <a:lnTo>
                    <a:pt x="263470" y="394205"/>
                  </a:lnTo>
                  <a:lnTo>
                    <a:pt x="252204" y="371440"/>
                  </a:lnTo>
                  <a:close/>
                </a:path>
                <a:path w="2762250" h="512445">
                  <a:moveTo>
                    <a:pt x="411984" y="293113"/>
                  </a:moveTo>
                  <a:lnTo>
                    <a:pt x="320558" y="337673"/>
                  </a:lnTo>
                  <a:lnTo>
                    <a:pt x="331753" y="360472"/>
                  </a:lnTo>
                  <a:lnTo>
                    <a:pt x="422986" y="316006"/>
                  </a:lnTo>
                  <a:lnTo>
                    <a:pt x="411984" y="293113"/>
                  </a:lnTo>
                  <a:close/>
                </a:path>
                <a:path w="2762250" h="512445">
                  <a:moveTo>
                    <a:pt x="573284" y="217794"/>
                  </a:moveTo>
                  <a:lnTo>
                    <a:pt x="486495" y="257638"/>
                  </a:lnTo>
                  <a:lnTo>
                    <a:pt x="480847" y="260310"/>
                  </a:lnTo>
                  <a:lnTo>
                    <a:pt x="491709" y="283270"/>
                  </a:lnTo>
                  <a:lnTo>
                    <a:pt x="497357" y="280598"/>
                  </a:lnTo>
                  <a:lnTo>
                    <a:pt x="583881" y="240878"/>
                  </a:lnTo>
                  <a:lnTo>
                    <a:pt x="573284" y="217794"/>
                  </a:lnTo>
                  <a:close/>
                </a:path>
                <a:path w="2762250" h="512445">
                  <a:moveTo>
                    <a:pt x="737410" y="148014"/>
                  </a:moveTo>
                  <a:lnTo>
                    <a:pt x="673054" y="174195"/>
                  </a:lnTo>
                  <a:lnTo>
                    <a:pt x="643319" y="187153"/>
                  </a:lnTo>
                  <a:lnTo>
                    <a:pt x="653467" y="210438"/>
                  </a:lnTo>
                  <a:lnTo>
                    <a:pt x="683201" y="197481"/>
                  </a:lnTo>
                  <a:lnTo>
                    <a:pt x="746980" y="171542"/>
                  </a:lnTo>
                  <a:lnTo>
                    <a:pt x="737410" y="148014"/>
                  </a:lnTo>
                  <a:close/>
                </a:path>
                <a:path w="2762250" h="512445">
                  <a:moveTo>
                    <a:pt x="904744" y="85857"/>
                  </a:moveTo>
                  <a:lnTo>
                    <a:pt x="867347" y="98601"/>
                  </a:lnTo>
                  <a:lnTo>
                    <a:pt x="808817" y="120343"/>
                  </a:lnTo>
                  <a:lnTo>
                    <a:pt x="817661" y="144153"/>
                  </a:lnTo>
                  <a:lnTo>
                    <a:pt x="876192" y="122411"/>
                  </a:lnTo>
                  <a:lnTo>
                    <a:pt x="912935" y="109899"/>
                  </a:lnTo>
                  <a:lnTo>
                    <a:pt x="904744" y="85857"/>
                  </a:lnTo>
                  <a:close/>
                </a:path>
                <a:path w="2762250" h="512445">
                  <a:moveTo>
                    <a:pt x="1076634" y="35970"/>
                  </a:moveTo>
                  <a:lnTo>
                    <a:pt x="1062278" y="39340"/>
                  </a:lnTo>
                  <a:lnTo>
                    <a:pt x="1013914" y="52143"/>
                  </a:lnTo>
                  <a:lnTo>
                    <a:pt x="977910" y="62668"/>
                  </a:lnTo>
                  <a:lnTo>
                    <a:pt x="985036" y="87047"/>
                  </a:lnTo>
                  <a:lnTo>
                    <a:pt x="1021040" y="76523"/>
                  </a:lnTo>
                  <a:lnTo>
                    <a:pt x="1068777" y="63894"/>
                  </a:lnTo>
                  <a:lnTo>
                    <a:pt x="1082431" y="60699"/>
                  </a:lnTo>
                  <a:lnTo>
                    <a:pt x="1076634" y="35970"/>
                  </a:lnTo>
                  <a:close/>
                </a:path>
                <a:path w="2762250" h="512445">
                  <a:moveTo>
                    <a:pt x="1253472" y="4810"/>
                  </a:moveTo>
                  <a:lnTo>
                    <a:pt x="1250504" y="5062"/>
                  </a:lnTo>
                  <a:lnTo>
                    <a:pt x="1204450" y="10820"/>
                  </a:lnTo>
                  <a:lnTo>
                    <a:pt x="1157655" y="18543"/>
                  </a:lnTo>
                  <a:lnTo>
                    <a:pt x="1151496" y="19782"/>
                  </a:lnTo>
                  <a:lnTo>
                    <a:pt x="1156507" y="44683"/>
                  </a:lnTo>
                  <a:lnTo>
                    <a:pt x="1162667" y="43444"/>
                  </a:lnTo>
                  <a:lnTo>
                    <a:pt x="1208581" y="35881"/>
                  </a:lnTo>
                  <a:lnTo>
                    <a:pt x="1253650" y="30266"/>
                  </a:lnTo>
                  <a:lnTo>
                    <a:pt x="1255511" y="30129"/>
                  </a:lnTo>
                  <a:lnTo>
                    <a:pt x="1253492" y="5062"/>
                  </a:lnTo>
                  <a:lnTo>
                    <a:pt x="1253472" y="4810"/>
                  </a:lnTo>
                  <a:close/>
                </a:path>
                <a:path w="2762250" h="512445">
                  <a:moveTo>
                    <a:pt x="1431063" y="25387"/>
                  </a:moveTo>
                  <a:lnTo>
                    <a:pt x="1340759" y="25387"/>
                  </a:lnTo>
                  <a:lnTo>
                    <a:pt x="1383924" y="26319"/>
                  </a:lnTo>
                  <a:lnTo>
                    <a:pt x="1428567" y="29430"/>
                  </a:lnTo>
                  <a:lnTo>
                    <a:pt x="1430583" y="29669"/>
                  </a:lnTo>
                  <a:lnTo>
                    <a:pt x="1430959" y="26319"/>
                  </a:lnTo>
                  <a:lnTo>
                    <a:pt x="1431063" y="25387"/>
                  </a:lnTo>
                  <a:close/>
                </a:path>
                <a:path w="2762250" h="512445">
                  <a:moveTo>
                    <a:pt x="1339959" y="0"/>
                  </a:moveTo>
                  <a:lnTo>
                    <a:pt x="1330138" y="308"/>
                  </a:lnTo>
                  <a:lnTo>
                    <a:pt x="1330928" y="25387"/>
                  </a:lnTo>
                  <a:lnTo>
                    <a:pt x="1330938" y="25695"/>
                  </a:lnTo>
                  <a:lnTo>
                    <a:pt x="1340759" y="25387"/>
                  </a:lnTo>
                  <a:lnTo>
                    <a:pt x="1431063" y="25387"/>
                  </a:lnTo>
                  <a:lnTo>
                    <a:pt x="1433413" y="4427"/>
                  </a:lnTo>
                  <a:lnTo>
                    <a:pt x="1430324" y="4091"/>
                  </a:lnTo>
                  <a:lnTo>
                    <a:pt x="1384462" y="925"/>
                  </a:lnTo>
                  <a:lnTo>
                    <a:pt x="1339959" y="0"/>
                  </a:lnTo>
                  <a:close/>
                </a:path>
                <a:path w="2762250" h="512445">
                  <a:moveTo>
                    <a:pt x="1509455" y="14168"/>
                  </a:moveTo>
                  <a:lnTo>
                    <a:pt x="1505680" y="39286"/>
                  </a:lnTo>
                  <a:lnTo>
                    <a:pt x="1521760" y="41702"/>
                  </a:lnTo>
                  <a:lnTo>
                    <a:pt x="1570020" y="50613"/>
                  </a:lnTo>
                  <a:lnTo>
                    <a:pt x="1604690" y="58082"/>
                  </a:lnTo>
                  <a:lnTo>
                    <a:pt x="1610036" y="33251"/>
                  </a:lnTo>
                  <a:lnTo>
                    <a:pt x="1574628" y="25634"/>
                  </a:lnTo>
                  <a:lnTo>
                    <a:pt x="1525536" y="16584"/>
                  </a:lnTo>
                  <a:lnTo>
                    <a:pt x="1509455" y="14168"/>
                  </a:lnTo>
                  <a:close/>
                </a:path>
                <a:path w="2762250" h="512445">
                  <a:moveTo>
                    <a:pt x="1684728" y="51234"/>
                  </a:moveTo>
                  <a:lnTo>
                    <a:pt x="1678150" y="75766"/>
                  </a:lnTo>
                  <a:lnTo>
                    <a:pt x="1719703" y="86909"/>
                  </a:lnTo>
                  <a:lnTo>
                    <a:pt x="1770754" y="101765"/>
                  </a:lnTo>
                  <a:lnTo>
                    <a:pt x="1775433" y="103225"/>
                  </a:lnTo>
                  <a:lnTo>
                    <a:pt x="1782989" y="78976"/>
                  </a:lnTo>
                  <a:lnTo>
                    <a:pt x="1777850" y="77377"/>
                  </a:lnTo>
                  <a:lnTo>
                    <a:pt x="1726281" y="62377"/>
                  </a:lnTo>
                  <a:lnTo>
                    <a:pt x="1684728" y="51234"/>
                  </a:lnTo>
                  <a:close/>
                </a:path>
                <a:path w="2762250" h="512445">
                  <a:moveTo>
                    <a:pt x="1855829" y="102382"/>
                  </a:moveTo>
                  <a:lnTo>
                    <a:pt x="1847676" y="126438"/>
                  </a:lnTo>
                  <a:lnTo>
                    <a:pt x="1925483" y="152806"/>
                  </a:lnTo>
                  <a:lnTo>
                    <a:pt x="1943393" y="159435"/>
                  </a:lnTo>
                  <a:lnTo>
                    <a:pt x="1952204" y="135611"/>
                  </a:lnTo>
                  <a:lnTo>
                    <a:pt x="1933635" y="128751"/>
                  </a:lnTo>
                  <a:lnTo>
                    <a:pt x="1855829" y="102382"/>
                  </a:lnTo>
                  <a:close/>
                </a:path>
                <a:path w="2762250" h="512445">
                  <a:moveTo>
                    <a:pt x="2023673" y="162043"/>
                  </a:moveTo>
                  <a:lnTo>
                    <a:pt x="2014862" y="185865"/>
                  </a:lnTo>
                  <a:lnTo>
                    <a:pt x="2028388" y="190868"/>
                  </a:lnTo>
                  <a:lnTo>
                    <a:pt x="2109210" y="222796"/>
                  </a:lnTo>
                  <a:lnTo>
                    <a:pt x="2118542" y="199171"/>
                  </a:lnTo>
                  <a:lnTo>
                    <a:pt x="2037198" y="167044"/>
                  </a:lnTo>
                  <a:lnTo>
                    <a:pt x="2023673" y="162043"/>
                  </a:lnTo>
                  <a:close/>
                </a:path>
                <a:path w="2762250" h="512445">
                  <a:moveTo>
                    <a:pt x="2189267" y="228108"/>
                  </a:moveTo>
                  <a:lnTo>
                    <a:pt x="2179532" y="251567"/>
                  </a:lnTo>
                  <a:lnTo>
                    <a:pt x="2228772" y="272003"/>
                  </a:lnTo>
                  <a:lnTo>
                    <a:pt x="2273062" y="290915"/>
                  </a:lnTo>
                  <a:lnTo>
                    <a:pt x="2283035" y="267554"/>
                  </a:lnTo>
                  <a:lnTo>
                    <a:pt x="2238508" y="248542"/>
                  </a:lnTo>
                  <a:lnTo>
                    <a:pt x="2189267" y="228108"/>
                  </a:lnTo>
                  <a:close/>
                </a:path>
                <a:path w="2762250" h="512445">
                  <a:moveTo>
                    <a:pt x="2353039" y="297961"/>
                  </a:moveTo>
                  <a:lnTo>
                    <a:pt x="2342841" y="321223"/>
                  </a:lnTo>
                  <a:lnTo>
                    <a:pt x="2435719" y="362244"/>
                  </a:lnTo>
                  <a:lnTo>
                    <a:pt x="2446039" y="339035"/>
                  </a:lnTo>
                  <a:lnTo>
                    <a:pt x="2353039" y="297961"/>
                  </a:lnTo>
                  <a:close/>
                </a:path>
                <a:path w="2762250" h="512445">
                  <a:moveTo>
                    <a:pt x="2515654" y="370027"/>
                  </a:moveTo>
                  <a:lnTo>
                    <a:pt x="2505331" y="393235"/>
                  </a:lnTo>
                  <a:lnTo>
                    <a:pt x="2598337" y="434332"/>
                  </a:lnTo>
                  <a:lnTo>
                    <a:pt x="2608510" y="411058"/>
                  </a:lnTo>
                  <a:lnTo>
                    <a:pt x="2515654" y="370027"/>
                  </a:lnTo>
                  <a:close/>
                </a:path>
                <a:path w="2762250" h="512445">
                  <a:moveTo>
                    <a:pt x="2701907" y="477931"/>
                  </a:moveTo>
                  <a:lnTo>
                    <a:pt x="2677058" y="496092"/>
                  </a:lnTo>
                  <a:lnTo>
                    <a:pt x="2761719" y="486573"/>
                  </a:lnTo>
                  <a:lnTo>
                    <a:pt x="2756413" y="480940"/>
                  </a:lnTo>
                  <a:lnTo>
                    <a:pt x="2709501" y="480940"/>
                  </a:lnTo>
                  <a:lnTo>
                    <a:pt x="2707018" y="479990"/>
                  </a:lnTo>
                  <a:lnTo>
                    <a:pt x="2701907" y="477931"/>
                  </a:lnTo>
                  <a:close/>
                </a:path>
                <a:path w="2762250" h="512445">
                  <a:moveTo>
                    <a:pt x="2714028" y="469074"/>
                  </a:moveTo>
                  <a:lnTo>
                    <a:pt x="2701907" y="477931"/>
                  </a:lnTo>
                  <a:lnTo>
                    <a:pt x="2707018" y="479990"/>
                  </a:lnTo>
                  <a:lnTo>
                    <a:pt x="2709501" y="480940"/>
                  </a:lnTo>
                  <a:lnTo>
                    <a:pt x="2714028" y="469074"/>
                  </a:lnTo>
                  <a:close/>
                </a:path>
                <a:path w="2762250" h="512445">
                  <a:moveTo>
                    <a:pt x="2703308" y="424555"/>
                  </a:moveTo>
                  <a:lnTo>
                    <a:pt x="2710390" y="453965"/>
                  </a:lnTo>
                  <a:lnTo>
                    <a:pt x="2716509" y="456430"/>
                  </a:lnTo>
                  <a:lnTo>
                    <a:pt x="2718555" y="457207"/>
                  </a:lnTo>
                  <a:lnTo>
                    <a:pt x="2709501" y="480940"/>
                  </a:lnTo>
                  <a:lnTo>
                    <a:pt x="2756413" y="480940"/>
                  </a:lnTo>
                  <a:lnTo>
                    <a:pt x="2703308" y="424555"/>
                  </a:lnTo>
                  <a:close/>
                </a:path>
                <a:path w="2762250" h="512445">
                  <a:moveTo>
                    <a:pt x="2678390" y="440931"/>
                  </a:moveTo>
                  <a:lnTo>
                    <a:pt x="2668588" y="464364"/>
                  </a:lnTo>
                  <a:lnTo>
                    <a:pt x="2677942" y="468276"/>
                  </a:lnTo>
                  <a:lnTo>
                    <a:pt x="2701907" y="477931"/>
                  </a:lnTo>
                  <a:lnTo>
                    <a:pt x="2714026" y="469074"/>
                  </a:lnTo>
                  <a:lnTo>
                    <a:pt x="2710390" y="453965"/>
                  </a:lnTo>
                  <a:lnTo>
                    <a:pt x="2687744" y="444844"/>
                  </a:lnTo>
                  <a:lnTo>
                    <a:pt x="2678390" y="440931"/>
                  </a:lnTo>
                  <a:close/>
                </a:path>
                <a:path w="2762250" h="512445">
                  <a:moveTo>
                    <a:pt x="2710390" y="453965"/>
                  </a:moveTo>
                  <a:lnTo>
                    <a:pt x="2714028" y="469074"/>
                  </a:lnTo>
                  <a:lnTo>
                    <a:pt x="2718555" y="457207"/>
                  </a:lnTo>
                  <a:lnTo>
                    <a:pt x="2716509" y="456430"/>
                  </a:lnTo>
                  <a:lnTo>
                    <a:pt x="2710390" y="453965"/>
                  </a:lnTo>
                  <a:close/>
                </a:path>
              </a:pathLst>
            </a:custGeom>
            <a:solidFill>
              <a:srgbClr val="F011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3288266" y="2009843"/>
            <a:ext cx="3522345" cy="70294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333375">
              <a:lnSpc>
                <a:spcPct val="100000"/>
              </a:lnSpc>
              <a:spcBef>
                <a:spcPts val="414"/>
              </a:spcBef>
            </a:pPr>
            <a:r>
              <a:rPr dirty="0" sz="1400" b="1">
                <a:solidFill>
                  <a:srgbClr val="F0112A"/>
                </a:solidFill>
                <a:latin typeface="Calibri"/>
                <a:cs typeface="Calibri"/>
              </a:rPr>
              <a:t>Developers</a:t>
            </a:r>
            <a:r>
              <a:rPr dirty="0" sz="1400" spc="50" b="1">
                <a:solidFill>
                  <a:srgbClr val="F0112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0112A"/>
                </a:solidFill>
                <a:latin typeface="Calibri"/>
                <a:cs typeface="Calibri"/>
              </a:rPr>
              <a:t>have</a:t>
            </a:r>
            <a:r>
              <a:rPr dirty="0" sz="1400" spc="55" b="1">
                <a:solidFill>
                  <a:srgbClr val="F0112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0112A"/>
                </a:solidFill>
                <a:latin typeface="Calibri"/>
                <a:cs typeface="Calibri"/>
              </a:rPr>
              <a:t>access</a:t>
            </a:r>
            <a:r>
              <a:rPr dirty="0" sz="1400" spc="55" b="1">
                <a:solidFill>
                  <a:srgbClr val="F0112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0112A"/>
                </a:solidFill>
                <a:latin typeface="Calibri"/>
                <a:cs typeface="Calibri"/>
              </a:rPr>
              <a:t>to</a:t>
            </a:r>
            <a:r>
              <a:rPr dirty="0" sz="1400" spc="65" b="1">
                <a:solidFill>
                  <a:srgbClr val="F0112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0112A"/>
                </a:solidFill>
                <a:latin typeface="Calibri"/>
                <a:cs typeface="Calibri"/>
              </a:rPr>
              <a:t>production</a:t>
            </a:r>
            <a:endParaRPr sz="1400">
              <a:latin typeface="Calibri"/>
              <a:cs typeface="Calibri"/>
            </a:endParaRPr>
          </a:p>
          <a:p>
            <a:pPr marL="12700" marR="5080" indent="34290">
              <a:lnSpc>
                <a:spcPts val="1490"/>
              </a:lnSpc>
              <a:spcBef>
                <a:spcPts val="400"/>
              </a:spcBef>
            </a:pP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Code,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build,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test,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package,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release,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configure,</a:t>
            </a:r>
            <a:r>
              <a:rPr dirty="0" sz="13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deploy </a:t>
            </a: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dirty="0" sz="1300" spc="-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rollback</a:t>
            </a:r>
            <a:r>
              <a:rPr dirty="0" sz="13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your</a:t>
            </a:r>
            <a:r>
              <a:rPr dirty="0" sz="1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application</a:t>
            </a:r>
            <a:r>
              <a:rPr dirty="0" sz="1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r>
              <a:rPr dirty="0" sz="1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b="0">
                <a:solidFill>
                  <a:srgbClr val="FFFFFF"/>
                </a:solidFill>
                <a:latin typeface="Calibri Light"/>
                <a:cs typeface="Calibri Light"/>
              </a:rPr>
              <a:t>Git</a:t>
            </a:r>
            <a:r>
              <a:rPr dirty="0" sz="1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almost</a:t>
            </a:r>
            <a:r>
              <a:rPr dirty="0" sz="1300" spc="-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00" spc="-10" b="0">
                <a:solidFill>
                  <a:srgbClr val="FFFFFF"/>
                </a:solidFill>
                <a:latin typeface="Calibri Light"/>
                <a:cs typeface="Calibri Light"/>
              </a:rPr>
              <a:t>instantly</a:t>
            </a:r>
            <a:endParaRPr sz="1300">
              <a:latin typeface="Calibri Light"/>
              <a:cs typeface="Calibri Light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226212" y="3211931"/>
            <a:ext cx="238760" cy="1351915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400" spc="60" b="1">
                <a:solidFill>
                  <a:srgbClr val="BFBFBF"/>
                </a:solidFill>
                <a:latin typeface="Trebuchet MS"/>
                <a:cs typeface="Trebuchet MS"/>
              </a:rPr>
              <a:t>DEVELOPMENT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9550680" y="3221227"/>
            <a:ext cx="238760" cy="1219835"/>
          </a:xfrm>
          <a:prstGeom prst="rect">
            <a:avLst/>
          </a:prstGeom>
        </p:spPr>
        <p:txBody>
          <a:bodyPr wrap="square" lIns="0" tIns="762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400" spc="65" b="1">
                <a:solidFill>
                  <a:srgbClr val="BFBFBF"/>
                </a:solidFill>
                <a:latin typeface="Trebuchet MS"/>
                <a:cs typeface="Trebuchet MS"/>
              </a:rPr>
              <a:t>PRODUCTION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97142" y="2850371"/>
            <a:ext cx="8752205" cy="2289175"/>
            <a:chOff x="697142" y="2850371"/>
            <a:chExt cx="8752205" cy="2289175"/>
          </a:xfrm>
        </p:grpSpPr>
        <p:pic>
          <p:nvPicPr>
            <p:cNvPr id="65" name="object 6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650480" y="3054096"/>
              <a:ext cx="1798320" cy="2084831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3722067" y="4140525"/>
              <a:ext cx="2730500" cy="488950"/>
            </a:xfrm>
            <a:custGeom>
              <a:avLst/>
              <a:gdLst/>
              <a:ahLst/>
              <a:cxnLst/>
              <a:rect l="l" t="t" r="r" b="b"/>
              <a:pathLst>
                <a:path w="2730500" h="488950">
                  <a:moveTo>
                    <a:pt x="8905" y="13562"/>
                  </a:moveTo>
                  <a:lnTo>
                    <a:pt x="0" y="37350"/>
                  </a:lnTo>
                  <a:lnTo>
                    <a:pt x="21144" y="45265"/>
                  </a:lnTo>
                  <a:lnTo>
                    <a:pt x="44165" y="54692"/>
                  </a:lnTo>
                  <a:lnTo>
                    <a:pt x="69422" y="65676"/>
                  </a:lnTo>
                  <a:lnTo>
                    <a:pt x="92867" y="76314"/>
                  </a:lnTo>
                  <a:lnTo>
                    <a:pt x="103360" y="53182"/>
                  </a:lnTo>
                  <a:lnTo>
                    <a:pt x="79550" y="42383"/>
                  </a:lnTo>
                  <a:lnTo>
                    <a:pt x="53785" y="31183"/>
                  </a:lnTo>
                  <a:lnTo>
                    <a:pt x="30049" y="21478"/>
                  </a:lnTo>
                  <a:lnTo>
                    <a:pt x="8905" y="13562"/>
                  </a:lnTo>
                  <a:close/>
                </a:path>
                <a:path w="2730500" h="488950">
                  <a:moveTo>
                    <a:pt x="172552" y="85818"/>
                  </a:moveTo>
                  <a:lnTo>
                    <a:pt x="161508" y="108692"/>
                  </a:lnTo>
                  <a:lnTo>
                    <a:pt x="252869" y="153041"/>
                  </a:lnTo>
                  <a:lnTo>
                    <a:pt x="263993" y="130205"/>
                  </a:lnTo>
                  <a:lnTo>
                    <a:pt x="172552" y="85818"/>
                  </a:lnTo>
                  <a:close/>
                </a:path>
                <a:path w="2730500" h="488950">
                  <a:moveTo>
                    <a:pt x="332512" y="163449"/>
                  </a:moveTo>
                  <a:lnTo>
                    <a:pt x="321464" y="186320"/>
                  </a:lnTo>
                  <a:lnTo>
                    <a:pt x="377746" y="213316"/>
                  </a:lnTo>
                  <a:lnTo>
                    <a:pt x="413369" y="229991"/>
                  </a:lnTo>
                  <a:lnTo>
                    <a:pt x="424138" y="206988"/>
                  </a:lnTo>
                  <a:lnTo>
                    <a:pt x="388706" y="190403"/>
                  </a:lnTo>
                  <a:lnTo>
                    <a:pt x="332512" y="163449"/>
                  </a:lnTo>
                  <a:close/>
                </a:path>
                <a:path w="2730500" h="488950">
                  <a:moveTo>
                    <a:pt x="493123" y="238888"/>
                  </a:moveTo>
                  <a:lnTo>
                    <a:pt x="482707" y="262055"/>
                  </a:lnTo>
                  <a:lnTo>
                    <a:pt x="548605" y="291682"/>
                  </a:lnTo>
                  <a:lnTo>
                    <a:pt x="575849" y="303273"/>
                  </a:lnTo>
                  <a:lnTo>
                    <a:pt x="585791" y="279899"/>
                  </a:lnTo>
                  <a:lnTo>
                    <a:pt x="559020" y="268516"/>
                  </a:lnTo>
                  <a:lnTo>
                    <a:pt x="493123" y="238888"/>
                  </a:lnTo>
                  <a:close/>
                </a:path>
                <a:path w="2730500" h="488950">
                  <a:moveTo>
                    <a:pt x="655685" y="309415"/>
                  </a:moveTo>
                  <a:lnTo>
                    <a:pt x="646348" y="333037"/>
                  </a:lnTo>
                  <a:lnTo>
                    <a:pt x="731029" y="366508"/>
                  </a:lnTo>
                  <a:lnTo>
                    <a:pt x="741332" y="370212"/>
                  </a:lnTo>
                  <a:lnTo>
                    <a:pt x="749912" y="346304"/>
                  </a:lnTo>
                  <a:lnTo>
                    <a:pt x="740366" y="342886"/>
                  </a:lnTo>
                  <a:lnTo>
                    <a:pt x="655685" y="309415"/>
                  </a:lnTo>
                  <a:close/>
                </a:path>
                <a:path w="2730500" h="488950">
                  <a:moveTo>
                    <a:pt x="821632" y="372046"/>
                  </a:moveTo>
                  <a:lnTo>
                    <a:pt x="813052" y="395952"/>
                  </a:lnTo>
                  <a:lnTo>
                    <a:pt x="824550" y="400079"/>
                  </a:lnTo>
                  <a:lnTo>
                    <a:pt x="871654" y="415504"/>
                  </a:lnTo>
                  <a:lnTo>
                    <a:pt x="910356" y="427264"/>
                  </a:lnTo>
                  <a:lnTo>
                    <a:pt x="917740" y="402962"/>
                  </a:lnTo>
                  <a:lnTo>
                    <a:pt x="879556" y="391365"/>
                  </a:lnTo>
                  <a:lnTo>
                    <a:pt x="833131" y="376172"/>
                  </a:lnTo>
                  <a:lnTo>
                    <a:pt x="821632" y="372046"/>
                  </a:lnTo>
                  <a:close/>
                </a:path>
                <a:path w="2730500" h="488950">
                  <a:moveTo>
                    <a:pt x="990613" y="422929"/>
                  </a:moveTo>
                  <a:lnTo>
                    <a:pt x="984448" y="447569"/>
                  </a:lnTo>
                  <a:lnTo>
                    <a:pt x="1012367" y="454555"/>
                  </a:lnTo>
                  <a:lnTo>
                    <a:pt x="1058849" y="464779"/>
                  </a:lnTo>
                  <a:lnTo>
                    <a:pt x="1084402" y="469557"/>
                  </a:lnTo>
                  <a:lnTo>
                    <a:pt x="1089064" y="444588"/>
                  </a:lnTo>
                  <a:lnTo>
                    <a:pt x="1064303" y="439972"/>
                  </a:lnTo>
                  <a:lnTo>
                    <a:pt x="1018533" y="429915"/>
                  </a:lnTo>
                  <a:lnTo>
                    <a:pt x="990613" y="422929"/>
                  </a:lnTo>
                  <a:close/>
                </a:path>
                <a:path w="2730500" h="488950">
                  <a:moveTo>
                    <a:pt x="1163411" y="456150"/>
                  </a:moveTo>
                  <a:lnTo>
                    <a:pt x="1160608" y="481396"/>
                  </a:lnTo>
                  <a:lnTo>
                    <a:pt x="1195659" y="485287"/>
                  </a:lnTo>
                  <a:lnTo>
                    <a:pt x="1240059" y="488304"/>
                  </a:lnTo>
                  <a:lnTo>
                    <a:pt x="1263035" y="488779"/>
                  </a:lnTo>
                  <a:lnTo>
                    <a:pt x="1263544" y="463384"/>
                  </a:lnTo>
                  <a:lnTo>
                    <a:pt x="1241775" y="462963"/>
                  </a:lnTo>
                  <a:lnTo>
                    <a:pt x="1198462" y="460043"/>
                  </a:lnTo>
                  <a:lnTo>
                    <a:pt x="1163411" y="456150"/>
                  </a:lnTo>
                  <a:close/>
                </a:path>
                <a:path w="2730500" h="488950">
                  <a:moveTo>
                    <a:pt x="1438443" y="450420"/>
                  </a:moveTo>
                  <a:lnTo>
                    <a:pt x="1417410" y="453649"/>
                  </a:lnTo>
                  <a:lnTo>
                    <a:pt x="1371446" y="459045"/>
                  </a:lnTo>
                  <a:lnTo>
                    <a:pt x="1338459" y="461575"/>
                  </a:lnTo>
                  <a:lnTo>
                    <a:pt x="1340401" y="486901"/>
                  </a:lnTo>
                  <a:lnTo>
                    <a:pt x="1373388" y="484371"/>
                  </a:lnTo>
                  <a:lnTo>
                    <a:pt x="1420366" y="478876"/>
                  </a:lnTo>
                  <a:lnTo>
                    <a:pt x="1442286" y="475528"/>
                  </a:lnTo>
                  <a:lnTo>
                    <a:pt x="1438443" y="450420"/>
                  </a:lnTo>
                  <a:close/>
                </a:path>
                <a:path w="2730500" h="488950">
                  <a:moveTo>
                    <a:pt x="1611561" y="415146"/>
                  </a:moveTo>
                  <a:lnTo>
                    <a:pt x="1562826" y="426815"/>
                  </a:lnTo>
                  <a:lnTo>
                    <a:pt x="1513121" y="437436"/>
                  </a:lnTo>
                  <a:lnTo>
                    <a:pt x="1517741" y="462412"/>
                  </a:lnTo>
                  <a:lnTo>
                    <a:pt x="1568132" y="451653"/>
                  </a:lnTo>
                  <a:lnTo>
                    <a:pt x="1617473" y="439849"/>
                  </a:lnTo>
                  <a:lnTo>
                    <a:pt x="1611561" y="415146"/>
                  </a:lnTo>
                  <a:close/>
                </a:path>
                <a:path w="2730500" h="488950">
                  <a:moveTo>
                    <a:pt x="1781492" y="366571"/>
                  </a:moveTo>
                  <a:lnTo>
                    <a:pt x="1768500" y="370824"/>
                  </a:lnTo>
                  <a:lnTo>
                    <a:pt x="1716278" y="386612"/>
                  </a:lnTo>
                  <a:lnTo>
                    <a:pt x="1684658" y="395571"/>
                  </a:lnTo>
                  <a:lnTo>
                    <a:pt x="1691584" y="420010"/>
                  </a:lnTo>
                  <a:lnTo>
                    <a:pt x="1723202" y="411050"/>
                  </a:lnTo>
                  <a:lnTo>
                    <a:pt x="1775849" y="395138"/>
                  </a:lnTo>
                  <a:lnTo>
                    <a:pt x="1789389" y="390712"/>
                  </a:lnTo>
                  <a:lnTo>
                    <a:pt x="1781492" y="366571"/>
                  </a:lnTo>
                  <a:close/>
                </a:path>
                <a:path w="2730500" h="488950">
                  <a:moveTo>
                    <a:pt x="1949526" y="309481"/>
                  </a:moveTo>
                  <a:lnTo>
                    <a:pt x="1873733" y="336400"/>
                  </a:lnTo>
                  <a:lnTo>
                    <a:pt x="1853916" y="342882"/>
                  </a:lnTo>
                  <a:lnTo>
                    <a:pt x="1861813" y="367023"/>
                  </a:lnTo>
                  <a:lnTo>
                    <a:pt x="1881630" y="360541"/>
                  </a:lnTo>
                  <a:lnTo>
                    <a:pt x="1958026" y="333416"/>
                  </a:lnTo>
                  <a:lnTo>
                    <a:pt x="1949526" y="309481"/>
                  </a:lnTo>
                  <a:close/>
                </a:path>
                <a:path w="2730500" h="488950">
                  <a:moveTo>
                    <a:pt x="2115442" y="246867"/>
                  </a:moveTo>
                  <a:lnTo>
                    <a:pt x="2082617" y="259861"/>
                  </a:lnTo>
                  <a:lnTo>
                    <a:pt x="2020784" y="283221"/>
                  </a:lnTo>
                  <a:lnTo>
                    <a:pt x="2029760" y="306981"/>
                  </a:lnTo>
                  <a:lnTo>
                    <a:pt x="2091593" y="283621"/>
                  </a:lnTo>
                  <a:lnTo>
                    <a:pt x="2124790" y="270485"/>
                  </a:lnTo>
                  <a:lnTo>
                    <a:pt x="2115442" y="246867"/>
                  </a:lnTo>
                  <a:close/>
                </a:path>
                <a:path w="2730500" h="488950">
                  <a:moveTo>
                    <a:pt x="2280147" y="180384"/>
                  </a:moveTo>
                  <a:lnTo>
                    <a:pt x="2186178" y="218848"/>
                  </a:lnTo>
                  <a:lnTo>
                    <a:pt x="2195742" y="242378"/>
                  </a:lnTo>
                  <a:lnTo>
                    <a:pt x="2289827" y="203866"/>
                  </a:lnTo>
                  <a:lnTo>
                    <a:pt x="2280147" y="180384"/>
                  </a:lnTo>
                  <a:close/>
                </a:path>
                <a:path w="2730500" h="488950">
                  <a:moveTo>
                    <a:pt x="2443961" y="111565"/>
                  </a:moveTo>
                  <a:lnTo>
                    <a:pt x="2350381" y="151049"/>
                  </a:lnTo>
                  <a:lnTo>
                    <a:pt x="2360220" y="174466"/>
                  </a:lnTo>
                  <a:lnTo>
                    <a:pt x="2453858" y="134957"/>
                  </a:lnTo>
                  <a:lnTo>
                    <a:pt x="2443961" y="111565"/>
                  </a:lnTo>
                  <a:close/>
                </a:path>
                <a:path w="2730500" h="488950">
                  <a:moveTo>
                    <a:pt x="2608158" y="42957"/>
                  </a:moveTo>
                  <a:lnTo>
                    <a:pt x="2514193" y="81917"/>
                  </a:lnTo>
                  <a:lnTo>
                    <a:pt x="2524028" y="105336"/>
                  </a:lnTo>
                  <a:lnTo>
                    <a:pt x="2617767" y="66470"/>
                  </a:lnTo>
                  <a:lnTo>
                    <a:pt x="2608158" y="42957"/>
                  </a:lnTo>
                  <a:close/>
                </a:path>
                <a:path w="2730500" h="488950">
                  <a:moveTo>
                    <a:pt x="2645783" y="0"/>
                  </a:moveTo>
                  <a:lnTo>
                    <a:pt x="2682398" y="27495"/>
                  </a:lnTo>
                  <a:lnTo>
                    <a:pt x="2671102" y="71870"/>
                  </a:lnTo>
                  <a:lnTo>
                    <a:pt x="2730313" y="10615"/>
                  </a:lnTo>
                  <a:lnTo>
                    <a:pt x="2645783" y="0"/>
                  </a:lnTo>
                  <a:close/>
                </a:path>
              </a:pathLst>
            </a:custGeom>
            <a:solidFill>
              <a:srgbClr val="F011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137751" y="2856721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6" y="193916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137751" y="2856721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295423" y="2947346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7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7" y="193915"/>
                  </a:lnTo>
                  <a:lnTo>
                    <a:pt x="270394" y="186988"/>
                  </a:lnTo>
                  <a:lnTo>
                    <a:pt x="270394" y="6926"/>
                  </a:lnTo>
                  <a:lnTo>
                    <a:pt x="26346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295423" y="2947346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190172" y="308743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7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7" y="193916"/>
                  </a:lnTo>
                  <a:lnTo>
                    <a:pt x="270394" y="186989"/>
                  </a:lnTo>
                  <a:lnTo>
                    <a:pt x="270394" y="6926"/>
                  </a:lnTo>
                  <a:lnTo>
                    <a:pt x="26346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190172" y="308743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872063" y="360355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6" y="193916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872063" y="360355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029736" y="3694182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5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8"/>
                  </a:lnTo>
                  <a:lnTo>
                    <a:pt x="270393" y="6925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029736" y="3694182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924484" y="383427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6" y="193916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924484" y="383427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075654" y="459365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6"/>
                  </a:lnTo>
                  <a:lnTo>
                    <a:pt x="263466" y="193916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075654" y="459365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233326" y="4684278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7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7" y="193915"/>
                  </a:lnTo>
                  <a:lnTo>
                    <a:pt x="270394" y="186988"/>
                  </a:lnTo>
                  <a:lnTo>
                    <a:pt x="270394" y="6926"/>
                  </a:lnTo>
                  <a:lnTo>
                    <a:pt x="26346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233326" y="4684278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128075" y="4824370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263467" y="0"/>
                  </a:moveTo>
                  <a:lnTo>
                    <a:pt x="6926" y="0"/>
                  </a:lnTo>
                  <a:lnTo>
                    <a:pt x="0" y="6925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7" y="193915"/>
                  </a:lnTo>
                  <a:lnTo>
                    <a:pt x="270394" y="186988"/>
                  </a:lnTo>
                  <a:lnTo>
                    <a:pt x="270394" y="6925"/>
                  </a:lnTo>
                  <a:lnTo>
                    <a:pt x="263467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128075" y="4824370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10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03492" y="430025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03492" y="4300253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61165" y="439087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5"/>
                  </a:lnTo>
                  <a:lnTo>
                    <a:pt x="0" y="15469"/>
                  </a:lnTo>
                  <a:lnTo>
                    <a:pt x="0" y="186988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8"/>
                  </a:lnTo>
                  <a:lnTo>
                    <a:pt x="270393" y="6925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61165" y="4390877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55914" y="4530968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263466" y="0"/>
                  </a:moveTo>
                  <a:lnTo>
                    <a:pt x="6926" y="0"/>
                  </a:lnTo>
                  <a:lnTo>
                    <a:pt x="0" y="6926"/>
                  </a:lnTo>
                  <a:lnTo>
                    <a:pt x="0" y="15471"/>
                  </a:lnTo>
                  <a:lnTo>
                    <a:pt x="0" y="186989"/>
                  </a:lnTo>
                  <a:lnTo>
                    <a:pt x="6926" y="193915"/>
                  </a:lnTo>
                  <a:lnTo>
                    <a:pt x="263466" y="193915"/>
                  </a:lnTo>
                  <a:lnTo>
                    <a:pt x="270393" y="186989"/>
                  </a:lnTo>
                  <a:lnTo>
                    <a:pt x="270393" y="6926"/>
                  </a:lnTo>
                  <a:lnTo>
                    <a:pt x="263466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55914" y="4530968"/>
              <a:ext cx="270510" cy="194310"/>
            </a:xfrm>
            <a:custGeom>
              <a:avLst/>
              <a:gdLst/>
              <a:ahLst/>
              <a:cxnLst/>
              <a:rect l="l" t="t" r="r" b="b"/>
              <a:pathLst>
                <a:path w="270509" h="194310">
                  <a:moveTo>
                    <a:pt x="0" y="15470"/>
                  </a:moveTo>
                  <a:lnTo>
                    <a:pt x="0" y="6926"/>
                  </a:lnTo>
                  <a:lnTo>
                    <a:pt x="6926" y="0"/>
                  </a:lnTo>
                  <a:lnTo>
                    <a:pt x="15470" y="0"/>
                  </a:lnTo>
                  <a:lnTo>
                    <a:pt x="254922" y="0"/>
                  </a:lnTo>
                  <a:lnTo>
                    <a:pt x="263467" y="0"/>
                  </a:lnTo>
                  <a:lnTo>
                    <a:pt x="270393" y="6926"/>
                  </a:lnTo>
                  <a:lnTo>
                    <a:pt x="270393" y="15470"/>
                  </a:lnTo>
                  <a:lnTo>
                    <a:pt x="270393" y="178444"/>
                  </a:lnTo>
                  <a:lnTo>
                    <a:pt x="270393" y="186989"/>
                  </a:lnTo>
                  <a:lnTo>
                    <a:pt x="263467" y="193915"/>
                  </a:lnTo>
                  <a:lnTo>
                    <a:pt x="254922" y="193915"/>
                  </a:lnTo>
                  <a:lnTo>
                    <a:pt x="15470" y="193915"/>
                  </a:lnTo>
                  <a:lnTo>
                    <a:pt x="6926" y="193915"/>
                  </a:lnTo>
                  <a:lnTo>
                    <a:pt x="0" y="186989"/>
                  </a:lnTo>
                  <a:lnTo>
                    <a:pt x="0" y="178444"/>
                  </a:lnTo>
                  <a:lnTo>
                    <a:pt x="0" y="15470"/>
                  </a:lnTo>
                  <a:close/>
                </a:path>
              </a:pathLst>
            </a:custGeom>
            <a:ln w="1270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3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>
                <a:solidFill>
                  <a:srgbClr val="FFCE00"/>
                </a:solidFill>
              </a:rPr>
              <a:t>Datree</a:t>
            </a:r>
            <a:r>
              <a:rPr dirty="0" spc="-245">
                <a:solidFill>
                  <a:srgbClr val="FFCE00"/>
                </a:solidFill>
              </a:rPr>
              <a:t> </a:t>
            </a:r>
            <a:r>
              <a:rPr dirty="0" spc="-110">
                <a:solidFill>
                  <a:srgbClr val="FFCE00"/>
                </a:solidFill>
              </a:rPr>
              <a:t>connects</a:t>
            </a:r>
            <a:r>
              <a:rPr dirty="0" spc="-235">
                <a:solidFill>
                  <a:srgbClr val="FFCE00"/>
                </a:solidFill>
              </a:rPr>
              <a:t> </a:t>
            </a:r>
            <a:r>
              <a:rPr dirty="0" spc="-145">
                <a:solidFill>
                  <a:srgbClr val="FFCE00"/>
                </a:solidFill>
              </a:rPr>
              <a:t>with</a:t>
            </a:r>
            <a:r>
              <a:rPr dirty="0" spc="-240">
                <a:solidFill>
                  <a:srgbClr val="FFCE00"/>
                </a:solidFill>
              </a:rPr>
              <a:t> </a:t>
            </a:r>
            <a:r>
              <a:rPr dirty="0" spc="-45">
                <a:solidFill>
                  <a:srgbClr val="FFCE00"/>
                </a:solidFill>
              </a:rPr>
              <a:t>GitHub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algn="ctr" marL="12065" marR="5080">
              <a:lnSpc>
                <a:spcPct val="97800"/>
              </a:lnSpc>
              <a:spcBef>
                <a:spcPts val="160"/>
              </a:spcBef>
            </a:pPr>
            <a:r>
              <a:rPr dirty="0" sz="2300" spc="-25" b="0">
                <a:latin typeface="Calibri Light"/>
                <a:cs typeface="Calibri Light"/>
              </a:rPr>
              <a:t>Datree</a:t>
            </a:r>
            <a:r>
              <a:rPr dirty="0" sz="2300" spc="-85" b="0">
                <a:latin typeface="Calibri Light"/>
                <a:cs typeface="Calibri Light"/>
              </a:rPr>
              <a:t> </a:t>
            </a:r>
            <a:r>
              <a:rPr dirty="0" sz="2300" spc="-20" b="0">
                <a:latin typeface="Calibri Light"/>
                <a:cs typeface="Calibri Light"/>
              </a:rPr>
              <a:t>connects</a:t>
            </a:r>
            <a:r>
              <a:rPr dirty="0" sz="2300" spc="-75" b="0">
                <a:latin typeface="Calibri Light"/>
                <a:cs typeface="Calibri Light"/>
              </a:rPr>
              <a:t> </a:t>
            </a:r>
            <a:r>
              <a:rPr dirty="0" sz="2300" b="0">
                <a:latin typeface="Calibri Light"/>
                <a:cs typeface="Calibri Light"/>
              </a:rPr>
              <a:t>with</a:t>
            </a:r>
            <a:r>
              <a:rPr dirty="0" sz="2300" spc="-85" b="0">
                <a:latin typeface="Calibri Light"/>
                <a:cs typeface="Calibri Light"/>
              </a:rPr>
              <a:t> </a:t>
            </a:r>
            <a:r>
              <a:rPr dirty="0" sz="2300" spc="-20" b="1">
                <a:solidFill>
                  <a:srgbClr val="F5331B"/>
                </a:solidFill>
                <a:latin typeface="Calibri"/>
                <a:cs typeface="Calibri"/>
              </a:rPr>
              <a:t>GitHub</a:t>
            </a:r>
            <a:r>
              <a:rPr dirty="0" sz="2300" spc="-90" b="1">
                <a:solidFill>
                  <a:srgbClr val="F5331B"/>
                </a:solidFill>
                <a:latin typeface="Calibri"/>
                <a:cs typeface="Calibri"/>
              </a:rPr>
              <a:t> </a:t>
            </a:r>
            <a:r>
              <a:rPr dirty="0" sz="2300" b="0">
                <a:latin typeface="Calibri Light"/>
                <a:cs typeface="Calibri Light"/>
              </a:rPr>
              <a:t>to</a:t>
            </a:r>
            <a:r>
              <a:rPr dirty="0" sz="2300" spc="-85" b="0">
                <a:latin typeface="Calibri Light"/>
                <a:cs typeface="Calibri Light"/>
              </a:rPr>
              <a:t> </a:t>
            </a:r>
            <a:r>
              <a:rPr dirty="0" sz="2300" spc="-30" b="0">
                <a:latin typeface="Calibri Light"/>
                <a:cs typeface="Calibri Light"/>
              </a:rPr>
              <a:t>provide</a:t>
            </a:r>
            <a:r>
              <a:rPr dirty="0" sz="2300" spc="-85" b="0">
                <a:latin typeface="Calibri Light"/>
                <a:cs typeface="Calibri Light"/>
              </a:rPr>
              <a:t> </a:t>
            </a:r>
            <a:r>
              <a:rPr dirty="0" sz="2300" spc="-10" b="0">
                <a:latin typeface="Calibri Light"/>
                <a:cs typeface="Calibri Light"/>
              </a:rPr>
              <a:t>automatic policy</a:t>
            </a:r>
            <a:r>
              <a:rPr dirty="0" sz="2300" spc="-95" b="0">
                <a:latin typeface="Calibri Light"/>
                <a:cs typeface="Calibri Light"/>
              </a:rPr>
              <a:t> </a:t>
            </a:r>
            <a:r>
              <a:rPr dirty="0" sz="2300" spc="-30" b="0">
                <a:latin typeface="Calibri Light"/>
                <a:cs typeface="Calibri Light"/>
              </a:rPr>
              <a:t>compliance</a:t>
            </a:r>
            <a:r>
              <a:rPr dirty="0" sz="2300" spc="-95" b="0">
                <a:latin typeface="Calibri Light"/>
                <a:cs typeface="Calibri Light"/>
              </a:rPr>
              <a:t> </a:t>
            </a:r>
            <a:r>
              <a:rPr dirty="0" sz="2300" spc="-10" b="0">
                <a:latin typeface="Calibri Light"/>
                <a:cs typeface="Calibri Light"/>
              </a:rPr>
              <a:t>checks</a:t>
            </a:r>
            <a:r>
              <a:rPr dirty="0" sz="2300" spc="-90" b="0">
                <a:latin typeface="Calibri Light"/>
                <a:cs typeface="Calibri Light"/>
              </a:rPr>
              <a:t> </a:t>
            </a:r>
            <a:r>
              <a:rPr dirty="0" sz="2300" b="0">
                <a:latin typeface="Calibri Light"/>
                <a:cs typeface="Calibri Light"/>
              </a:rPr>
              <a:t>and</a:t>
            </a:r>
            <a:r>
              <a:rPr dirty="0" sz="2300" spc="-95" b="0">
                <a:latin typeface="Calibri Light"/>
                <a:cs typeface="Calibri Light"/>
              </a:rPr>
              <a:t> </a:t>
            </a:r>
            <a:r>
              <a:rPr dirty="0" sz="2300" spc="-20" b="0">
                <a:latin typeface="Calibri Light"/>
                <a:cs typeface="Calibri Light"/>
              </a:rPr>
              <a:t>insights</a:t>
            </a:r>
            <a:r>
              <a:rPr dirty="0" sz="2300" spc="-90" b="0">
                <a:latin typeface="Calibri Light"/>
                <a:cs typeface="Calibri Light"/>
              </a:rPr>
              <a:t> </a:t>
            </a:r>
            <a:r>
              <a:rPr dirty="0" sz="2300" spc="-10" b="0">
                <a:latin typeface="Calibri Light"/>
                <a:cs typeface="Calibri Light"/>
              </a:rPr>
              <a:t>for</a:t>
            </a:r>
            <a:r>
              <a:rPr dirty="0" sz="2300" spc="-90" b="0">
                <a:latin typeface="Calibri Light"/>
                <a:cs typeface="Calibri Light"/>
              </a:rPr>
              <a:t> </a:t>
            </a:r>
            <a:r>
              <a:rPr dirty="0" sz="2300" spc="-10" b="0">
                <a:latin typeface="Calibri Light"/>
                <a:cs typeface="Calibri Light"/>
              </a:rPr>
              <a:t>every code</a:t>
            </a:r>
            <a:r>
              <a:rPr dirty="0" sz="2300" spc="-110" b="0">
                <a:latin typeface="Calibri Light"/>
                <a:cs typeface="Calibri Light"/>
              </a:rPr>
              <a:t> </a:t>
            </a:r>
            <a:r>
              <a:rPr dirty="0" sz="2300" spc="-25" b="0">
                <a:latin typeface="Calibri Light"/>
                <a:cs typeface="Calibri Light"/>
              </a:rPr>
              <a:t>commit</a:t>
            </a:r>
            <a:r>
              <a:rPr dirty="0" sz="2300" spc="-100" b="0">
                <a:latin typeface="Calibri Light"/>
                <a:cs typeface="Calibri Light"/>
              </a:rPr>
              <a:t> </a:t>
            </a:r>
            <a:r>
              <a:rPr dirty="0" sz="2300" b="0">
                <a:latin typeface="Calibri Light"/>
                <a:cs typeface="Calibri Light"/>
              </a:rPr>
              <a:t>and</a:t>
            </a:r>
            <a:r>
              <a:rPr dirty="0" sz="2300" spc="-105" b="0">
                <a:latin typeface="Calibri Light"/>
                <a:cs typeface="Calibri Light"/>
              </a:rPr>
              <a:t> </a:t>
            </a:r>
            <a:r>
              <a:rPr dirty="0" sz="2300" b="0">
                <a:latin typeface="Calibri Light"/>
                <a:cs typeface="Calibri Light"/>
              </a:rPr>
              <a:t>pull</a:t>
            </a:r>
            <a:r>
              <a:rPr dirty="0" sz="2300" spc="-90" b="0">
                <a:latin typeface="Calibri Light"/>
                <a:cs typeface="Calibri Light"/>
              </a:rPr>
              <a:t> </a:t>
            </a:r>
            <a:r>
              <a:rPr dirty="0" sz="2300" spc="-10" b="0">
                <a:latin typeface="Calibri Light"/>
                <a:cs typeface="Calibri Light"/>
              </a:rPr>
              <a:t>request.</a:t>
            </a:r>
            <a:endParaRPr sz="2300">
              <a:latin typeface="Calibri Light"/>
              <a:cs typeface="Calibri Light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88535" y="2572511"/>
            <a:ext cx="1481327" cy="128625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3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593950" y="1382268"/>
            <a:ext cx="48837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>
                <a:solidFill>
                  <a:srgbClr val="FFCE00"/>
                </a:solidFill>
              </a:rPr>
              <a:t>Datree</a:t>
            </a:r>
            <a:r>
              <a:rPr dirty="0" spc="-245">
                <a:solidFill>
                  <a:srgbClr val="FFCE00"/>
                </a:solidFill>
              </a:rPr>
              <a:t> </a:t>
            </a:r>
            <a:r>
              <a:rPr dirty="0" spc="-110">
                <a:solidFill>
                  <a:srgbClr val="FFCE00"/>
                </a:solidFill>
              </a:rPr>
              <a:t>connects</a:t>
            </a:r>
            <a:r>
              <a:rPr dirty="0" spc="-235">
                <a:solidFill>
                  <a:srgbClr val="FFCE00"/>
                </a:solidFill>
              </a:rPr>
              <a:t> </a:t>
            </a:r>
            <a:r>
              <a:rPr dirty="0" spc="-145">
                <a:solidFill>
                  <a:srgbClr val="FFCE00"/>
                </a:solidFill>
              </a:rPr>
              <a:t>with</a:t>
            </a:r>
            <a:r>
              <a:rPr dirty="0" spc="-240">
                <a:solidFill>
                  <a:srgbClr val="FFCE00"/>
                </a:solidFill>
              </a:rPr>
              <a:t> </a:t>
            </a:r>
            <a:r>
              <a:rPr dirty="0" spc="-45">
                <a:solidFill>
                  <a:srgbClr val="FFCE00"/>
                </a:solidFill>
              </a:rPr>
              <a:t>GitHub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210585" y="2319528"/>
            <a:ext cx="7247890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300" b="1">
                <a:solidFill>
                  <a:srgbClr val="F5331B"/>
                </a:solidFill>
                <a:latin typeface="Calibri"/>
                <a:cs typeface="Calibri"/>
              </a:rPr>
              <a:t>Set</a:t>
            </a:r>
            <a:r>
              <a:rPr dirty="0" sz="2300" spc="-120" b="1">
                <a:solidFill>
                  <a:srgbClr val="F5331B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F5331B"/>
                </a:solidFill>
                <a:latin typeface="Calibri"/>
                <a:cs typeface="Calibri"/>
              </a:rPr>
              <a:t>Code</a:t>
            </a:r>
            <a:r>
              <a:rPr dirty="0" sz="2300" spc="-120" b="1">
                <a:solidFill>
                  <a:srgbClr val="F5331B"/>
                </a:solidFill>
                <a:latin typeface="Calibri"/>
                <a:cs typeface="Calibri"/>
              </a:rPr>
              <a:t> </a:t>
            </a:r>
            <a:r>
              <a:rPr dirty="0" sz="2300" spc="-10" b="1">
                <a:solidFill>
                  <a:srgbClr val="F5331B"/>
                </a:solidFill>
                <a:latin typeface="Calibri"/>
                <a:cs typeface="Calibri"/>
              </a:rPr>
              <a:t>Policies</a:t>
            </a:r>
            <a:endParaRPr sz="2300">
              <a:latin typeface="Calibri"/>
              <a:cs typeface="Calibri"/>
            </a:endParaRPr>
          </a:p>
          <a:p>
            <a:pPr algn="ctr" marL="12700" marR="5080">
              <a:lnSpc>
                <a:spcPts val="2690"/>
              </a:lnSpc>
              <a:spcBef>
                <a:spcPts val="120"/>
              </a:spcBef>
            </a:pPr>
            <a:r>
              <a:rPr dirty="0" sz="2300" spc="-30" b="0">
                <a:solidFill>
                  <a:srgbClr val="FFFFFF"/>
                </a:solidFill>
                <a:latin typeface="Calibri Light"/>
                <a:cs typeface="Calibri Light"/>
              </a:rPr>
              <a:t>Create</a:t>
            </a:r>
            <a:r>
              <a:rPr dirty="0" sz="2300" spc="-7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30" b="0">
                <a:solidFill>
                  <a:srgbClr val="FFFFFF"/>
                </a:solidFill>
                <a:latin typeface="Calibri Light"/>
                <a:cs typeface="Calibri Light"/>
              </a:rPr>
              <a:t>custom</a:t>
            </a:r>
            <a:r>
              <a:rPr dirty="0" sz="2300" spc="-8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policies</a:t>
            </a:r>
            <a:r>
              <a:rPr dirty="0" sz="2300" spc="-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or</a:t>
            </a:r>
            <a:r>
              <a:rPr dirty="0" sz="2300" spc="-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choose</a:t>
            </a:r>
            <a:r>
              <a:rPr dirty="0" sz="2300" spc="-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from</a:t>
            </a:r>
            <a:r>
              <a:rPr dirty="0" sz="2300" spc="-8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40" b="0">
                <a:solidFill>
                  <a:srgbClr val="FFFFFF"/>
                </a:solidFill>
                <a:latin typeface="Calibri Light"/>
                <a:cs typeface="Calibri Light"/>
              </a:rPr>
              <a:t>recommended</a:t>
            </a:r>
            <a:r>
              <a:rPr dirty="0" sz="2300" spc="-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defaults,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choose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where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they</a:t>
            </a:r>
            <a:r>
              <a:rPr dirty="0" sz="2300" spc="-9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should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be</a:t>
            </a:r>
            <a:r>
              <a:rPr dirty="0" sz="2300" spc="-9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enforced.</a:t>
            </a:r>
            <a:endParaRPr sz="23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25357" y="4403344"/>
            <a:ext cx="1624330" cy="9004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Separate</a:t>
            </a:r>
            <a:r>
              <a:rPr dirty="0" sz="1900" spc="-8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secret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credentials</a:t>
            </a:r>
            <a:r>
              <a:rPr dirty="0" sz="1900" spc="-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20" b="0">
                <a:solidFill>
                  <a:srgbClr val="FFFFFF"/>
                </a:solidFill>
                <a:latin typeface="Calibri Light"/>
                <a:cs typeface="Calibri Light"/>
              </a:rPr>
              <a:t>from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20" b="0">
                <a:solidFill>
                  <a:srgbClr val="FFFFFF"/>
                </a:solidFill>
                <a:latin typeface="Calibri Light"/>
                <a:cs typeface="Calibri Light"/>
              </a:rPr>
              <a:t>code</a:t>
            </a:r>
            <a:endParaRPr sz="1900">
              <a:latin typeface="Calibri Light"/>
              <a:cs typeface="Calibri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53502" y="4403344"/>
            <a:ext cx="1731645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04775" marR="5080" indent="-92710">
              <a:lnSpc>
                <a:spcPct val="101099"/>
              </a:lnSpc>
              <a:spcBef>
                <a:spcPts val="75"/>
              </a:spcBef>
            </a:pP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Include</a:t>
            </a:r>
            <a:r>
              <a:rPr dirty="0" sz="19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.gitignore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dirty="0" sz="1900" spc="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every</a:t>
            </a:r>
            <a:r>
              <a:rPr dirty="0" sz="1900" spc="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project</a:t>
            </a:r>
            <a:endParaRPr sz="1900">
              <a:latin typeface="Calibri Light"/>
              <a:cs typeface="Calibr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93627" y="4403344"/>
            <a:ext cx="1814195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89535">
              <a:lnSpc>
                <a:spcPct val="101099"/>
              </a:lnSpc>
              <a:spcBef>
                <a:spcPts val="75"/>
              </a:spcBef>
            </a:pP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Link pull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request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title</a:t>
            </a:r>
            <a:r>
              <a:rPr dirty="0" sz="19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dirty="0" sz="19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dirty="0" sz="19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Jira</a:t>
            </a:r>
            <a:r>
              <a:rPr dirty="0" sz="19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ticket</a:t>
            </a:r>
            <a:endParaRPr sz="1900">
              <a:latin typeface="Calibri Light"/>
              <a:cs typeface="Calibri 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62078" y="4403344"/>
            <a:ext cx="1440815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70510" marR="5080" indent="-258445">
              <a:lnSpc>
                <a:spcPct val="101099"/>
              </a:lnSpc>
              <a:spcBef>
                <a:spcPts val="75"/>
              </a:spcBef>
            </a:pPr>
            <a:r>
              <a:rPr dirty="0" sz="1900" b="0">
                <a:solidFill>
                  <a:srgbClr val="FFFFFF"/>
                </a:solidFill>
                <a:latin typeface="Calibri Light"/>
                <a:cs typeface="Calibri Light"/>
              </a:rPr>
              <a:t>Create</a:t>
            </a:r>
            <a:r>
              <a:rPr dirty="0" sz="1900" spc="-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900" spc="-10" b="0">
                <a:solidFill>
                  <a:srgbClr val="FFFFFF"/>
                </a:solidFill>
                <a:latin typeface="Calibri Light"/>
                <a:cs typeface="Calibri Light"/>
              </a:rPr>
              <a:t>custom policies…</a:t>
            </a:r>
            <a:endParaRPr sz="1900">
              <a:latin typeface="Calibri Light"/>
              <a:cs typeface="Calibri Ligh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298447" y="3956303"/>
            <a:ext cx="7641590" cy="445134"/>
            <a:chOff x="1298447" y="3956303"/>
            <a:chExt cx="7641590" cy="445134"/>
          </a:xfrm>
        </p:grpSpPr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447" y="3956303"/>
              <a:ext cx="512064" cy="44500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3696" y="3956303"/>
              <a:ext cx="512063" cy="44500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44183" y="3956303"/>
              <a:ext cx="512063" cy="44500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27719" y="3956303"/>
              <a:ext cx="512064" cy="445008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6059423"/>
            <a:ext cx="1033272" cy="5608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1359408"/>
            <a:ext cx="6327648" cy="49895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56268" y="1382268"/>
            <a:ext cx="335787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>
                <a:solidFill>
                  <a:srgbClr val="FFCE00"/>
                </a:solidFill>
              </a:rPr>
              <a:t>Apples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65">
                <a:solidFill>
                  <a:srgbClr val="FFCE00"/>
                </a:solidFill>
              </a:rPr>
              <a:t>and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-30">
                <a:solidFill>
                  <a:srgbClr val="FFCE00"/>
                </a:solidFill>
              </a:rPr>
              <a:t>oranges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7280" y="2862072"/>
            <a:ext cx="3535679" cy="130149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581937" y="3287267"/>
            <a:ext cx="6026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</a:tabLst>
            </a:pPr>
            <a:r>
              <a:rPr dirty="0" sz="3200" spc="-50">
                <a:solidFill>
                  <a:srgbClr val="FFFFFF"/>
                </a:solidFill>
                <a:latin typeface="Arial"/>
                <a:cs typeface="Arial"/>
              </a:rPr>
              <a:t>!</a:t>
            </a:r>
            <a:r>
              <a:rPr dirty="0" sz="32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3200" spc="-5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1055" y="3160776"/>
            <a:ext cx="722376" cy="871727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583946" y="3317747"/>
            <a:ext cx="1532255" cy="9582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409575" marR="5080" indent="-397510">
              <a:lnSpc>
                <a:spcPts val="3500"/>
              </a:lnSpc>
              <a:spcBef>
                <a:spcPts val="500"/>
              </a:spcBef>
            </a:pPr>
            <a:r>
              <a:rPr dirty="0" sz="3200" spc="80">
                <a:solidFill>
                  <a:srgbClr val="FFFFFF"/>
                </a:solidFill>
                <a:latin typeface="Trebuchet MS"/>
                <a:cs typeface="Trebuchet MS"/>
              </a:rPr>
              <a:t>Amazon </a:t>
            </a:r>
            <a:r>
              <a:rPr dirty="0" sz="3200" spc="65">
                <a:solidFill>
                  <a:srgbClr val="FFFFFF"/>
                </a:solidFill>
                <a:latin typeface="Trebuchet MS"/>
                <a:cs typeface="Trebuchet MS"/>
              </a:rPr>
              <a:t>EC2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83610">
              <a:lnSpc>
                <a:spcPct val="100000"/>
              </a:lnSpc>
              <a:spcBef>
                <a:spcPts val="100"/>
              </a:spcBef>
            </a:pPr>
            <a:r>
              <a:rPr dirty="0" spc="60">
                <a:solidFill>
                  <a:srgbClr val="FFCE00"/>
                </a:solidFill>
              </a:rPr>
              <a:t>Ops</a:t>
            </a:r>
            <a:r>
              <a:rPr dirty="0" spc="-290">
                <a:solidFill>
                  <a:srgbClr val="FFCE00"/>
                </a:solidFill>
              </a:rPr>
              <a:t> </a:t>
            </a:r>
            <a:r>
              <a:rPr dirty="0" spc="-114">
                <a:solidFill>
                  <a:srgbClr val="FFCE00"/>
                </a:solidFill>
              </a:rPr>
              <a:t>benefits</a:t>
            </a:r>
          </a:p>
        </p:txBody>
      </p:sp>
      <p:grpSp>
        <p:nvGrpSpPr>
          <p:cNvPr id="13" name="object 13" descr=""/>
          <p:cNvGrpSpPr/>
          <p:nvPr/>
        </p:nvGrpSpPr>
        <p:grpSpPr>
          <a:xfrm>
            <a:off x="2923813" y="2505515"/>
            <a:ext cx="3980815" cy="3748404"/>
            <a:chOff x="2923813" y="2505515"/>
            <a:chExt cx="3980815" cy="3748404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3240" y="2511551"/>
              <a:ext cx="3578352" cy="373684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930164" y="3019192"/>
              <a:ext cx="136525" cy="609600"/>
            </a:xfrm>
            <a:custGeom>
              <a:avLst/>
              <a:gdLst/>
              <a:ahLst/>
              <a:cxnLst/>
              <a:rect l="l" t="t" r="r" b="b"/>
              <a:pathLst>
                <a:path w="136525" h="609600">
                  <a:moveTo>
                    <a:pt x="136014" y="0"/>
                  </a:moveTo>
                  <a:lnTo>
                    <a:pt x="109543" y="890"/>
                  </a:lnTo>
                  <a:lnTo>
                    <a:pt x="87926" y="3319"/>
                  </a:lnTo>
                  <a:lnTo>
                    <a:pt x="73351" y="6922"/>
                  </a:lnTo>
                  <a:lnTo>
                    <a:pt x="68007" y="11334"/>
                  </a:lnTo>
                  <a:lnTo>
                    <a:pt x="68007" y="293466"/>
                  </a:lnTo>
                  <a:lnTo>
                    <a:pt x="62662" y="297877"/>
                  </a:lnTo>
                  <a:lnTo>
                    <a:pt x="48088" y="301480"/>
                  </a:lnTo>
                  <a:lnTo>
                    <a:pt x="26471" y="303909"/>
                  </a:lnTo>
                  <a:lnTo>
                    <a:pt x="0" y="304800"/>
                  </a:lnTo>
                  <a:lnTo>
                    <a:pt x="26471" y="305690"/>
                  </a:lnTo>
                  <a:lnTo>
                    <a:pt x="48088" y="308119"/>
                  </a:lnTo>
                  <a:lnTo>
                    <a:pt x="62662" y="311722"/>
                  </a:lnTo>
                  <a:lnTo>
                    <a:pt x="68007" y="316134"/>
                  </a:lnTo>
                  <a:lnTo>
                    <a:pt x="68007" y="598266"/>
                  </a:lnTo>
                  <a:lnTo>
                    <a:pt x="73351" y="602677"/>
                  </a:lnTo>
                  <a:lnTo>
                    <a:pt x="87926" y="606280"/>
                  </a:lnTo>
                  <a:lnTo>
                    <a:pt x="109543" y="608709"/>
                  </a:lnTo>
                  <a:lnTo>
                    <a:pt x="136014" y="609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707997" y="2511865"/>
              <a:ext cx="190500" cy="1116965"/>
            </a:xfrm>
            <a:custGeom>
              <a:avLst/>
              <a:gdLst/>
              <a:ahLst/>
              <a:cxnLst/>
              <a:rect l="l" t="t" r="r" b="b"/>
              <a:pathLst>
                <a:path w="190500" h="1116964">
                  <a:moveTo>
                    <a:pt x="0" y="0"/>
                  </a:moveTo>
                  <a:lnTo>
                    <a:pt x="36954" y="1243"/>
                  </a:lnTo>
                  <a:lnTo>
                    <a:pt x="67132" y="4634"/>
                  </a:lnTo>
                  <a:lnTo>
                    <a:pt x="87478" y="9663"/>
                  </a:lnTo>
                  <a:lnTo>
                    <a:pt x="94939" y="15821"/>
                  </a:lnTo>
                  <a:lnTo>
                    <a:pt x="94939" y="542641"/>
                  </a:lnTo>
                  <a:lnTo>
                    <a:pt x="102400" y="548800"/>
                  </a:lnTo>
                  <a:lnTo>
                    <a:pt x="122746" y="553829"/>
                  </a:lnTo>
                  <a:lnTo>
                    <a:pt x="152923" y="557219"/>
                  </a:lnTo>
                  <a:lnTo>
                    <a:pt x="189878" y="558463"/>
                  </a:lnTo>
                  <a:lnTo>
                    <a:pt x="152923" y="559706"/>
                  </a:lnTo>
                  <a:lnTo>
                    <a:pt x="122746" y="563097"/>
                  </a:lnTo>
                  <a:lnTo>
                    <a:pt x="102400" y="568126"/>
                  </a:lnTo>
                  <a:lnTo>
                    <a:pt x="94939" y="574285"/>
                  </a:lnTo>
                  <a:lnTo>
                    <a:pt x="94939" y="1101104"/>
                  </a:lnTo>
                  <a:lnTo>
                    <a:pt x="87478" y="1107263"/>
                  </a:lnTo>
                  <a:lnTo>
                    <a:pt x="67132" y="1112292"/>
                  </a:lnTo>
                  <a:lnTo>
                    <a:pt x="36954" y="1115683"/>
                  </a:lnTo>
                  <a:lnTo>
                    <a:pt x="0" y="1116926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930163" y="3687631"/>
              <a:ext cx="136525" cy="764540"/>
            </a:xfrm>
            <a:custGeom>
              <a:avLst/>
              <a:gdLst/>
              <a:ahLst/>
              <a:cxnLst/>
              <a:rect l="l" t="t" r="r" b="b"/>
              <a:pathLst>
                <a:path w="136525" h="764539">
                  <a:moveTo>
                    <a:pt x="136015" y="0"/>
                  </a:moveTo>
                  <a:lnTo>
                    <a:pt x="109543" y="890"/>
                  </a:lnTo>
                  <a:lnTo>
                    <a:pt x="87926" y="3319"/>
                  </a:lnTo>
                  <a:lnTo>
                    <a:pt x="73352" y="6922"/>
                  </a:lnTo>
                  <a:lnTo>
                    <a:pt x="68007" y="11334"/>
                  </a:lnTo>
                  <a:lnTo>
                    <a:pt x="68007" y="370883"/>
                  </a:lnTo>
                  <a:lnTo>
                    <a:pt x="62663" y="375295"/>
                  </a:lnTo>
                  <a:lnTo>
                    <a:pt x="48088" y="378898"/>
                  </a:lnTo>
                  <a:lnTo>
                    <a:pt x="26471" y="381327"/>
                  </a:lnTo>
                  <a:lnTo>
                    <a:pt x="0" y="382218"/>
                  </a:lnTo>
                  <a:lnTo>
                    <a:pt x="26471" y="383108"/>
                  </a:lnTo>
                  <a:lnTo>
                    <a:pt x="48088" y="385537"/>
                  </a:lnTo>
                  <a:lnTo>
                    <a:pt x="62663" y="389140"/>
                  </a:lnTo>
                  <a:lnTo>
                    <a:pt x="68007" y="393552"/>
                  </a:lnTo>
                  <a:lnTo>
                    <a:pt x="68007" y="753101"/>
                  </a:lnTo>
                  <a:lnTo>
                    <a:pt x="73352" y="757513"/>
                  </a:lnTo>
                  <a:lnTo>
                    <a:pt x="87926" y="761116"/>
                  </a:lnTo>
                  <a:lnTo>
                    <a:pt x="109543" y="763545"/>
                  </a:lnTo>
                  <a:lnTo>
                    <a:pt x="136015" y="764436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66176" y="4499446"/>
              <a:ext cx="136525" cy="1071880"/>
            </a:xfrm>
            <a:custGeom>
              <a:avLst/>
              <a:gdLst/>
              <a:ahLst/>
              <a:cxnLst/>
              <a:rect l="l" t="t" r="r" b="b"/>
              <a:pathLst>
                <a:path w="136525" h="1071879">
                  <a:moveTo>
                    <a:pt x="136015" y="0"/>
                  </a:moveTo>
                  <a:lnTo>
                    <a:pt x="109544" y="890"/>
                  </a:lnTo>
                  <a:lnTo>
                    <a:pt x="87927" y="3319"/>
                  </a:lnTo>
                  <a:lnTo>
                    <a:pt x="73352" y="6922"/>
                  </a:lnTo>
                  <a:lnTo>
                    <a:pt x="68007" y="11333"/>
                  </a:lnTo>
                  <a:lnTo>
                    <a:pt x="68007" y="524300"/>
                  </a:lnTo>
                  <a:lnTo>
                    <a:pt x="62663" y="528711"/>
                  </a:lnTo>
                  <a:lnTo>
                    <a:pt x="48088" y="532314"/>
                  </a:lnTo>
                  <a:lnTo>
                    <a:pt x="26471" y="534743"/>
                  </a:lnTo>
                  <a:lnTo>
                    <a:pt x="0" y="535634"/>
                  </a:lnTo>
                  <a:lnTo>
                    <a:pt x="26471" y="536524"/>
                  </a:lnTo>
                  <a:lnTo>
                    <a:pt x="48088" y="538953"/>
                  </a:lnTo>
                  <a:lnTo>
                    <a:pt x="62663" y="542556"/>
                  </a:lnTo>
                  <a:lnTo>
                    <a:pt x="68007" y="546967"/>
                  </a:lnTo>
                  <a:lnTo>
                    <a:pt x="68007" y="1059934"/>
                  </a:lnTo>
                  <a:lnTo>
                    <a:pt x="73352" y="1064346"/>
                  </a:lnTo>
                  <a:lnTo>
                    <a:pt x="87927" y="1067948"/>
                  </a:lnTo>
                  <a:lnTo>
                    <a:pt x="109544" y="1070377"/>
                  </a:lnTo>
                  <a:lnTo>
                    <a:pt x="136015" y="1071268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21219" y="5573731"/>
              <a:ext cx="136525" cy="673735"/>
            </a:xfrm>
            <a:custGeom>
              <a:avLst/>
              <a:gdLst/>
              <a:ahLst/>
              <a:cxnLst/>
              <a:rect l="l" t="t" r="r" b="b"/>
              <a:pathLst>
                <a:path w="136525" h="673735">
                  <a:moveTo>
                    <a:pt x="136015" y="0"/>
                  </a:moveTo>
                  <a:lnTo>
                    <a:pt x="109543" y="890"/>
                  </a:lnTo>
                  <a:lnTo>
                    <a:pt x="87926" y="3319"/>
                  </a:lnTo>
                  <a:lnTo>
                    <a:pt x="73352" y="6922"/>
                  </a:lnTo>
                  <a:lnTo>
                    <a:pt x="68007" y="11333"/>
                  </a:lnTo>
                  <a:lnTo>
                    <a:pt x="68007" y="325284"/>
                  </a:lnTo>
                  <a:lnTo>
                    <a:pt x="62663" y="329695"/>
                  </a:lnTo>
                  <a:lnTo>
                    <a:pt x="48088" y="333298"/>
                  </a:lnTo>
                  <a:lnTo>
                    <a:pt x="26471" y="335727"/>
                  </a:lnTo>
                  <a:lnTo>
                    <a:pt x="0" y="336618"/>
                  </a:lnTo>
                  <a:lnTo>
                    <a:pt x="26471" y="337508"/>
                  </a:lnTo>
                  <a:lnTo>
                    <a:pt x="48088" y="339937"/>
                  </a:lnTo>
                  <a:lnTo>
                    <a:pt x="62663" y="343540"/>
                  </a:lnTo>
                  <a:lnTo>
                    <a:pt x="68007" y="347952"/>
                  </a:lnTo>
                  <a:lnTo>
                    <a:pt x="68007" y="661902"/>
                  </a:lnTo>
                  <a:lnTo>
                    <a:pt x="73352" y="666313"/>
                  </a:lnTo>
                  <a:lnTo>
                    <a:pt x="87926" y="669916"/>
                  </a:lnTo>
                  <a:lnTo>
                    <a:pt x="109543" y="672345"/>
                  </a:lnTo>
                  <a:lnTo>
                    <a:pt x="136015" y="673236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013850" y="2919455"/>
            <a:ext cx="13722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AWS</a:t>
            </a:r>
            <a:r>
              <a:rPr dirty="0" sz="1350" spc="1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Monthly</a:t>
            </a:r>
            <a:r>
              <a:rPr dirty="0" sz="1350" spc="10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spc="-20" b="0">
                <a:solidFill>
                  <a:srgbClr val="FFFFFF"/>
                </a:solidFill>
                <a:latin typeface="Calibri Light"/>
                <a:cs typeface="Calibri Light"/>
              </a:rPr>
              <a:t>Fees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27203" y="2184400"/>
            <a:ext cx="10401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CE00"/>
                </a:solidFill>
                <a:latin typeface="Arial"/>
                <a:cs typeface="Arial"/>
              </a:rPr>
              <a:t>ECS-</a:t>
            </a:r>
            <a:r>
              <a:rPr dirty="0" sz="1300" spc="-10" b="1">
                <a:solidFill>
                  <a:srgbClr val="FFCE00"/>
                </a:solidFill>
                <a:latin typeface="Arial"/>
                <a:cs typeface="Arial"/>
              </a:rPr>
              <a:t>Fargate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40840" y="3175487"/>
            <a:ext cx="13722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AWS</a:t>
            </a:r>
            <a:r>
              <a:rPr dirty="0" sz="1350" spc="1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Monthly</a:t>
            </a:r>
            <a:r>
              <a:rPr dirty="0" sz="1350" spc="10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spc="-20" b="0">
                <a:solidFill>
                  <a:srgbClr val="FFFFFF"/>
                </a:solidFill>
                <a:latin typeface="Calibri Light"/>
                <a:cs typeface="Calibri Light"/>
              </a:rPr>
              <a:t>Fees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75049" y="3958823"/>
            <a:ext cx="1637664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System</a:t>
            </a:r>
            <a:r>
              <a:rPr dirty="0" sz="1350" spc="1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spc="-10" b="0">
                <a:solidFill>
                  <a:srgbClr val="FFFFFF"/>
                </a:solidFill>
                <a:latin typeface="Calibri Light"/>
                <a:cs typeface="Calibri Light"/>
              </a:rPr>
              <a:t>Administration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98449" y="4909799"/>
            <a:ext cx="164973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Security</a:t>
            </a:r>
            <a:r>
              <a:rPr dirty="0" sz="1350" spc="10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b="0">
                <a:solidFill>
                  <a:srgbClr val="FFFFFF"/>
                </a:solidFill>
                <a:latin typeface="Calibri Light"/>
                <a:cs typeface="Calibri Light"/>
              </a:rPr>
              <a:t>&amp;</a:t>
            </a:r>
            <a:r>
              <a:rPr dirty="0" sz="1350" spc="114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350" spc="-10" b="0">
                <a:solidFill>
                  <a:srgbClr val="FFFFFF"/>
                </a:solidFill>
                <a:latin typeface="Calibri Light"/>
                <a:cs typeface="Calibri Light"/>
              </a:rPr>
              <a:t>Compliance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682351" y="5775431"/>
            <a:ext cx="52070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 b="0">
                <a:solidFill>
                  <a:srgbClr val="FFFFFF"/>
                </a:solidFill>
                <a:latin typeface="Calibri Light"/>
                <a:cs typeface="Calibri Light"/>
              </a:rPr>
              <a:t>Scaling</a:t>
            </a:r>
            <a:endParaRPr sz="1350">
              <a:latin typeface="Calibri Light"/>
              <a:cs typeface="Calibri Ligh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545566" y="2184400"/>
            <a:ext cx="7588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CE00"/>
                </a:solidFill>
                <a:latin typeface="Arial"/>
                <a:cs typeface="Arial"/>
              </a:rPr>
              <a:t>ECS-</a:t>
            </a:r>
            <a:r>
              <a:rPr dirty="0" sz="1300" spc="-25" b="1">
                <a:solidFill>
                  <a:srgbClr val="FFCE00"/>
                </a:solidFill>
                <a:latin typeface="Arial"/>
                <a:cs typeface="Arial"/>
              </a:rPr>
              <a:t>EC2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dirty="0" spc="85">
                <a:solidFill>
                  <a:srgbClr val="FFCE00"/>
                </a:solidFill>
              </a:rPr>
              <a:t>No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-90">
                <a:solidFill>
                  <a:srgbClr val="FFCE00"/>
                </a:solidFill>
              </a:rPr>
              <a:t>more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40">
                <a:solidFill>
                  <a:srgbClr val="FFCE00"/>
                </a:solidFill>
              </a:rPr>
              <a:t>Amazon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EC2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40">
                <a:solidFill>
                  <a:srgbClr val="FFCE00"/>
                </a:solidFill>
              </a:rPr>
              <a:t>management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38210" y="4030471"/>
            <a:ext cx="1665605" cy="67500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 indent="87630">
              <a:lnSpc>
                <a:spcPct val="102899"/>
              </a:lnSpc>
              <a:spcBef>
                <a:spcPts val="25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We no</a:t>
            </a:r>
            <a:r>
              <a:rPr dirty="0" sz="2100" spc="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longer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configure</a:t>
            </a:r>
            <a:r>
              <a:rPr dirty="0" sz="2100" spc="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AMIs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60176" y="4054855"/>
            <a:ext cx="1853564" cy="67500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 indent="181610">
              <a:lnSpc>
                <a:spcPct val="102899"/>
              </a:lnSpc>
              <a:spcBef>
                <a:spcPts val="25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Monitoring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60" b="0">
                <a:solidFill>
                  <a:srgbClr val="FFFFFF"/>
                </a:solidFill>
                <a:latin typeface="Calibri Light"/>
                <a:cs typeface="Calibri Light"/>
              </a:rPr>
              <a:t>&amp;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logging</a:t>
            </a:r>
            <a:r>
              <a:rPr dirty="0" sz="2100" spc="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built</a:t>
            </a:r>
            <a:r>
              <a:rPr dirty="0" sz="2100" spc="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35" b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630423" y="2572511"/>
            <a:ext cx="4798060" cy="1289685"/>
            <a:chOff x="2630423" y="2572511"/>
            <a:chExt cx="4798060" cy="1289685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30423" y="2572511"/>
              <a:ext cx="1484376" cy="128930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3600" y="2572511"/>
              <a:ext cx="1484376" cy="1289303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64995">
              <a:lnSpc>
                <a:spcPct val="100000"/>
              </a:lnSpc>
              <a:spcBef>
                <a:spcPts val="100"/>
              </a:spcBef>
            </a:pPr>
            <a:r>
              <a:rPr dirty="0" spc="-95">
                <a:solidFill>
                  <a:srgbClr val="FFCE00"/>
                </a:solidFill>
              </a:rPr>
              <a:t>Operating</a:t>
            </a:r>
            <a:r>
              <a:rPr dirty="0" spc="-220">
                <a:solidFill>
                  <a:srgbClr val="FFCE00"/>
                </a:solidFill>
              </a:rPr>
              <a:t> </a:t>
            </a:r>
            <a:r>
              <a:rPr dirty="0" spc="-90">
                <a:solidFill>
                  <a:srgbClr val="FFCE00"/>
                </a:solidFill>
              </a:rPr>
              <a:t>system</a:t>
            </a:r>
            <a:r>
              <a:rPr dirty="0" spc="-220">
                <a:solidFill>
                  <a:srgbClr val="FFCE00"/>
                </a:solidFill>
              </a:rPr>
              <a:t> </a:t>
            </a:r>
            <a:r>
              <a:rPr dirty="0" spc="-35">
                <a:solidFill>
                  <a:srgbClr val="FFCE00"/>
                </a:solidFill>
              </a:rPr>
              <a:t>management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565338" y="3106928"/>
            <a:ext cx="6928484" cy="638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1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All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our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code</a:t>
            </a:r>
            <a:r>
              <a:rPr dirty="0" sz="2100" spc="4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packaged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Docker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containers,</a:t>
            </a:r>
            <a:endParaRPr sz="2100">
              <a:latin typeface="Calibri Light"/>
              <a:cs typeface="Calibri Light"/>
            </a:endParaRPr>
          </a:p>
          <a:p>
            <a:pPr algn="ctr">
              <a:lnSpc>
                <a:spcPts val="2410"/>
              </a:lnSpc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we</a:t>
            </a:r>
            <a:r>
              <a:rPr dirty="0" sz="21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21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responsible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dirty="0" sz="21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dirty="0" sz="21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runs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within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our</a:t>
            </a:r>
            <a:r>
              <a:rPr dirty="0" sz="21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containers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72578" y="4639564"/>
            <a:ext cx="11912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Linux</a:t>
            </a:r>
            <a:r>
              <a:rPr dirty="0" sz="16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Patching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965525" y="4236116"/>
            <a:ext cx="1911985" cy="6731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470"/>
              </a:spcBef>
            </a:pPr>
            <a:r>
              <a:rPr dirty="0" sz="2100" spc="100" b="1">
                <a:solidFill>
                  <a:srgbClr val="F5331B"/>
                </a:solidFill>
                <a:latin typeface="Trebuchet MS"/>
                <a:cs typeface="Trebuchet MS"/>
              </a:rPr>
              <a:t>No</a:t>
            </a:r>
            <a:r>
              <a:rPr dirty="0" sz="2100" spc="-55" b="1">
                <a:solidFill>
                  <a:srgbClr val="F5331B"/>
                </a:solidFill>
                <a:latin typeface="Trebuchet MS"/>
                <a:cs typeface="Trebuchet MS"/>
              </a:rPr>
              <a:t> </a:t>
            </a:r>
            <a:r>
              <a:rPr dirty="0" sz="2100" spc="-10" b="1">
                <a:solidFill>
                  <a:srgbClr val="F5331B"/>
                </a:solidFill>
                <a:latin typeface="Trebuchet MS"/>
                <a:cs typeface="Trebuchet MS"/>
              </a:rPr>
              <a:t>more: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Docker</a:t>
            </a:r>
            <a:r>
              <a:rPr dirty="0" sz="16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service</a:t>
            </a:r>
            <a:r>
              <a:rPr dirty="0" sz="16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updates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79001" y="4639564"/>
            <a:ext cx="15487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ECS</a:t>
            </a:r>
            <a:r>
              <a:rPr dirty="0" sz="16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Agent</a:t>
            </a:r>
            <a:r>
              <a:rPr dirty="0" sz="16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updates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835721" y="2298192"/>
            <a:ext cx="2155190" cy="2548255"/>
            <a:chOff x="3835721" y="2298192"/>
            <a:chExt cx="2155190" cy="2548255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5721" y="4769586"/>
              <a:ext cx="76399" cy="764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14087" y="2298192"/>
              <a:ext cx="1173480" cy="71932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14059" y="4769586"/>
              <a:ext cx="76399" cy="7640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418516" y="1382268"/>
            <a:ext cx="12331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>
                <a:solidFill>
                  <a:srgbClr val="FFCE00"/>
                </a:solidFill>
              </a:rPr>
              <a:t>Scaling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58572" y="3969511"/>
            <a:ext cx="255460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1630" marR="5080" indent="-329565">
              <a:lnSpc>
                <a:spcPct val="11900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We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dirty="0" sz="2100" spc="4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longer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deal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with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scaling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EC2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fleets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34023" y="3978655"/>
            <a:ext cx="2548255" cy="11563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algn="ctr" marL="12065" marR="5080" indent="2540">
              <a:lnSpc>
                <a:spcPct val="117100"/>
              </a:lnSpc>
              <a:spcBef>
                <a:spcPts val="15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Taking</a:t>
            </a:r>
            <a:r>
              <a:rPr dirty="0" sz="21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care</a:t>
            </a:r>
            <a:r>
              <a:rPr dirty="0" sz="21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21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5" b="0">
                <a:solidFill>
                  <a:srgbClr val="FFFFFF"/>
                </a:solidFill>
                <a:latin typeface="Calibri Light"/>
                <a:cs typeface="Calibri Light"/>
              </a:rPr>
              <a:t>bin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packing</a:t>
            </a:r>
            <a:r>
              <a:rPr dirty="0" sz="2100" spc="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our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instance</a:t>
            </a:r>
            <a:r>
              <a:rPr dirty="0" sz="2100" spc="7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5" b="0">
                <a:solidFill>
                  <a:srgbClr val="FFFFFF"/>
                </a:solidFill>
                <a:latin typeface="Calibri Light"/>
                <a:cs typeface="Calibri Light"/>
              </a:rPr>
              <a:t>to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run</a:t>
            </a:r>
            <a:r>
              <a:rPr dirty="0" sz="2100" spc="8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5" b="0">
                <a:solidFill>
                  <a:srgbClr val="FFFFFF"/>
                </a:solidFill>
                <a:latin typeface="Calibri Light"/>
                <a:cs typeface="Calibri Light"/>
              </a:rPr>
              <a:t>cost-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effectively</a:t>
            </a:r>
            <a:endParaRPr sz="2100">
              <a:latin typeface="Calibri Light"/>
              <a:cs typeface="Calibri Ligh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493264" y="2572511"/>
            <a:ext cx="5157470" cy="1289685"/>
            <a:chOff x="2493264" y="2572511"/>
            <a:chExt cx="5157470" cy="1289685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3264" y="2572511"/>
              <a:ext cx="1487424" cy="128930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9152" y="2572511"/>
              <a:ext cx="1481327" cy="1286256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8097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solidFill>
                  <a:srgbClr val="FFCE00"/>
                </a:solidFill>
              </a:rPr>
              <a:t>Compliance</a:t>
            </a:r>
            <a:r>
              <a:rPr dirty="0" spc="-229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&amp;</a:t>
            </a:r>
            <a:r>
              <a:rPr dirty="0" spc="-235">
                <a:solidFill>
                  <a:srgbClr val="FFCE00"/>
                </a:solidFill>
              </a:rPr>
              <a:t> </a:t>
            </a:r>
            <a:r>
              <a:rPr dirty="0" spc="-135">
                <a:solidFill>
                  <a:srgbClr val="FFCE00"/>
                </a:solidFill>
              </a:rPr>
              <a:t>security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521098" y="3731767"/>
            <a:ext cx="5017770" cy="19329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Compliance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security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are</a:t>
            </a:r>
            <a:r>
              <a:rPr dirty="0" sz="2100" spc="6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our</a:t>
            </a:r>
            <a:r>
              <a:rPr dirty="0" sz="2100" spc="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top</a:t>
            </a:r>
            <a:r>
              <a:rPr dirty="0" sz="2100" spc="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priorities</a:t>
            </a:r>
            <a:endParaRPr sz="2100">
              <a:latin typeface="Calibri Light"/>
              <a:cs typeface="Calibri Light"/>
            </a:endParaRPr>
          </a:p>
          <a:p>
            <a:pPr algn="ctr" marL="585470" marR="581660">
              <a:lnSpc>
                <a:spcPct val="179000"/>
              </a:lnSpc>
              <a:spcBef>
                <a:spcPts val="695"/>
              </a:spcBef>
            </a:pP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Out-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of-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the-box</a:t>
            </a:r>
            <a:r>
              <a:rPr dirty="0" sz="2100" spc="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security</a:t>
            </a:r>
            <a:r>
              <a:rPr dirty="0" sz="2100" spc="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as</a:t>
            </a:r>
            <a:r>
              <a:rPr dirty="0" sz="2100" spc="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dirty="0" sz="2100" spc="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service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Fargate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comes</a:t>
            </a:r>
            <a:r>
              <a:rPr dirty="0" sz="2100" spc="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certified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with</a:t>
            </a:r>
            <a:endParaRPr sz="21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  <a:tabLst>
                <a:tab pos="800735" algn="l"/>
                <a:tab pos="1565910" algn="l"/>
              </a:tabLst>
            </a:pP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SOC</a:t>
            </a:r>
            <a:r>
              <a:rPr dirty="0" sz="1600" spc="-4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600" spc="-50" b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dirty="0" sz="1600" spc="-20" b="0">
                <a:solidFill>
                  <a:srgbClr val="FFFFFF"/>
                </a:solidFill>
                <a:latin typeface="Calibri Light"/>
                <a:cs typeface="Calibri Light"/>
              </a:rPr>
              <a:t>HIPAA</a:t>
            </a:r>
            <a:r>
              <a:rPr dirty="0" sz="1600" b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PCI-</a:t>
            </a:r>
            <a:r>
              <a:rPr dirty="0" sz="1600" spc="-25" b="0">
                <a:solidFill>
                  <a:srgbClr val="FFFFFF"/>
                </a:solidFill>
                <a:latin typeface="Calibri Light"/>
                <a:cs typeface="Calibri Light"/>
              </a:rPr>
              <a:t>DSS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288535" y="2307335"/>
            <a:ext cx="1481455" cy="3278504"/>
            <a:chOff x="4288535" y="2307335"/>
            <a:chExt cx="1481455" cy="3278504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7594" y="5499686"/>
              <a:ext cx="76399" cy="764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45565" y="5509348"/>
              <a:ext cx="76400" cy="764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8535" y="2307335"/>
              <a:ext cx="1481327" cy="1286256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56398" y="1371091"/>
            <a:ext cx="455549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85">
                <a:solidFill>
                  <a:srgbClr val="FFCE00"/>
                </a:solidFill>
                <a:latin typeface="Arial"/>
                <a:cs typeface="Arial"/>
              </a:rPr>
              <a:t>Building</a:t>
            </a:r>
            <a:r>
              <a:rPr dirty="0" sz="3000" spc="-150">
                <a:solidFill>
                  <a:srgbClr val="FFCE00"/>
                </a:solidFill>
                <a:latin typeface="Arial"/>
                <a:cs typeface="Arial"/>
              </a:rPr>
              <a:t> </a:t>
            </a:r>
            <a:r>
              <a:rPr dirty="0" sz="3000" spc="-45">
                <a:solidFill>
                  <a:srgbClr val="FFCE00"/>
                </a:solidFill>
                <a:latin typeface="Arial"/>
                <a:cs typeface="Arial"/>
              </a:rPr>
              <a:t>an</a:t>
            </a:r>
            <a:r>
              <a:rPr dirty="0" sz="3000" spc="-150">
                <a:solidFill>
                  <a:srgbClr val="FFCE00"/>
                </a:solidFill>
                <a:latin typeface="Arial"/>
                <a:cs typeface="Arial"/>
              </a:rPr>
              <a:t> </a:t>
            </a:r>
            <a:r>
              <a:rPr dirty="0" sz="3000" spc="-90">
                <a:solidFill>
                  <a:srgbClr val="FFCE00"/>
                </a:solidFill>
                <a:latin typeface="Arial"/>
                <a:cs typeface="Arial"/>
              </a:rPr>
              <a:t>icecream</a:t>
            </a:r>
            <a:r>
              <a:rPr dirty="0" sz="3000" spc="-160">
                <a:solidFill>
                  <a:srgbClr val="FFCE00"/>
                </a:solidFill>
                <a:latin typeface="Arial"/>
                <a:cs typeface="Arial"/>
              </a:rPr>
              <a:t> </a:t>
            </a:r>
            <a:r>
              <a:rPr dirty="0" sz="3000" spc="-70">
                <a:solidFill>
                  <a:srgbClr val="FFCE00"/>
                </a:solidFill>
                <a:latin typeface="Arial"/>
                <a:cs typeface="Arial"/>
              </a:rPr>
              <a:t>service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5633" y="2874264"/>
            <a:ext cx="3451225" cy="2485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  <a:hlinkClick r:id="rId7"/>
              </a:rPr>
              <a:t>http://icecream.datree.io</a:t>
            </a:r>
            <a:endParaRPr sz="2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5331B"/>
              </a:buClr>
              <a:buFont typeface="Calibri"/>
              <a:buChar char="●"/>
            </a:pP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5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simple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Node.js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 app</a:t>
            </a: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2760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dirty="0" sz="2300" spc="-2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web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service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using</a:t>
            </a:r>
            <a:r>
              <a:rPr dirty="0" sz="2300" spc="-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Koa.js</a:t>
            </a: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2735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Serving</a:t>
            </a:r>
            <a:r>
              <a:rPr dirty="0" sz="2300" spc="-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icecream!</a:t>
            </a:r>
            <a:endParaRPr sz="2300">
              <a:latin typeface="Calibri Light"/>
              <a:cs typeface="Calibri Ligh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15328" y="1143000"/>
            <a:ext cx="3090672" cy="5483352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9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9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 sz="3000" spc="-85">
                <a:solidFill>
                  <a:srgbClr val="FFCE00"/>
                </a:solidFill>
                <a:latin typeface="Arial"/>
                <a:cs typeface="Arial"/>
              </a:rPr>
              <a:t>Pipeline</a:t>
            </a:r>
            <a:r>
              <a:rPr dirty="0" sz="3000" spc="-140">
                <a:solidFill>
                  <a:srgbClr val="FFCE00"/>
                </a:solidFill>
                <a:latin typeface="Arial"/>
                <a:cs typeface="Arial"/>
              </a:rPr>
              <a:t> </a:t>
            </a:r>
            <a:r>
              <a:rPr dirty="0" sz="3000" spc="-70">
                <a:solidFill>
                  <a:srgbClr val="FFCE00"/>
                </a:solidFill>
                <a:latin typeface="Arial"/>
                <a:cs typeface="Arial"/>
              </a:rPr>
              <a:t>overview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7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25"/>
              <a:t>38</a:t>
            </a:fld>
          </a:p>
        </p:txBody>
      </p:sp>
      <p:sp>
        <p:nvSpPr>
          <p:cNvPr id="14" name="object 1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7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5633" y="2343911"/>
            <a:ext cx="4291330" cy="2485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Source</a:t>
            </a:r>
            <a:r>
              <a:rPr dirty="0" sz="23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code</a:t>
            </a:r>
            <a:r>
              <a:rPr dirty="0" sz="23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dirty="0" sz="2300" spc="-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GitHub</a:t>
            </a:r>
            <a:endParaRPr sz="23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5331B"/>
              </a:buClr>
              <a:buFont typeface="Calibri"/>
              <a:buChar char="●"/>
            </a:pP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AWS</a:t>
            </a:r>
            <a:r>
              <a:rPr dirty="0" sz="2300" spc="-5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Application</a:t>
            </a:r>
            <a:r>
              <a:rPr dirty="0" sz="23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Load</a:t>
            </a:r>
            <a:r>
              <a:rPr dirty="0" sz="2300" spc="-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Balancer</a:t>
            </a: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2740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AWS</a:t>
            </a:r>
            <a:r>
              <a:rPr dirty="0" sz="2300" spc="-7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ECS</a:t>
            </a:r>
            <a:r>
              <a:rPr dirty="0" sz="2300" spc="-8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Fargate</a:t>
            </a:r>
            <a:r>
              <a:rPr dirty="0" sz="2300" spc="-7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cluster</a:t>
            </a: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2735"/>
              </a:spcBef>
              <a:buClr>
                <a:srgbClr val="F5331B"/>
              </a:buClr>
              <a:buSzPct val="52173"/>
              <a:buFont typeface="Calibri"/>
              <a:buChar char="●"/>
              <a:tabLst>
                <a:tab pos="377825" algn="l"/>
                <a:tab pos="3434079" algn="l"/>
              </a:tabLst>
            </a:pP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GitHub</a:t>
            </a:r>
            <a:r>
              <a:rPr dirty="0" sz="2300" spc="-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Actions</a:t>
            </a:r>
            <a:r>
              <a:rPr dirty="0" sz="23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workflow</a:t>
            </a:r>
            <a:r>
              <a:rPr dirty="0" sz="2300" b="0">
                <a:solidFill>
                  <a:srgbClr val="FFFFFF"/>
                </a:solidFill>
                <a:latin typeface="Calibri Light"/>
                <a:cs typeface="Calibri Light"/>
              </a:rPr>
              <a:t>	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(CI/CD)</a:t>
            </a:r>
            <a:endParaRPr sz="23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064758" y="1398523"/>
            <a:ext cx="189674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90">
                <a:solidFill>
                  <a:srgbClr val="FFCE00"/>
                </a:solidFill>
                <a:latin typeface="Arial"/>
                <a:cs typeface="Arial"/>
              </a:rPr>
              <a:t>DEMO</a:t>
            </a:r>
            <a:r>
              <a:rPr dirty="0" sz="3000" spc="-180">
                <a:solidFill>
                  <a:srgbClr val="FFCE00"/>
                </a:solidFill>
                <a:latin typeface="Arial"/>
                <a:cs typeface="Arial"/>
              </a:rPr>
              <a:t> </a:t>
            </a:r>
            <a:r>
              <a:rPr dirty="0" sz="3000" spc="-50">
                <a:solidFill>
                  <a:srgbClr val="FFCE00"/>
                </a:solidFill>
                <a:latin typeface="Arial"/>
                <a:cs typeface="Arial"/>
              </a:rPr>
              <a:t>time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21407" y="2145792"/>
            <a:ext cx="6495288" cy="357835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CE00"/>
                </a:solidFill>
              </a:rPr>
              <a:t>ECS</a:t>
            </a:r>
            <a:r>
              <a:rPr dirty="0" spc="-245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on</a:t>
            </a:r>
            <a:r>
              <a:rPr dirty="0" spc="-245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EC2</a:t>
            </a:r>
            <a:r>
              <a:rPr dirty="0" spc="-245">
                <a:solidFill>
                  <a:srgbClr val="FFCE00"/>
                </a:solidFill>
              </a:rPr>
              <a:t> </a:t>
            </a:r>
            <a:r>
              <a:rPr dirty="0" spc="-220">
                <a:solidFill>
                  <a:srgbClr val="FFCE00"/>
                </a:solidFill>
              </a:rPr>
              <a:t>vs.</a:t>
            </a:r>
            <a:r>
              <a:rPr dirty="0" spc="-240">
                <a:solidFill>
                  <a:srgbClr val="FFCE00"/>
                </a:solidFill>
              </a:rPr>
              <a:t> </a:t>
            </a:r>
            <a:r>
              <a:rPr dirty="0" spc="-90">
                <a:solidFill>
                  <a:srgbClr val="FFCE00"/>
                </a:solidFill>
              </a:rPr>
              <a:t>Fargate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22493" y="2552191"/>
            <a:ext cx="1559560" cy="6381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7825" marR="5080" indent="-365760">
              <a:lnSpc>
                <a:spcPts val="2300"/>
              </a:lnSpc>
              <a:spcBef>
                <a:spcPts val="360"/>
              </a:spcBef>
              <a:buClr>
                <a:srgbClr val="F5331B"/>
              </a:buClr>
              <a:buFont typeface="Arial"/>
              <a:buChar char="•"/>
              <a:tabLst>
                <a:tab pos="377825" algn="l"/>
              </a:tabLst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10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GB</a:t>
            </a:r>
            <a:r>
              <a:rPr dirty="0" sz="2100" spc="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disk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space</a:t>
            </a:r>
            <a:r>
              <a:rPr dirty="0" sz="2100" spc="8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limit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323" y="3731767"/>
            <a:ext cx="2215515" cy="10826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7825" marR="5080" indent="-365760">
              <a:lnSpc>
                <a:spcPts val="2300"/>
              </a:lnSpc>
              <a:spcBef>
                <a:spcPts val="360"/>
              </a:spcBef>
              <a:buClr>
                <a:srgbClr val="F5331B"/>
              </a:buClr>
              <a:buFont typeface="Arial"/>
              <a:buChar char="•"/>
              <a:tabLst>
                <a:tab pos="377825" algn="l"/>
              </a:tabLst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instance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type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selection</a:t>
            </a:r>
            <a:endParaRPr sz="2100">
              <a:latin typeface="Calibri Light"/>
              <a:cs typeface="Calibri Light"/>
            </a:endParaRPr>
          </a:p>
          <a:p>
            <a:pPr marL="377825">
              <a:lnSpc>
                <a:spcPts val="1650"/>
              </a:lnSpc>
            </a:pP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(GPU/CPU/MEM</a:t>
            </a:r>
            <a:endParaRPr sz="1600">
              <a:latin typeface="Calibri Light"/>
              <a:cs typeface="Calibri Light"/>
            </a:endParaRPr>
          </a:p>
          <a:p>
            <a:pPr marL="377825">
              <a:lnSpc>
                <a:spcPts val="1810"/>
              </a:lnSpc>
            </a:pPr>
            <a:r>
              <a:rPr dirty="0" sz="1600" spc="-10" b="0">
                <a:solidFill>
                  <a:srgbClr val="FFFFFF"/>
                </a:solidFill>
                <a:latin typeface="Calibri Light"/>
                <a:cs typeface="Calibri Light"/>
              </a:rPr>
              <a:t>optimized)</a:t>
            </a:r>
            <a:endParaRPr sz="1600">
              <a:latin typeface="Calibri Light"/>
              <a:cs typeface="Calibri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982799" y="2460752"/>
            <a:ext cx="2057400" cy="9309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8460" marR="5080" indent="-365760">
              <a:lnSpc>
                <a:spcPts val="2300"/>
              </a:lnSpc>
              <a:spcBef>
                <a:spcPts val="360"/>
              </a:spcBef>
              <a:buClr>
                <a:srgbClr val="F5331B"/>
              </a:buClr>
              <a:buFont typeface="Arial"/>
              <a:buChar char="•"/>
              <a:tabLst>
                <a:tab pos="378460" algn="l"/>
              </a:tabLst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Amazon</a:t>
            </a:r>
            <a:r>
              <a:rPr dirty="0" sz="2100" spc="3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5" b="0">
                <a:solidFill>
                  <a:srgbClr val="FFFFFF"/>
                </a:solidFill>
                <a:latin typeface="Calibri Light"/>
                <a:cs typeface="Calibri Light"/>
              </a:rPr>
              <a:t>EBS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attaching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dirty="0" sz="21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5" b="0">
                <a:solidFill>
                  <a:srgbClr val="FFFFFF"/>
                </a:solidFill>
                <a:latin typeface="Calibri Light"/>
                <a:cs typeface="Calibri Light"/>
              </a:rPr>
              <a:t>not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available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319867" y="2466847"/>
            <a:ext cx="1407160" cy="9309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8460" marR="5080" indent="-365760">
              <a:lnSpc>
                <a:spcPts val="2300"/>
              </a:lnSpc>
              <a:spcBef>
                <a:spcPts val="360"/>
              </a:spcBef>
              <a:buClr>
                <a:srgbClr val="F5331B"/>
              </a:buClr>
              <a:buFont typeface="Arial"/>
              <a:buChar char="•"/>
              <a:tabLst>
                <a:tab pos="378460" algn="l"/>
              </a:tabLst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dirty="0" sz="21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20" b="0">
                <a:solidFill>
                  <a:srgbClr val="FFFFFF"/>
                </a:solidFill>
                <a:latin typeface="Calibri Light"/>
                <a:cs typeface="Calibri Light"/>
              </a:rPr>
              <a:t>Spot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Instances support</a:t>
            </a:r>
            <a:endParaRPr sz="2100">
              <a:latin typeface="Calibri Light"/>
              <a:cs typeface="Calibri 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88445" y="3954271"/>
            <a:ext cx="2101215" cy="63817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78460" marR="5080" indent="-365760">
              <a:lnSpc>
                <a:spcPts val="2300"/>
              </a:lnSpc>
              <a:spcBef>
                <a:spcPts val="360"/>
              </a:spcBef>
              <a:buClr>
                <a:srgbClr val="F5331B"/>
              </a:buClr>
              <a:buFont typeface="Arial"/>
              <a:buChar char="•"/>
              <a:tabLst>
                <a:tab pos="378460" algn="l"/>
              </a:tabLst>
            </a:pP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dirty="0" sz="2100" spc="1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Reserved </a:t>
            </a:r>
            <a:r>
              <a:rPr dirty="0" sz="2100" b="0">
                <a:solidFill>
                  <a:srgbClr val="FFFFFF"/>
                </a:solidFill>
                <a:latin typeface="Calibri Light"/>
                <a:cs typeface="Calibri Light"/>
              </a:rPr>
              <a:t>Instance</a:t>
            </a:r>
            <a:r>
              <a:rPr dirty="0" sz="2100" spc="4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2100" spc="-10" b="0">
                <a:solidFill>
                  <a:srgbClr val="FFFFFF"/>
                </a:solidFill>
                <a:latin typeface="Calibri Light"/>
                <a:cs typeface="Calibri Light"/>
              </a:rPr>
              <a:t>pricing</a:t>
            </a:r>
            <a:endParaRPr sz="2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5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CE00"/>
                </a:solidFill>
              </a:rPr>
              <a:t>Open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-145">
                <a:solidFill>
                  <a:srgbClr val="FFCE00"/>
                </a:solidFill>
              </a:rPr>
              <a:t>case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85">
                <a:solidFill>
                  <a:srgbClr val="FFCE00"/>
                </a:solidFill>
              </a:rPr>
              <a:t>study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>
                <a:solidFill>
                  <a:srgbClr val="FFCE00"/>
                </a:solidFill>
              </a:rPr>
              <a:t>on</a:t>
            </a:r>
            <a:r>
              <a:rPr dirty="0" spc="-254">
                <a:solidFill>
                  <a:srgbClr val="FFCE00"/>
                </a:solidFill>
              </a:rPr>
              <a:t> </a:t>
            </a:r>
            <a:r>
              <a:rPr dirty="0" spc="100">
                <a:solidFill>
                  <a:srgbClr val="FFCE00"/>
                </a:solidFill>
              </a:rPr>
              <a:t>AWS</a:t>
            </a:r>
            <a:r>
              <a:rPr dirty="0" spc="-240">
                <a:solidFill>
                  <a:srgbClr val="FFCE00"/>
                </a:solidFill>
              </a:rPr>
              <a:t> </a:t>
            </a:r>
            <a:r>
              <a:rPr dirty="0" spc="-135">
                <a:solidFill>
                  <a:srgbClr val="FFCE00"/>
                </a:solidFill>
              </a:rPr>
              <a:t>Fargate</a:t>
            </a:r>
            <a:r>
              <a:rPr dirty="0" spc="-250">
                <a:solidFill>
                  <a:srgbClr val="FFCE00"/>
                </a:solidFill>
              </a:rPr>
              <a:t> </a:t>
            </a:r>
            <a:r>
              <a:rPr dirty="0" spc="-20">
                <a:solidFill>
                  <a:srgbClr val="FFCE00"/>
                </a:solidFill>
              </a:rPr>
              <a:t>page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122224" y="5599683"/>
            <a:ext cx="2060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solidFill>
                  <a:srgbClr val="D232AA"/>
                </a:solidFill>
                <a:latin typeface="Trebuchet MS"/>
                <a:cs typeface="Trebuchet MS"/>
              </a:rPr>
              <a:t>https://dtr.ee/fargate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667255" y="1908048"/>
            <a:ext cx="6724015" cy="4368165"/>
            <a:chOff x="1667255" y="1908048"/>
            <a:chExt cx="6724015" cy="4368165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4758" y="2461832"/>
              <a:ext cx="5113450" cy="312796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7255" y="1908048"/>
              <a:ext cx="6723888" cy="4367783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16" y="6068567"/>
            <a:ext cx="719328" cy="1676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22702" y="6165113"/>
            <a:ext cx="2412365" cy="91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05"/>
              </a:lnSpc>
            </a:pPr>
            <a:r>
              <a:rPr dirty="0" sz="600">
                <a:latin typeface="Trebuchet MS"/>
                <a:cs typeface="Trebuchet MS"/>
              </a:rPr>
              <a:t>©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2018,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Amazon</a:t>
            </a:r>
            <a:r>
              <a:rPr dirty="0" sz="600" spc="1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Web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Services,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5">
                <a:latin typeface="Trebuchet MS"/>
                <a:cs typeface="Trebuchet MS"/>
              </a:rPr>
              <a:t>Inc.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or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its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 spc="-20">
                <a:latin typeface="Trebuchet MS"/>
                <a:cs typeface="Trebuchet MS"/>
              </a:rPr>
              <a:t>affiliates.</a:t>
            </a:r>
            <a:r>
              <a:rPr dirty="0" sz="600" spc="15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All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>
                <a:latin typeface="Trebuchet MS"/>
                <a:cs typeface="Trebuchet MS"/>
              </a:rPr>
              <a:t>rights</a:t>
            </a:r>
            <a:r>
              <a:rPr dirty="0" sz="600" spc="20">
                <a:latin typeface="Trebuchet MS"/>
                <a:cs typeface="Trebuchet MS"/>
              </a:rPr>
              <a:t> </a:t>
            </a:r>
            <a:r>
              <a:rPr dirty="0" sz="600" spc="-10"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6464" y="6096000"/>
              <a:ext cx="518159" cy="3139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400" y="1143000"/>
              <a:ext cx="9753600" cy="5486400"/>
            </a:xfrm>
            <a:custGeom>
              <a:avLst/>
              <a:gdLst/>
              <a:ahLst/>
              <a:cxnLst/>
              <a:rect l="l" t="t" r="r" b="b"/>
              <a:pathLst>
                <a:path w="9753600" h="5486400">
                  <a:moveTo>
                    <a:pt x="97536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9753600" y="54864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18262" y="6240157"/>
            <a:ext cx="1068705" cy="19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5"/>
              </a:lnSpc>
            </a:pPr>
            <a:r>
              <a:rPr dirty="0" sz="1300" spc="-40">
                <a:solidFill>
                  <a:srgbClr val="7F7F7F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400" y="1143000"/>
            <a:ext cx="9753600" cy="5486400"/>
            <a:chOff x="152400" y="1143000"/>
            <a:chExt cx="9753600" cy="548640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0871" y="5925311"/>
              <a:ext cx="1191768" cy="6461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400" y="1143000"/>
              <a:ext cx="9753600" cy="5486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495" y="6065520"/>
              <a:ext cx="1033272" cy="56083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 sz="3000" spc="-80">
                <a:solidFill>
                  <a:srgbClr val="282828"/>
                </a:solidFill>
                <a:latin typeface="Arial"/>
                <a:cs typeface="Arial"/>
              </a:rPr>
              <a:t>Resources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33276" y="6254889"/>
            <a:ext cx="1094105" cy="2235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300" spc="-30">
                <a:solidFill>
                  <a:srgbClr val="A6A6A6"/>
                </a:solidFill>
                <a:latin typeface="Trebuchet MS"/>
                <a:cs typeface="Trebuchet MS"/>
                <a:hlinkClick r:id="rId4"/>
              </a:rPr>
              <a:t>www.datree.io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5633" y="2103120"/>
            <a:ext cx="8396605" cy="2128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SzPct val="69565"/>
              <a:buAutoNum type="arabicPeriod"/>
              <a:tabLst>
                <a:tab pos="377825" algn="l"/>
              </a:tabLst>
            </a:pP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https://datree.io/blog/migrating-to-</a:t>
            </a:r>
            <a:r>
              <a:rPr dirty="0" u="heavy" sz="2300" spc="-25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aws-</a:t>
            </a: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ecs-</a:t>
            </a:r>
            <a:r>
              <a:rPr dirty="0" u="heavy" sz="2300" spc="-3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fargate-</a:t>
            </a: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in-production/</a:t>
            </a:r>
            <a:endParaRPr sz="2300">
              <a:latin typeface="Calibri Light"/>
              <a:cs typeface="Calibri Light"/>
            </a:endParaRPr>
          </a:p>
          <a:p>
            <a:pPr marL="378460" marR="5080" indent="-365760">
              <a:lnSpc>
                <a:spcPct val="101699"/>
              </a:lnSpc>
              <a:spcBef>
                <a:spcPts val="2690"/>
              </a:spcBef>
              <a:buClr>
                <a:srgbClr val="FFFFFF"/>
              </a:buClr>
              <a:buSzPct val="69565"/>
              <a:buAutoNum type="arabicPeriod"/>
              <a:tabLst>
                <a:tab pos="378460" algn="l"/>
              </a:tabLst>
            </a:pP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https://</a:t>
            </a: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  <a:hlinkClick r:id="rId8"/>
              </a:rPr>
              <a:t>www.youtube.com/watch?v=rtk3rRdAZ6s&amp;feature=youtu.be</a:t>
            </a:r>
            <a:r>
              <a:rPr dirty="0" u="none" sz="2300" spc="-10" b="0">
                <a:solidFill>
                  <a:srgbClr val="FFC000"/>
                </a:solidFill>
                <a:latin typeface="Calibri Light"/>
                <a:cs typeface="Calibri Light"/>
              </a:rPr>
              <a:t> </a:t>
            </a:r>
            <a:r>
              <a:rPr dirty="0" u="heavy" sz="2300" spc="-10" b="0">
                <a:solidFill>
                  <a:srgbClr val="FFC000"/>
                </a:solidFill>
                <a:uFill>
                  <a:solidFill>
                    <a:srgbClr val="FFC000"/>
                  </a:solidFill>
                </a:uFill>
                <a:latin typeface="Calibri Light"/>
                <a:cs typeface="Calibri Light"/>
              </a:rPr>
              <a:t>&amp;t=1239</a:t>
            </a:r>
            <a:endParaRPr sz="2300">
              <a:latin typeface="Calibri Light"/>
              <a:cs typeface="Calibri Light"/>
            </a:endParaRPr>
          </a:p>
          <a:p>
            <a:pPr marL="377825" indent="-365125">
              <a:lnSpc>
                <a:spcPct val="100000"/>
              </a:lnSpc>
              <a:spcBef>
                <a:spcPts val="2735"/>
              </a:spcBef>
              <a:buSzPct val="69565"/>
              <a:buAutoNum type="arabicPeriod"/>
              <a:tabLst>
                <a:tab pos="377825" algn="l"/>
              </a:tabLst>
            </a:pPr>
            <a:r>
              <a:rPr dirty="0" sz="2300" spc="-20" b="0">
                <a:solidFill>
                  <a:srgbClr val="FFFFFF"/>
                </a:solidFill>
                <a:latin typeface="Calibri Light"/>
                <a:cs typeface="Calibri Light"/>
              </a:rPr>
              <a:t>https://github.com/silinternational/ecs-</a:t>
            </a:r>
            <a:r>
              <a:rPr dirty="0" sz="2300" spc="-10" b="0">
                <a:solidFill>
                  <a:srgbClr val="FFFFFF"/>
                </a:solidFill>
                <a:latin typeface="Calibri Light"/>
                <a:cs typeface="Calibri Light"/>
              </a:rPr>
              <a:t>deploy</a:t>
            </a:r>
            <a:endParaRPr sz="23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Related</a:t>
            </a:r>
            <a:r>
              <a:rPr dirty="0" spc="-235"/>
              <a:t> </a:t>
            </a:r>
            <a:r>
              <a:rPr dirty="0" spc="-100"/>
              <a:t>breakouts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1018" y="2287015"/>
            <a:ext cx="8059420" cy="3140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4700">
              <a:lnSpc>
                <a:spcPct val="111400"/>
              </a:lnSpc>
              <a:spcBef>
                <a:spcPts val="100"/>
              </a:spcBef>
            </a:pP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14:10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Deep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Dive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9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Elastic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Container Service</a:t>
            </a:r>
            <a:r>
              <a:rPr dirty="0" sz="21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(ECS)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Brent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Trebuchet MS"/>
                <a:cs typeface="Trebuchet MS"/>
              </a:rPr>
              <a:t>Langston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ts val="2300"/>
              </a:lnSpc>
            </a:pP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15:00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Mastering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8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Elastic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Container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Service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Kubernetes 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(Amazon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EKS)</a:t>
            </a:r>
            <a:r>
              <a:rPr dirty="0" sz="21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Kobi</a:t>
            </a:r>
            <a:r>
              <a:rPr dirty="0" sz="21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Biton,</a:t>
            </a:r>
            <a:r>
              <a:rPr dirty="0" sz="21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Chen</a:t>
            </a:r>
            <a:r>
              <a:rPr dirty="0" sz="21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Fisher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100">
              <a:latin typeface="Trebuchet MS"/>
              <a:cs typeface="Trebuchet MS"/>
            </a:endParaRPr>
          </a:p>
          <a:p>
            <a:pPr marL="12700" marR="3122295">
              <a:lnSpc>
                <a:spcPct val="111400"/>
              </a:lnSpc>
            </a:pPr>
            <a:r>
              <a:rPr dirty="0" sz="2100" spc="55">
                <a:solidFill>
                  <a:srgbClr val="FFFFFF"/>
                </a:solidFill>
                <a:latin typeface="Trebuchet MS"/>
                <a:cs typeface="Trebuchet MS"/>
              </a:rPr>
              <a:t>15:50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21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Code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FFFFFF"/>
                </a:solidFill>
                <a:latin typeface="Trebuchet MS"/>
                <a:cs typeface="Trebuchet MS"/>
              </a:rPr>
              <a:t>running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container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Alexei</a:t>
            </a:r>
            <a:r>
              <a:rPr dirty="0" sz="21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Ledenev,</a:t>
            </a:r>
            <a:r>
              <a:rPr dirty="0" sz="21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Gal</a:t>
            </a:r>
            <a:r>
              <a:rPr dirty="0" sz="21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Marder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790" y="3264090"/>
            <a:ext cx="7579360" cy="1693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790" y="4465297"/>
            <a:ext cx="7579360" cy="1693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43000"/>
            <a:ext cx="9753600" cy="5486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7010" y="2474976"/>
            <a:ext cx="4572635" cy="1198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-155"/>
              <a:t>Thank</a:t>
            </a:r>
            <a:r>
              <a:rPr dirty="0" sz="7700" spc="-440"/>
              <a:t> </a:t>
            </a:r>
            <a:r>
              <a:rPr dirty="0" sz="7700" spc="-340"/>
              <a:t>you!</a:t>
            </a:r>
            <a:endParaRPr sz="7700"/>
          </a:p>
        </p:txBody>
      </p:sp>
      <p:grpSp>
        <p:nvGrpSpPr>
          <p:cNvPr id="4" name="object 4" descr=""/>
          <p:cNvGrpSpPr/>
          <p:nvPr/>
        </p:nvGrpSpPr>
        <p:grpSpPr>
          <a:xfrm>
            <a:off x="509016" y="1886711"/>
            <a:ext cx="9104630" cy="4529455"/>
            <a:chOff x="509016" y="1886711"/>
            <a:chExt cx="9104630" cy="45294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016" y="6129527"/>
              <a:ext cx="1091184" cy="28651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4016" y="1886711"/>
              <a:ext cx="3389376" cy="338937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6526230" y="5307583"/>
            <a:ext cx="275463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100" spc="-10">
                <a:solidFill>
                  <a:srgbClr val="2D93AA"/>
                </a:solidFill>
                <a:uFill>
                  <a:solidFill>
                    <a:srgbClr val="2D93AA"/>
                  </a:solidFill>
                </a:uFill>
                <a:latin typeface="Trebuchet MS"/>
                <a:cs typeface="Trebuchet MS"/>
                <a:hlinkClick r:id="rId5"/>
              </a:rPr>
              <a:t>http://bit.ly/2SJ6Md2</a:t>
            </a:r>
            <a:endParaRPr sz="21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84946" y="4430853"/>
            <a:ext cx="1598295" cy="1085215"/>
            <a:chOff x="984946" y="4430853"/>
            <a:chExt cx="1598295" cy="1085215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1880" y="4430853"/>
              <a:ext cx="582997" cy="1952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0381" y="4437254"/>
              <a:ext cx="418633" cy="18882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1880" y="4875353"/>
              <a:ext cx="597154" cy="19469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4139" y="4869219"/>
              <a:ext cx="826448" cy="25549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4946" y="5313719"/>
              <a:ext cx="904257" cy="20189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86302" y="5313719"/>
              <a:ext cx="596930" cy="201358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810529" y="6152413"/>
            <a:ext cx="2436495" cy="11683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©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2019,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Amazon</a:t>
            </a:r>
            <a:r>
              <a:rPr dirty="0" sz="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Web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Services,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rebuchet MS"/>
                <a:cs typeface="Trebuchet MS"/>
              </a:rPr>
              <a:t>Inc.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Trebuchet MS"/>
                <a:cs typeface="Trebuchet MS"/>
              </a:rPr>
              <a:t>affiliates.</a:t>
            </a:r>
            <a:r>
              <a:rPr dirty="0" sz="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FFFF"/>
                </a:solidFill>
                <a:latin typeface="Trebuchet MS"/>
                <a:cs typeface="Trebuchet MS"/>
              </a:rPr>
              <a:t>rights</a:t>
            </a:r>
            <a:r>
              <a:rPr dirty="0" sz="6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2025-06-09T05:25:13Z</dcterms:created>
  <dcterms:modified xsi:type="dcterms:W3CDTF">2025-06-09T05:25:13Z</dcterms:modified>
</cp:coreProperties>
</file>