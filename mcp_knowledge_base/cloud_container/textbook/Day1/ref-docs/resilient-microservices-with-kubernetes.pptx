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84926" y="4999213"/>
            <a:ext cx="242570" cy="34925"/>
          </a:xfrm>
          <a:custGeom>
            <a:avLst/>
            <a:gdLst/>
            <a:ahLst/>
            <a:cxnLst/>
            <a:rect l="l" t="t" r="r" b="b"/>
            <a:pathLst>
              <a:path w="242569" h="34925">
                <a:moveTo>
                  <a:pt x="242090" y="34620"/>
                </a:moveTo>
                <a:lnTo>
                  <a:pt x="0" y="34620"/>
                </a:lnTo>
                <a:lnTo>
                  <a:pt x="0" y="0"/>
                </a:lnTo>
                <a:lnTo>
                  <a:pt x="242090" y="0"/>
                </a:lnTo>
                <a:lnTo>
                  <a:pt x="242090" y="34620"/>
                </a:lnTo>
                <a:close/>
              </a:path>
            </a:pathLst>
          </a:custGeom>
          <a:solidFill>
            <a:srgbClr val="D84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926925" y="4999213"/>
            <a:ext cx="240029" cy="34925"/>
          </a:xfrm>
          <a:custGeom>
            <a:avLst/>
            <a:gdLst/>
            <a:ahLst/>
            <a:cxnLst/>
            <a:rect l="l" t="t" r="r" b="b"/>
            <a:pathLst>
              <a:path w="240030" h="34925">
                <a:moveTo>
                  <a:pt x="239997" y="34620"/>
                </a:moveTo>
                <a:lnTo>
                  <a:pt x="0" y="34620"/>
                </a:lnTo>
                <a:lnTo>
                  <a:pt x="0" y="0"/>
                </a:lnTo>
                <a:lnTo>
                  <a:pt x="239997" y="0"/>
                </a:lnTo>
                <a:lnTo>
                  <a:pt x="239997" y="34620"/>
                </a:lnTo>
                <a:close/>
              </a:path>
            </a:pathLst>
          </a:custGeom>
          <a:solidFill>
            <a:srgbClr val="F4B4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166927" y="4999213"/>
            <a:ext cx="240665" cy="34925"/>
          </a:xfrm>
          <a:custGeom>
            <a:avLst/>
            <a:gdLst/>
            <a:ahLst/>
            <a:cxnLst/>
            <a:rect l="l" t="t" r="r" b="b"/>
            <a:pathLst>
              <a:path w="240665" h="34925">
                <a:moveTo>
                  <a:pt x="240258" y="34620"/>
                </a:moveTo>
                <a:lnTo>
                  <a:pt x="0" y="34620"/>
                </a:lnTo>
                <a:lnTo>
                  <a:pt x="0" y="0"/>
                </a:lnTo>
                <a:lnTo>
                  <a:pt x="240258" y="0"/>
                </a:lnTo>
                <a:lnTo>
                  <a:pt x="240258" y="34620"/>
                </a:lnTo>
                <a:close/>
              </a:path>
            </a:pathLst>
          </a:custGeom>
          <a:solidFill>
            <a:srgbClr val="0F9D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451372" y="4999213"/>
            <a:ext cx="242570" cy="34925"/>
          </a:xfrm>
          <a:custGeom>
            <a:avLst/>
            <a:gdLst/>
            <a:ahLst/>
            <a:cxnLst/>
            <a:rect l="l" t="t" r="r" b="b"/>
            <a:pathLst>
              <a:path w="242570" h="34925">
                <a:moveTo>
                  <a:pt x="242091" y="34620"/>
                </a:moveTo>
                <a:lnTo>
                  <a:pt x="0" y="34620"/>
                </a:lnTo>
                <a:lnTo>
                  <a:pt x="0" y="0"/>
                </a:lnTo>
                <a:lnTo>
                  <a:pt x="242091" y="0"/>
                </a:lnTo>
                <a:lnTo>
                  <a:pt x="242091" y="3462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-56" y="0"/>
            <a:ext cx="9144000" cy="564515"/>
          </a:xfrm>
          <a:custGeom>
            <a:avLst/>
            <a:gdLst/>
            <a:ahLst/>
            <a:cxnLst/>
            <a:rect l="l" t="t" r="r" b="b"/>
            <a:pathLst>
              <a:path w="9144000" h="564515">
                <a:moveTo>
                  <a:pt x="9143999" y="563999"/>
                </a:moveTo>
                <a:lnTo>
                  <a:pt x="0" y="5639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63999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-889" y="564248"/>
            <a:ext cx="9144000" cy="92710"/>
          </a:xfrm>
          <a:custGeom>
            <a:avLst/>
            <a:gdLst/>
            <a:ahLst/>
            <a:cxnLst/>
            <a:rect l="l" t="t" r="r" b="b"/>
            <a:pathLst>
              <a:path w="9144000" h="92709">
                <a:moveTo>
                  <a:pt x="9143987" y="0"/>
                </a:moveTo>
                <a:lnTo>
                  <a:pt x="0" y="0"/>
                </a:lnTo>
                <a:lnTo>
                  <a:pt x="0" y="38"/>
                </a:lnTo>
                <a:lnTo>
                  <a:pt x="0" y="92138"/>
                </a:lnTo>
                <a:lnTo>
                  <a:pt x="9143987" y="92138"/>
                </a:lnTo>
                <a:lnTo>
                  <a:pt x="9143987" y="12"/>
                </a:lnTo>
                <a:close/>
              </a:path>
            </a:pathLst>
          </a:custGeom>
          <a:solidFill>
            <a:srgbClr val="000000">
              <a:alpha val="313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-318" y="566737"/>
            <a:ext cx="9145270" cy="0"/>
          </a:xfrm>
          <a:custGeom>
            <a:avLst/>
            <a:gdLst/>
            <a:ahLst/>
            <a:cxnLst/>
            <a:rect l="l" t="t" r="r" b="b"/>
            <a:pathLst>
              <a:path w="9145270" h="0">
                <a:moveTo>
                  <a:pt x="9144899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B7B7B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64479" y="50758"/>
            <a:ext cx="3501390" cy="436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15926" y="2810507"/>
            <a:ext cx="6512147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737373"/>
                </a:solidFill>
              </a:rPr>
              <a:t>Google</a:t>
            </a:r>
            <a:r>
              <a:rPr dirty="0" spc="-10">
                <a:solidFill>
                  <a:srgbClr val="737373"/>
                </a:solidFill>
              </a:rPr>
              <a:t> Cloud Platform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7366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50">
                <a:solidFill>
                  <a:srgbClr val="737373"/>
                </a:solidFill>
              </a:rPr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84926" y="4999213"/>
            <a:ext cx="242570" cy="34925"/>
          </a:xfrm>
          <a:custGeom>
            <a:avLst/>
            <a:gdLst/>
            <a:ahLst/>
            <a:cxnLst/>
            <a:rect l="l" t="t" r="r" b="b"/>
            <a:pathLst>
              <a:path w="242569" h="34925">
                <a:moveTo>
                  <a:pt x="242090" y="34620"/>
                </a:moveTo>
                <a:lnTo>
                  <a:pt x="0" y="34620"/>
                </a:lnTo>
                <a:lnTo>
                  <a:pt x="0" y="0"/>
                </a:lnTo>
                <a:lnTo>
                  <a:pt x="242090" y="0"/>
                </a:lnTo>
                <a:lnTo>
                  <a:pt x="242090" y="34620"/>
                </a:lnTo>
                <a:close/>
              </a:path>
            </a:pathLst>
          </a:custGeom>
          <a:solidFill>
            <a:srgbClr val="D84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926925" y="4999213"/>
            <a:ext cx="240029" cy="34925"/>
          </a:xfrm>
          <a:custGeom>
            <a:avLst/>
            <a:gdLst/>
            <a:ahLst/>
            <a:cxnLst/>
            <a:rect l="l" t="t" r="r" b="b"/>
            <a:pathLst>
              <a:path w="240030" h="34925">
                <a:moveTo>
                  <a:pt x="239997" y="34620"/>
                </a:moveTo>
                <a:lnTo>
                  <a:pt x="0" y="34620"/>
                </a:lnTo>
                <a:lnTo>
                  <a:pt x="0" y="0"/>
                </a:lnTo>
                <a:lnTo>
                  <a:pt x="239997" y="0"/>
                </a:lnTo>
                <a:lnTo>
                  <a:pt x="239997" y="34620"/>
                </a:lnTo>
                <a:close/>
              </a:path>
            </a:pathLst>
          </a:custGeom>
          <a:solidFill>
            <a:srgbClr val="F4B4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166927" y="4999213"/>
            <a:ext cx="240665" cy="34925"/>
          </a:xfrm>
          <a:custGeom>
            <a:avLst/>
            <a:gdLst/>
            <a:ahLst/>
            <a:cxnLst/>
            <a:rect l="l" t="t" r="r" b="b"/>
            <a:pathLst>
              <a:path w="240665" h="34925">
                <a:moveTo>
                  <a:pt x="240258" y="34620"/>
                </a:moveTo>
                <a:lnTo>
                  <a:pt x="0" y="34620"/>
                </a:lnTo>
                <a:lnTo>
                  <a:pt x="0" y="0"/>
                </a:lnTo>
                <a:lnTo>
                  <a:pt x="240258" y="0"/>
                </a:lnTo>
                <a:lnTo>
                  <a:pt x="240258" y="34620"/>
                </a:lnTo>
                <a:close/>
              </a:path>
            </a:pathLst>
          </a:custGeom>
          <a:solidFill>
            <a:srgbClr val="0F9D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451372" y="4999213"/>
            <a:ext cx="242570" cy="34925"/>
          </a:xfrm>
          <a:custGeom>
            <a:avLst/>
            <a:gdLst/>
            <a:ahLst/>
            <a:cxnLst/>
            <a:rect l="l" t="t" r="r" b="b"/>
            <a:pathLst>
              <a:path w="242570" h="34925">
                <a:moveTo>
                  <a:pt x="242091" y="34620"/>
                </a:moveTo>
                <a:lnTo>
                  <a:pt x="0" y="34620"/>
                </a:lnTo>
                <a:lnTo>
                  <a:pt x="0" y="0"/>
                </a:lnTo>
                <a:lnTo>
                  <a:pt x="242091" y="0"/>
                </a:lnTo>
                <a:lnTo>
                  <a:pt x="242091" y="3462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-56" y="0"/>
            <a:ext cx="9144000" cy="564515"/>
          </a:xfrm>
          <a:custGeom>
            <a:avLst/>
            <a:gdLst/>
            <a:ahLst/>
            <a:cxnLst/>
            <a:rect l="l" t="t" r="r" b="b"/>
            <a:pathLst>
              <a:path w="9144000" h="564515">
                <a:moveTo>
                  <a:pt x="9143999" y="563999"/>
                </a:moveTo>
                <a:lnTo>
                  <a:pt x="0" y="5639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63999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-889" y="564248"/>
            <a:ext cx="9144000" cy="92710"/>
          </a:xfrm>
          <a:custGeom>
            <a:avLst/>
            <a:gdLst/>
            <a:ahLst/>
            <a:cxnLst/>
            <a:rect l="l" t="t" r="r" b="b"/>
            <a:pathLst>
              <a:path w="9144000" h="92709">
                <a:moveTo>
                  <a:pt x="9143987" y="0"/>
                </a:moveTo>
                <a:lnTo>
                  <a:pt x="0" y="0"/>
                </a:lnTo>
                <a:lnTo>
                  <a:pt x="0" y="38"/>
                </a:lnTo>
                <a:lnTo>
                  <a:pt x="0" y="92138"/>
                </a:lnTo>
                <a:lnTo>
                  <a:pt x="9143987" y="92138"/>
                </a:lnTo>
                <a:lnTo>
                  <a:pt x="9143987" y="12"/>
                </a:lnTo>
                <a:close/>
              </a:path>
            </a:pathLst>
          </a:custGeom>
          <a:solidFill>
            <a:srgbClr val="000000">
              <a:alpha val="313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-318" y="566737"/>
            <a:ext cx="9145270" cy="0"/>
          </a:xfrm>
          <a:custGeom>
            <a:avLst/>
            <a:gdLst/>
            <a:ahLst/>
            <a:cxnLst/>
            <a:rect l="l" t="t" r="r" b="b"/>
            <a:pathLst>
              <a:path w="9145270" h="0">
                <a:moveTo>
                  <a:pt x="9144899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B7B7B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737373"/>
                </a:solidFill>
              </a:rPr>
              <a:t>Google</a:t>
            </a:r>
            <a:r>
              <a:rPr dirty="0" spc="-10">
                <a:solidFill>
                  <a:srgbClr val="737373"/>
                </a:solidFill>
              </a:rPr>
              <a:t> Cloud Platform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7366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50">
                <a:solidFill>
                  <a:srgbClr val="737373"/>
                </a:solidFill>
              </a:rPr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84926" y="4999213"/>
            <a:ext cx="242570" cy="34925"/>
          </a:xfrm>
          <a:custGeom>
            <a:avLst/>
            <a:gdLst/>
            <a:ahLst/>
            <a:cxnLst/>
            <a:rect l="l" t="t" r="r" b="b"/>
            <a:pathLst>
              <a:path w="242569" h="34925">
                <a:moveTo>
                  <a:pt x="242090" y="34620"/>
                </a:moveTo>
                <a:lnTo>
                  <a:pt x="0" y="34620"/>
                </a:lnTo>
                <a:lnTo>
                  <a:pt x="0" y="0"/>
                </a:lnTo>
                <a:lnTo>
                  <a:pt x="242090" y="0"/>
                </a:lnTo>
                <a:lnTo>
                  <a:pt x="242090" y="34620"/>
                </a:lnTo>
                <a:close/>
              </a:path>
            </a:pathLst>
          </a:custGeom>
          <a:solidFill>
            <a:srgbClr val="D84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926925" y="4999213"/>
            <a:ext cx="240029" cy="34925"/>
          </a:xfrm>
          <a:custGeom>
            <a:avLst/>
            <a:gdLst/>
            <a:ahLst/>
            <a:cxnLst/>
            <a:rect l="l" t="t" r="r" b="b"/>
            <a:pathLst>
              <a:path w="240030" h="34925">
                <a:moveTo>
                  <a:pt x="239997" y="34620"/>
                </a:moveTo>
                <a:lnTo>
                  <a:pt x="0" y="34620"/>
                </a:lnTo>
                <a:lnTo>
                  <a:pt x="0" y="0"/>
                </a:lnTo>
                <a:lnTo>
                  <a:pt x="239997" y="0"/>
                </a:lnTo>
                <a:lnTo>
                  <a:pt x="239997" y="34620"/>
                </a:lnTo>
                <a:close/>
              </a:path>
            </a:pathLst>
          </a:custGeom>
          <a:solidFill>
            <a:srgbClr val="F4B4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166927" y="4999213"/>
            <a:ext cx="240665" cy="34925"/>
          </a:xfrm>
          <a:custGeom>
            <a:avLst/>
            <a:gdLst/>
            <a:ahLst/>
            <a:cxnLst/>
            <a:rect l="l" t="t" r="r" b="b"/>
            <a:pathLst>
              <a:path w="240665" h="34925">
                <a:moveTo>
                  <a:pt x="240258" y="34620"/>
                </a:moveTo>
                <a:lnTo>
                  <a:pt x="0" y="34620"/>
                </a:lnTo>
                <a:lnTo>
                  <a:pt x="0" y="0"/>
                </a:lnTo>
                <a:lnTo>
                  <a:pt x="240258" y="0"/>
                </a:lnTo>
                <a:lnTo>
                  <a:pt x="240258" y="34620"/>
                </a:lnTo>
                <a:close/>
              </a:path>
            </a:pathLst>
          </a:custGeom>
          <a:solidFill>
            <a:srgbClr val="0F9D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451372" y="4999213"/>
            <a:ext cx="242570" cy="34925"/>
          </a:xfrm>
          <a:custGeom>
            <a:avLst/>
            <a:gdLst/>
            <a:ahLst/>
            <a:cxnLst/>
            <a:rect l="l" t="t" r="r" b="b"/>
            <a:pathLst>
              <a:path w="242570" h="34925">
                <a:moveTo>
                  <a:pt x="242091" y="34620"/>
                </a:moveTo>
                <a:lnTo>
                  <a:pt x="0" y="34620"/>
                </a:lnTo>
                <a:lnTo>
                  <a:pt x="0" y="0"/>
                </a:lnTo>
                <a:lnTo>
                  <a:pt x="242091" y="0"/>
                </a:lnTo>
                <a:lnTo>
                  <a:pt x="242091" y="3462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-56" y="0"/>
            <a:ext cx="9144000" cy="564515"/>
          </a:xfrm>
          <a:custGeom>
            <a:avLst/>
            <a:gdLst/>
            <a:ahLst/>
            <a:cxnLst/>
            <a:rect l="l" t="t" r="r" b="b"/>
            <a:pathLst>
              <a:path w="9144000" h="564515">
                <a:moveTo>
                  <a:pt x="9143999" y="563999"/>
                </a:moveTo>
                <a:lnTo>
                  <a:pt x="0" y="5639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63999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-889" y="564248"/>
            <a:ext cx="9144000" cy="92710"/>
          </a:xfrm>
          <a:custGeom>
            <a:avLst/>
            <a:gdLst/>
            <a:ahLst/>
            <a:cxnLst/>
            <a:rect l="l" t="t" r="r" b="b"/>
            <a:pathLst>
              <a:path w="9144000" h="92709">
                <a:moveTo>
                  <a:pt x="9143987" y="0"/>
                </a:moveTo>
                <a:lnTo>
                  <a:pt x="0" y="0"/>
                </a:lnTo>
                <a:lnTo>
                  <a:pt x="0" y="38"/>
                </a:lnTo>
                <a:lnTo>
                  <a:pt x="0" y="92138"/>
                </a:lnTo>
                <a:lnTo>
                  <a:pt x="9143987" y="92138"/>
                </a:lnTo>
                <a:lnTo>
                  <a:pt x="9143987" y="12"/>
                </a:lnTo>
                <a:close/>
              </a:path>
            </a:pathLst>
          </a:custGeom>
          <a:solidFill>
            <a:srgbClr val="000000">
              <a:alpha val="313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-318" y="566737"/>
            <a:ext cx="9145270" cy="0"/>
          </a:xfrm>
          <a:custGeom>
            <a:avLst/>
            <a:gdLst/>
            <a:ahLst/>
            <a:cxnLst/>
            <a:rect l="l" t="t" r="r" b="b"/>
            <a:pathLst>
              <a:path w="9145270" h="0">
                <a:moveTo>
                  <a:pt x="9144899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B7B7B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737373"/>
                </a:solidFill>
              </a:rPr>
              <a:t>Google</a:t>
            </a:r>
            <a:r>
              <a:rPr dirty="0" spc="-10">
                <a:solidFill>
                  <a:srgbClr val="737373"/>
                </a:solidFill>
              </a:rPr>
              <a:t> Cloud Platform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7366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50">
                <a:solidFill>
                  <a:srgbClr val="737373"/>
                </a:solidFill>
              </a:rPr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737373"/>
                </a:solidFill>
              </a:rPr>
              <a:t>Google</a:t>
            </a:r>
            <a:r>
              <a:rPr dirty="0" spc="-10">
                <a:solidFill>
                  <a:srgbClr val="737373"/>
                </a:solidFill>
              </a:rPr>
              <a:t> Cloud Platform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7366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50">
                <a:solidFill>
                  <a:srgbClr val="737373"/>
                </a:solidFill>
              </a:rPr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84926" y="4999213"/>
            <a:ext cx="242570" cy="34925"/>
          </a:xfrm>
          <a:custGeom>
            <a:avLst/>
            <a:gdLst/>
            <a:ahLst/>
            <a:cxnLst/>
            <a:rect l="l" t="t" r="r" b="b"/>
            <a:pathLst>
              <a:path w="242569" h="34925">
                <a:moveTo>
                  <a:pt x="242090" y="34620"/>
                </a:moveTo>
                <a:lnTo>
                  <a:pt x="0" y="34620"/>
                </a:lnTo>
                <a:lnTo>
                  <a:pt x="0" y="0"/>
                </a:lnTo>
                <a:lnTo>
                  <a:pt x="242090" y="0"/>
                </a:lnTo>
                <a:lnTo>
                  <a:pt x="242090" y="34620"/>
                </a:lnTo>
                <a:close/>
              </a:path>
            </a:pathLst>
          </a:custGeom>
          <a:solidFill>
            <a:srgbClr val="D84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926925" y="4999213"/>
            <a:ext cx="240029" cy="34925"/>
          </a:xfrm>
          <a:custGeom>
            <a:avLst/>
            <a:gdLst/>
            <a:ahLst/>
            <a:cxnLst/>
            <a:rect l="l" t="t" r="r" b="b"/>
            <a:pathLst>
              <a:path w="240030" h="34925">
                <a:moveTo>
                  <a:pt x="239997" y="34620"/>
                </a:moveTo>
                <a:lnTo>
                  <a:pt x="0" y="34620"/>
                </a:lnTo>
                <a:lnTo>
                  <a:pt x="0" y="0"/>
                </a:lnTo>
                <a:lnTo>
                  <a:pt x="239997" y="0"/>
                </a:lnTo>
                <a:lnTo>
                  <a:pt x="239997" y="34620"/>
                </a:lnTo>
                <a:close/>
              </a:path>
            </a:pathLst>
          </a:custGeom>
          <a:solidFill>
            <a:srgbClr val="F4B4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166927" y="4999213"/>
            <a:ext cx="240665" cy="34925"/>
          </a:xfrm>
          <a:custGeom>
            <a:avLst/>
            <a:gdLst/>
            <a:ahLst/>
            <a:cxnLst/>
            <a:rect l="l" t="t" r="r" b="b"/>
            <a:pathLst>
              <a:path w="240665" h="34925">
                <a:moveTo>
                  <a:pt x="240258" y="34620"/>
                </a:moveTo>
                <a:lnTo>
                  <a:pt x="0" y="34620"/>
                </a:lnTo>
                <a:lnTo>
                  <a:pt x="0" y="0"/>
                </a:lnTo>
                <a:lnTo>
                  <a:pt x="240258" y="0"/>
                </a:lnTo>
                <a:lnTo>
                  <a:pt x="240258" y="34620"/>
                </a:lnTo>
                <a:close/>
              </a:path>
            </a:pathLst>
          </a:custGeom>
          <a:solidFill>
            <a:srgbClr val="0F9D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451372" y="4999213"/>
            <a:ext cx="242570" cy="34925"/>
          </a:xfrm>
          <a:custGeom>
            <a:avLst/>
            <a:gdLst/>
            <a:ahLst/>
            <a:cxnLst/>
            <a:rect l="l" t="t" r="r" b="b"/>
            <a:pathLst>
              <a:path w="242570" h="34925">
                <a:moveTo>
                  <a:pt x="242091" y="34620"/>
                </a:moveTo>
                <a:lnTo>
                  <a:pt x="0" y="34620"/>
                </a:lnTo>
                <a:lnTo>
                  <a:pt x="0" y="0"/>
                </a:lnTo>
                <a:lnTo>
                  <a:pt x="242091" y="0"/>
                </a:lnTo>
                <a:lnTo>
                  <a:pt x="242091" y="3462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-56" y="0"/>
            <a:ext cx="9144000" cy="564515"/>
          </a:xfrm>
          <a:custGeom>
            <a:avLst/>
            <a:gdLst/>
            <a:ahLst/>
            <a:cxnLst/>
            <a:rect l="l" t="t" r="r" b="b"/>
            <a:pathLst>
              <a:path w="9144000" h="564515">
                <a:moveTo>
                  <a:pt x="9143999" y="563999"/>
                </a:moveTo>
                <a:lnTo>
                  <a:pt x="0" y="5639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63999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-889" y="564248"/>
            <a:ext cx="9144000" cy="92710"/>
          </a:xfrm>
          <a:custGeom>
            <a:avLst/>
            <a:gdLst/>
            <a:ahLst/>
            <a:cxnLst/>
            <a:rect l="l" t="t" r="r" b="b"/>
            <a:pathLst>
              <a:path w="9144000" h="92709">
                <a:moveTo>
                  <a:pt x="9143987" y="0"/>
                </a:moveTo>
                <a:lnTo>
                  <a:pt x="0" y="0"/>
                </a:lnTo>
                <a:lnTo>
                  <a:pt x="0" y="38"/>
                </a:lnTo>
                <a:lnTo>
                  <a:pt x="0" y="92138"/>
                </a:lnTo>
                <a:lnTo>
                  <a:pt x="9143987" y="92138"/>
                </a:lnTo>
                <a:lnTo>
                  <a:pt x="9143987" y="12"/>
                </a:lnTo>
                <a:close/>
              </a:path>
            </a:pathLst>
          </a:custGeom>
          <a:solidFill>
            <a:srgbClr val="000000">
              <a:alpha val="313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-318" y="566737"/>
            <a:ext cx="9145270" cy="0"/>
          </a:xfrm>
          <a:custGeom>
            <a:avLst/>
            <a:gdLst/>
            <a:ahLst/>
            <a:cxnLst/>
            <a:rect l="l" t="t" r="r" b="b"/>
            <a:pathLst>
              <a:path w="9145270" h="0">
                <a:moveTo>
                  <a:pt x="9144899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B7B7B7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3" name="bg 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008" y="1576464"/>
            <a:ext cx="8835834" cy="172621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737373"/>
                </a:solidFill>
              </a:rPr>
              <a:t>Google</a:t>
            </a:r>
            <a:r>
              <a:rPr dirty="0" spc="-10">
                <a:solidFill>
                  <a:srgbClr val="737373"/>
                </a:solidFill>
              </a:rPr>
              <a:t> Cloud Platform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7366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50">
                <a:solidFill>
                  <a:srgbClr val="737373"/>
                </a:solidFill>
              </a:rPr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84926" y="4999213"/>
            <a:ext cx="242570" cy="34925"/>
          </a:xfrm>
          <a:custGeom>
            <a:avLst/>
            <a:gdLst/>
            <a:ahLst/>
            <a:cxnLst/>
            <a:rect l="l" t="t" r="r" b="b"/>
            <a:pathLst>
              <a:path w="242569" h="34925">
                <a:moveTo>
                  <a:pt x="242090" y="34620"/>
                </a:moveTo>
                <a:lnTo>
                  <a:pt x="0" y="34620"/>
                </a:lnTo>
                <a:lnTo>
                  <a:pt x="0" y="0"/>
                </a:lnTo>
                <a:lnTo>
                  <a:pt x="242090" y="0"/>
                </a:lnTo>
                <a:lnTo>
                  <a:pt x="242090" y="34620"/>
                </a:lnTo>
                <a:close/>
              </a:path>
            </a:pathLst>
          </a:custGeom>
          <a:solidFill>
            <a:srgbClr val="D84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926925" y="4999213"/>
            <a:ext cx="240029" cy="34925"/>
          </a:xfrm>
          <a:custGeom>
            <a:avLst/>
            <a:gdLst/>
            <a:ahLst/>
            <a:cxnLst/>
            <a:rect l="l" t="t" r="r" b="b"/>
            <a:pathLst>
              <a:path w="240030" h="34925">
                <a:moveTo>
                  <a:pt x="239997" y="34620"/>
                </a:moveTo>
                <a:lnTo>
                  <a:pt x="0" y="34620"/>
                </a:lnTo>
                <a:lnTo>
                  <a:pt x="0" y="0"/>
                </a:lnTo>
                <a:lnTo>
                  <a:pt x="239997" y="0"/>
                </a:lnTo>
                <a:lnTo>
                  <a:pt x="239997" y="34620"/>
                </a:lnTo>
                <a:close/>
              </a:path>
            </a:pathLst>
          </a:custGeom>
          <a:solidFill>
            <a:srgbClr val="F4B4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166927" y="4999213"/>
            <a:ext cx="240665" cy="34925"/>
          </a:xfrm>
          <a:custGeom>
            <a:avLst/>
            <a:gdLst/>
            <a:ahLst/>
            <a:cxnLst/>
            <a:rect l="l" t="t" r="r" b="b"/>
            <a:pathLst>
              <a:path w="240665" h="34925">
                <a:moveTo>
                  <a:pt x="240258" y="34620"/>
                </a:moveTo>
                <a:lnTo>
                  <a:pt x="0" y="34620"/>
                </a:lnTo>
                <a:lnTo>
                  <a:pt x="0" y="0"/>
                </a:lnTo>
                <a:lnTo>
                  <a:pt x="240258" y="0"/>
                </a:lnTo>
                <a:lnTo>
                  <a:pt x="240258" y="34620"/>
                </a:lnTo>
                <a:close/>
              </a:path>
            </a:pathLst>
          </a:custGeom>
          <a:solidFill>
            <a:srgbClr val="0F9D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451372" y="4999213"/>
            <a:ext cx="242570" cy="34925"/>
          </a:xfrm>
          <a:custGeom>
            <a:avLst/>
            <a:gdLst/>
            <a:ahLst/>
            <a:cxnLst/>
            <a:rect l="l" t="t" r="r" b="b"/>
            <a:pathLst>
              <a:path w="242570" h="34925">
                <a:moveTo>
                  <a:pt x="242091" y="34620"/>
                </a:moveTo>
                <a:lnTo>
                  <a:pt x="0" y="34620"/>
                </a:lnTo>
                <a:lnTo>
                  <a:pt x="0" y="0"/>
                </a:lnTo>
                <a:lnTo>
                  <a:pt x="242091" y="0"/>
                </a:lnTo>
                <a:lnTo>
                  <a:pt x="242091" y="3462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4479" y="50758"/>
            <a:ext cx="5912485" cy="436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2832" y="1111074"/>
            <a:ext cx="6804659" cy="2655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635500" y="4926200"/>
            <a:ext cx="1116353" cy="1418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737373"/>
                </a:solidFill>
              </a:rPr>
              <a:t>Google</a:t>
            </a:r>
            <a:r>
              <a:rPr dirty="0" spc="-10">
                <a:solidFill>
                  <a:srgbClr val="737373"/>
                </a:solidFill>
              </a:rPr>
              <a:t> Cloud Platform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673198" y="4926200"/>
            <a:ext cx="160695" cy="100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7366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50">
                <a:solidFill>
                  <a:srgbClr val="737373"/>
                </a:solidFill>
              </a:rPr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atamel@google.com" TargetMode="External"/><Relationship Id="rId3" Type="http://schemas.openxmlformats.org/officeDocument/2006/relationships/image" Target="../media/image6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Relationship Id="rId14" Type="http://schemas.openxmlformats.org/officeDocument/2006/relationships/image" Target="../media/image21.png"/><Relationship Id="rId15" Type="http://schemas.openxmlformats.org/officeDocument/2006/relationships/image" Target="../media/image22.png"/><Relationship Id="rId16" Type="http://schemas.openxmlformats.org/officeDocument/2006/relationships/image" Target="../media/image23.png"/><Relationship Id="rId17" Type="http://schemas.openxmlformats.org/officeDocument/2006/relationships/image" Target="../media/image24.png"/><Relationship Id="rId18" Type="http://schemas.openxmlformats.org/officeDocument/2006/relationships/image" Target="../media/image25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Relationship Id="rId14" Type="http://schemas.openxmlformats.org/officeDocument/2006/relationships/image" Target="../media/image21.png"/><Relationship Id="rId15" Type="http://schemas.openxmlformats.org/officeDocument/2006/relationships/image" Target="../media/image22.png"/><Relationship Id="rId16" Type="http://schemas.openxmlformats.org/officeDocument/2006/relationships/image" Target="../media/image23.png"/><Relationship Id="rId17" Type="http://schemas.openxmlformats.org/officeDocument/2006/relationships/image" Target="../media/image24.png"/><Relationship Id="rId18" Type="http://schemas.openxmlformats.org/officeDocument/2006/relationships/image" Target="../media/image25.png"/><Relationship Id="rId19" Type="http://schemas.openxmlformats.org/officeDocument/2006/relationships/image" Target="../media/image27.png"/><Relationship Id="rId20" Type="http://schemas.openxmlformats.org/officeDocument/2006/relationships/image" Target="../media/image28.png"/><Relationship Id="rId21" Type="http://schemas.openxmlformats.org/officeDocument/2006/relationships/image" Target="../media/image29.png"/><Relationship Id="rId22" Type="http://schemas.openxmlformats.org/officeDocument/2006/relationships/image" Target="../media/image30.png"/><Relationship Id="rId23" Type="http://schemas.openxmlformats.org/officeDocument/2006/relationships/image" Target="../media/image31.png"/><Relationship Id="rId24" Type="http://schemas.openxmlformats.org/officeDocument/2006/relationships/image" Target="../media/image32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ocs.google.com/file/d/0B0Mfgl824T6KRkVTSk9Vdl9pMG8/preview" TargetMode="External"/><Relationship Id="rId3" Type="http://schemas.openxmlformats.org/officeDocument/2006/relationships/image" Target="../media/image36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ocs.google.com/file/d/0B0Mfgl824T6KVHNuRFlXazRKRzQ/preview" TargetMode="External"/><Relationship Id="rId3" Type="http://schemas.openxmlformats.org/officeDocument/2006/relationships/image" Target="../media/image42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4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ocs.google.com/file/d/0B0Mfgl824T6KeWpFQzY0Yl9zWkE/preview" TargetMode="External"/><Relationship Id="rId3" Type="http://schemas.openxmlformats.org/officeDocument/2006/relationships/image" Target="../media/image45.jp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9" Type="http://schemas.openxmlformats.org/officeDocument/2006/relationships/image" Target="../media/image53.png"/><Relationship Id="rId10" Type="http://schemas.openxmlformats.org/officeDocument/2006/relationships/image" Target="../media/image54.png"/><Relationship Id="rId11" Type="http://schemas.openxmlformats.org/officeDocument/2006/relationships/image" Target="../media/image55.png"/><Relationship Id="rId12" Type="http://schemas.openxmlformats.org/officeDocument/2006/relationships/image" Target="../media/image56.png"/><Relationship Id="rId13" Type="http://schemas.openxmlformats.org/officeDocument/2006/relationships/image" Target="../media/image57.png"/><Relationship Id="rId14" Type="http://schemas.openxmlformats.org/officeDocument/2006/relationships/image" Target="../media/image58.png"/><Relationship Id="rId15" Type="http://schemas.openxmlformats.org/officeDocument/2006/relationships/image" Target="../media/image59.png"/><Relationship Id="rId16" Type="http://schemas.openxmlformats.org/officeDocument/2006/relationships/image" Target="../media/image60.png"/><Relationship Id="rId17" Type="http://schemas.openxmlformats.org/officeDocument/2006/relationships/image" Target="../media/image61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ocs.google.com/file/d/0B0Mfgl824T6KeXFmcEpDaU05cTQ/preview" TargetMode="External"/><Relationship Id="rId3" Type="http://schemas.openxmlformats.org/officeDocument/2006/relationships/image" Target="../media/image70.jp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Relationship Id="rId7" Type="http://schemas.openxmlformats.org/officeDocument/2006/relationships/image" Target="../media/image79.png"/><Relationship Id="rId8" Type="http://schemas.openxmlformats.org/officeDocument/2006/relationships/image" Target="../media/image80.png"/><Relationship Id="rId9" Type="http://schemas.openxmlformats.org/officeDocument/2006/relationships/image" Target="../media/image81.pn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2.png"/><Relationship Id="rId3" Type="http://schemas.openxmlformats.org/officeDocument/2006/relationships/image" Target="../media/image77.png"/><Relationship Id="rId4" Type="http://schemas.openxmlformats.org/officeDocument/2006/relationships/image" Target="../media/image83.png"/><Relationship Id="rId5" Type="http://schemas.openxmlformats.org/officeDocument/2006/relationships/image" Target="../media/image79.png"/><Relationship Id="rId6" Type="http://schemas.openxmlformats.org/officeDocument/2006/relationships/image" Target="../media/image75.png"/><Relationship Id="rId7" Type="http://schemas.openxmlformats.org/officeDocument/2006/relationships/image" Target="../media/image81.png"/><Relationship Id="rId8" Type="http://schemas.openxmlformats.org/officeDocument/2006/relationships/image" Target="../media/image84.png"/><Relationship Id="rId9" Type="http://schemas.openxmlformats.org/officeDocument/2006/relationships/image" Target="../media/image85.png"/><Relationship Id="rId10" Type="http://schemas.openxmlformats.org/officeDocument/2006/relationships/image" Target="../media/image86.png"/><Relationship Id="rId11" Type="http://schemas.openxmlformats.org/officeDocument/2006/relationships/image" Target="../media/image87.png"/><Relationship Id="rId12" Type="http://schemas.openxmlformats.org/officeDocument/2006/relationships/image" Target="../media/image88.png"/><Relationship Id="rId13" Type="http://schemas.openxmlformats.org/officeDocument/2006/relationships/image" Target="../media/image89.png"/><Relationship Id="rId14" Type="http://schemas.openxmlformats.org/officeDocument/2006/relationships/image" Target="../media/image90.png"/><Relationship Id="rId15" Type="http://schemas.openxmlformats.org/officeDocument/2006/relationships/image" Target="../media/image91.png"/><Relationship Id="rId16" Type="http://schemas.openxmlformats.org/officeDocument/2006/relationships/image" Target="../media/image92.png"/><Relationship Id="rId17" Type="http://schemas.openxmlformats.org/officeDocument/2006/relationships/image" Target="../media/image93.pn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4.pn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5.png"/><Relationship Id="rId3" Type="http://schemas.openxmlformats.org/officeDocument/2006/relationships/image" Target="../media/image89.png"/><Relationship Id="rId4" Type="http://schemas.openxmlformats.org/officeDocument/2006/relationships/image" Target="../media/image96.png"/><Relationship Id="rId5" Type="http://schemas.openxmlformats.org/officeDocument/2006/relationships/image" Target="../media/image91.png"/><Relationship Id="rId6" Type="http://schemas.openxmlformats.org/officeDocument/2006/relationships/image" Target="../media/image92.png"/><Relationship Id="rId7" Type="http://schemas.openxmlformats.org/officeDocument/2006/relationships/image" Target="../media/image97.png"/><Relationship Id="rId8" Type="http://schemas.openxmlformats.org/officeDocument/2006/relationships/image" Target="../media/image86.png"/><Relationship Id="rId9" Type="http://schemas.openxmlformats.org/officeDocument/2006/relationships/image" Target="../media/image83.png"/><Relationship Id="rId10" Type="http://schemas.openxmlformats.org/officeDocument/2006/relationships/image" Target="../media/image79.png"/><Relationship Id="rId11" Type="http://schemas.openxmlformats.org/officeDocument/2006/relationships/image" Target="../media/image81.pn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8.png"/><Relationship Id="rId3" Type="http://schemas.openxmlformats.org/officeDocument/2006/relationships/image" Target="../media/image97.png"/><Relationship Id="rId4" Type="http://schemas.openxmlformats.org/officeDocument/2006/relationships/image" Target="../media/image86.png"/><Relationship Id="rId5" Type="http://schemas.openxmlformats.org/officeDocument/2006/relationships/image" Target="../media/image87.png"/><Relationship Id="rId6" Type="http://schemas.openxmlformats.org/officeDocument/2006/relationships/image" Target="../media/image99.png"/><Relationship Id="rId7" Type="http://schemas.openxmlformats.org/officeDocument/2006/relationships/image" Target="../media/image100.png"/><Relationship Id="rId8" Type="http://schemas.openxmlformats.org/officeDocument/2006/relationships/image" Target="../media/image89.png"/><Relationship Id="rId9" Type="http://schemas.openxmlformats.org/officeDocument/2006/relationships/image" Target="../media/image101.png"/><Relationship Id="rId10" Type="http://schemas.openxmlformats.org/officeDocument/2006/relationships/image" Target="../media/image102.png"/><Relationship Id="rId11" Type="http://schemas.openxmlformats.org/officeDocument/2006/relationships/image" Target="../media/image103.png"/><Relationship Id="rId12" Type="http://schemas.openxmlformats.org/officeDocument/2006/relationships/image" Target="../media/image104.png"/><Relationship Id="rId13" Type="http://schemas.openxmlformats.org/officeDocument/2006/relationships/image" Target="../media/image82.png"/><Relationship Id="rId14" Type="http://schemas.openxmlformats.org/officeDocument/2006/relationships/image" Target="../media/image77.png"/><Relationship Id="rId15" Type="http://schemas.openxmlformats.org/officeDocument/2006/relationships/image" Target="../media/image75.pn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5.png"/><Relationship Id="rId3" Type="http://schemas.openxmlformats.org/officeDocument/2006/relationships/image" Target="../media/image106.png"/><Relationship Id="rId4" Type="http://schemas.openxmlformats.org/officeDocument/2006/relationships/image" Target="../media/image104.png"/><Relationship Id="rId5" Type="http://schemas.openxmlformats.org/officeDocument/2006/relationships/image" Target="../media/image86.png"/><Relationship Id="rId6" Type="http://schemas.openxmlformats.org/officeDocument/2006/relationships/image" Target="../media/image87.png"/><Relationship Id="rId7" Type="http://schemas.openxmlformats.org/officeDocument/2006/relationships/image" Target="../media/image107.png"/><Relationship Id="rId8" Type="http://schemas.openxmlformats.org/officeDocument/2006/relationships/image" Target="../media/image89.png"/><Relationship Id="rId9" Type="http://schemas.openxmlformats.org/officeDocument/2006/relationships/image" Target="../media/image108.png"/><Relationship Id="rId10" Type="http://schemas.openxmlformats.org/officeDocument/2006/relationships/image" Target="../media/image109.png"/><Relationship Id="rId11" Type="http://schemas.openxmlformats.org/officeDocument/2006/relationships/image" Target="../media/image110.png"/><Relationship Id="rId12" Type="http://schemas.openxmlformats.org/officeDocument/2006/relationships/image" Target="../media/image111.png"/><Relationship Id="rId13" Type="http://schemas.openxmlformats.org/officeDocument/2006/relationships/image" Target="../media/image82.png"/><Relationship Id="rId14" Type="http://schemas.openxmlformats.org/officeDocument/2006/relationships/image" Target="../media/image75.png"/><Relationship Id="rId15" Type="http://schemas.openxmlformats.org/officeDocument/2006/relationships/image" Target="../media/image83.png"/><Relationship Id="rId16" Type="http://schemas.openxmlformats.org/officeDocument/2006/relationships/image" Target="../media/image81.png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2.png"/><Relationship Id="rId3" Type="http://schemas.openxmlformats.org/officeDocument/2006/relationships/image" Target="../media/image111.png"/><Relationship Id="rId4" Type="http://schemas.openxmlformats.org/officeDocument/2006/relationships/image" Target="../media/image86.png"/><Relationship Id="rId5" Type="http://schemas.openxmlformats.org/officeDocument/2006/relationships/image" Target="../media/image87.png"/><Relationship Id="rId6" Type="http://schemas.openxmlformats.org/officeDocument/2006/relationships/image" Target="../media/image113.png"/><Relationship Id="rId7" Type="http://schemas.openxmlformats.org/officeDocument/2006/relationships/image" Target="../media/image114.png"/><Relationship Id="rId8" Type="http://schemas.openxmlformats.org/officeDocument/2006/relationships/image" Target="../media/image89.png"/><Relationship Id="rId9" Type="http://schemas.openxmlformats.org/officeDocument/2006/relationships/image" Target="../media/image115.png"/><Relationship Id="rId10" Type="http://schemas.openxmlformats.org/officeDocument/2006/relationships/image" Target="../media/image116.png"/><Relationship Id="rId11" Type="http://schemas.openxmlformats.org/officeDocument/2006/relationships/image" Target="../media/image117.png"/><Relationship Id="rId12" Type="http://schemas.openxmlformats.org/officeDocument/2006/relationships/image" Target="../media/image118.png"/><Relationship Id="rId13" Type="http://schemas.openxmlformats.org/officeDocument/2006/relationships/image" Target="../media/image82.png"/><Relationship Id="rId14" Type="http://schemas.openxmlformats.org/officeDocument/2006/relationships/image" Target="../media/image77.png"/><Relationship Id="rId15" Type="http://schemas.openxmlformats.org/officeDocument/2006/relationships/image" Target="../media/image83.png"/><Relationship Id="rId16" Type="http://schemas.openxmlformats.org/officeDocument/2006/relationships/image" Target="../media/image79.png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9.png"/><Relationship Id="rId3" Type="http://schemas.openxmlformats.org/officeDocument/2006/relationships/image" Target="../media/image120.png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ocs.google.com/file/d/0B0Mfgl824T6KeGlsVHFTSG04Nm8/preview" TargetMode="External"/><Relationship Id="rId3" Type="http://schemas.openxmlformats.org/officeDocument/2006/relationships/image" Target="../media/image121.jpg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2.jpg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3.png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ocs.google.com/file/d/0B0Mfgl824T6KczRHczh0RnBqd0E/preview" TargetMode="External"/><Relationship Id="rId3" Type="http://schemas.openxmlformats.org/officeDocument/2006/relationships/image" Target="../media/image124.jpg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5.png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ocs.google.com/file/d/0B0Mfgl824T6KQU5taGhGMEF2clk/preview" TargetMode="External"/><Relationship Id="rId3" Type="http://schemas.openxmlformats.org/officeDocument/2006/relationships/image" Target="../media/image126.jpg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ocs.google.com/file/d/0B0Mfgl824T6KeGNTYUpKcG9wN00/preview" TargetMode="External"/><Relationship Id="rId3" Type="http://schemas.openxmlformats.org/officeDocument/2006/relationships/image" Target="../media/image127.jpg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8.png"/><Relationship Id="rId3" Type="http://schemas.openxmlformats.org/officeDocument/2006/relationships/image" Target="../media/image129.png"/><Relationship Id="rId4" Type="http://schemas.openxmlformats.org/officeDocument/2006/relationships/image" Target="../media/image130.png"/><Relationship Id="rId5" Type="http://schemas.openxmlformats.org/officeDocument/2006/relationships/image" Target="../media/image131.png"/><Relationship Id="rId6" Type="http://schemas.openxmlformats.org/officeDocument/2006/relationships/image" Target="../media/image64.png"/><Relationship Id="rId7" Type="http://schemas.openxmlformats.org/officeDocument/2006/relationships/image" Target="../media/image132.png"/><Relationship Id="rId8" Type="http://schemas.openxmlformats.org/officeDocument/2006/relationships/image" Target="../media/image133.png"/><Relationship Id="rId9" Type="http://schemas.openxmlformats.org/officeDocument/2006/relationships/image" Target="../media/image134.png"/><Relationship Id="rId10" Type="http://schemas.openxmlformats.org/officeDocument/2006/relationships/image" Target="../media/image135.png"/><Relationship Id="rId11" Type="http://schemas.openxmlformats.org/officeDocument/2006/relationships/image" Target="../media/image62.png"/><Relationship Id="rId12" Type="http://schemas.openxmlformats.org/officeDocument/2006/relationships/image" Target="../media/image136.png"/></Relationships>
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3.png"/><Relationship Id="rId3" Type="http://schemas.openxmlformats.org/officeDocument/2006/relationships/image" Target="../media/image134.png"/><Relationship Id="rId4" Type="http://schemas.openxmlformats.org/officeDocument/2006/relationships/image" Target="../media/image135.png"/><Relationship Id="rId5" Type="http://schemas.openxmlformats.org/officeDocument/2006/relationships/image" Target="../media/image128.png"/><Relationship Id="rId6" Type="http://schemas.openxmlformats.org/officeDocument/2006/relationships/image" Target="../media/image64.png"/><Relationship Id="rId7" Type="http://schemas.openxmlformats.org/officeDocument/2006/relationships/image" Target="../media/image132.png"/><Relationship Id="rId8" Type="http://schemas.openxmlformats.org/officeDocument/2006/relationships/image" Target="../media/image129.png"/><Relationship Id="rId9" Type="http://schemas.openxmlformats.org/officeDocument/2006/relationships/image" Target="../media/image137.png"/><Relationship Id="rId10" Type="http://schemas.openxmlformats.org/officeDocument/2006/relationships/image" Target="../media/image131.png"/><Relationship Id="rId11" Type="http://schemas.openxmlformats.org/officeDocument/2006/relationships/image" Target="../media/image62.png"/><Relationship Id="rId12" Type="http://schemas.openxmlformats.org/officeDocument/2006/relationships/image" Target="../media/image136.png"/><Relationship Id="rId13" Type="http://schemas.openxmlformats.org/officeDocument/2006/relationships/image" Target="../media/image138.png"/></Relationships>
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9.png"/><Relationship Id="rId3" Type="http://schemas.openxmlformats.org/officeDocument/2006/relationships/image" Target="../media/image140.png"/><Relationship Id="rId4" Type="http://schemas.openxmlformats.org/officeDocument/2006/relationships/image" Target="../media/image133.png"/><Relationship Id="rId5" Type="http://schemas.openxmlformats.org/officeDocument/2006/relationships/image" Target="../media/image134.png"/><Relationship Id="rId6" Type="http://schemas.openxmlformats.org/officeDocument/2006/relationships/image" Target="../media/image135.png"/><Relationship Id="rId7" Type="http://schemas.openxmlformats.org/officeDocument/2006/relationships/image" Target="../media/image128.png"/><Relationship Id="rId8" Type="http://schemas.openxmlformats.org/officeDocument/2006/relationships/image" Target="../media/image62.png"/><Relationship Id="rId9" Type="http://schemas.openxmlformats.org/officeDocument/2006/relationships/image" Target="../media/image64.png"/><Relationship Id="rId10" Type="http://schemas.openxmlformats.org/officeDocument/2006/relationships/image" Target="../media/image132.png"/><Relationship Id="rId11" Type="http://schemas.openxmlformats.org/officeDocument/2006/relationships/image" Target="../media/image129.png"/><Relationship Id="rId12" Type="http://schemas.openxmlformats.org/officeDocument/2006/relationships/image" Target="../media/image137.png"/><Relationship Id="rId13" Type="http://schemas.openxmlformats.org/officeDocument/2006/relationships/image" Target="../media/image131.png"/><Relationship Id="rId14" Type="http://schemas.openxmlformats.org/officeDocument/2006/relationships/image" Target="../media/image141.png"/><Relationship Id="rId15" Type="http://schemas.openxmlformats.org/officeDocument/2006/relationships/image" Target="../media/image136.png"/><Relationship Id="rId16" Type="http://schemas.openxmlformats.org/officeDocument/2006/relationships/image" Target="../media/image138.png"/></Relationships>
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9.png"/><Relationship Id="rId3" Type="http://schemas.openxmlformats.org/officeDocument/2006/relationships/image" Target="../media/image140.png"/><Relationship Id="rId4" Type="http://schemas.openxmlformats.org/officeDocument/2006/relationships/image" Target="../media/image128.png"/><Relationship Id="rId5" Type="http://schemas.openxmlformats.org/officeDocument/2006/relationships/image" Target="../media/image64.png"/><Relationship Id="rId6" Type="http://schemas.openxmlformats.org/officeDocument/2006/relationships/image" Target="../media/image132.png"/><Relationship Id="rId7" Type="http://schemas.openxmlformats.org/officeDocument/2006/relationships/image" Target="../media/image62.png"/><Relationship Id="rId8" Type="http://schemas.openxmlformats.org/officeDocument/2006/relationships/image" Target="../media/image129.png"/><Relationship Id="rId9" Type="http://schemas.openxmlformats.org/officeDocument/2006/relationships/image" Target="../media/image131.png"/><Relationship Id="rId10" Type="http://schemas.openxmlformats.org/officeDocument/2006/relationships/image" Target="../media/image141.png"/><Relationship Id="rId11" Type="http://schemas.openxmlformats.org/officeDocument/2006/relationships/image" Target="../media/image142.png"/><Relationship Id="rId12" Type="http://schemas.openxmlformats.org/officeDocument/2006/relationships/image" Target="../media/image134.png"/><Relationship Id="rId13" Type="http://schemas.openxmlformats.org/officeDocument/2006/relationships/image" Target="../media/image135.png"/><Relationship Id="rId14" Type="http://schemas.openxmlformats.org/officeDocument/2006/relationships/image" Target="../media/image136.png"/><Relationship Id="rId15" Type="http://schemas.openxmlformats.org/officeDocument/2006/relationships/image" Target="../media/image138.png"/></Relationships>
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3.png"/><Relationship Id="rId3" Type="http://schemas.openxmlformats.org/officeDocument/2006/relationships/image" Target="../media/image144.png"/><Relationship Id="rId4" Type="http://schemas.openxmlformats.org/officeDocument/2006/relationships/image" Target="../media/image145.png"/><Relationship Id="rId5" Type="http://schemas.openxmlformats.org/officeDocument/2006/relationships/image" Target="../media/image140.png"/><Relationship Id="rId6" Type="http://schemas.openxmlformats.org/officeDocument/2006/relationships/image" Target="../media/image142.png"/><Relationship Id="rId7" Type="http://schemas.openxmlformats.org/officeDocument/2006/relationships/image" Target="../media/image134.png"/><Relationship Id="rId8" Type="http://schemas.openxmlformats.org/officeDocument/2006/relationships/image" Target="../media/image135.png"/><Relationship Id="rId9" Type="http://schemas.openxmlformats.org/officeDocument/2006/relationships/image" Target="../media/image128.png"/><Relationship Id="rId10" Type="http://schemas.openxmlformats.org/officeDocument/2006/relationships/image" Target="../media/image64.png"/><Relationship Id="rId11" Type="http://schemas.openxmlformats.org/officeDocument/2006/relationships/image" Target="../media/image132.png"/><Relationship Id="rId12" Type="http://schemas.openxmlformats.org/officeDocument/2006/relationships/image" Target="../media/image62.png"/><Relationship Id="rId13" Type="http://schemas.openxmlformats.org/officeDocument/2006/relationships/image" Target="../media/image146.png"/><Relationship Id="rId14" Type="http://schemas.openxmlformats.org/officeDocument/2006/relationships/image" Target="../media/image129.png"/><Relationship Id="rId15" Type="http://schemas.openxmlformats.org/officeDocument/2006/relationships/image" Target="../media/image130.png"/><Relationship Id="rId16" Type="http://schemas.openxmlformats.org/officeDocument/2006/relationships/image" Target="../media/image131.png"/><Relationship Id="rId17" Type="http://schemas.openxmlformats.org/officeDocument/2006/relationships/image" Target="../media/image136.png"/><Relationship Id="rId18" Type="http://schemas.openxmlformats.org/officeDocument/2006/relationships/image" Target="../media/image138.png"/></Relationships>
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7.png"/><Relationship Id="rId3" Type="http://schemas.openxmlformats.org/officeDocument/2006/relationships/image" Target="../media/image144.png"/><Relationship Id="rId4" Type="http://schemas.openxmlformats.org/officeDocument/2006/relationships/image" Target="../media/image148.png"/><Relationship Id="rId5" Type="http://schemas.openxmlformats.org/officeDocument/2006/relationships/image" Target="../media/image140.png"/><Relationship Id="rId6" Type="http://schemas.openxmlformats.org/officeDocument/2006/relationships/image" Target="../media/image142.png"/><Relationship Id="rId7" Type="http://schemas.openxmlformats.org/officeDocument/2006/relationships/image" Target="../media/image134.png"/><Relationship Id="rId8" Type="http://schemas.openxmlformats.org/officeDocument/2006/relationships/image" Target="../media/image128.png"/><Relationship Id="rId9" Type="http://schemas.openxmlformats.org/officeDocument/2006/relationships/image" Target="../media/image64.png"/><Relationship Id="rId10" Type="http://schemas.openxmlformats.org/officeDocument/2006/relationships/image" Target="../media/image62.png"/><Relationship Id="rId11" Type="http://schemas.openxmlformats.org/officeDocument/2006/relationships/image" Target="../media/image146.png"/><Relationship Id="rId12" Type="http://schemas.openxmlformats.org/officeDocument/2006/relationships/image" Target="../media/image130.png"/><Relationship Id="rId13" Type="http://schemas.openxmlformats.org/officeDocument/2006/relationships/image" Target="../media/image131.png"/><Relationship Id="rId14" Type="http://schemas.openxmlformats.org/officeDocument/2006/relationships/image" Target="../media/image136.png"/><Relationship Id="rId15" Type="http://schemas.openxmlformats.org/officeDocument/2006/relationships/image" Target="../media/image138.png"/></Relationships>
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9.png"/><Relationship Id="rId3" Type="http://schemas.openxmlformats.org/officeDocument/2006/relationships/image" Target="../media/image144.png"/><Relationship Id="rId4" Type="http://schemas.openxmlformats.org/officeDocument/2006/relationships/image" Target="../media/image150.png"/><Relationship Id="rId5" Type="http://schemas.openxmlformats.org/officeDocument/2006/relationships/image" Target="../media/image140.png"/><Relationship Id="rId6" Type="http://schemas.openxmlformats.org/officeDocument/2006/relationships/image" Target="../media/image151.png"/><Relationship Id="rId7" Type="http://schemas.openxmlformats.org/officeDocument/2006/relationships/image" Target="../media/image128.png"/><Relationship Id="rId8" Type="http://schemas.openxmlformats.org/officeDocument/2006/relationships/image" Target="../media/image64.png"/><Relationship Id="rId9" Type="http://schemas.openxmlformats.org/officeDocument/2006/relationships/image" Target="../media/image62.png"/><Relationship Id="rId10" Type="http://schemas.openxmlformats.org/officeDocument/2006/relationships/image" Target="../media/image146.png"/><Relationship Id="rId11" Type="http://schemas.openxmlformats.org/officeDocument/2006/relationships/image" Target="../media/image130.png"/><Relationship Id="rId12" Type="http://schemas.openxmlformats.org/officeDocument/2006/relationships/image" Target="../media/image131.png"/><Relationship Id="rId13" Type="http://schemas.openxmlformats.org/officeDocument/2006/relationships/image" Target="../media/image152.png"/><Relationship Id="rId14" Type="http://schemas.openxmlformats.org/officeDocument/2006/relationships/image" Target="../media/image137.png"/><Relationship Id="rId15" Type="http://schemas.openxmlformats.org/officeDocument/2006/relationships/image" Target="../media/image142.png"/><Relationship Id="rId16" Type="http://schemas.openxmlformats.org/officeDocument/2006/relationships/image" Target="../media/image134.png"/><Relationship Id="rId17" Type="http://schemas.openxmlformats.org/officeDocument/2006/relationships/image" Target="../media/image136.png"/><Relationship Id="rId18" Type="http://schemas.openxmlformats.org/officeDocument/2006/relationships/image" Target="../media/image138.png"/></Relationships>
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3.png"/><Relationship Id="rId3" Type="http://schemas.openxmlformats.org/officeDocument/2006/relationships/image" Target="../media/image144.png"/><Relationship Id="rId4" Type="http://schemas.openxmlformats.org/officeDocument/2006/relationships/image" Target="../media/image154.png"/><Relationship Id="rId5" Type="http://schemas.openxmlformats.org/officeDocument/2006/relationships/image" Target="../media/image140.png"/><Relationship Id="rId6" Type="http://schemas.openxmlformats.org/officeDocument/2006/relationships/image" Target="../media/image128.png"/><Relationship Id="rId7" Type="http://schemas.openxmlformats.org/officeDocument/2006/relationships/image" Target="../media/image62.png"/><Relationship Id="rId8" Type="http://schemas.openxmlformats.org/officeDocument/2006/relationships/image" Target="../media/image146.png"/><Relationship Id="rId9" Type="http://schemas.openxmlformats.org/officeDocument/2006/relationships/image" Target="../media/image130.png"/><Relationship Id="rId10" Type="http://schemas.openxmlformats.org/officeDocument/2006/relationships/image" Target="../media/image152.png"/><Relationship Id="rId11" Type="http://schemas.openxmlformats.org/officeDocument/2006/relationships/image" Target="../media/image137.png"/><Relationship Id="rId12" Type="http://schemas.openxmlformats.org/officeDocument/2006/relationships/image" Target="../media/image155.png"/><Relationship Id="rId13" Type="http://schemas.openxmlformats.org/officeDocument/2006/relationships/image" Target="../media/image136.png"/><Relationship Id="rId14" Type="http://schemas.openxmlformats.org/officeDocument/2006/relationships/image" Target="../media/image138.png"/></Relationships>
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6.png"/><Relationship Id="rId3" Type="http://schemas.openxmlformats.org/officeDocument/2006/relationships/image" Target="../media/image144.png"/><Relationship Id="rId4" Type="http://schemas.openxmlformats.org/officeDocument/2006/relationships/image" Target="../media/image157.png"/><Relationship Id="rId5" Type="http://schemas.openxmlformats.org/officeDocument/2006/relationships/image" Target="../media/image140.png"/><Relationship Id="rId6" Type="http://schemas.openxmlformats.org/officeDocument/2006/relationships/image" Target="../media/image128.png"/><Relationship Id="rId7" Type="http://schemas.openxmlformats.org/officeDocument/2006/relationships/image" Target="../media/image62.png"/><Relationship Id="rId8" Type="http://schemas.openxmlformats.org/officeDocument/2006/relationships/image" Target="../media/image146.png"/><Relationship Id="rId9" Type="http://schemas.openxmlformats.org/officeDocument/2006/relationships/image" Target="../media/image130.png"/><Relationship Id="rId10" Type="http://schemas.openxmlformats.org/officeDocument/2006/relationships/image" Target="../media/image152.png"/><Relationship Id="rId11" Type="http://schemas.openxmlformats.org/officeDocument/2006/relationships/image" Target="../media/image137.png"/><Relationship Id="rId12" Type="http://schemas.openxmlformats.org/officeDocument/2006/relationships/image" Target="../media/image158.png"/><Relationship Id="rId13" Type="http://schemas.openxmlformats.org/officeDocument/2006/relationships/image" Target="../media/image138.png"/></Relationships>
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ocs.google.com/file/d/0B0Mfgl824T6Kd2pSZWJBb2NsNjA/preview" TargetMode="External"/><Relationship Id="rId3" Type="http://schemas.openxmlformats.org/officeDocument/2006/relationships/image" Target="../media/image159.jpg"/></Relationships>
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0.jpg"/><Relationship Id="rId3" Type="http://schemas.openxmlformats.org/officeDocument/2006/relationships/image" Target="../media/image161.png"/></Relationships>
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2.png"/><Relationship Id="rId3" Type="http://schemas.openxmlformats.org/officeDocument/2006/relationships/image" Target="../media/image163.png"/><Relationship Id="rId4" Type="http://schemas.openxmlformats.org/officeDocument/2006/relationships/image" Target="../media/image164.png"/><Relationship Id="rId5" Type="http://schemas.openxmlformats.org/officeDocument/2006/relationships/image" Target="../media/image165.png"/><Relationship Id="rId6" Type="http://schemas.openxmlformats.org/officeDocument/2006/relationships/image" Target="../media/image166.png"/><Relationship Id="rId7" Type="http://schemas.openxmlformats.org/officeDocument/2006/relationships/image" Target="../media/image167.png"/><Relationship Id="rId8" Type="http://schemas.openxmlformats.org/officeDocument/2006/relationships/image" Target="../media/image168.png"/><Relationship Id="rId9" Type="http://schemas.openxmlformats.org/officeDocument/2006/relationships/image" Target="../media/image169.png"/><Relationship Id="rId10" Type="http://schemas.openxmlformats.org/officeDocument/2006/relationships/image" Target="../media/image170.png"/></Relationships>
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171.png"/><Relationship Id="rId10" Type="http://schemas.openxmlformats.org/officeDocument/2006/relationships/image" Target="../media/image172.png"/><Relationship Id="rId11" Type="http://schemas.openxmlformats.org/officeDocument/2006/relationships/image" Target="../media/image173.png"/></Relationships>
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4.png"/><Relationship Id="rId3" Type="http://schemas.openxmlformats.org/officeDocument/2006/relationships/image" Target="../media/image175.png"/><Relationship Id="rId4" Type="http://schemas.openxmlformats.org/officeDocument/2006/relationships/image" Target="../media/image176.png"/></Relationships>
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12factor.net/" TargetMode="External"/><Relationship Id="rId3" Type="http://schemas.openxmlformats.org/officeDocument/2006/relationships/image" Target="../media/image177.png"/></Relationships>
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12factor.net/" TargetMode="External"/><Relationship Id="rId3" Type="http://schemas.openxmlformats.org/officeDocument/2006/relationships/image" Target="../media/image178.png"/></Relationships>
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
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hyperlink" Target="mailto:atamel@google.com" TargetMode="External"/><Relationship Id="rId4" Type="http://schemas.openxmlformats.org/officeDocument/2006/relationships/image" Target="../media/image179.png"/><Relationship Id="rId5" Type="http://schemas.openxmlformats.org/officeDocument/2006/relationships/image" Target="../media/image180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2947" y="4322069"/>
            <a:ext cx="1811181" cy="197679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364683" y="-6"/>
            <a:ext cx="1987550" cy="86995"/>
            <a:chOff x="364683" y="-6"/>
            <a:chExt cx="1987550" cy="86995"/>
          </a:xfrm>
        </p:grpSpPr>
        <p:sp>
          <p:nvSpPr>
            <p:cNvPr id="4" name="object 4" descr=""/>
            <p:cNvSpPr/>
            <p:nvPr/>
          </p:nvSpPr>
          <p:spPr>
            <a:xfrm>
              <a:off x="364683" y="-6"/>
              <a:ext cx="497205" cy="86995"/>
            </a:xfrm>
            <a:custGeom>
              <a:avLst/>
              <a:gdLst/>
              <a:ahLst/>
              <a:cxnLst/>
              <a:rect l="l" t="t" r="r" b="b"/>
              <a:pathLst>
                <a:path w="497205" h="86995">
                  <a:moveTo>
                    <a:pt x="496879" y="86699"/>
                  </a:moveTo>
                  <a:lnTo>
                    <a:pt x="0" y="86699"/>
                  </a:lnTo>
                  <a:lnTo>
                    <a:pt x="0" y="0"/>
                  </a:lnTo>
                  <a:lnTo>
                    <a:pt x="496879" y="0"/>
                  </a:lnTo>
                  <a:lnTo>
                    <a:pt x="496879" y="8669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61365" y="-6"/>
              <a:ext cx="497205" cy="86995"/>
            </a:xfrm>
            <a:custGeom>
              <a:avLst/>
              <a:gdLst/>
              <a:ahLst/>
              <a:cxnLst/>
              <a:rect l="l" t="t" r="r" b="b"/>
              <a:pathLst>
                <a:path w="497205" h="86995">
                  <a:moveTo>
                    <a:pt x="496879" y="86699"/>
                  </a:moveTo>
                  <a:lnTo>
                    <a:pt x="0" y="86699"/>
                  </a:lnTo>
                  <a:lnTo>
                    <a:pt x="0" y="0"/>
                  </a:lnTo>
                  <a:lnTo>
                    <a:pt x="496879" y="0"/>
                  </a:lnTo>
                  <a:lnTo>
                    <a:pt x="496879" y="86699"/>
                  </a:lnTo>
                  <a:close/>
                </a:path>
              </a:pathLst>
            </a:custGeom>
            <a:solidFill>
              <a:srgbClr val="EA43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358047" y="-6"/>
              <a:ext cx="497205" cy="86995"/>
            </a:xfrm>
            <a:custGeom>
              <a:avLst/>
              <a:gdLst/>
              <a:ahLst/>
              <a:cxnLst/>
              <a:rect l="l" t="t" r="r" b="b"/>
              <a:pathLst>
                <a:path w="497205" h="86995">
                  <a:moveTo>
                    <a:pt x="496879" y="86699"/>
                  </a:moveTo>
                  <a:lnTo>
                    <a:pt x="0" y="86699"/>
                  </a:lnTo>
                  <a:lnTo>
                    <a:pt x="0" y="0"/>
                  </a:lnTo>
                  <a:lnTo>
                    <a:pt x="496879" y="0"/>
                  </a:lnTo>
                  <a:lnTo>
                    <a:pt x="496879" y="86699"/>
                  </a:lnTo>
                  <a:close/>
                </a:path>
              </a:pathLst>
            </a:custGeom>
            <a:solidFill>
              <a:srgbClr val="FABB0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854729" y="-6"/>
              <a:ext cx="497205" cy="86995"/>
            </a:xfrm>
            <a:custGeom>
              <a:avLst/>
              <a:gdLst/>
              <a:ahLst/>
              <a:cxnLst/>
              <a:rect l="l" t="t" r="r" b="b"/>
              <a:pathLst>
                <a:path w="497205" h="86995">
                  <a:moveTo>
                    <a:pt x="496879" y="86699"/>
                  </a:moveTo>
                  <a:lnTo>
                    <a:pt x="0" y="86699"/>
                  </a:lnTo>
                  <a:lnTo>
                    <a:pt x="0" y="0"/>
                  </a:lnTo>
                  <a:lnTo>
                    <a:pt x="496879" y="0"/>
                  </a:lnTo>
                  <a:lnTo>
                    <a:pt x="496879" y="86699"/>
                  </a:lnTo>
                  <a:close/>
                </a:path>
              </a:pathLst>
            </a:custGeom>
            <a:solidFill>
              <a:srgbClr val="34A85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74450" y="1311912"/>
            <a:ext cx="845629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>
                <a:solidFill>
                  <a:srgbClr val="000000"/>
                </a:solidFill>
              </a:rPr>
              <a:t>Containers,</a:t>
            </a:r>
            <a:r>
              <a:rPr dirty="0" sz="3600" spc="-105">
                <a:solidFill>
                  <a:srgbClr val="000000"/>
                </a:solidFill>
              </a:rPr>
              <a:t> </a:t>
            </a:r>
            <a:r>
              <a:rPr dirty="0" sz="3600" spc="-10">
                <a:solidFill>
                  <a:srgbClr val="000000"/>
                </a:solidFill>
              </a:rPr>
              <a:t>Kubernetes</a:t>
            </a:r>
            <a:r>
              <a:rPr dirty="0" sz="3600" spc="-105">
                <a:solidFill>
                  <a:srgbClr val="000000"/>
                </a:solidFill>
              </a:rPr>
              <a:t> </a:t>
            </a:r>
            <a:r>
              <a:rPr dirty="0" sz="3600">
                <a:solidFill>
                  <a:srgbClr val="000000"/>
                </a:solidFill>
              </a:rPr>
              <a:t>and</a:t>
            </a:r>
            <a:r>
              <a:rPr dirty="0" sz="3600" spc="-110">
                <a:solidFill>
                  <a:srgbClr val="000000"/>
                </a:solidFill>
              </a:rPr>
              <a:t> </a:t>
            </a:r>
            <a:r>
              <a:rPr dirty="0" sz="3600">
                <a:solidFill>
                  <a:srgbClr val="000000"/>
                </a:solidFill>
              </a:rPr>
              <a:t>Google</a:t>
            </a:r>
            <a:r>
              <a:rPr dirty="0" sz="3600" spc="-105">
                <a:solidFill>
                  <a:srgbClr val="000000"/>
                </a:solidFill>
              </a:rPr>
              <a:t> </a:t>
            </a:r>
            <a:r>
              <a:rPr dirty="0" sz="3600" spc="-10">
                <a:solidFill>
                  <a:srgbClr val="000000"/>
                </a:solidFill>
              </a:rPr>
              <a:t>Cloud</a:t>
            </a:r>
            <a:endParaRPr sz="3600"/>
          </a:p>
        </p:txBody>
      </p:sp>
      <p:sp>
        <p:nvSpPr>
          <p:cNvPr id="9" name="object 9" descr=""/>
          <p:cNvSpPr txBox="1"/>
          <p:nvPr/>
        </p:nvSpPr>
        <p:spPr>
          <a:xfrm>
            <a:off x="593750" y="2166269"/>
            <a:ext cx="3397885" cy="61087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1800">
                <a:solidFill>
                  <a:srgbClr val="757575"/>
                </a:solidFill>
                <a:latin typeface="Roboto"/>
                <a:cs typeface="Roboto"/>
              </a:rPr>
              <a:t>Mete</a:t>
            </a:r>
            <a:r>
              <a:rPr dirty="0" sz="1800" spc="-20">
                <a:solidFill>
                  <a:srgbClr val="757575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757575"/>
                </a:solidFill>
                <a:latin typeface="Roboto"/>
                <a:cs typeface="Roboto"/>
              </a:rPr>
              <a:t>Atamel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z="1600" spc="-10">
                <a:solidFill>
                  <a:srgbClr val="757575"/>
                </a:solidFill>
                <a:latin typeface="Roboto"/>
                <a:cs typeface="Roboto"/>
              </a:rPr>
              <a:t>Developer</a:t>
            </a:r>
            <a:r>
              <a:rPr dirty="0" sz="1600" spc="-40">
                <a:solidFill>
                  <a:srgbClr val="757575"/>
                </a:solidFill>
                <a:latin typeface="Roboto"/>
                <a:cs typeface="Roboto"/>
              </a:rPr>
              <a:t> </a:t>
            </a:r>
            <a:r>
              <a:rPr dirty="0" sz="1600" spc="-10">
                <a:solidFill>
                  <a:srgbClr val="757575"/>
                </a:solidFill>
                <a:latin typeface="Roboto"/>
                <a:cs typeface="Roboto"/>
              </a:rPr>
              <a:t>Advocate</a:t>
            </a:r>
            <a:r>
              <a:rPr dirty="0" sz="1600" spc="-35">
                <a:solidFill>
                  <a:srgbClr val="757575"/>
                </a:solidFill>
                <a:latin typeface="Roboto"/>
                <a:cs typeface="Roboto"/>
              </a:rPr>
              <a:t> </a:t>
            </a:r>
            <a:r>
              <a:rPr dirty="0" sz="1600">
                <a:solidFill>
                  <a:srgbClr val="757575"/>
                </a:solidFill>
                <a:latin typeface="Roboto"/>
                <a:cs typeface="Roboto"/>
              </a:rPr>
              <a:t>for</a:t>
            </a:r>
            <a:r>
              <a:rPr dirty="0" sz="1600" spc="-40">
                <a:solidFill>
                  <a:srgbClr val="757575"/>
                </a:solidFill>
                <a:latin typeface="Roboto"/>
                <a:cs typeface="Roboto"/>
              </a:rPr>
              <a:t> </a:t>
            </a:r>
            <a:r>
              <a:rPr dirty="0" sz="1600">
                <a:solidFill>
                  <a:srgbClr val="757575"/>
                </a:solidFill>
                <a:latin typeface="Roboto"/>
                <a:cs typeface="Roboto"/>
              </a:rPr>
              <a:t>Google</a:t>
            </a:r>
            <a:r>
              <a:rPr dirty="0" sz="1600" spc="-35">
                <a:solidFill>
                  <a:srgbClr val="757575"/>
                </a:solidFill>
                <a:latin typeface="Roboto"/>
                <a:cs typeface="Roboto"/>
              </a:rPr>
              <a:t> </a:t>
            </a:r>
            <a:r>
              <a:rPr dirty="0" sz="1600" spc="-10">
                <a:solidFill>
                  <a:srgbClr val="757575"/>
                </a:solidFill>
                <a:latin typeface="Roboto"/>
                <a:cs typeface="Roboto"/>
              </a:rPr>
              <a:t>Cloud</a:t>
            </a:r>
            <a:endParaRPr sz="1600">
              <a:latin typeface="Roboto"/>
              <a:cs typeface="Roboto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5754070" y="3909249"/>
            <a:ext cx="3359150" cy="1129665"/>
            <a:chOff x="5754070" y="3909249"/>
            <a:chExt cx="3359150" cy="1129665"/>
          </a:xfrm>
        </p:grpSpPr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83925" y="3909249"/>
              <a:ext cx="1129273" cy="1129274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54070" y="3931325"/>
              <a:ext cx="1086850" cy="1054224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74975" y="3985450"/>
              <a:ext cx="1129274" cy="1000099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7765384" y="412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737373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64668" y="4969988"/>
            <a:ext cx="996950" cy="43815"/>
            <a:chOff x="364668" y="4969988"/>
            <a:chExt cx="996950" cy="43815"/>
          </a:xfrm>
        </p:grpSpPr>
        <p:sp>
          <p:nvSpPr>
            <p:cNvPr id="3" name="object 3" descr=""/>
            <p:cNvSpPr/>
            <p:nvPr/>
          </p:nvSpPr>
          <p:spPr>
            <a:xfrm>
              <a:off x="364668" y="4969988"/>
              <a:ext cx="249554" cy="43815"/>
            </a:xfrm>
            <a:custGeom>
              <a:avLst/>
              <a:gdLst/>
              <a:ahLst/>
              <a:cxnLst/>
              <a:rect l="l" t="t" r="r" b="b"/>
              <a:pathLst>
                <a:path w="249554" h="43814">
                  <a:moveTo>
                    <a:pt x="249173" y="43445"/>
                  </a:moveTo>
                  <a:lnTo>
                    <a:pt x="0" y="43445"/>
                  </a:lnTo>
                  <a:lnTo>
                    <a:pt x="0" y="0"/>
                  </a:lnTo>
                  <a:lnTo>
                    <a:pt x="249173" y="0"/>
                  </a:lnTo>
                  <a:lnTo>
                    <a:pt x="249173" y="43445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613870" y="4969988"/>
              <a:ext cx="249554" cy="43815"/>
            </a:xfrm>
            <a:custGeom>
              <a:avLst/>
              <a:gdLst/>
              <a:ahLst/>
              <a:cxnLst/>
              <a:rect l="l" t="t" r="r" b="b"/>
              <a:pathLst>
                <a:path w="249555" h="43814">
                  <a:moveTo>
                    <a:pt x="249173" y="43445"/>
                  </a:moveTo>
                  <a:lnTo>
                    <a:pt x="0" y="43445"/>
                  </a:lnTo>
                  <a:lnTo>
                    <a:pt x="0" y="0"/>
                  </a:lnTo>
                  <a:lnTo>
                    <a:pt x="249173" y="0"/>
                  </a:lnTo>
                  <a:lnTo>
                    <a:pt x="249173" y="43445"/>
                  </a:lnTo>
                  <a:close/>
                </a:path>
              </a:pathLst>
            </a:custGeom>
            <a:solidFill>
              <a:srgbClr val="D02D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63070" y="4969988"/>
              <a:ext cx="249554" cy="43815"/>
            </a:xfrm>
            <a:custGeom>
              <a:avLst/>
              <a:gdLst/>
              <a:ahLst/>
              <a:cxnLst/>
              <a:rect l="l" t="t" r="r" b="b"/>
              <a:pathLst>
                <a:path w="249555" h="43814">
                  <a:moveTo>
                    <a:pt x="249173" y="43445"/>
                  </a:moveTo>
                  <a:lnTo>
                    <a:pt x="0" y="43445"/>
                  </a:lnTo>
                  <a:lnTo>
                    <a:pt x="0" y="0"/>
                  </a:lnTo>
                  <a:lnTo>
                    <a:pt x="249173" y="0"/>
                  </a:lnTo>
                  <a:lnTo>
                    <a:pt x="249173" y="43445"/>
                  </a:lnTo>
                  <a:close/>
                </a:path>
              </a:pathLst>
            </a:custGeom>
            <a:solidFill>
              <a:srgbClr val="F0A6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112271" y="4969988"/>
              <a:ext cx="249554" cy="43815"/>
            </a:xfrm>
            <a:custGeom>
              <a:avLst/>
              <a:gdLst/>
              <a:ahLst/>
              <a:cxnLst/>
              <a:rect l="l" t="t" r="r" b="b"/>
              <a:pathLst>
                <a:path w="249555" h="43814">
                  <a:moveTo>
                    <a:pt x="249173" y="43445"/>
                  </a:moveTo>
                  <a:lnTo>
                    <a:pt x="0" y="43445"/>
                  </a:lnTo>
                  <a:lnTo>
                    <a:pt x="0" y="0"/>
                  </a:lnTo>
                  <a:lnTo>
                    <a:pt x="249173" y="0"/>
                  </a:lnTo>
                  <a:lnTo>
                    <a:pt x="249173" y="43445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359443" y="1178686"/>
            <a:ext cx="261874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000000"/>
                </a:solidFill>
              </a:rPr>
              <a:t>Mete</a:t>
            </a:r>
            <a:r>
              <a:rPr dirty="0" sz="3600" spc="-105">
                <a:solidFill>
                  <a:srgbClr val="000000"/>
                </a:solidFill>
              </a:rPr>
              <a:t> </a:t>
            </a:r>
            <a:r>
              <a:rPr dirty="0" sz="3600" spc="-10">
                <a:solidFill>
                  <a:srgbClr val="000000"/>
                </a:solidFill>
              </a:rPr>
              <a:t>Atamel</a:t>
            </a:r>
            <a:endParaRPr sz="3600"/>
          </a:p>
        </p:txBody>
      </p:sp>
      <p:sp>
        <p:nvSpPr>
          <p:cNvPr id="8" name="object 8" descr=""/>
          <p:cNvSpPr txBox="1"/>
          <p:nvPr/>
        </p:nvSpPr>
        <p:spPr>
          <a:xfrm>
            <a:off x="888723" y="1738375"/>
            <a:ext cx="4092575" cy="2597150"/>
          </a:xfrm>
          <a:prstGeom prst="rect">
            <a:avLst/>
          </a:prstGeom>
        </p:spPr>
        <p:txBody>
          <a:bodyPr wrap="square" lIns="0" tIns="167005" rIns="0" bIns="0" rtlCol="0" vert="horz">
            <a:spAutoFit/>
          </a:bodyPr>
          <a:lstStyle/>
          <a:p>
            <a:pPr algn="r" marR="9525">
              <a:lnSpc>
                <a:spcPct val="100000"/>
              </a:lnSpc>
              <a:spcBef>
                <a:spcPts val="1315"/>
              </a:spcBef>
            </a:pPr>
            <a:r>
              <a:rPr dirty="0" sz="1800">
                <a:solidFill>
                  <a:srgbClr val="757575"/>
                </a:solidFill>
                <a:latin typeface="Roboto"/>
                <a:cs typeface="Roboto"/>
              </a:rPr>
              <a:t>Developer</a:t>
            </a:r>
            <a:r>
              <a:rPr dirty="0" sz="1800" spc="-40">
                <a:solidFill>
                  <a:srgbClr val="757575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757575"/>
                </a:solidFill>
                <a:latin typeface="Roboto"/>
                <a:cs typeface="Roboto"/>
              </a:rPr>
              <a:t>Advocate</a:t>
            </a:r>
            <a:r>
              <a:rPr dirty="0" sz="1800" spc="-40">
                <a:solidFill>
                  <a:srgbClr val="757575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757575"/>
                </a:solidFill>
                <a:latin typeface="Roboto"/>
                <a:cs typeface="Roboto"/>
              </a:rPr>
              <a:t>for</a:t>
            </a:r>
            <a:r>
              <a:rPr dirty="0" sz="1800" spc="-35">
                <a:solidFill>
                  <a:srgbClr val="757575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757575"/>
                </a:solidFill>
                <a:latin typeface="Roboto"/>
                <a:cs typeface="Roboto"/>
              </a:rPr>
              <a:t>Google</a:t>
            </a:r>
            <a:r>
              <a:rPr dirty="0" sz="1800" spc="-40">
                <a:solidFill>
                  <a:srgbClr val="757575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757575"/>
                </a:solidFill>
                <a:latin typeface="Roboto"/>
                <a:cs typeface="Roboto"/>
              </a:rPr>
              <a:t>Cloud</a:t>
            </a:r>
            <a:endParaRPr sz="1800">
              <a:latin typeface="Roboto"/>
              <a:cs typeface="Roboto"/>
            </a:endParaRPr>
          </a:p>
          <a:p>
            <a:pPr algn="r" marL="1220470" marR="6350" indent="1435735">
              <a:lnSpc>
                <a:spcPts val="3379"/>
              </a:lnSpc>
              <a:spcBef>
                <a:spcPts val="310"/>
              </a:spcBef>
            </a:pPr>
            <a:r>
              <a:rPr dirty="0" sz="1800" spc="-10">
                <a:solidFill>
                  <a:srgbClr val="757575"/>
                </a:solidFill>
                <a:latin typeface="Roboto"/>
                <a:cs typeface="Roboto"/>
              </a:rPr>
              <a:t>@meteatamel </a:t>
            </a:r>
            <a:r>
              <a:rPr dirty="0" sz="1800" spc="-10">
                <a:solidFill>
                  <a:srgbClr val="757575"/>
                </a:solidFill>
                <a:latin typeface="Roboto"/>
                <a:cs typeface="Roboto"/>
                <a:hlinkClick r:id="rId2"/>
              </a:rPr>
              <a:t>atamel@google.com</a:t>
            </a:r>
            <a:r>
              <a:rPr dirty="0" sz="1800" spc="-10">
                <a:solidFill>
                  <a:srgbClr val="757575"/>
                </a:solidFill>
                <a:latin typeface="Roboto"/>
                <a:cs typeface="Roboto"/>
              </a:rPr>
              <a:t> meteatamel.wordpress.com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100"/>
              </a:spcBef>
            </a:pPr>
            <a:endParaRPr sz="1800">
              <a:latin typeface="Roboto"/>
              <a:cs typeface="Roboto"/>
            </a:endParaRPr>
          </a:p>
          <a:p>
            <a:pPr algn="r" marR="508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757575"/>
                </a:solidFill>
                <a:latin typeface="Roboto"/>
                <a:cs typeface="Roboto"/>
              </a:rPr>
              <a:t>Please</a:t>
            </a:r>
            <a:r>
              <a:rPr dirty="0" sz="1800" spc="-30">
                <a:solidFill>
                  <a:srgbClr val="757575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757575"/>
                </a:solidFill>
                <a:latin typeface="Roboto"/>
                <a:cs typeface="Roboto"/>
              </a:rPr>
              <a:t>send</a:t>
            </a:r>
            <a:r>
              <a:rPr dirty="0" sz="1800" spc="-30">
                <a:solidFill>
                  <a:srgbClr val="757575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757575"/>
                </a:solidFill>
                <a:latin typeface="Roboto"/>
                <a:cs typeface="Roboto"/>
              </a:rPr>
              <a:t>talk</a:t>
            </a:r>
            <a:r>
              <a:rPr dirty="0" sz="1800" spc="-30">
                <a:solidFill>
                  <a:srgbClr val="757575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757575"/>
                </a:solidFill>
                <a:latin typeface="Roboto"/>
                <a:cs typeface="Roboto"/>
              </a:rPr>
              <a:t>feedback:</a:t>
            </a:r>
            <a:r>
              <a:rPr dirty="0" sz="1800" spc="5">
                <a:solidFill>
                  <a:srgbClr val="757575"/>
                </a:solidFill>
                <a:latin typeface="Roboto"/>
                <a:cs typeface="Roboto"/>
              </a:rPr>
              <a:t> </a:t>
            </a:r>
            <a:r>
              <a:rPr dirty="0" sz="1800" spc="-10" b="1">
                <a:solidFill>
                  <a:srgbClr val="757575"/>
                </a:solidFill>
                <a:latin typeface="Roboto"/>
                <a:cs typeface="Roboto"/>
              </a:rPr>
              <a:t>bit.ly/atamel</a:t>
            </a:r>
            <a:endParaRPr sz="1800">
              <a:latin typeface="Roboto"/>
              <a:cs typeface="Roboto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4124" y="1093737"/>
            <a:ext cx="2956019" cy="2956024"/>
          </a:xfrm>
          <a:prstGeom prst="rect">
            <a:avLst/>
          </a:prstGeom>
        </p:spPr>
      </p:pic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737373"/>
                </a:solidFill>
              </a:rPr>
              <a:t>Google</a:t>
            </a:r>
            <a:r>
              <a:rPr dirty="0" spc="-10">
                <a:solidFill>
                  <a:srgbClr val="737373"/>
                </a:solidFill>
              </a:rPr>
              <a:t> Cloud Platform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6789260" y="4926200"/>
            <a:ext cx="747395" cy="10033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500" spc="-10">
                <a:solidFill>
                  <a:srgbClr val="737373"/>
                </a:solidFill>
                <a:latin typeface="Roboto"/>
                <a:cs typeface="Roboto"/>
              </a:rPr>
              <a:t>Confidential</a:t>
            </a:r>
            <a:r>
              <a:rPr dirty="0" sz="500" spc="10">
                <a:solidFill>
                  <a:srgbClr val="737373"/>
                </a:solidFill>
                <a:latin typeface="Roboto"/>
                <a:cs typeface="Roboto"/>
              </a:rPr>
              <a:t> </a:t>
            </a:r>
            <a:r>
              <a:rPr dirty="0" sz="500">
                <a:solidFill>
                  <a:srgbClr val="737373"/>
                </a:solidFill>
                <a:latin typeface="Roboto"/>
                <a:cs typeface="Roboto"/>
              </a:rPr>
              <a:t>&amp;</a:t>
            </a:r>
            <a:r>
              <a:rPr dirty="0" sz="500" spc="10">
                <a:solidFill>
                  <a:srgbClr val="737373"/>
                </a:solidFill>
                <a:latin typeface="Roboto"/>
                <a:cs typeface="Roboto"/>
              </a:rPr>
              <a:t> </a:t>
            </a:r>
            <a:r>
              <a:rPr dirty="0" sz="500" spc="-10">
                <a:solidFill>
                  <a:srgbClr val="737373"/>
                </a:solidFill>
                <a:latin typeface="Roboto"/>
                <a:cs typeface="Roboto"/>
              </a:rPr>
              <a:t>Proprietary</a:t>
            </a:r>
            <a:endParaRPr sz="500">
              <a:latin typeface="Roboto"/>
              <a:cs typeface="Roboto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7366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50">
                <a:solidFill>
                  <a:srgbClr val="737373"/>
                </a:solidFill>
              </a:rPr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4528" y="4915750"/>
            <a:ext cx="129140" cy="1151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21730" y="1667506"/>
            <a:ext cx="649287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FFFFFF"/>
                </a:solidFill>
                <a:latin typeface="Roboto"/>
                <a:cs typeface="Roboto"/>
              </a:rPr>
              <a:t>Software</a:t>
            </a:r>
            <a:r>
              <a:rPr dirty="0" sz="3600" spc="-8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600" spc="-10">
                <a:solidFill>
                  <a:srgbClr val="FFFFFF"/>
                </a:solidFill>
                <a:latin typeface="Roboto"/>
                <a:cs typeface="Roboto"/>
              </a:rPr>
              <a:t>development</a:t>
            </a:r>
            <a:r>
              <a:rPr dirty="0" sz="3600" spc="-7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600">
                <a:solidFill>
                  <a:srgbClr val="FFFFFF"/>
                </a:solidFill>
                <a:latin typeface="Roboto"/>
                <a:cs typeface="Roboto"/>
              </a:rPr>
              <a:t>is</a:t>
            </a:r>
            <a:r>
              <a:rPr dirty="0" sz="3600" spc="-8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600" spc="-10">
                <a:solidFill>
                  <a:srgbClr val="FFFFFF"/>
                </a:solidFill>
                <a:latin typeface="Roboto"/>
                <a:cs typeface="Roboto"/>
              </a:rPr>
              <a:t>HARD!</a:t>
            </a:r>
            <a:endParaRPr sz="3600">
              <a:latin typeface="Roboto"/>
              <a:cs typeface="Roboto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737373"/>
                </a:solidFill>
              </a:rPr>
              <a:t>Google</a:t>
            </a:r>
            <a:r>
              <a:rPr dirty="0" spc="-10">
                <a:solidFill>
                  <a:srgbClr val="737373"/>
                </a:solidFill>
              </a:rPr>
              <a:t> Cloud Platform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6789260" y="4926200"/>
            <a:ext cx="747395" cy="10033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500" spc="-10">
                <a:solidFill>
                  <a:srgbClr val="737373"/>
                </a:solidFill>
                <a:latin typeface="Roboto"/>
                <a:cs typeface="Roboto"/>
              </a:rPr>
              <a:t>Confidential</a:t>
            </a:r>
            <a:r>
              <a:rPr dirty="0" sz="500" spc="10">
                <a:solidFill>
                  <a:srgbClr val="737373"/>
                </a:solidFill>
                <a:latin typeface="Roboto"/>
                <a:cs typeface="Roboto"/>
              </a:rPr>
              <a:t> </a:t>
            </a:r>
            <a:r>
              <a:rPr dirty="0" sz="500">
                <a:solidFill>
                  <a:srgbClr val="737373"/>
                </a:solidFill>
                <a:latin typeface="Roboto"/>
                <a:cs typeface="Roboto"/>
              </a:rPr>
              <a:t>&amp;</a:t>
            </a:r>
            <a:r>
              <a:rPr dirty="0" sz="500" spc="10">
                <a:solidFill>
                  <a:srgbClr val="737373"/>
                </a:solidFill>
                <a:latin typeface="Roboto"/>
                <a:cs typeface="Roboto"/>
              </a:rPr>
              <a:t> </a:t>
            </a:r>
            <a:r>
              <a:rPr dirty="0" sz="500" spc="-10">
                <a:solidFill>
                  <a:srgbClr val="737373"/>
                </a:solidFill>
                <a:latin typeface="Roboto"/>
                <a:cs typeface="Roboto"/>
              </a:rPr>
              <a:t>Proprietary</a:t>
            </a:r>
            <a:endParaRPr sz="500">
              <a:latin typeface="Roboto"/>
              <a:cs typeface="Roboto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7366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50">
                <a:solidFill>
                  <a:srgbClr val="737373"/>
                </a:solidFill>
              </a:rPr>
              <a:t>2</a:t>
            </a:fld>
          </a:p>
        </p:txBody>
      </p:sp>
      <p:sp>
        <p:nvSpPr>
          <p:cNvPr id="5" name="object 5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FFFFFF"/>
                </a:solidFill>
                <a:latin typeface="Roboto"/>
                <a:cs typeface="Roboto"/>
              </a:rPr>
              <a:t>And</a:t>
            </a:r>
            <a:r>
              <a:rPr dirty="0" sz="3600" spc="-6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600">
                <a:solidFill>
                  <a:srgbClr val="FFFFFF"/>
                </a:solidFill>
                <a:latin typeface="Roboto"/>
                <a:cs typeface="Roboto"/>
              </a:rPr>
              <a:t>it</a:t>
            </a:r>
            <a:r>
              <a:rPr dirty="0" sz="3600" spc="-5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600">
                <a:solidFill>
                  <a:srgbClr val="FFFFFF"/>
                </a:solidFill>
                <a:latin typeface="Roboto"/>
                <a:cs typeface="Roboto"/>
              </a:rPr>
              <a:t>is</a:t>
            </a:r>
            <a:r>
              <a:rPr dirty="0" sz="3600" spc="-5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600">
                <a:solidFill>
                  <a:srgbClr val="FFFFFF"/>
                </a:solidFill>
                <a:latin typeface="Roboto"/>
                <a:cs typeface="Roboto"/>
              </a:rPr>
              <a:t>not</a:t>
            </a:r>
            <a:r>
              <a:rPr dirty="0" sz="3600" spc="-5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600">
                <a:solidFill>
                  <a:srgbClr val="FFFFFF"/>
                </a:solidFill>
                <a:latin typeface="Roboto"/>
                <a:cs typeface="Roboto"/>
              </a:rPr>
              <a:t>getting</a:t>
            </a:r>
            <a:r>
              <a:rPr dirty="0" sz="3600" spc="-5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600">
                <a:solidFill>
                  <a:srgbClr val="FFFFFF"/>
                </a:solidFill>
                <a:latin typeface="Roboto"/>
                <a:cs typeface="Roboto"/>
              </a:rPr>
              <a:t>any</a:t>
            </a:r>
            <a:r>
              <a:rPr dirty="0" sz="3600" spc="-5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600" spc="-10">
                <a:solidFill>
                  <a:srgbClr val="FFFFFF"/>
                </a:solidFill>
                <a:latin typeface="Roboto"/>
                <a:cs typeface="Roboto"/>
              </a:rPr>
              <a:t>easier...</a:t>
            </a:r>
            <a:endParaRPr sz="36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56" y="0"/>
            <a:ext cx="9144000" cy="5034280"/>
            <a:chOff x="-56" y="0"/>
            <a:chExt cx="9144000" cy="5034280"/>
          </a:xfrm>
        </p:grpSpPr>
        <p:sp>
          <p:nvSpPr>
            <p:cNvPr id="3" name="object 3" descr=""/>
            <p:cNvSpPr/>
            <p:nvPr/>
          </p:nvSpPr>
          <p:spPr>
            <a:xfrm>
              <a:off x="684926" y="4999213"/>
              <a:ext cx="242570" cy="34925"/>
            </a:xfrm>
            <a:custGeom>
              <a:avLst/>
              <a:gdLst/>
              <a:ahLst/>
              <a:cxnLst/>
              <a:rect l="l" t="t" r="r" b="b"/>
              <a:pathLst>
                <a:path w="242569" h="34925">
                  <a:moveTo>
                    <a:pt x="242090" y="34620"/>
                  </a:moveTo>
                  <a:lnTo>
                    <a:pt x="0" y="34620"/>
                  </a:lnTo>
                  <a:lnTo>
                    <a:pt x="0" y="0"/>
                  </a:lnTo>
                  <a:lnTo>
                    <a:pt x="242090" y="0"/>
                  </a:lnTo>
                  <a:lnTo>
                    <a:pt x="242090" y="34620"/>
                  </a:lnTo>
                  <a:close/>
                </a:path>
              </a:pathLst>
            </a:custGeom>
            <a:solidFill>
              <a:srgbClr val="D844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926925" y="4999213"/>
              <a:ext cx="240029" cy="34925"/>
            </a:xfrm>
            <a:custGeom>
              <a:avLst/>
              <a:gdLst/>
              <a:ahLst/>
              <a:cxnLst/>
              <a:rect l="l" t="t" r="r" b="b"/>
              <a:pathLst>
                <a:path w="240030" h="34925">
                  <a:moveTo>
                    <a:pt x="239997" y="34620"/>
                  </a:moveTo>
                  <a:lnTo>
                    <a:pt x="0" y="34620"/>
                  </a:lnTo>
                  <a:lnTo>
                    <a:pt x="0" y="0"/>
                  </a:lnTo>
                  <a:lnTo>
                    <a:pt x="239997" y="0"/>
                  </a:lnTo>
                  <a:lnTo>
                    <a:pt x="239997" y="34620"/>
                  </a:lnTo>
                  <a:close/>
                </a:path>
              </a:pathLst>
            </a:custGeom>
            <a:solidFill>
              <a:srgbClr val="F4B4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166927" y="4999213"/>
              <a:ext cx="240665" cy="34925"/>
            </a:xfrm>
            <a:custGeom>
              <a:avLst/>
              <a:gdLst/>
              <a:ahLst/>
              <a:cxnLst/>
              <a:rect l="l" t="t" r="r" b="b"/>
              <a:pathLst>
                <a:path w="240665" h="34925">
                  <a:moveTo>
                    <a:pt x="240258" y="34620"/>
                  </a:moveTo>
                  <a:lnTo>
                    <a:pt x="0" y="34620"/>
                  </a:lnTo>
                  <a:lnTo>
                    <a:pt x="0" y="0"/>
                  </a:lnTo>
                  <a:lnTo>
                    <a:pt x="240258" y="0"/>
                  </a:lnTo>
                  <a:lnTo>
                    <a:pt x="240258" y="34620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-50" y="0"/>
              <a:ext cx="9144000" cy="5034280"/>
            </a:xfrm>
            <a:custGeom>
              <a:avLst/>
              <a:gdLst/>
              <a:ahLst/>
              <a:cxnLst/>
              <a:rect l="l" t="t" r="r" b="b"/>
              <a:pathLst>
                <a:path w="9144000" h="5034280">
                  <a:moveTo>
                    <a:pt x="693508" y="4999215"/>
                  </a:moveTo>
                  <a:lnTo>
                    <a:pt x="451421" y="4999215"/>
                  </a:lnTo>
                  <a:lnTo>
                    <a:pt x="451421" y="5033835"/>
                  </a:lnTo>
                  <a:lnTo>
                    <a:pt x="693508" y="5033835"/>
                  </a:lnTo>
                  <a:lnTo>
                    <a:pt x="693508" y="4999215"/>
                  </a:lnTo>
                  <a:close/>
                </a:path>
                <a:path w="9144000" h="5034280">
                  <a:moveTo>
                    <a:pt x="9143987" y="0"/>
                  </a:moveTo>
                  <a:lnTo>
                    <a:pt x="0" y="0"/>
                  </a:lnTo>
                  <a:lnTo>
                    <a:pt x="0" y="564007"/>
                  </a:lnTo>
                  <a:lnTo>
                    <a:pt x="9143987" y="564007"/>
                  </a:lnTo>
                  <a:lnTo>
                    <a:pt x="9143987" y="0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</a:t>
            </a:r>
            <a:r>
              <a:rPr dirty="0" spc="-35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/>
              <a:t>good</a:t>
            </a:r>
            <a:r>
              <a:rPr dirty="0" spc="-30"/>
              <a:t> </a:t>
            </a:r>
            <a:r>
              <a:rPr dirty="0"/>
              <a:t>old</a:t>
            </a:r>
            <a:r>
              <a:rPr dirty="0" spc="-30"/>
              <a:t> </a:t>
            </a:r>
            <a:r>
              <a:rPr dirty="0" spc="-20"/>
              <a:t>days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900" y="554300"/>
            <a:ext cx="9145481" cy="4589201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1277300" y="1111424"/>
            <a:ext cx="6944359" cy="692150"/>
          </a:xfrm>
          <a:prstGeom prst="rect">
            <a:avLst/>
          </a:prstGeom>
          <a:solidFill>
            <a:srgbClr val="C9DAF7"/>
          </a:solidFill>
        </p:spPr>
        <p:txBody>
          <a:bodyPr wrap="square" lIns="0" tIns="514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05"/>
              </a:spcBef>
            </a:pPr>
            <a:r>
              <a:rPr dirty="0" sz="3600">
                <a:latin typeface="Roboto"/>
                <a:cs typeface="Roboto"/>
              </a:rPr>
              <a:t>This</a:t>
            </a:r>
            <a:r>
              <a:rPr dirty="0" sz="3600" spc="-45">
                <a:latin typeface="Roboto"/>
                <a:cs typeface="Roboto"/>
              </a:rPr>
              <a:t> </a:t>
            </a:r>
            <a:r>
              <a:rPr dirty="0" sz="3600">
                <a:latin typeface="Roboto"/>
                <a:cs typeface="Roboto"/>
              </a:rPr>
              <a:t>is</a:t>
            </a:r>
            <a:r>
              <a:rPr dirty="0" sz="3600" spc="-45">
                <a:latin typeface="Roboto"/>
                <a:cs typeface="Roboto"/>
              </a:rPr>
              <a:t> </a:t>
            </a:r>
            <a:r>
              <a:rPr dirty="0" sz="3600">
                <a:latin typeface="Roboto"/>
                <a:cs typeface="Roboto"/>
              </a:rPr>
              <a:t>all</a:t>
            </a:r>
            <a:r>
              <a:rPr dirty="0" sz="3600" spc="-45">
                <a:latin typeface="Roboto"/>
                <a:cs typeface="Roboto"/>
              </a:rPr>
              <a:t> </a:t>
            </a:r>
            <a:r>
              <a:rPr dirty="0" sz="3600">
                <a:latin typeface="Roboto"/>
                <a:cs typeface="Roboto"/>
              </a:rPr>
              <a:t>I</a:t>
            </a:r>
            <a:r>
              <a:rPr dirty="0" sz="3600" spc="-50">
                <a:latin typeface="Roboto"/>
                <a:cs typeface="Roboto"/>
              </a:rPr>
              <a:t> </a:t>
            </a:r>
            <a:r>
              <a:rPr dirty="0" sz="3600">
                <a:latin typeface="Roboto"/>
                <a:cs typeface="Roboto"/>
              </a:rPr>
              <a:t>had</a:t>
            </a:r>
            <a:r>
              <a:rPr dirty="0" sz="3600" spc="-50">
                <a:latin typeface="Roboto"/>
                <a:cs typeface="Roboto"/>
              </a:rPr>
              <a:t> </a:t>
            </a:r>
            <a:r>
              <a:rPr dirty="0" sz="3600">
                <a:latin typeface="Roboto"/>
                <a:cs typeface="Roboto"/>
              </a:rPr>
              <a:t>to</a:t>
            </a:r>
            <a:r>
              <a:rPr dirty="0" sz="3600" spc="-45">
                <a:latin typeface="Roboto"/>
                <a:cs typeface="Roboto"/>
              </a:rPr>
              <a:t> </a:t>
            </a:r>
            <a:r>
              <a:rPr dirty="0" sz="3600" spc="-10">
                <a:latin typeface="Roboto"/>
                <a:cs typeface="Roboto"/>
              </a:rPr>
              <a:t>care...</a:t>
            </a:r>
            <a:endParaRPr sz="3600">
              <a:latin typeface="Roboto"/>
              <a:cs typeface="Roboto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341687" y="4824379"/>
            <a:ext cx="169163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666666"/>
                </a:solidFill>
                <a:latin typeface="Roboto"/>
                <a:cs typeface="Roboto"/>
              </a:rPr>
              <a:t>Image</a:t>
            </a:r>
            <a:r>
              <a:rPr dirty="0" sz="12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666666"/>
                </a:solidFill>
                <a:latin typeface="Roboto"/>
                <a:cs typeface="Roboto"/>
              </a:rPr>
              <a:t>Source:</a:t>
            </a:r>
            <a:r>
              <a:rPr dirty="0" sz="12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666666"/>
                </a:solidFill>
                <a:latin typeface="Roboto"/>
                <a:cs typeface="Roboto"/>
              </a:rPr>
              <a:t>Wikipedia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5126263" y="1869850"/>
            <a:ext cx="328295" cy="948690"/>
            <a:chOff x="5126263" y="1869850"/>
            <a:chExt cx="328295" cy="948690"/>
          </a:xfrm>
        </p:grpSpPr>
        <p:sp>
          <p:nvSpPr>
            <p:cNvPr id="13" name="object 13" descr=""/>
            <p:cNvSpPr/>
            <p:nvPr/>
          </p:nvSpPr>
          <p:spPr>
            <a:xfrm>
              <a:off x="5290225" y="1869850"/>
              <a:ext cx="0" cy="565150"/>
            </a:xfrm>
            <a:custGeom>
              <a:avLst/>
              <a:gdLst/>
              <a:ahLst/>
              <a:cxnLst/>
              <a:rect l="l" t="t" r="r" b="b"/>
              <a:pathLst>
                <a:path w="0" h="565150">
                  <a:moveTo>
                    <a:pt x="0" y="0"/>
                  </a:moveTo>
                  <a:lnTo>
                    <a:pt x="0" y="564599"/>
                  </a:lnTo>
                </a:path>
              </a:pathLst>
            </a:custGeom>
            <a:ln w="761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164363" y="2434449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5" h="346075">
                  <a:moveTo>
                    <a:pt x="125861" y="345803"/>
                  </a:moveTo>
                  <a:lnTo>
                    <a:pt x="0" y="0"/>
                  </a:lnTo>
                  <a:lnTo>
                    <a:pt x="251723" y="0"/>
                  </a:lnTo>
                  <a:lnTo>
                    <a:pt x="125861" y="34580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164363" y="2434449"/>
              <a:ext cx="252095" cy="346075"/>
            </a:xfrm>
            <a:custGeom>
              <a:avLst/>
              <a:gdLst/>
              <a:ahLst/>
              <a:cxnLst/>
              <a:rect l="l" t="t" r="r" b="b"/>
              <a:pathLst>
                <a:path w="252095" h="346075">
                  <a:moveTo>
                    <a:pt x="0" y="0"/>
                  </a:moveTo>
                  <a:lnTo>
                    <a:pt x="125861" y="345803"/>
                  </a:lnTo>
                  <a:lnTo>
                    <a:pt x="251723" y="0"/>
                  </a:lnTo>
                  <a:lnTo>
                    <a:pt x="0" y="0"/>
                  </a:lnTo>
                  <a:close/>
                </a:path>
              </a:pathLst>
            </a:custGeom>
            <a:ln w="761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1277300" y="3168824"/>
            <a:ext cx="6944359" cy="692150"/>
          </a:xfrm>
          <a:prstGeom prst="rect">
            <a:avLst/>
          </a:prstGeom>
          <a:solidFill>
            <a:srgbClr val="C9DAF7"/>
          </a:solidFill>
        </p:spPr>
        <p:txBody>
          <a:bodyPr wrap="square" lIns="0" tIns="514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05"/>
              </a:spcBef>
            </a:pPr>
            <a:r>
              <a:rPr dirty="0" sz="3600">
                <a:latin typeface="Roboto"/>
                <a:cs typeface="Roboto"/>
              </a:rPr>
              <a:t>Life</a:t>
            </a:r>
            <a:r>
              <a:rPr dirty="0" sz="3600" spc="-70">
                <a:latin typeface="Roboto"/>
                <a:cs typeface="Roboto"/>
              </a:rPr>
              <a:t> </a:t>
            </a:r>
            <a:r>
              <a:rPr dirty="0" sz="3600">
                <a:latin typeface="Roboto"/>
                <a:cs typeface="Roboto"/>
              </a:rPr>
              <a:t>was</a:t>
            </a:r>
            <a:r>
              <a:rPr dirty="0" sz="3600" spc="-55">
                <a:latin typeface="Roboto"/>
                <a:cs typeface="Roboto"/>
              </a:rPr>
              <a:t> </a:t>
            </a:r>
            <a:r>
              <a:rPr dirty="0" sz="3600">
                <a:latin typeface="Roboto"/>
                <a:cs typeface="Roboto"/>
              </a:rPr>
              <a:t>good</a:t>
            </a:r>
            <a:r>
              <a:rPr dirty="0" sz="3600" spc="-60">
                <a:latin typeface="Roboto"/>
                <a:cs typeface="Roboto"/>
              </a:rPr>
              <a:t> </a:t>
            </a:r>
            <a:r>
              <a:rPr dirty="0" sz="3600" spc="-10">
                <a:latin typeface="Roboto"/>
                <a:cs typeface="Roboto"/>
              </a:rPr>
              <a:t>:-</a:t>
            </a:r>
            <a:r>
              <a:rPr dirty="0" sz="3600" spc="-50">
                <a:latin typeface="Roboto"/>
                <a:cs typeface="Roboto"/>
              </a:rPr>
              <a:t>)</a:t>
            </a:r>
            <a:endParaRPr sz="3600">
              <a:latin typeface="Roboto"/>
              <a:cs typeface="Roboto"/>
            </a:endParaRPr>
          </a:p>
        </p:txBody>
      </p:sp>
      <p:sp>
        <p:nvSpPr>
          <p:cNvPr id="17" name="object 1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dirty="0" spc="-30"/>
              <a:t> </a:t>
            </a:r>
            <a:r>
              <a:rPr dirty="0"/>
              <a:t>lot</a:t>
            </a:r>
            <a:r>
              <a:rPr dirty="0" spc="-25"/>
              <a:t> </a:t>
            </a:r>
            <a:r>
              <a:rPr dirty="0"/>
              <a:t>happened</a:t>
            </a:r>
            <a:r>
              <a:rPr dirty="0" spc="-25"/>
              <a:t> </a:t>
            </a:r>
            <a:r>
              <a:rPr dirty="0"/>
              <a:t>since</a:t>
            </a:r>
            <a:r>
              <a:rPr dirty="0" spc="-25"/>
              <a:t> </a:t>
            </a:r>
            <a:r>
              <a:rPr dirty="0" spc="-20"/>
              <a:t>then</a:t>
            </a:r>
          </a:p>
        </p:txBody>
      </p:sp>
      <p:sp>
        <p:nvSpPr>
          <p:cNvPr id="19" name="object 1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472225" y="1003334"/>
            <a:ext cx="1635760" cy="10045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8770">
              <a:lnSpc>
                <a:spcPct val="100000"/>
              </a:lnSpc>
              <a:spcBef>
                <a:spcPts val="100"/>
              </a:spcBef>
            </a:pPr>
            <a:r>
              <a:rPr dirty="0" sz="3000" spc="-10">
                <a:latin typeface="Roboto"/>
                <a:cs typeface="Roboto"/>
              </a:rPr>
              <a:t>Internet</a:t>
            </a:r>
            <a:endParaRPr sz="30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425"/>
              </a:spcBef>
            </a:pPr>
            <a:r>
              <a:rPr dirty="0" sz="1400">
                <a:latin typeface="Roboto"/>
                <a:cs typeface="Roboto"/>
              </a:rPr>
              <a:t>Web</a:t>
            </a:r>
            <a:r>
              <a:rPr dirty="0" sz="1400" spc="-5">
                <a:latin typeface="Roboto"/>
                <a:cs typeface="Roboto"/>
              </a:rPr>
              <a:t> </a:t>
            </a:r>
            <a:r>
              <a:rPr dirty="0" sz="1400" spc="-10">
                <a:latin typeface="Roboto"/>
                <a:cs typeface="Roboto"/>
              </a:rPr>
              <a:t>Servers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05750" y="2212138"/>
            <a:ext cx="97663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Roboto"/>
                <a:cs typeface="Roboto"/>
              </a:rPr>
              <a:t>App</a:t>
            </a:r>
            <a:r>
              <a:rPr dirty="0" sz="1400" spc="-30">
                <a:latin typeface="Roboto"/>
                <a:cs typeface="Roboto"/>
              </a:rPr>
              <a:t> </a:t>
            </a:r>
            <a:r>
              <a:rPr dirty="0" sz="1400" spc="-10">
                <a:latin typeface="Roboto"/>
                <a:cs typeface="Roboto"/>
              </a:rPr>
              <a:t>Servers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353525" y="1646038"/>
            <a:ext cx="86677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Roboto"/>
                <a:cs typeface="Roboto"/>
              </a:rPr>
              <a:t>Databases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245424" y="2446263"/>
            <a:ext cx="113157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Roboto"/>
                <a:cs typeface="Roboto"/>
              </a:rPr>
              <a:t>Microservices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750274" y="1560488"/>
            <a:ext cx="106489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Roboto"/>
                <a:cs typeface="Roboto"/>
              </a:rPr>
              <a:t>The</a:t>
            </a:r>
            <a:r>
              <a:rPr dirty="0" sz="1400" spc="-40">
                <a:latin typeface="Roboto"/>
                <a:cs typeface="Roboto"/>
              </a:rPr>
              <a:t> </a:t>
            </a:r>
            <a:r>
              <a:rPr dirty="0" sz="1400" spc="-10">
                <a:latin typeface="Roboto"/>
                <a:cs typeface="Roboto"/>
              </a:rPr>
              <a:t>Monolith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02875" y="3490913"/>
            <a:ext cx="1247775" cy="448309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dirty="0" sz="1400">
                <a:latin typeface="Roboto"/>
                <a:cs typeface="Roboto"/>
              </a:rPr>
              <a:t>Object</a:t>
            </a:r>
            <a:r>
              <a:rPr dirty="0" sz="1400" spc="-75">
                <a:latin typeface="Roboto"/>
                <a:cs typeface="Roboto"/>
              </a:rPr>
              <a:t> </a:t>
            </a:r>
            <a:r>
              <a:rPr dirty="0" sz="1400" spc="-10">
                <a:latin typeface="Roboto"/>
                <a:cs typeface="Roboto"/>
              </a:rPr>
              <a:t>Oriented Programming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027025" y="3072738"/>
            <a:ext cx="124777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Roboto"/>
                <a:cs typeface="Roboto"/>
              </a:rPr>
              <a:t>Version</a:t>
            </a:r>
            <a:r>
              <a:rPr dirty="0" sz="1400" spc="-35">
                <a:latin typeface="Roboto"/>
                <a:cs typeface="Roboto"/>
              </a:rPr>
              <a:t> </a:t>
            </a:r>
            <a:r>
              <a:rPr dirty="0" sz="1400" spc="-10">
                <a:latin typeface="Roboto"/>
                <a:cs typeface="Roboto"/>
              </a:rPr>
              <a:t>Control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195650" y="3116287"/>
            <a:ext cx="66992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Roboto"/>
                <a:cs typeface="Roboto"/>
              </a:rPr>
              <a:t>Caching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199800" y="2338388"/>
            <a:ext cx="13970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Roboto"/>
                <a:cs typeface="Roboto"/>
              </a:rPr>
              <a:t>Cloud</a:t>
            </a:r>
            <a:r>
              <a:rPr dirty="0" sz="1400" spc="-65">
                <a:latin typeface="Roboto"/>
                <a:cs typeface="Roboto"/>
              </a:rPr>
              <a:t> </a:t>
            </a:r>
            <a:r>
              <a:rPr dirty="0" sz="1400" spc="-10">
                <a:latin typeface="Roboto"/>
                <a:cs typeface="Roboto"/>
              </a:rPr>
              <a:t>Computing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458475" y="2778238"/>
            <a:ext cx="72898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Roboto"/>
                <a:cs typeface="Roboto"/>
              </a:rPr>
              <a:t>Firewalls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540550" y="3995988"/>
            <a:ext cx="795020" cy="448309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dirty="0" sz="1400" spc="-10">
                <a:latin typeface="Roboto"/>
                <a:cs typeface="Roboto"/>
              </a:rPr>
              <a:t>Virtual Machines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260175" y="3995988"/>
            <a:ext cx="69088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Roboto"/>
                <a:cs typeface="Roboto"/>
              </a:rPr>
              <a:t>Big</a:t>
            </a:r>
            <a:r>
              <a:rPr dirty="0" sz="1400" spc="-25">
                <a:latin typeface="Roboto"/>
                <a:cs typeface="Roboto"/>
              </a:rPr>
              <a:t> </a:t>
            </a:r>
            <a:r>
              <a:rPr dirty="0" sz="1400" spc="-20">
                <a:latin typeface="Roboto"/>
                <a:cs typeface="Roboto"/>
              </a:rPr>
              <a:t>Data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002099" y="3161038"/>
            <a:ext cx="711200" cy="448309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dirty="0" sz="1400" spc="-10">
                <a:latin typeface="Roboto"/>
                <a:cs typeface="Roboto"/>
              </a:rPr>
              <a:t>Machine Learning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288200" y="2028837"/>
            <a:ext cx="56197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Roboto"/>
                <a:cs typeface="Roboto"/>
              </a:rPr>
              <a:t>Mobile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820925" y="4128913"/>
            <a:ext cx="6356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Roboto"/>
                <a:cs typeface="Roboto"/>
              </a:rPr>
              <a:t>DevOps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804000" y="4128913"/>
            <a:ext cx="2813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Roboto"/>
                <a:cs typeface="Roboto"/>
              </a:rPr>
              <a:t>IoT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Nowadays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414752" y="2398749"/>
            <a:ext cx="3604260" cy="1316355"/>
          </a:xfrm>
          <a:custGeom>
            <a:avLst/>
            <a:gdLst/>
            <a:ahLst/>
            <a:cxnLst/>
            <a:rect l="l" t="t" r="r" b="b"/>
            <a:pathLst>
              <a:path w="3604260" h="1316354">
                <a:moveTo>
                  <a:pt x="3598773" y="1315905"/>
                </a:moveTo>
                <a:lnTo>
                  <a:pt x="4872" y="1315905"/>
                </a:lnTo>
                <a:lnTo>
                  <a:pt x="0" y="1311033"/>
                </a:lnTo>
                <a:lnTo>
                  <a:pt x="0" y="10882"/>
                </a:lnTo>
                <a:lnTo>
                  <a:pt x="0" y="4872"/>
                </a:lnTo>
                <a:lnTo>
                  <a:pt x="4872" y="0"/>
                </a:lnTo>
                <a:lnTo>
                  <a:pt x="3595650" y="0"/>
                </a:lnTo>
                <a:lnTo>
                  <a:pt x="3598417" y="1146"/>
                </a:lnTo>
                <a:lnTo>
                  <a:pt x="3602499" y="5228"/>
                </a:lnTo>
                <a:lnTo>
                  <a:pt x="3603646" y="7996"/>
                </a:lnTo>
                <a:lnTo>
                  <a:pt x="3603646" y="1311033"/>
                </a:lnTo>
                <a:lnTo>
                  <a:pt x="3598773" y="1315905"/>
                </a:lnTo>
                <a:close/>
              </a:path>
            </a:pathLst>
          </a:custGeom>
          <a:solidFill>
            <a:srgbClr val="E3F1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487777" y="2439389"/>
            <a:ext cx="35560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9E9E9E"/>
                </a:solidFill>
                <a:latin typeface="Roboto"/>
                <a:cs typeface="Roboto"/>
              </a:rPr>
              <a:t>ZONE</a:t>
            </a:r>
            <a:r>
              <a:rPr dirty="0" sz="750" spc="-20">
                <a:solidFill>
                  <a:srgbClr val="9E9E9E"/>
                </a:solidFill>
                <a:latin typeface="Roboto"/>
                <a:cs typeface="Roboto"/>
              </a:rPr>
              <a:t> </a:t>
            </a:r>
            <a:r>
              <a:rPr dirty="0" sz="750" spc="-50">
                <a:solidFill>
                  <a:srgbClr val="9E9E9E"/>
                </a:solidFill>
                <a:latin typeface="Roboto"/>
                <a:cs typeface="Roboto"/>
              </a:rPr>
              <a:t>A</a:t>
            </a:r>
            <a:endParaRPr sz="750">
              <a:latin typeface="Roboto"/>
              <a:cs typeface="Roboto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1405807" y="1370614"/>
            <a:ext cx="1544320" cy="431165"/>
            <a:chOff x="1405807" y="1370614"/>
            <a:chExt cx="1544320" cy="431165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5807" y="1370614"/>
              <a:ext cx="1544100" cy="430963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424856" y="1383314"/>
              <a:ext cx="1506220" cy="393065"/>
            </a:xfrm>
            <a:custGeom>
              <a:avLst/>
              <a:gdLst/>
              <a:ahLst/>
              <a:cxnLst/>
              <a:rect l="l" t="t" r="r" b="b"/>
              <a:pathLst>
                <a:path w="1506220" h="393064">
                  <a:moveTo>
                    <a:pt x="1503055" y="392863"/>
                  </a:moveTo>
                  <a:lnTo>
                    <a:pt x="2944" y="392863"/>
                  </a:lnTo>
                  <a:lnTo>
                    <a:pt x="0" y="389918"/>
                  </a:lnTo>
                  <a:lnTo>
                    <a:pt x="0" y="6576"/>
                  </a:lnTo>
                  <a:lnTo>
                    <a:pt x="0" y="2944"/>
                  </a:lnTo>
                  <a:lnTo>
                    <a:pt x="2944" y="0"/>
                  </a:lnTo>
                  <a:lnTo>
                    <a:pt x="1501167" y="0"/>
                  </a:lnTo>
                  <a:lnTo>
                    <a:pt x="1502840" y="692"/>
                  </a:lnTo>
                  <a:lnTo>
                    <a:pt x="1505306" y="3159"/>
                  </a:lnTo>
                  <a:lnTo>
                    <a:pt x="1505999" y="4832"/>
                  </a:lnTo>
                  <a:lnTo>
                    <a:pt x="1505999" y="389918"/>
                  </a:lnTo>
                  <a:lnTo>
                    <a:pt x="1503055" y="3928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842708" y="1482590"/>
            <a:ext cx="83248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757575"/>
                </a:solidFill>
                <a:latin typeface="Roboto"/>
                <a:cs typeface="Roboto"/>
              </a:rPr>
              <a:t>Load</a:t>
            </a:r>
            <a:r>
              <a:rPr dirty="0" sz="1000" spc="-45">
                <a:solidFill>
                  <a:srgbClr val="757575"/>
                </a:solidFill>
                <a:latin typeface="Roboto"/>
                <a:cs typeface="Roboto"/>
              </a:rPr>
              <a:t> </a:t>
            </a:r>
            <a:r>
              <a:rPr dirty="0" sz="1000" spc="-10">
                <a:solidFill>
                  <a:srgbClr val="757575"/>
                </a:solidFill>
                <a:latin typeface="Roboto"/>
                <a:cs typeface="Roboto"/>
              </a:rPr>
              <a:t>Balancer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734189" y="1452257"/>
            <a:ext cx="2915920" cy="2080260"/>
            <a:chOff x="734189" y="1452257"/>
            <a:chExt cx="2915920" cy="2080260"/>
          </a:xfrm>
        </p:grpSpPr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69579" y="1452257"/>
              <a:ext cx="274199" cy="253480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2177857" y="1776177"/>
              <a:ext cx="1043305" cy="779780"/>
            </a:xfrm>
            <a:custGeom>
              <a:avLst/>
              <a:gdLst/>
              <a:ahLst/>
              <a:cxnLst/>
              <a:rect l="l" t="t" r="r" b="b"/>
              <a:pathLst>
                <a:path w="1043305" h="779780">
                  <a:moveTo>
                    <a:pt x="0" y="0"/>
                  </a:moveTo>
                  <a:lnTo>
                    <a:pt x="0" y="412193"/>
                  </a:lnTo>
                  <a:lnTo>
                    <a:pt x="1042799" y="412193"/>
                  </a:lnTo>
                  <a:lnTo>
                    <a:pt x="1042799" y="779339"/>
                  </a:lnTo>
                </a:path>
              </a:pathLst>
            </a:custGeom>
            <a:ln w="19049">
              <a:solidFill>
                <a:srgbClr val="397D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199233" y="2534093"/>
              <a:ext cx="43180" cy="59055"/>
            </a:xfrm>
            <a:custGeom>
              <a:avLst/>
              <a:gdLst/>
              <a:ahLst/>
              <a:cxnLst/>
              <a:rect l="l" t="t" r="r" b="b"/>
              <a:pathLst>
                <a:path w="43180" h="59055">
                  <a:moveTo>
                    <a:pt x="21423" y="58860"/>
                  </a:moveTo>
                  <a:lnTo>
                    <a:pt x="0" y="0"/>
                  </a:lnTo>
                  <a:lnTo>
                    <a:pt x="21423" y="21423"/>
                  </a:lnTo>
                  <a:lnTo>
                    <a:pt x="42846" y="0"/>
                  </a:lnTo>
                  <a:lnTo>
                    <a:pt x="21423" y="58860"/>
                  </a:lnTo>
                  <a:close/>
                </a:path>
              </a:pathLst>
            </a:custGeom>
            <a:solidFill>
              <a:srgbClr val="397D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199233" y="2534093"/>
              <a:ext cx="43180" cy="59055"/>
            </a:xfrm>
            <a:custGeom>
              <a:avLst/>
              <a:gdLst/>
              <a:ahLst/>
              <a:cxnLst/>
              <a:rect l="l" t="t" r="r" b="b"/>
              <a:pathLst>
                <a:path w="43180" h="59055">
                  <a:moveTo>
                    <a:pt x="21423" y="21423"/>
                  </a:moveTo>
                  <a:lnTo>
                    <a:pt x="0" y="0"/>
                  </a:lnTo>
                  <a:lnTo>
                    <a:pt x="21423" y="58860"/>
                  </a:lnTo>
                  <a:lnTo>
                    <a:pt x="42846" y="0"/>
                  </a:lnTo>
                  <a:lnTo>
                    <a:pt x="21423" y="21423"/>
                  </a:lnTo>
                  <a:close/>
                </a:path>
              </a:pathLst>
            </a:custGeom>
            <a:ln w="19049">
              <a:solidFill>
                <a:srgbClr val="397D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177857" y="1776177"/>
              <a:ext cx="52705" cy="779780"/>
            </a:xfrm>
            <a:custGeom>
              <a:avLst/>
              <a:gdLst/>
              <a:ahLst/>
              <a:cxnLst/>
              <a:rect l="l" t="t" r="r" b="b"/>
              <a:pathLst>
                <a:path w="52705" h="779780">
                  <a:moveTo>
                    <a:pt x="0" y="0"/>
                  </a:moveTo>
                  <a:lnTo>
                    <a:pt x="0" y="412193"/>
                  </a:lnTo>
                  <a:lnTo>
                    <a:pt x="52199" y="412193"/>
                  </a:lnTo>
                  <a:lnTo>
                    <a:pt x="52199" y="779339"/>
                  </a:lnTo>
                </a:path>
              </a:pathLst>
            </a:custGeom>
            <a:ln w="19049">
              <a:solidFill>
                <a:srgbClr val="397D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208633" y="2534093"/>
              <a:ext cx="43180" cy="59055"/>
            </a:xfrm>
            <a:custGeom>
              <a:avLst/>
              <a:gdLst/>
              <a:ahLst/>
              <a:cxnLst/>
              <a:rect l="l" t="t" r="r" b="b"/>
              <a:pathLst>
                <a:path w="43180" h="59055">
                  <a:moveTo>
                    <a:pt x="21423" y="58860"/>
                  </a:moveTo>
                  <a:lnTo>
                    <a:pt x="0" y="0"/>
                  </a:lnTo>
                  <a:lnTo>
                    <a:pt x="21423" y="21423"/>
                  </a:lnTo>
                  <a:lnTo>
                    <a:pt x="42846" y="0"/>
                  </a:lnTo>
                  <a:lnTo>
                    <a:pt x="21423" y="58860"/>
                  </a:lnTo>
                  <a:close/>
                </a:path>
              </a:pathLst>
            </a:custGeom>
            <a:solidFill>
              <a:srgbClr val="397D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208633" y="2534093"/>
              <a:ext cx="43180" cy="59055"/>
            </a:xfrm>
            <a:custGeom>
              <a:avLst/>
              <a:gdLst/>
              <a:ahLst/>
              <a:cxnLst/>
              <a:rect l="l" t="t" r="r" b="b"/>
              <a:pathLst>
                <a:path w="43180" h="59055">
                  <a:moveTo>
                    <a:pt x="21423" y="21423"/>
                  </a:moveTo>
                  <a:lnTo>
                    <a:pt x="0" y="0"/>
                  </a:lnTo>
                  <a:lnTo>
                    <a:pt x="21423" y="58860"/>
                  </a:lnTo>
                  <a:lnTo>
                    <a:pt x="42846" y="0"/>
                  </a:lnTo>
                  <a:lnTo>
                    <a:pt x="21423" y="21423"/>
                  </a:lnTo>
                  <a:close/>
                </a:path>
              </a:pathLst>
            </a:custGeom>
            <a:ln w="19049">
              <a:solidFill>
                <a:srgbClr val="397D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163248" y="2185978"/>
              <a:ext cx="1017905" cy="369570"/>
            </a:xfrm>
            <a:custGeom>
              <a:avLst/>
              <a:gdLst/>
              <a:ahLst/>
              <a:cxnLst/>
              <a:rect l="l" t="t" r="r" b="b"/>
              <a:pathLst>
                <a:path w="1017905" h="369569">
                  <a:moveTo>
                    <a:pt x="1017899" y="0"/>
                  </a:moveTo>
                  <a:lnTo>
                    <a:pt x="0" y="0"/>
                  </a:lnTo>
                  <a:lnTo>
                    <a:pt x="0" y="369515"/>
                  </a:lnTo>
                </a:path>
              </a:pathLst>
            </a:custGeom>
            <a:ln w="19049">
              <a:solidFill>
                <a:srgbClr val="397D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141824" y="2534070"/>
              <a:ext cx="43180" cy="59055"/>
            </a:xfrm>
            <a:custGeom>
              <a:avLst/>
              <a:gdLst/>
              <a:ahLst/>
              <a:cxnLst/>
              <a:rect l="l" t="t" r="r" b="b"/>
              <a:pathLst>
                <a:path w="43180" h="59055">
                  <a:moveTo>
                    <a:pt x="21423" y="58860"/>
                  </a:moveTo>
                  <a:lnTo>
                    <a:pt x="0" y="0"/>
                  </a:lnTo>
                  <a:lnTo>
                    <a:pt x="21423" y="21423"/>
                  </a:lnTo>
                  <a:lnTo>
                    <a:pt x="42846" y="0"/>
                  </a:lnTo>
                  <a:lnTo>
                    <a:pt x="21423" y="58860"/>
                  </a:lnTo>
                  <a:close/>
                </a:path>
              </a:pathLst>
            </a:custGeom>
            <a:solidFill>
              <a:srgbClr val="397D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141824" y="2534070"/>
              <a:ext cx="43180" cy="59055"/>
            </a:xfrm>
            <a:custGeom>
              <a:avLst/>
              <a:gdLst/>
              <a:ahLst/>
              <a:cxnLst/>
              <a:rect l="l" t="t" r="r" b="b"/>
              <a:pathLst>
                <a:path w="43180" h="59055">
                  <a:moveTo>
                    <a:pt x="21423" y="21423"/>
                  </a:moveTo>
                  <a:lnTo>
                    <a:pt x="0" y="0"/>
                  </a:lnTo>
                  <a:lnTo>
                    <a:pt x="21423" y="58860"/>
                  </a:lnTo>
                  <a:lnTo>
                    <a:pt x="42846" y="0"/>
                  </a:lnTo>
                  <a:lnTo>
                    <a:pt x="21423" y="21423"/>
                  </a:lnTo>
                  <a:close/>
                </a:path>
              </a:pathLst>
            </a:custGeom>
            <a:ln w="19049">
              <a:solidFill>
                <a:srgbClr val="397D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00989" y="2608080"/>
              <a:ext cx="858116" cy="924335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1820039" y="2620780"/>
              <a:ext cx="820419" cy="886460"/>
            </a:xfrm>
            <a:custGeom>
              <a:avLst/>
              <a:gdLst/>
              <a:ahLst/>
              <a:cxnLst/>
              <a:rect l="l" t="t" r="r" b="b"/>
              <a:pathLst>
                <a:path w="820419" h="886460">
                  <a:moveTo>
                    <a:pt x="813870" y="886234"/>
                  </a:moveTo>
                  <a:lnTo>
                    <a:pt x="6145" y="886234"/>
                  </a:lnTo>
                  <a:lnTo>
                    <a:pt x="0" y="880089"/>
                  </a:lnTo>
                  <a:lnTo>
                    <a:pt x="0" y="13727"/>
                  </a:lnTo>
                  <a:lnTo>
                    <a:pt x="0" y="6145"/>
                  </a:lnTo>
                  <a:lnTo>
                    <a:pt x="6145" y="0"/>
                  </a:lnTo>
                  <a:lnTo>
                    <a:pt x="809930" y="0"/>
                  </a:lnTo>
                  <a:lnTo>
                    <a:pt x="813421" y="1446"/>
                  </a:lnTo>
                  <a:lnTo>
                    <a:pt x="818570" y="6594"/>
                  </a:lnTo>
                  <a:lnTo>
                    <a:pt x="820016" y="10086"/>
                  </a:lnTo>
                  <a:lnTo>
                    <a:pt x="820016" y="880089"/>
                  </a:lnTo>
                  <a:lnTo>
                    <a:pt x="813870" y="8862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9691" y="2685249"/>
              <a:ext cx="701123" cy="757741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2043575" y="2906774"/>
              <a:ext cx="365125" cy="247650"/>
            </a:xfrm>
            <a:custGeom>
              <a:avLst/>
              <a:gdLst/>
              <a:ahLst/>
              <a:cxnLst/>
              <a:rect l="l" t="t" r="r" b="b"/>
              <a:pathLst>
                <a:path w="365125" h="247650">
                  <a:moveTo>
                    <a:pt x="364799" y="247199"/>
                  </a:moveTo>
                  <a:lnTo>
                    <a:pt x="0" y="247199"/>
                  </a:lnTo>
                  <a:lnTo>
                    <a:pt x="0" y="0"/>
                  </a:lnTo>
                  <a:lnTo>
                    <a:pt x="364799" y="0"/>
                  </a:lnTo>
                  <a:lnTo>
                    <a:pt x="364799" y="2471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2043575" y="2906774"/>
              <a:ext cx="365125" cy="247650"/>
            </a:xfrm>
            <a:custGeom>
              <a:avLst/>
              <a:gdLst/>
              <a:ahLst/>
              <a:cxnLst/>
              <a:rect l="l" t="t" r="r" b="b"/>
              <a:pathLst>
                <a:path w="365125" h="247650">
                  <a:moveTo>
                    <a:pt x="0" y="0"/>
                  </a:moveTo>
                  <a:lnTo>
                    <a:pt x="364799" y="0"/>
                  </a:lnTo>
                  <a:lnTo>
                    <a:pt x="364799" y="247199"/>
                  </a:lnTo>
                  <a:lnTo>
                    <a:pt x="0" y="247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91589" y="2608080"/>
              <a:ext cx="858116" cy="924335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2810639" y="2620780"/>
              <a:ext cx="820419" cy="886460"/>
            </a:xfrm>
            <a:custGeom>
              <a:avLst/>
              <a:gdLst/>
              <a:ahLst/>
              <a:cxnLst/>
              <a:rect l="l" t="t" r="r" b="b"/>
              <a:pathLst>
                <a:path w="820420" h="886460">
                  <a:moveTo>
                    <a:pt x="813870" y="886234"/>
                  </a:moveTo>
                  <a:lnTo>
                    <a:pt x="6145" y="886234"/>
                  </a:lnTo>
                  <a:lnTo>
                    <a:pt x="0" y="880089"/>
                  </a:lnTo>
                  <a:lnTo>
                    <a:pt x="0" y="13727"/>
                  </a:lnTo>
                  <a:lnTo>
                    <a:pt x="0" y="6145"/>
                  </a:lnTo>
                  <a:lnTo>
                    <a:pt x="6145" y="0"/>
                  </a:lnTo>
                  <a:lnTo>
                    <a:pt x="809930" y="0"/>
                  </a:lnTo>
                  <a:lnTo>
                    <a:pt x="813421" y="1446"/>
                  </a:lnTo>
                  <a:lnTo>
                    <a:pt x="815996" y="4020"/>
                  </a:lnTo>
                  <a:lnTo>
                    <a:pt x="818570" y="6594"/>
                  </a:lnTo>
                  <a:lnTo>
                    <a:pt x="820016" y="10086"/>
                  </a:lnTo>
                  <a:lnTo>
                    <a:pt x="820016" y="880089"/>
                  </a:lnTo>
                  <a:lnTo>
                    <a:pt x="813870" y="8862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70291" y="2685249"/>
              <a:ext cx="701123" cy="757741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3034174" y="2906774"/>
              <a:ext cx="365125" cy="247650"/>
            </a:xfrm>
            <a:custGeom>
              <a:avLst/>
              <a:gdLst/>
              <a:ahLst/>
              <a:cxnLst/>
              <a:rect l="l" t="t" r="r" b="b"/>
              <a:pathLst>
                <a:path w="365125" h="247650">
                  <a:moveTo>
                    <a:pt x="364799" y="247199"/>
                  </a:moveTo>
                  <a:lnTo>
                    <a:pt x="0" y="247199"/>
                  </a:lnTo>
                  <a:lnTo>
                    <a:pt x="0" y="0"/>
                  </a:lnTo>
                  <a:lnTo>
                    <a:pt x="364799" y="0"/>
                  </a:lnTo>
                  <a:lnTo>
                    <a:pt x="364799" y="2471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034174" y="2906774"/>
              <a:ext cx="365125" cy="247650"/>
            </a:xfrm>
            <a:custGeom>
              <a:avLst/>
              <a:gdLst/>
              <a:ahLst/>
              <a:cxnLst/>
              <a:rect l="l" t="t" r="r" b="b"/>
              <a:pathLst>
                <a:path w="365125" h="247650">
                  <a:moveTo>
                    <a:pt x="0" y="0"/>
                  </a:moveTo>
                  <a:lnTo>
                    <a:pt x="364799" y="0"/>
                  </a:lnTo>
                  <a:lnTo>
                    <a:pt x="364799" y="247199"/>
                  </a:lnTo>
                  <a:lnTo>
                    <a:pt x="0" y="247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4189" y="2608080"/>
              <a:ext cx="858116" cy="924335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753239" y="2620780"/>
              <a:ext cx="820419" cy="886460"/>
            </a:xfrm>
            <a:custGeom>
              <a:avLst/>
              <a:gdLst/>
              <a:ahLst/>
              <a:cxnLst/>
              <a:rect l="l" t="t" r="r" b="b"/>
              <a:pathLst>
                <a:path w="820419" h="886460">
                  <a:moveTo>
                    <a:pt x="813870" y="886234"/>
                  </a:moveTo>
                  <a:lnTo>
                    <a:pt x="6145" y="886234"/>
                  </a:lnTo>
                  <a:lnTo>
                    <a:pt x="0" y="880089"/>
                  </a:lnTo>
                  <a:lnTo>
                    <a:pt x="0" y="13727"/>
                  </a:lnTo>
                  <a:lnTo>
                    <a:pt x="0" y="6145"/>
                  </a:lnTo>
                  <a:lnTo>
                    <a:pt x="6145" y="0"/>
                  </a:lnTo>
                  <a:lnTo>
                    <a:pt x="809930" y="0"/>
                  </a:lnTo>
                  <a:lnTo>
                    <a:pt x="813421" y="1446"/>
                  </a:lnTo>
                  <a:lnTo>
                    <a:pt x="818570" y="6594"/>
                  </a:lnTo>
                  <a:lnTo>
                    <a:pt x="820016" y="10086"/>
                  </a:lnTo>
                  <a:lnTo>
                    <a:pt x="820016" y="880089"/>
                  </a:lnTo>
                  <a:lnTo>
                    <a:pt x="813870" y="8862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2891" y="2685249"/>
              <a:ext cx="701123" cy="757741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976774" y="2906774"/>
              <a:ext cx="365125" cy="247650"/>
            </a:xfrm>
            <a:custGeom>
              <a:avLst/>
              <a:gdLst/>
              <a:ahLst/>
              <a:cxnLst/>
              <a:rect l="l" t="t" r="r" b="b"/>
              <a:pathLst>
                <a:path w="365125" h="247650">
                  <a:moveTo>
                    <a:pt x="364799" y="247199"/>
                  </a:moveTo>
                  <a:lnTo>
                    <a:pt x="0" y="247199"/>
                  </a:lnTo>
                  <a:lnTo>
                    <a:pt x="0" y="0"/>
                  </a:lnTo>
                  <a:lnTo>
                    <a:pt x="364799" y="0"/>
                  </a:lnTo>
                  <a:lnTo>
                    <a:pt x="364799" y="2471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976774" y="2906774"/>
              <a:ext cx="365125" cy="247650"/>
            </a:xfrm>
            <a:custGeom>
              <a:avLst/>
              <a:gdLst/>
              <a:ahLst/>
              <a:cxnLst/>
              <a:rect l="l" t="t" r="r" b="b"/>
              <a:pathLst>
                <a:path w="365125" h="247650">
                  <a:moveTo>
                    <a:pt x="0" y="0"/>
                  </a:moveTo>
                  <a:lnTo>
                    <a:pt x="364799" y="0"/>
                  </a:lnTo>
                  <a:lnTo>
                    <a:pt x="364799" y="247199"/>
                  </a:lnTo>
                  <a:lnTo>
                    <a:pt x="0" y="247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753200" y="3438025"/>
            <a:ext cx="820419" cy="219710"/>
          </a:xfrm>
          <a:prstGeom prst="rect">
            <a:avLst/>
          </a:prstGeom>
          <a:solidFill>
            <a:srgbClr val="F4CCCC"/>
          </a:solidFill>
        </p:spPr>
        <p:txBody>
          <a:bodyPr wrap="square" lIns="0" tIns="53340" rIns="0" bIns="0" rtlCol="0" vert="horz">
            <a:spAutoFit/>
          </a:bodyPr>
          <a:lstStyle/>
          <a:p>
            <a:pPr marL="85725">
              <a:lnSpc>
                <a:spcPct val="100000"/>
              </a:lnSpc>
              <a:spcBef>
                <a:spcPts val="420"/>
              </a:spcBef>
            </a:pPr>
            <a:r>
              <a:rPr dirty="0" sz="750" spc="-10">
                <a:solidFill>
                  <a:srgbClr val="9E9E9E"/>
                </a:solidFill>
                <a:latin typeface="Roboto"/>
                <a:cs typeface="Roboto"/>
              </a:rPr>
              <a:t>Health</a:t>
            </a:r>
            <a:r>
              <a:rPr dirty="0" sz="750" spc="5">
                <a:solidFill>
                  <a:srgbClr val="9E9E9E"/>
                </a:solidFill>
                <a:latin typeface="Roboto"/>
                <a:cs typeface="Roboto"/>
              </a:rPr>
              <a:t> </a:t>
            </a:r>
            <a:r>
              <a:rPr dirty="0" sz="750" spc="-10">
                <a:solidFill>
                  <a:srgbClr val="9E9E9E"/>
                </a:solidFill>
                <a:latin typeface="Roboto"/>
                <a:cs typeface="Roboto"/>
              </a:rPr>
              <a:t>Endpoint</a:t>
            </a:r>
            <a:endParaRPr sz="750">
              <a:latin typeface="Roboto"/>
              <a:cs typeface="Roboto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1819999" y="3438025"/>
            <a:ext cx="820419" cy="219710"/>
          </a:xfrm>
          <a:prstGeom prst="rect">
            <a:avLst/>
          </a:prstGeom>
          <a:solidFill>
            <a:srgbClr val="F4CCCC"/>
          </a:solidFill>
        </p:spPr>
        <p:txBody>
          <a:bodyPr wrap="square" lIns="0" tIns="53340" rIns="0" bIns="0" rtlCol="0" vert="horz">
            <a:spAutoFit/>
          </a:bodyPr>
          <a:lstStyle/>
          <a:p>
            <a:pPr marL="85725">
              <a:lnSpc>
                <a:spcPct val="100000"/>
              </a:lnSpc>
              <a:spcBef>
                <a:spcPts val="420"/>
              </a:spcBef>
            </a:pPr>
            <a:r>
              <a:rPr dirty="0" sz="750" spc="-10">
                <a:solidFill>
                  <a:srgbClr val="9E9E9E"/>
                </a:solidFill>
                <a:latin typeface="Roboto"/>
                <a:cs typeface="Roboto"/>
              </a:rPr>
              <a:t>Health</a:t>
            </a:r>
            <a:r>
              <a:rPr dirty="0" sz="750" spc="5">
                <a:solidFill>
                  <a:srgbClr val="9E9E9E"/>
                </a:solidFill>
                <a:latin typeface="Roboto"/>
                <a:cs typeface="Roboto"/>
              </a:rPr>
              <a:t> </a:t>
            </a:r>
            <a:r>
              <a:rPr dirty="0" sz="750" spc="-10">
                <a:solidFill>
                  <a:srgbClr val="9E9E9E"/>
                </a:solidFill>
                <a:latin typeface="Roboto"/>
                <a:cs typeface="Roboto"/>
              </a:rPr>
              <a:t>Endpoint</a:t>
            </a:r>
            <a:endParaRPr sz="750">
              <a:latin typeface="Roboto"/>
              <a:cs typeface="Roboto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2810599" y="3438025"/>
            <a:ext cx="820419" cy="219710"/>
          </a:xfrm>
          <a:prstGeom prst="rect">
            <a:avLst/>
          </a:prstGeom>
          <a:solidFill>
            <a:srgbClr val="F4CCCC"/>
          </a:solidFill>
        </p:spPr>
        <p:txBody>
          <a:bodyPr wrap="square" lIns="0" tIns="53340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420"/>
              </a:spcBef>
            </a:pPr>
            <a:r>
              <a:rPr dirty="0" sz="750" spc="-10">
                <a:solidFill>
                  <a:srgbClr val="9E9E9E"/>
                </a:solidFill>
                <a:latin typeface="Roboto"/>
                <a:cs typeface="Roboto"/>
              </a:rPr>
              <a:t>Health</a:t>
            </a:r>
            <a:r>
              <a:rPr dirty="0" sz="750" spc="5">
                <a:solidFill>
                  <a:srgbClr val="9E9E9E"/>
                </a:solidFill>
                <a:latin typeface="Roboto"/>
                <a:cs typeface="Roboto"/>
              </a:rPr>
              <a:t> </a:t>
            </a:r>
            <a:r>
              <a:rPr dirty="0" sz="750" spc="-10">
                <a:solidFill>
                  <a:srgbClr val="9E9E9E"/>
                </a:solidFill>
                <a:latin typeface="Roboto"/>
                <a:cs typeface="Roboto"/>
              </a:rPr>
              <a:t>Endpoint</a:t>
            </a:r>
            <a:endParaRPr sz="750">
              <a:latin typeface="Roboto"/>
              <a:cs typeface="Roboto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1474925" y="4234900"/>
            <a:ext cx="1520825" cy="425450"/>
            <a:chOff x="1474925" y="4234900"/>
            <a:chExt cx="1520825" cy="425450"/>
          </a:xfrm>
        </p:grpSpPr>
        <p:pic>
          <p:nvPicPr>
            <p:cNvPr id="39" name="object 3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74925" y="4234900"/>
              <a:ext cx="1520400" cy="425100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1493975" y="4247599"/>
              <a:ext cx="1482725" cy="387350"/>
            </a:xfrm>
            <a:custGeom>
              <a:avLst/>
              <a:gdLst/>
              <a:ahLst/>
              <a:cxnLst/>
              <a:rect l="l" t="t" r="r" b="b"/>
              <a:pathLst>
                <a:path w="1482725" h="387350">
                  <a:moveTo>
                    <a:pt x="1479399" y="386999"/>
                  </a:moveTo>
                  <a:lnTo>
                    <a:pt x="2900" y="386999"/>
                  </a:lnTo>
                  <a:lnTo>
                    <a:pt x="0" y="384099"/>
                  </a:lnTo>
                  <a:lnTo>
                    <a:pt x="0" y="6478"/>
                  </a:lnTo>
                  <a:lnTo>
                    <a:pt x="0" y="2900"/>
                  </a:lnTo>
                  <a:lnTo>
                    <a:pt x="2900" y="0"/>
                  </a:lnTo>
                  <a:lnTo>
                    <a:pt x="1477539" y="0"/>
                  </a:lnTo>
                  <a:lnTo>
                    <a:pt x="1479187" y="682"/>
                  </a:lnTo>
                  <a:lnTo>
                    <a:pt x="1481617" y="3112"/>
                  </a:lnTo>
                  <a:lnTo>
                    <a:pt x="1482299" y="4759"/>
                  </a:lnTo>
                  <a:lnTo>
                    <a:pt x="1482299" y="384099"/>
                  </a:lnTo>
                  <a:lnTo>
                    <a:pt x="1479399" y="38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1911797" y="4332832"/>
            <a:ext cx="88646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757575"/>
                </a:solidFill>
                <a:latin typeface="Roboto"/>
                <a:cs typeface="Roboto"/>
              </a:rPr>
              <a:t>Health</a:t>
            </a:r>
            <a:r>
              <a:rPr dirty="0" sz="1000" spc="-30">
                <a:solidFill>
                  <a:srgbClr val="757575"/>
                </a:solidFill>
                <a:latin typeface="Roboto"/>
                <a:cs typeface="Roboto"/>
              </a:rPr>
              <a:t> </a:t>
            </a:r>
            <a:r>
              <a:rPr dirty="0" sz="1000" spc="-10">
                <a:solidFill>
                  <a:srgbClr val="757575"/>
                </a:solidFill>
                <a:latin typeface="Roboto"/>
                <a:cs typeface="Roboto"/>
              </a:rPr>
              <a:t>Checker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1271846" y="2398749"/>
            <a:ext cx="7471409" cy="2164080"/>
            <a:chOff x="1271846" y="2398749"/>
            <a:chExt cx="7471409" cy="2164080"/>
          </a:xfrm>
        </p:grpSpPr>
        <p:pic>
          <p:nvPicPr>
            <p:cNvPr id="43" name="object 4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40000" y="4315618"/>
              <a:ext cx="274199" cy="246599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1355706" y="3725453"/>
              <a:ext cx="879475" cy="522605"/>
            </a:xfrm>
            <a:custGeom>
              <a:avLst/>
              <a:gdLst/>
              <a:ahLst/>
              <a:cxnLst/>
              <a:rect l="l" t="t" r="r" b="b"/>
              <a:pathLst>
                <a:path w="879475" h="522604">
                  <a:moveTo>
                    <a:pt x="879418" y="522145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397D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71846" y="3671792"/>
              <a:ext cx="109449" cy="90241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2231012" y="3771795"/>
              <a:ext cx="4445" cy="476250"/>
            </a:xfrm>
            <a:custGeom>
              <a:avLst/>
              <a:gdLst/>
              <a:ahLst/>
              <a:cxnLst/>
              <a:rect l="l" t="t" r="r" b="b"/>
              <a:pathLst>
                <a:path w="4444" h="476250">
                  <a:moveTo>
                    <a:pt x="4112" y="475804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397D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90023" y="3675822"/>
              <a:ext cx="81978" cy="105769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2235125" y="3716219"/>
              <a:ext cx="887730" cy="531495"/>
            </a:xfrm>
            <a:custGeom>
              <a:avLst/>
              <a:gdLst/>
              <a:ahLst/>
              <a:cxnLst/>
              <a:rect l="l" t="t" r="r" b="b"/>
              <a:pathLst>
                <a:path w="887730" h="531495">
                  <a:moveTo>
                    <a:pt x="0" y="531380"/>
                  </a:moveTo>
                  <a:lnTo>
                    <a:pt x="887435" y="0"/>
                  </a:lnTo>
                </a:path>
              </a:pathLst>
            </a:custGeom>
            <a:ln w="19049">
              <a:solidFill>
                <a:srgbClr val="397D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96871" y="3662281"/>
              <a:ext cx="109385" cy="90457"/>
            </a:xfrm>
            <a:prstGeom prst="rect">
              <a:avLst/>
            </a:prstGeom>
          </p:spPr>
        </p:pic>
        <p:sp>
          <p:nvSpPr>
            <p:cNvPr id="50" name="object 50" descr=""/>
            <p:cNvSpPr/>
            <p:nvPr/>
          </p:nvSpPr>
          <p:spPr>
            <a:xfrm>
              <a:off x="5139152" y="2398749"/>
              <a:ext cx="3604260" cy="1316355"/>
            </a:xfrm>
            <a:custGeom>
              <a:avLst/>
              <a:gdLst/>
              <a:ahLst/>
              <a:cxnLst/>
              <a:rect l="l" t="t" r="r" b="b"/>
              <a:pathLst>
                <a:path w="3604259" h="1316354">
                  <a:moveTo>
                    <a:pt x="3598773" y="1315905"/>
                  </a:moveTo>
                  <a:lnTo>
                    <a:pt x="4871" y="1315905"/>
                  </a:lnTo>
                  <a:lnTo>
                    <a:pt x="0" y="1311033"/>
                  </a:lnTo>
                  <a:lnTo>
                    <a:pt x="0" y="10882"/>
                  </a:lnTo>
                  <a:lnTo>
                    <a:pt x="0" y="4872"/>
                  </a:lnTo>
                  <a:lnTo>
                    <a:pt x="4871" y="0"/>
                  </a:lnTo>
                  <a:lnTo>
                    <a:pt x="3595649" y="0"/>
                  </a:lnTo>
                  <a:lnTo>
                    <a:pt x="3598417" y="1146"/>
                  </a:lnTo>
                  <a:lnTo>
                    <a:pt x="3602499" y="5228"/>
                  </a:lnTo>
                  <a:lnTo>
                    <a:pt x="3603645" y="7996"/>
                  </a:lnTo>
                  <a:lnTo>
                    <a:pt x="3603645" y="1311033"/>
                  </a:lnTo>
                  <a:lnTo>
                    <a:pt x="3598773" y="1315905"/>
                  </a:lnTo>
                  <a:close/>
                </a:path>
              </a:pathLst>
            </a:custGeom>
            <a:solidFill>
              <a:srgbClr val="E3F1F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 descr=""/>
          <p:cNvSpPr txBox="1"/>
          <p:nvPr/>
        </p:nvSpPr>
        <p:spPr>
          <a:xfrm>
            <a:off x="5212177" y="2439389"/>
            <a:ext cx="35306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9E9E9E"/>
                </a:solidFill>
                <a:latin typeface="Roboto"/>
                <a:cs typeface="Roboto"/>
              </a:rPr>
              <a:t>ZONE</a:t>
            </a:r>
            <a:r>
              <a:rPr dirty="0" sz="750" spc="-20">
                <a:solidFill>
                  <a:srgbClr val="9E9E9E"/>
                </a:solidFill>
                <a:latin typeface="Roboto"/>
                <a:cs typeface="Roboto"/>
              </a:rPr>
              <a:t> </a:t>
            </a:r>
            <a:r>
              <a:rPr dirty="0" sz="750" spc="-50">
                <a:solidFill>
                  <a:srgbClr val="9E9E9E"/>
                </a:solidFill>
                <a:latin typeface="Roboto"/>
                <a:cs typeface="Roboto"/>
              </a:rPr>
              <a:t>B</a:t>
            </a:r>
            <a:endParaRPr sz="750">
              <a:latin typeface="Roboto"/>
              <a:cs typeface="Roboto"/>
            </a:endParaRPr>
          </a:p>
        </p:txBody>
      </p:sp>
      <p:grpSp>
        <p:nvGrpSpPr>
          <p:cNvPr id="52" name="object 52" descr=""/>
          <p:cNvGrpSpPr/>
          <p:nvPr/>
        </p:nvGrpSpPr>
        <p:grpSpPr>
          <a:xfrm>
            <a:off x="6130207" y="1370614"/>
            <a:ext cx="1544320" cy="431165"/>
            <a:chOff x="6130207" y="1370614"/>
            <a:chExt cx="1544320" cy="431165"/>
          </a:xfrm>
        </p:grpSpPr>
        <p:pic>
          <p:nvPicPr>
            <p:cNvPr id="53" name="object 5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30207" y="1370614"/>
              <a:ext cx="1544100" cy="430963"/>
            </a:xfrm>
            <a:prstGeom prst="rect">
              <a:avLst/>
            </a:prstGeom>
          </p:spPr>
        </p:pic>
        <p:sp>
          <p:nvSpPr>
            <p:cNvPr id="54" name="object 54" descr=""/>
            <p:cNvSpPr/>
            <p:nvPr/>
          </p:nvSpPr>
          <p:spPr>
            <a:xfrm>
              <a:off x="6149256" y="1383314"/>
              <a:ext cx="1506220" cy="393065"/>
            </a:xfrm>
            <a:custGeom>
              <a:avLst/>
              <a:gdLst/>
              <a:ahLst/>
              <a:cxnLst/>
              <a:rect l="l" t="t" r="r" b="b"/>
              <a:pathLst>
                <a:path w="1506220" h="393064">
                  <a:moveTo>
                    <a:pt x="1503055" y="392863"/>
                  </a:moveTo>
                  <a:lnTo>
                    <a:pt x="2944" y="392863"/>
                  </a:lnTo>
                  <a:lnTo>
                    <a:pt x="0" y="389918"/>
                  </a:lnTo>
                  <a:lnTo>
                    <a:pt x="0" y="6576"/>
                  </a:lnTo>
                  <a:lnTo>
                    <a:pt x="0" y="2944"/>
                  </a:lnTo>
                  <a:lnTo>
                    <a:pt x="2944" y="0"/>
                  </a:lnTo>
                  <a:lnTo>
                    <a:pt x="1501167" y="0"/>
                  </a:lnTo>
                  <a:lnTo>
                    <a:pt x="1502840" y="692"/>
                  </a:lnTo>
                  <a:lnTo>
                    <a:pt x="1505306" y="3159"/>
                  </a:lnTo>
                  <a:lnTo>
                    <a:pt x="1505999" y="4832"/>
                  </a:lnTo>
                  <a:lnTo>
                    <a:pt x="1505999" y="389918"/>
                  </a:lnTo>
                  <a:lnTo>
                    <a:pt x="1503055" y="3928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 descr=""/>
          <p:cNvSpPr txBox="1"/>
          <p:nvPr/>
        </p:nvSpPr>
        <p:spPr>
          <a:xfrm>
            <a:off x="6567108" y="1482590"/>
            <a:ext cx="83248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757575"/>
                </a:solidFill>
                <a:latin typeface="Roboto"/>
                <a:cs typeface="Roboto"/>
              </a:rPr>
              <a:t>Load</a:t>
            </a:r>
            <a:r>
              <a:rPr dirty="0" sz="1000" spc="-45">
                <a:solidFill>
                  <a:srgbClr val="757575"/>
                </a:solidFill>
                <a:latin typeface="Roboto"/>
                <a:cs typeface="Roboto"/>
              </a:rPr>
              <a:t> </a:t>
            </a:r>
            <a:r>
              <a:rPr dirty="0" sz="1000" spc="-10">
                <a:solidFill>
                  <a:srgbClr val="757575"/>
                </a:solidFill>
                <a:latin typeface="Roboto"/>
                <a:cs typeface="Roboto"/>
              </a:rPr>
              <a:t>Balancer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56" name="object 56" descr=""/>
          <p:cNvGrpSpPr/>
          <p:nvPr/>
        </p:nvGrpSpPr>
        <p:grpSpPr>
          <a:xfrm>
            <a:off x="5458590" y="1452257"/>
            <a:ext cx="2915920" cy="2080260"/>
            <a:chOff x="5458590" y="1452257"/>
            <a:chExt cx="2915920" cy="2080260"/>
          </a:xfrm>
        </p:grpSpPr>
        <p:pic>
          <p:nvPicPr>
            <p:cNvPr id="57" name="object 5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93979" y="1452257"/>
              <a:ext cx="274199" cy="253480"/>
            </a:xfrm>
            <a:prstGeom prst="rect">
              <a:avLst/>
            </a:prstGeom>
          </p:spPr>
        </p:pic>
        <p:sp>
          <p:nvSpPr>
            <p:cNvPr id="58" name="object 58" descr=""/>
            <p:cNvSpPr/>
            <p:nvPr/>
          </p:nvSpPr>
          <p:spPr>
            <a:xfrm>
              <a:off x="6902256" y="1776177"/>
              <a:ext cx="1043305" cy="779780"/>
            </a:xfrm>
            <a:custGeom>
              <a:avLst/>
              <a:gdLst/>
              <a:ahLst/>
              <a:cxnLst/>
              <a:rect l="l" t="t" r="r" b="b"/>
              <a:pathLst>
                <a:path w="1043304" h="779780">
                  <a:moveTo>
                    <a:pt x="0" y="0"/>
                  </a:moveTo>
                  <a:lnTo>
                    <a:pt x="0" y="422303"/>
                  </a:lnTo>
                  <a:lnTo>
                    <a:pt x="1042799" y="422303"/>
                  </a:lnTo>
                  <a:lnTo>
                    <a:pt x="1042799" y="779339"/>
                  </a:lnTo>
                </a:path>
              </a:pathLst>
            </a:custGeom>
            <a:ln w="19049">
              <a:solidFill>
                <a:srgbClr val="397D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7923633" y="2534093"/>
              <a:ext cx="43180" cy="59055"/>
            </a:xfrm>
            <a:custGeom>
              <a:avLst/>
              <a:gdLst/>
              <a:ahLst/>
              <a:cxnLst/>
              <a:rect l="l" t="t" r="r" b="b"/>
              <a:pathLst>
                <a:path w="43179" h="59055">
                  <a:moveTo>
                    <a:pt x="21423" y="58860"/>
                  </a:moveTo>
                  <a:lnTo>
                    <a:pt x="0" y="0"/>
                  </a:lnTo>
                  <a:lnTo>
                    <a:pt x="21423" y="21423"/>
                  </a:lnTo>
                  <a:lnTo>
                    <a:pt x="42846" y="0"/>
                  </a:lnTo>
                  <a:lnTo>
                    <a:pt x="21423" y="58860"/>
                  </a:lnTo>
                  <a:close/>
                </a:path>
              </a:pathLst>
            </a:custGeom>
            <a:solidFill>
              <a:srgbClr val="397D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7923633" y="2534093"/>
              <a:ext cx="43180" cy="59055"/>
            </a:xfrm>
            <a:custGeom>
              <a:avLst/>
              <a:gdLst/>
              <a:ahLst/>
              <a:cxnLst/>
              <a:rect l="l" t="t" r="r" b="b"/>
              <a:pathLst>
                <a:path w="43179" h="59055">
                  <a:moveTo>
                    <a:pt x="21423" y="21423"/>
                  </a:moveTo>
                  <a:lnTo>
                    <a:pt x="0" y="0"/>
                  </a:lnTo>
                  <a:lnTo>
                    <a:pt x="21423" y="58860"/>
                  </a:lnTo>
                  <a:lnTo>
                    <a:pt x="42846" y="0"/>
                  </a:lnTo>
                  <a:lnTo>
                    <a:pt x="21423" y="21423"/>
                  </a:lnTo>
                  <a:close/>
                </a:path>
              </a:pathLst>
            </a:custGeom>
            <a:ln w="19049">
              <a:solidFill>
                <a:srgbClr val="397D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6902256" y="1776177"/>
              <a:ext cx="52705" cy="779780"/>
            </a:xfrm>
            <a:custGeom>
              <a:avLst/>
              <a:gdLst/>
              <a:ahLst/>
              <a:cxnLst/>
              <a:rect l="l" t="t" r="r" b="b"/>
              <a:pathLst>
                <a:path w="52704" h="779780">
                  <a:moveTo>
                    <a:pt x="0" y="0"/>
                  </a:moveTo>
                  <a:lnTo>
                    <a:pt x="0" y="422303"/>
                  </a:lnTo>
                  <a:lnTo>
                    <a:pt x="52199" y="422303"/>
                  </a:lnTo>
                  <a:lnTo>
                    <a:pt x="52199" y="779339"/>
                  </a:lnTo>
                </a:path>
              </a:pathLst>
            </a:custGeom>
            <a:ln w="19049">
              <a:solidFill>
                <a:srgbClr val="397D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6933033" y="2534093"/>
              <a:ext cx="43180" cy="59055"/>
            </a:xfrm>
            <a:custGeom>
              <a:avLst/>
              <a:gdLst/>
              <a:ahLst/>
              <a:cxnLst/>
              <a:rect l="l" t="t" r="r" b="b"/>
              <a:pathLst>
                <a:path w="43179" h="59055">
                  <a:moveTo>
                    <a:pt x="21423" y="58860"/>
                  </a:moveTo>
                  <a:lnTo>
                    <a:pt x="0" y="0"/>
                  </a:lnTo>
                  <a:lnTo>
                    <a:pt x="21423" y="21423"/>
                  </a:lnTo>
                  <a:lnTo>
                    <a:pt x="42846" y="0"/>
                  </a:lnTo>
                  <a:lnTo>
                    <a:pt x="21423" y="58860"/>
                  </a:lnTo>
                  <a:close/>
                </a:path>
              </a:pathLst>
            </a:custGeom>
            <a:solidFill>
              <a:srgbClr val="397D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6933033" y="2534093"/>
              <a:ext cx="43180" cy="59055"/>
            </a:xfrm>
            <a:custGeom>
              <a:avLst/>
              <a:gdLst/>
              <a:ahLst/>
              <a:cxnLst/>
              <a:rect l="l" t="t" r="r" b="b"/>
              <a:pathLst>
                <a:path w="43179" h="59055">
                  <a:moveTo>
                    <a:pt x="21423" y="21423"/>
                  </a:moveTo>
                  <a:lnTo>
                    <a:pt x="0" y="0"/>
                  </a:lnTo>
                  <a:lnTo>
                    <a:pt x="21423" y="58860"/>
                  </a:lnTo>
                  <a:lnTo>
                    <a:pt x="42846" y="0"/>
                  </a:lnTo>
                  <a:lnTo>
                    <a:pt x="21423" y="21423"/>
                  </a:lnTo>
                  <a:close/>
                </a:path>
              </a:pathLst>
            </a:custGeom>
            <a:ln w="19049">
              <a:solidFill>
                <a:srgbClr val="397D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5887647" y="2185978"/>
              <a:ext cx="1017905" cy="369570"/>
            </a:xfrm>
            <a:custGeom>
              <a:avLst/>
              <a:gdLst/>
              <a:ahLst/>
              <a:cxnLst/>
              <a:rect l="l" t="t" r="r" b="b"/>
              <a:pathLst>
                <a:path w="1017904" h="369569">
                  <a:moveTo>
                    <a:pt x="1017900" y="0"/>
                  </a:moveTo>
                  <a:lnTo>
                    <a:pt x="0" y="0"/>
                  </a:lnTo>
                  <a:lnTo>
                    <a:pt x="0" y="369515"/>
                  </a:lnTo>
                </a:path>
              </a:pathLst>
            </a:custGeom>
            <a:ln w="19049">
              <a:solidFill>
                <a:srgbClr val="397D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5866224" y="2534070"/>
              <a:ext cx="43180" cy="59055"/>
            </a:xfrm>
            <a:custGeom>
              <a:avLst/>
              <a:gdLst/>
              <a:ahLst/>
              <a:cxnLst/>
              <a:rect l="l" t="t" r="r" b="b"/>
              <a:pathLst>
                <a:path w="43179" h="59055">
                  <a:moveTo>
                    <a:pt x="21423" y="58860"/>
                  </a:moveTo>
                  <a:lnTo>
                    <a:pt x="0" y="0"/>
                  </a:lnTo>
                  <a:lnTo>
                    <a:pt x="21423" y="21423"/>
                  </a:lnTo>
                  <a:lnTo>
                    <a:pt x="42846" y="0"/>
                  </a:lnTo>
                  <a:lnTo>
                    <a:pt x="21423" y="58860"/>
                  </a:lnTo>
                  <a:close/>
                </a:path>
              </a:pathLst>
            </a:custGeom>
            <a:solidFill>
              <a:srgbClr val="397D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5866224" y="2534070"/>
              <a:ext cx="43180" cy="59055"/>
            </a:xfrm>
            <a:custGeom>
              <a:avLst/>
              <a:gdLst/>
              <a:ahLst/>
              <a:cxnLst/>
              <a:rect l="l" t="t" r="r" b="b"/>
              <a:pathLst>
                <a:path w="43179" h="59055">
                  <a:moveTo>
                    <a:pt x="21423" y="21423"/>
                  </a:moveTo>
                  <a:lnTo>
                    <a:pt x="0" y="0"/>
                  </a:lnTo>
                  <a:lnTo>
                    <a:pt x="21423" y="58860"/>
                  </a:lnTo>
                  <a:lnTo>
                    <a:pt x="42846" y="0"/>
                  </a:lnTo>
                  <a:lnTo>
                    <a:pt x="21423" y="21423"/>
                  </a:lnTo>
                  <a:close/>
                </a:path>
              </a:pathLst>
            </a:custGeom>
            <a:ln w="19049">
              <a:solidFill>
                <a:srgbClr val="397D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25390" y="2608080"/>
              <a:ext cx="858116" cy="924335"/>
            </a:xfrm>
            <a:prstGeom prst="rect">
              <a:avLst/>
            </a:prstGeom>
          </p:spPr>
        </p:pic>
        <p:sp>
          <p:nvSpPr>
            <p:cNvPr id="68" name="object 68" descr=""/>
            <p:cNvSpPr/>
            <p:nvPr/>
          </p:nvSpPr>
          <p:spPr>
            <a:xfrm>
              <a:off x="6544439" y="2620780"/>
              <a:ext cx="820419" cy="886460"/>
            </a:xfrm>
            <a:custGeom>
              <a:avLst/>
              <a:gdLst/>
              <a:ahLst/>
              <a:cxnLst/>
              <a:rect l="l" t="t" r="r" b="b"/>
              <a:pathLst>
                <a:path w="820420" h="886460">
                  <a:moveTo>
                    <a:pt x="813870" y="886234"/>
                  </a:moveTo>
                  <a:lnTo>
                    <a:pt x="6145" y="886234"/>
                  </a:lnTo>
                  <a:lnTo>
                    <a:pt x="0" y="880089"/>
                  </a:lnTo>
                  <a:lnTo>
                    <a:pt x="0" y="13727"/>
                  </a:lnTo>
                  <a:lnTo>
                    <a:pt x="0" y="6145"/>
                  </a:lnTo>
                  <a:lnTo>
                    <a:pt x="6145" y="0"/>
                  </a:lnTo>
                  <a:lnTo>
                    <a:pt x="809929" y="0"/>
                  </a:lnTo>
                  <a:lnTo>
                    <a:pt x="813421" y="1446"/>
                  </a:lnTo>
                  <a:lnTo>
                    <a:pt x="818569" y="6594"/>
                  </a:lnTo>
                  <a:lnTo>
                    <a:pt x="820016" y="10086"/>
                  </a:lnTo>
                  <a:lnTo>
                    <a:pt x="820016" y="880089"/>
                  </a:lnTo>
                  <a:lnTo>
                    <a:pt x="813870" y="8862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04091" y="2685249"/>
              <a:ext cx="701123" cy="757741"/>
            </a:xfrm>
            <a:prstGeom prst="rect">
              <a:avLst/>
            </a:prstGeom>
          </p:spPr>
        </p:pic>
        <p:sp>
          <p:nvSpPr>
            <p:cNvPr id="70" name="object 70" descr=""/>
            <p:cNvSpPr/>
            <p:nvPr/>
          </p:nvSpPr>
          <p:spPr>
            <a:xfrm>
              <a:off x="6767974" y="2906774"/>
              <a:ext cx="365125" cy="247650"/>
            </a:xfrm>
            <a:custGeom>
              <a:avLst/>
              <a:gdLst/>
              <a:ahLst/>
              <a:cxnLst/>
              <a:rect l="l" t="t" r="r" b="b"/>
              <a:pathLst>
                <a:path w="365125" h="247650">
                  <a:moveTo>
                    <a:pt x="364799" y="247199"/>
                  </a:moveTo>
                  <a:lnTo>
                    <a:pt x="0" y="247199"/>
                  </a:lnTo>
                  <a:lnTo>
                    <a:pt x="0" y="0"/>
                  </a:lnTo>
                  <a:lnTo>
                    <a:pt x="364799" y="0"/>
                  </a:lnTo>
                  <a:lnTo>
                    <a:pt x="364799" y="2471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6767974" y="2906774"/>
              <a:ext cx="365125" cy="247650"/>
            </a:xfrm>
            <a:custGeom>
              <a:avLst/>
              <a:gdLst/>
              <a:ahLst/>
              <a:cxnLst/>
              <a:rect l="l" t="t" r="r" b="b"/>
              <a:pathLst>
                <a:path w="365125" h="247650">
                  <a:moveTo>
                    <a:pt x="0" y="0"/>
                  </a:moveTo>
                  <a:lnTo>
                    <a:pt x="364799" y="0"/>
                  </a:lnTo>
                  <a:lnTo>
                    <a:pt x="364799" y="247199"/>
                  </a:lnTo>
                  <a:lnTo>
                    <a:pt x="0" y="247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15990" y="2608080"/>
              <a:ext cx="858116" cy="924335"/>
            </a:xfrm>
            <a:prstGeom prst="rect">
              <a:avLst/>
            </a:prstGeom>
          </p:spPr>
        </p:pic>
        <p:sp>
          <p:nvSpPr>
            <p:cNvPr id="73" name="object 73" descr=""/>
            <p:cNvSpPr/>
            <p:nvPr/>
          </p:nvSpPr>
          <p:spPr>
            <a:xfrm>
              <a:off x="7535039" y="2620780"/>
              <a:ext cx="820419" cy="886460"/>
            </a:xfrm>
            <a:custGeom>
              <a:avLst/>
              <a:gdLst/>
              <a:ahLst/>
              <a:cxnLst/>
              <a:rect l="l" t="t" r="r" b="b"/>
              <a:pathLst>
                <a:path w="820420" h="886460">
                  <a:moveTo>
                    <a:pt x="813870" y="886234"/>
                  </a:moveTo>
                  <a:lnTo>
                    <a:pt x="6145" y="886234"/>
                  </a:lnTo>
                  <a:lnTo>
                    <a:pt x="0" y="880089"/>
                  </a:lnTo>
                  <a:lnTo>
                    <a:pt x="0" y="13727"/>
                  </a:lnTo>
                  <a:lnTo>
                    <a:pt x="0" y="6145"/>
                  </a:lnTo>
                  <a:lnTo>
                    <a:pt x="6145" y="0"/>
                  </a:lnTo>
                  <a:lnTo>
                    <a:pt x="809929" y="0"/>
                  </a:lnTo>
                  <a:lnTo>
                    <a:pt x="813421" y="1446"/>
                  </a:lnTo>
                  <a:lnTo>
                    <a:pt x="818569" y="6594"/>
                  </a:lnTo>
                  <a:lnTo>
                    <a:pt x="820016" y="10086"/>
                  </a:lnTo>
                  <a:lnTo>
                    <a:pt x="820016" y="880089"/>
                  </a:lnTo>
                  <a:lnTo>
                    <a:pt x="813870" y="8862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94691" y="2685249"/>
              <a:ext cx="701123" cy="757741"/>
            </a:xfrm>
            <a:prstGeom prst="rect">
              <a:avLst/>
            </a:prstGeom>
          </p:spPr>
        </p:pic>
        <p:sp>
          <p:nvSpPr>
            <p:cNvPr id="75" name="object 75" descr=""/>
            <p:cNvSpPr/>
            <p:nvPr/>
          </p:nvSpPr>
          <p:spPr>
            <a:xfrm>
              <a:off x="7758574" y="2906774"/>
              <a:ext cx="365125" cy="247650"/>
            </a:xfrm>
            <a:custGeom>
              <a:avLst/>
              <a:gdLst/>
              <a:ahLst/>
              <a:cxnLst/>
              <a:rect l="l" t="t" r="r" b="b"/>
              <a:pathLst>
                <a:path w="365125" h="247650">
                  <a:moveTo>
                    <a:pt x="364799" y="247199"/>
                  </a:moveTo>
                  <a:lnTo>
                    <a:pt x="0" y="247199"/>
                  </a:lnTo>
                  <a:lnTo>
                    <a:pt x="0" y="0"/>
                  </a:lnTo>
                  <a:lnTo>
                    <a:pt x="364799" y="0"/>
                  </a:lnTo>
                  <a:lnTo>
                    <a:pt x="364799" y="2471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7758574" y="2906774"/>
              <a:ext cx="365125" cy="247650"/>
            </a:xfrm>
            <a:custGeom>
              <a:avLst/>
              <a:gdLst/>
              <a:ahLst/>
              <a:cxnLst/>
              <a:rect l="l" t="t" r="r" b="b"/>
              <a:pathLst>
                <a:path w="365125" h="247650">
                  <a:moveTo>
                    <a:pt x="0" y="0"/>
                  </a:moveTo>
                  <a:lnTo>
                    <a:pt x="364799" y="0"/>
                  </a:lnTo>
                  <a:lnTo>
                    <a:pt x="364799" y="247199"/>
                  </a:lnTo>
                  <a:lnTo>
                    <a:pt x="0" y="247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58590" y="2608080"/>
              <a:ext cx="858116" cy="924335"/>
            </a:xfrm>
            <a:prstGeom prst="rect">
              <a:avLst/>
            </a:prstGeom>
          </p:spPr>
        </p:pic>
        <p:sp>
          <p:nvSpPr>
            <p:cNvPr id="78" name="object 78" descr=""/>
            <p:cNvSpPr/>
            <p:nvPr/>
          </p:nvSpPr>
          <p:spPr>
            <a:xfrm>
              <a:off x="5477639" y="2620780"/>
              <a:ext cx="820419" cy="886460"/>
            </a:xfrm>
            <a:custGeom>
              <a:avLst/>
              <a:gdLst/>
              <a:ahLst/>
              <a:cxnLst/>
              <a:rect l="l" t="t" r="r" b="b"/>
              <a:pathLst>
                <a:path w="820420" h="886460">
                  <a:moveTo>
                    <a:pt x="813870" y="886234"/>
                  </a:moveTo>
                  <a:lnTo>
                    <a:pt x="6145" y="886234"/>
                  </a:lnTo>
                  <a:lnTo>
                    <a:pt x="0" y="880089"/>
                  </a:lnTo>
                  <a:lnTo>
                    <a:pt x="0" y="13727"/>
                  </a:lnTo>
                  <a:lnTo>
                    <a:pt x="0" y="6145"/>
                  </a:lnTo>
                  <a:lnTo>
                    <a:pt x="6145" y="0"/>
                  </a:lnTo>
                  <a:lnTo>
                    <a:pt x="809929" y="0"/>
                  </a:lnTo>
                  <a:lnTo>
                    <a:pt x="813421" y="1446"/>
                  </a:lnTo>
                  <a:lnTo>
                    <a:pt x="815995" y="4020"/>
                  </a:lnTo>
                  <a:lnTo>
                    <a:pt x="818569" y="6594"/>
                  </a:lnTo>
                  <a:lnTo>
                    <a:pt x="820016" y="10086"/>
                  </a:lnTo>
                  <a:lnTo>
                    <a:pt x="820016" y="880089"/>
                  </a:lnTo>
                  <a:lnTo>
                    <a:pt x="813870" y="8862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37291" y="2685249"/>
              <a:ext cx="701123" cy="757741"/>
            </a:xfrm>
            <a:prstGeom prst="rect">
              <a:avLst/>
            </a:prstGeom>
          </p:spPr>
        </p:pic>
        <p:sp>
          <p:nvSpPr>
            <p:cNvPr id="80" name="object 80" descr=""/>
            <p:cNvSpPr/>
            <p:nvPr/>
          </p:nvSpPr>
          <p:spPr>
            <a:xfrm>
              <a:off x="5701174" y="2906774"/>
              <a:ext cx="365125" cy="247650"/>
            </a:xfrm>
            <a:custGeom>
              <a:avLst/>
              <a:gdLst/>
              <a:ahLst/>
              <a:cxnLst/>
              <a:rect l="l" t="t" r="r" b="b"/>
              <a:pathLst>
                <a:path w="365125" h="247650">
                  <a:moveTo>
                    <a:pt x="364799" y="247199"/>
                  </a:moveTo>
                  <a:lnTo>
                    <a:pt x="0" y="247199"/>
                  </a:lnTo>
                  <a:lnTo>
                    <a:pt x="0" y="0"/>
                  </a:lnTo>
                  <a:lnTo>
                    <a:pt x="364799" y="0"/>
                  </a:lnTo>
                  <a:lnTo>
                    <a:pt x="364799" y="2471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5701174" y="2906774"/>
              <a:ext cx="365125" cy="247650"/>
            </a:xfrm>
            <a:custGeom>
              <a:avLst/>
              <a:gdLst/>
              <a:ahLst/>
              <a:cxnLst/>
              <a:rect l="l" t="t" r="r" b="b"/>
              <a:pathLst>
                <a:path w="365125" h="247650">
                  <a:moveTo>
                    <a:pt x="0" y="0"/>
                  </a:moveTo>
                  <a:lnTo>
                    <a:pt x="364799" y="0"/>
                  </a:lnTo>
                  <a:lnTo>
                    <a:pt x="364799" y="247199"/>
                  </a:lnTo>
                  <a:lnTo>
                    <a:pt x="0" y="247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2" name="object 82" descr=""/>
          <p:cNvSpPr txBox="1"/>
          <p:nvPr/>
        </p:nvSpPr>
        <p:spPr>
          <a:xfrm>
            <a:off x="5477600" y="3438025"/>
            <a:ext cx="820419" cy="219710"/>
          </a:xfrm>
          <a:prstGeom prst="rect">
            <a:avLst/>
          </a:prstGeom>
          <a:solidFill>
            <a:srgbClr val="F4CCCC"/>
          </a:solidFill>
        </p:spPr>
        <p:txBody>
          <a:bodyPr wrap="square" lIns="0" tIns="53340" rIns="0" bIns="0" rtlCol="0" vert="horz">
            <a:spAutoFit/>
          </a:bodyPr>
          <a:lstStyle/>
          <a:p>
            <a:pPr marL="85725">
              <a:lnSpc>
                <a:spcPct val="100000"/>
              </a:lnSpc>
              <a:spcBef>
                <a:spcPts val="420"/>
              </a:spcBef>
            </a:pPr>
            <a:r>
              <a:rPr dirty="0" sz="750" spc="-10">
                <a:solidFill>
                  <a:srgbClr val="9E9E9E"/>
                </a:solidFill>
                <a:latin typeface="Roboto"/>
                <a:cs typeface="Roboto"/>
              </a:rPr>
              <a:t>Health</a:t>
            </a:r>
            <a:r>
              <a:rPr dirty="0" sz="750" spc="5">
                <a:solidFill>
                  <a:srgbClr val="9E9E9E"/>
                </a:solidFill>
                <a:latin typeface="Roboto"/>
                <a:cs typeface="Roboto"/>
              </a:rPr>
              <a:t> </a:t>
            </a:r>
            <a:r>
              <a:rPr dirty="0" sz="750" spc="-10">
                <a:solidFill>
                  <a:srgbClr val="9E9E9E"/>
                </a:solidFill>
                <a:latin typeface="Roboto"/>
                <a:cs typeface="Roboto"/>
              </a:rPr>
              <a:t>Endpoint</a:t>
            </a:r>
            <a:endParaRPr sz="750">
              <a:latin typeface="Roboto"/>
              <a:cs typeface="Roboto"/>
            </a:endParaRPr>
          </a:p>
        </p:txBody>
      </p:sp>
      <p:sp>
        <p:nvSpPr>
          <p:cNvPr id="83" name="object 83" descr=""/>
          <p:cNvSpPr txBox="1"/>
          <p:nvPr/>
        </p:nvSpPr>
        <p:spPr>
          <a:xfrm>
            <a:off x="6544399" y="3438025"/>
            <a:ext cx="820419" cy="219710"/>
          </a:xfrm>
          <a:prstGeom prst="rect">
            <a:avLst/>
          </a:prstGeom>
          <a:solidFill>
            <a:srgbClr val="F4CCCC"/>
          </a:solidFill>
        </p:spPr>
        <p:txBody>
          <a:bodyPr wrap="square" lIns="0" tIns="53340" rIns="0" bIns="0" rtlCol="0" vert="horz">
            <a:spAutoFit/>
          </a:bodyPr>
          <a:lstStyle/>
          <a:p>
            <a:pPr marL="85725">
              <a:lnSpc>
                <a:spcPct val="100000"/>
              </a:lnSpc>
              <a:spcBef>
                <a:spcPts val="420"/>
              </a:spcBef>
            </a:pPr>
            <a:r>
              <a:rPr dirty="0" sz="750" spc="-10">
                <a:solidFill>
                  <a:srgbClr val="9E9E9E"/>
                </a:solidFill>
                <a:latin typeface="Roboto"/>
                <a:cs typeface="Roboto"/>
              </a:rPr>
              <a:t>Health</a:t>
            </a:r>
            <a:r>
              <a:rPr dirty="0" sz="750" spc="5">
                <a:solidFill>
                  <a:srgbClr val="9E9E9E"/>
                </a:solidFill>
                <a:latin typeface="Roboto"/>
                <a:cs typeface="Roboto"/>
              </a:rPr>
              <a:t> </a:t>
            </a:r>
            <a:r>
              <a:rPr dirty="0" sz="750" spc="-10">
                <a:solidFill>
                  <a:srgbClr val="9E9E9E"/>
                </a:solidFill>
                <a:latin typeface="Roboto"/>
                <a:cs typeface="Roboto"/>
              </a:rPr>
              <a:t>Endpoint</a:t>
            </a:r>
            <a:endParaRPr sz="750">
              <a:latin typeface="Roboto"/>
              <a:cs typeface="Roboto"/>
            </a:endParaRPr>
          </a:p>
        </p:txBody>
      </p:sp>
      <p:sp>
        <p:nvSpPr>
          <p:cNvPr id="84" name="object 84" descr=""/>
          <p:cNvSpPr txBox="1"/>
          <p:nvPr/>
        </p:nvSpPr>
        <p:spPr>
          <a:xfrm>
            <a:off x="7534999" y="3438025"/>
            <a:ext cx="820419" cy="219710"/>
          </a:xfrm>
          <a:prstGeom prst="rect">
            <a:avLst/>
          </a:prstGeom>
          <a:solidFill>
            <a:srgbClr val="F4CCCC"/>
          </a:solidFill>
        </p:spPr>
        <p:txBody>
          <a:bodyPr wrap="square" lIns="0" tIns="53340" rIns="0" bIns="0" rtlCol="0" vert="horz">
            <a:spAutoFit/>
          </a:bodyPr>
          <a:lstStyle/>
          <a:p>
            <a:pPr marL="85725">
              <a:lnSpc>
                <a:spcPct val="100000"/>
              </a:lnSpc>
              <a:spcBef>
                <a:spcPts val="420"/>
              </a:spcBef>
            </a:pPr>
            <a:r>
              <a:rPr dirty="0" sz="750" spc="-10">
                <a:solidFill>
                  <a:srgbClr val="9E9E9E"/>
                </a:solidFill>
                <a:latin typeface="Roboto"/>
                <a:cs typeface="Roboto"/>
              </a:rPr>
              <a:t>Health</a:t>
            </a:r>
            <a:r>
              <a:rPr dirty="0" sz="750" spc="5">
                <a:solidFill>
                  <a:srgbClr val="9E9E9E"/>
                </a:solidFill>
                <a:latin typeface="Roboto"/>
                <a:cs typeface="Roboto"/>
              </a:rPr>
              <a:t> </a:t>
            </a:r>
            <a:r>
              <a:rPr dirty="0" sz="750" spc="-10">
                <a:solidFill>
                  <a:srgbClr val="9E9E9E"/>
                </a:solidFill>
                <a:latin typeface="Roboto"/>
                <a:cs typeface="Roboto"/>
              </a:rPr>
              <a:t>Endpoint</a:t>
            </a:r>
            <a:endParaRPr sz="750">
              <a:latin typeface="Roboto"/>
              <a:cs typeface="Roboto"/>
            </a:endParaRPr>
          </a:p>
        </p:txBody>
      </p:sp>
      <p:grpSp>
        <p:nvGrpSpPr>
          <p:cNvPr id="85" name="object 85" descr=""/>
          <p:cNvGrpSpPr/>
          <p:nvPr/>
        </p:nvGrpSpPr>
        <p:grpSpPr>
          <a:xfrm>
            <a:off x="6199325" y="4234900"/>
            <a:ext cx="1520825" cy="425450"/>
            <a:chOff x="6199325" y="4234900"/>
            <a:chExt cx="1520825" cy="425450"/>
          </a:xfrm>
        </p:grpSpPr>
        <p:pic>
          <p:nvPicPr>
            <p:cNvPr id="86" name="object 8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99325" y="4234900"/>
              <a:ext cx="1520400" cy="425100"/>
            </a:xfrm>
            <a:prstGeom prst="rect">
              <a:avLst/>
            </a:prstGeom>
          </p:spPr>
        </p:pic>
        <p:sp>
          <p:nvSpPr>
            <p:cNvPr id="87" name="object 87" descr=""/>
            <p:cNvSpPr/>
            <p:nvPr/>
          </p:nvSpPr>
          <p:spPr>
            <a:xfrm>
              <a:off x="6218374" y="4247599"/>
              <a:ext cx="1482725" cy="387350"/>
            </a:xfrm>
            <a:custGeom>
              <a:avLst/>
              <a:gdLst/>
              <a:ahLst/>
              <a:cxnLst/>
              <a:rect l="l" t="t" r="r" b="b"/>
              <a:pathLst>
                <a:path w="1482725" h="387350">
                  <a:moveTo>
                    <a:pt x="1479399" y="386999"/>
                  </a:moveTo>
                  <a:lnTo>
                    <a:pt x="2900" y="386999"/>
                  </a:lnTo>
                  <a:lnTo>
                    <a:pt x="0" y="384099"/>
                  </a:lnTo>
                  <a:lnTo>
                    <a:pt x="0" y="6478"/>
                  </a:lnTo>
                  <a:lnTo>
                    <a:pt x="0" y="2900"/>
                  </a:lnTo>
                  <a:lnTo>
                    <a:pt x="2900" y="0"/>
                  </a:lnTo>
                  <a:lnTo>
                    <a:pt x="1477539" y="0"/>
                  </a:lnTo>
                  <a:lnTo>
                    <a:pt x="1479187" y="682"/>
                  </a:lnTo>
                  <a:lnTo>
                    <a:pt x="1481617" y="3112"/>
                  </a:lnTo>
                  <a:lnTo>
                    <a:pt x="1482299" y="4759"/>
                  </a:lnTo>
                  <a:lnTo>
                    <a:pt x="1482299" y="384099"/>
                  </a:lnTo>
                  <a:lnTo>
                    <a:pt x="1479399" y="38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8" name="object 88" descr=""/>
          <p:cNvSpPr txBox="1"/>
          <p:nvPr/>
        </p:nvSpPr>
        <p:spPr>
          <a:xfrm>
            <a:off x="6636198" y="4332832"/>
            <a:ext cx="88646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757575"/>
                </a:solidFill>
                <a:latin typeface="Roboto"/>
                <a:cs typeface="Roboto"/>
              </a:rPr>
              <a:t>Health</a:t>
            </a:r>
            <a:r>
              <a:rPr dirty="0" sz="1000" spc="-30">
                <a:solidFill>
                  <a:srgbClr val="757575"/>
                </a:solidFill>
                <a:latin typeface="Roboto"/>
                <a:cs typeface="Roboto"/>
              </a:rPr>
              <a:t> </a:t>
            </a:r>
            <a:r>
              <a:rPr dirty="0" sz="1000" spc="-10">
                <a:solidFill>
                  <a:srgbClr val="757575"/>
                </a:solidFill>
                <a:latin typeface="Roboto"/>
                <a:cs typeface="Roboto"/>
              </a:rPr>
              <a:t>Checker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89" name="object 89" descr=""/>
          <p:cNvGrpSpPr/>
          <p:nvPr/>
        </p:nvGrpSpPr>
        <p:grpSpPr>
          <a:xfrm>
            <a:off x="3988199" y="1758850"/>
            <a:ext cx="3942715" cy="2803525"/>
            <a:chOff x="3988199" y="1758850"/>
            <a:chExt cx="3942715" cy="2803525"/>
          </a:xfrm>
        </p:grpSpPr>
        <p:pic>
          <p:nvPicPr>
            <p:cNvPr id="90" name="object 9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64399" y="4315618"/>
              <a:ext cx="274199" cy="246599"/>
            </a:xfrm>
            <a:prstGeom prst="rect">
              <a:avLst/>
            </a:prstGeom>
          </p:spPr>
        </p:pic>
        <p:sp>
          <p:nvSpPr>
            <p:cNvPr id="91" name="object 91" descr=""/>
            <p:cNvSpPr/>
            <p:nvPr/>
          </p:nvSpPr>
          <p:spPr>
            <a:xfrm>
              <a:off x="6080106" y="3725453"/>
              <a:ext cx="879475" cy="522605"/>
            </a:xfrm>
            <a:custGeom>
              <a:avLst/>
              <a:gdLst/>
              <a:ahLst/>
              <a:cxnLst/>
              <a:rect l="l" t="t" r="r" b="b"/>
              <a:pathLst>
                <a:path w="879475" h="522604">
                  <a:moveTo>
                    <a:pt x="879418" y="522145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397D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2" name="object 9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96246" y="3671792"/>
              <a:ext cx="109449" cy="90241"/>
            </a:xfrm>
            <a:prstGeom prst="rect">
              <a:avLst/>
            </a:prstGeom>
          </p:spPr>
        </p:pic>
        <p:sp>
          <p:nvSpPr>
            <p:cNvPr id="93" name="object 93" descr=""/>
            <p:cNvSpPr/>
            <p:nvPr/>
          </p:nvSpPr>
          <p:spPr>
            <a:xfrm>
              <a:off x="6955412" y="3771795"/>
              <a:ext cx="4445" cy="476250"/>
            </a:xfrm>
            <a:custGeom>
              <a:avLst/>
              <a:gdLst/>
              <a:ahLst/>
              <a:cxnLst/>
              <a:rect l="l" t="t" r="r" b="b"/>
              <a:pathLst>
                <a:path w="4445" h="476250">
                  <a:moveTo>
                    <a:pt x="4112" y="475804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397D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4" name="object 9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14423" y="3675822"/>
              <a:ext cx="81978" cy="105769"/>
            </a:xfrm>
            <a:prstGeom prst="rect">
              <a:avLst/>
            </a:prstGeom>
          </p:spPr>
        </p:pic>
        <p:sp>
          <p:nvSpPr>
            <p:cNvPr id="95" name="object 95" descr=""/>
            <p:cNvSpPr/>
            <p:nvPr/>
          </p:nvSpPr>
          <p:spPr>
            <a:xfrm>
              <a:off x="6959524" y="3716219"/>
              <a:ext cx="887730" cy="531495"/>
            </a:xfrm>
            <a:custGeom>
              <a:avLst/>
              <a:gdLst/>
              <a:ahLst/>
              <a:cxnLst/>
              <a:rect l="l" t="t" r="r" b="b"/>
              <a:pathLst>
                <a:path w="887729" h="531495">
                  <a:moveTo>
                    <a:pt x="0" y="531380"/>
                  </a:moveTo>
                  <a:lnTo>
                    <a:pt x="887435" y="0"/>
                  </a:lnTo>
                </a:path>
              </a:pathLst>
            </a:custGeom>
            <a:ln w="19049">
              <a:solidFill>
                <a:srgbClr val="397D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21270" y="3662281"/>
              <a:ext cx="109385" cy="90457"/>
            </a:xfrm>
            <a:prstGeom prst="rect">
              <a:avLst/>
            </a:prstGeom>
          </p:spPr>
        </p:pic>
        <p:sp>
          <p:nvSpPr>
            <p:cNvPr id="97" name="object 97" descr=""/>
            <p:cNvSpPr/>
            <p:nvPr/>
          </p:nvSpPr>
          <p:spPr>
            <a:xfrm>
              <a:off x="4018398" y="2167406"/>
              <a:ext cx="549275" cy="889635"/>
            </a:xfrm>
            <a:custGeom>
              <a:avLst/>
              <a:gdLst/>
              <a:ahLst/>
              <a:cxnLst/>
              <a:rect l="l" t="t" r="r" b="b"/>
              <a:pathLst>
                <a:path w="549275" h="889635">
                  <a:moveTo>
                    <a:pt x="0" y="889296"/>
                  </a:moveTo>
                  <a:lnTo>
                    <a:pt x="75269" y="877232"/>
                  </a:lnTo>
                  <a:lnTo>
                    <a:pt x="112514" y="862578"/>
                  </a:lnTo>
                  <a:lnTo>
                    <a:pt x="149291" y="842551"/>
                  </a:lnTo>
                  <a:lnTo>
                    <a:pt x="185444" y="817435"/>
                  </a:lnTo>
                  <a:lnTo>
                    <a:pt x="220817" y="787513"/>
                  </a:lnTo>
                  <a:lnTo>
                    <a:pt x="255255" y="753067"/>
                  </a:lnTo>
                  <a:lnTo>
                    <a:pt x="288601" y="714380"/>
                  </a:lnTo>
                  <a:lnTo>
                    <a:pt x="320700" y="671736"/>
                  </a:lnTo>
                  <a:lnTo>
                    <a:pt x="351395" y="625415"/>
                  </a:lnTo>
                  <a:lnTo>
                    <a:pt x="380531" y="575702"/>
                  </a:lnTo>
                  <a:lnTo>
                    <a:pt x="402227" y="534446"/>
                  </a:lnTo>
                  <a:lnTo>
                    <a:pt x="422790" y="491406"/>
                  </a:lnTo>
                  <a:lnTo>
                    <a:pt x="442141" y="446722"/>
                  </a:lnTo>
                  <a:lnTo>
                    <a:pt x="460207" y="400528"/>
                  </a:lnTo>
                  <a:lnTo>
                    <a:pt x="476912" y="352963"/>
                  </a:lnTo>
                  <a:lnTo>
                    <a:pt x="492179" y="304164"/>
                  </a:lnTo>
                  <a:lnTo>
                    <a:pt x="505933" y="254268"/>
                  </a:lnTo>
                  <a:lnTo>
                    <a:pt x="516668" y="209817"/>
                  </a:lnTo>
                  <a:lnTo>
                    <a:pt x="526135" y="164722"/>
                  </a:lnTo>
                  <a:lnTo>
                    <a:pt x="534285" y="119077"/>
                  </a:lnTo>
                  <a:lnTo>
                    <a:pt x="541067" y="72972"/>
                  </a:lnTo>
                  <a:lnTo>
                    <a:pt x="546430" y="26499"/>
                  </a:lnTo>
                  <a:lnTo>
                    <a:pt x="548564" y="3154"/>
                  </a:lnTo>
                  <a:lnTo>
                    <a:pt x="548814" y="0"/>
                  </a:lnTo>
                </a:path>
              </a:pathLst>
            </a:custGeom>
            <a:ln w="19049">
              <a:solidFill>
                <a:srgbClr val="397D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8" name="object 9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26248" y="2071503"/>
              <a:ext cx="81928" cy="106717"/>
            </a:xfrm>
            <a:prstGeom prst="rect">
              <a:avLst/>
            </a:prstGeom>
          </p:spPr>
        </p:pic>
        <p:pic>
          <p:nvPicPr>
            <p:cNvPr id="99" name="object 9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988199" y="1758850"/>
              <a:ext cx="1167600" cy="319800"/>
            </a:xfrm>
            <a:prstGeom prst="rect">
              <a:avLst/>
            </a:prstGeom>
          </p:spPr>
        </p:pic>
        <p:sp>
          <p:nvSpPr>
            <p:cNvPr id="100" name="object 100" descr=""/>
            <p:cNvSpPr/>
            <p:nvPr/>
          </p:nvSpPr>
          <p:spPr>
            <a:xfrm>
              <a:off x="4007249" y="1771549"/>
              <a:ext cx="1129665" cy="281940"/>
            </a:xfrm>
            <a:custGeom>
              <a:avLst/>
              <a:gdLst/>
              <a:ahLst/>
              <a:cxnLst/>
              <a:rect l="l" t="t" r="r" b="b"/>
              <a:pathLst>
                <a:path w="1129664" h="281939">
                  <a:moveTo>
                    <a:pt x="1127388" y="281699"/>
                  </a:moveTo>
                  <a:lnTo>
                    <a:pt x="2111" y="281699"/>
                  </a:lnTo>
                  <a:lnTo>
                    <a:pt x="0" y="279588"/>
                  </a:lnTo>
                  <a:lnTo>
                    <a:pt x="0" y="4715"/>
                  </a:lnTo>
                  <a:lnTo>
                    <a:pt x="0" y="2111"/>
                  </a:lnTo>
                  <a:lnTo>
                    <a:pt x="2111" y="0"/>
                  </a:lnTo>
                  <a:lnTo>
                    <a:pt x="1126034" y="0"/>
                  </a:lnTo>
                  <a:lnTo>
                    <a:pt x="1127234" y="496"/>
                  </a:lnTo>
                  <a:lnTo>
                    <a:pt x="1129002" y="2265"/>
                  </a:lnTo>
                  <a:lnTo>
                    <a:pt x="1129499" y="3464"/>
                  </a:lnTo>
                  <a:lnTo>
                    <a:pt x="1129499" y="279588"/>
                  </a:lnTo>
                  <a:lnTo>
                    <a:pt x="1127388" y="281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1" name="object 101" descr=""/>
          <p:cNvSpPr txBox="1"/>
          <p:nvPr/>
        </p:nvSpPr>
        <p:spPr>
          <a:xfrm>
            <a:off x="4307020" y="1580302"/>
            <a:ext cx="61531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solidFill>
                  <a:srgbClr val="9E9E9E"/>
                </a:solidFill>
                <a:latin typeface="Roboto"/>
                <a:cs typeface="Roboto"/>
              </a:rPr>
              <a:t>REPLICATION</a:t>
            </a:r>
            <a:endParaRPr sz="750">
              <a:latin typeface="Roboto"/>
              <a:cs typeface="Roboto"/>
            </a:endParaRPr>
          </a:p>
        </p:txBody>
      </p:sp>
      <p:sp>
        <p:nvSpPr>
          <p:cNvPr id="102" name="object 102" descr=""/>
          <p:cNvSpPr txBox="1"/>
          <p:nvPr/>
        </p:nvSpPr>
        <p:spPr>
          <a:xfrm>
            <a:off x="4281681" y="1818420"/>
            <a:ext cx="75819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12121"/>
                </a:solidFill>
                <a:latin typeface="Roboto"/>
                <a:cs typeface="Roboto"/>
              </a:rPr>
              <a:t>Task</a:t>
            </a:r>
            <a:r>
              <a:rPr dirty="0" sz="1000" spc="-4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Roboto"/>
                <a:cs typeface="Roboto"/>
              </a:rPr>
              <a:t>Queues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103" name="object 103" descr=""/>
          <p:cNvGrpSpPr/>
          <p:nvPr/>
        </p:nvGrpSpPr>
        <p:grpSpPr>
          <a:xfrm>
            <a:off x="4055733" y="1810818"/>
            <a:ext cx="1066165" cy="2925445"/>
            <a:chOff x="4055733" y="1810818"/>
            <a:chExt cx="1066165" cy="2925445"/>
          </a:xfrm>
        </p:grpSpPr>
        <p:pic>
          <p:nvPicPr>
            <p:cNvPr id="104" name="object 10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055733" y="1810818"/>
              <a:ext cx="203099" cy="203099"/>
            </a:xfrm>
            <a:prstGeom prst="rect">
              <a:avLst/>
            </a:prstGeom>
          </p:spPr>
        </p:pic>
        <p:sp>
          <p:nvSpPr>
            <p:cNvPr id="105" name="object 105" descr=""/>
            <p:cNvSpPr/>
            <p:nvPr/>
          </p:nvSpPr>
          <p:spPr>
            <a:xfrm>
              <a:off x="4572000" y="2053250"/>
              <a:ext cx="455930" cy="978535"/>
            </a:xfrm>
            <a:custGeom>
              <a:avLst/>
              <a:gdLst/>
              <a:ahLst/>
              <a:cxnLst/>
              <a:rect l="l" t="t" r="r" b="b"/>
              <a:pathLst>
                <a:path w="455929" h="978535">
                  <a:moveTo>
                    <a:pt x="0" y="0"/>
                  </a:moveTo>
                  <a:lnTo>
                    <a:pt x="1072" y="53736"/>
                  </a:lnTo>
                  <a:lnTo>
                    <a:pt x="4238" y="107335"/>
                  </a:lnTo>
                  <a:lnTo>
                    <a:pt x="9419" y="160659"/>
                  </a:lnTo>
                  <a:lnTo>
                    <a:pt x="16539" y="213572"/>
                  </a:lnTo>
                  <a:lnTo>
                    <a:pt x="25519" y="265937"/>
                  </a:lnTo>
                  <a:lnTo>
                    <a:pt x="36283" y="317616"/>
                  </a:lnTo>
                  <a:lnTo>
                    <a:pt x="48752" y="368472"/>
                  </a:lnTo>
                  <a:lnTo>
                    <a:pt x="62849" y="418368"/>
                  </a:lnTo>
                  <a:lnTo>
                    <a:pt x="78497" y="467167"/>
                  </a:lnTo>
                  <a:lnTo>
                    <a:pt x="95618" y="514732"/>
                  </a:lnTo>
                  <a:lnTo>
                    <a:pt x="114134" y="560925"/>
                  </a:lnTo>
                  <a:lnTo>
                    <a:pt x="133968" y="605610"/>
                  </a:lnTo>
                  <a:lnTo>
                    <a:pt x="155043" y="648649"/>
                  </a:lnTo>
                  <a:lnTo>
                    <a:pt x="177281" y="689906"/>
                  </a:lnTo>
                  <a:lnTo>
                    <a:pt x="204591" y="735602"/>
                  </a:lnTo>
                  <a:lnTo>
                    <a:pt x="233256" y="778467"/>
                  </a:lnTo>
                  <a:lnTo>
                    <a:pt x="263151" y="818283"/>
                  </a:lnTo>
                  <a:lnTo>
                    <a:pt x="294155" y="854833"/>
                  </a:lnTo>
                  <a:lnTo>
                    <a:pt x="326144" y="887898"/>
                  </a:lnTo>
                  <a:lnTo>
                    <a:pt x="358994" y="917261"/>
                  </a:lnTo>
                  <a:lnTo>
                    <a:pt x="396828" y="945598"/>
                  </a:lnTo>
                  <a:lnTo>
                    <a:pt x="435420" y="968664"/>
                  </a:lnTo>
                  <a:lnTo>
                    <a:pt x="448423" y="975128"/>
                  </a:lnTo>
                  <a:lnTo>
                    <a:pt x="450595" y="976153"/>
                  </a:lnTo>
                  <a:lnTo>
                    <a:pt x="452770" y="977151"/>
                  </a:lnTo>
                  <a:lnTo>
                    <a:pt x="454947" y="978123"/>
                  </a:lnTo>
                  <a:lnTo>
                    <a:pt x="455770" y="978486"/>
                  </a:lnTo>
                </a:path>
              </a:pathLst>
            </a:custGeom>
            <a:ln w="19049">
              <a:solidFill>
                <a:srgbClr val="397D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6" name="object 10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011359" y="2991508"/>
              <a:ext cx="110290" cy="80455"/>
            </a:xfrm>
            <a:prstGeom prst="rect">
              <a:avLst/>
            </a:prstGeom>
          </p:spPr>
        </p:pic>
        <p:pic>
          <p:nvPicPr>
            <p:cNvPr id="107" name="object 10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162425" y="4076200"/>
              <a:ext cx="676200" cy="660000"/>
            </a:xfrm>
            <a:prstGeom prst="rect">
              <a:avLst/>
            </a:prstGeom>
          </p:spPr>
        </p:pic>
        <p:sp>
          <p:nvSpPr>
            <p:cNvPr id="108" name="object 108" descr=""/>
            <p:cNvSpPr/>
            <p:nvPr/>
          </p:nvSpPr>
          <p:spPr>
            <a:xfrm>
              <a:off x="4181475" y="4088900"/>
              <a:ext cx="638175" cy="622300"/>
            </a:xfrm>
            <a:custGeom>
              <a:avLst/>
              <a:gdLst/>
              <a:ahLst/>
              <a:cxnLst/>
              <a:rect l="l" t="t" r="r" b="b"/>
              <a:pathLst>
                <a:path w="638175" h="622300">
                  <a:moveTo>
                    <a:pt x="633438" y="621899"/>
                  </a:moveTo>
                  <a:lnTo>
                    <a:pt x="4660" y="621899"/>
                  </a:lnTo>
                  <a:lnTo>
                    <a:pt x="0" y="617238"/>
                  </a:lnTo>
                  <a:lnTo>
                    <a:pt x="0" y="10410"/>
                  </a:lnTo>
                  <a:lnTo>
                    <a:pt x="0" y="4660"/>
                  </a:lnTo>
                  <a:lnTo>
                    <a:pt x="4660" y="0"/>
                  </a:lnTo>
                  <a:lnTo>
                    <a:pt x="630450" y="0"/>
                  </a:lnTo>
                  <a:lnTo>
                    <a:pt x="633098" y="1096"/>
                  </a:lnTo>
                  <a:lnTo>
                    <a:pt x="637002" y="5001"/>
                  </a:lnTo>
                  <a:lnTo>
                    <a:pt x="638099" y="7649"/>
                  </a:lnTo>
                  <a:lnTo>
                    <a:pt x="638099" y="617238"/>
                  </a:lnTo>
                  <a:lnTo>
                    <a:pt x="633438" y="621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9" name="object 109" descr=""/>
          <p:cNvSpPr txBox="1"/>
          <p:nvPr/>
        </p:nvSpPr>
        <p:spPr>
          <a:xfrm>
            <a:off x="4183496" y="4524945"/>
            <a:ext cx="63436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212121"/>
                </a:solidFill>
                <a:latin typeface="Roboto"/>
                <a:cs typeface="Roboto"/>
              </a:rPr>
              <a:t>Autoscaler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110" name="object 110" descr=""/>
          <p:cNvGrpSpPr/>
          <p:nvPr/>
        </p:nvGrpSpPr>
        <p:grpSpPr>
          <a:xfrm>
            <a:off x="3648675" y="3512070"/>
            <a:ext cx="1811020" cy="1043940"/>
            <a:chOff x="3648675" y="3512070"/>
            <a:chExt cx="1811020" cy="1043940"/>
          </a:xfrm>
        </p:grpSpPr>
        <p:pic>
          <p:nvPicPr>
            <p:cNvPr id="111" name="object 111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303442" y="4125483"/>
              <a:ext cx="429899" cy="429899"/>
            </a:xfrm>
            <a:prstGeom prst="rect">
              <a:avLst/>
            </a:prstGeom>
          </p:spPr>
        </p:pic>
        <p:sp>
          <p:nvSpPr>
            <p:cNvPr id="112" name="object 112" descr=""/>
            <p:cNvSpPr/>
            <p:nvPr/>
          </p:nvSpPr>
          <p:spPr>
            <a:xfrm>
              <a:off x="3744523" y="3553894"/>
              <a:ext cx="774065" cy="572135"/>
            </a:xfrm>
            <a:custGeom>
              <a:avLst/>
              <a:gdLst/>
              <a:ahLst/>
              <a:cxnLst/>
              <a:rect l="l" t="t" r="r" b="b"/>
              <a:pathLst>
                <a:path w="774064" h="572135">
                  <a:moveTo>
                    <a:pt x="773868" y="571588"/>
                  </a:moveTo>
                  <a:lnTo>
                    <a:pt x="770594" y="528289"/>
                  </a:lnTo>
                  <a:lnTo>
                    <a:pt x="760992" y="485207"/>
                  </a:lnTo>
                  <a:lnTo>
                    <a:pt x="745397" y="442558"/>
                  </a:lnTo>
                  <a:lnTo>
                    <a:pt x="724140" y="400559"/>
                  </a:lnTo>
                  <a:lnTo>
                    <a:pt x="697556" y="359427"/>
                  </a:lnTo>
                  <a:lnTo>
                    <a:pt x="665976" y="319378"/>
                  </a:lnTo>
                  <a:lnTo>
                    <a:pt x="629735" y="280629"/>
                  </a:lnTo>
                  <a:lnTo>
                    <a:pt x="589164" y="243397"/>
                  </a:lnTo>
                  <a:lnTo>
                    <a:pt x="544598" y="207899"/>
                  </a:lnTo>
                  <a:lnTo>
                    <a:pt x="496368" y="174350"/>
                  </a:lnTo>
                  <a:lnTo>
                    <a:pt x="453619" y="148039"/>
                  </a:lnTo>
                  <a:lnTo>
                    <a:pt x="408750" y="123358"/>
                  </a:lnTo>
                  <a:lnTo>
                    <a:pt x="361954" y="100433"/>
                  </a:lnTo>
                  <a:lnTo>
                    <a:pt x="313424" y="79388"/>
                  </a:lnTo>
                  <a:lnTo>
                    <a:pt x="263352" y="60349"/>
                  </a:lnTo>
                  <a:lnTo>
                    <a:pt x="211931" y="43442"/>
                  </a:lnTo>
                  <a:lnTo>
                    <a:pt x="172596" y="32237"/>
                  </a:lnTo>
                  <a:lnTo>
                    <a:pt x="132691" y="22353"/>
                  </a:lnTo>
                  <a:lnTo>
                    <a:pt x="92299" y="13845"/>
                  </a:lnTo>
                  <a:lnTo>
                    <a:pt x="51501" y="6766"/>
                  </a:lnTo>
                  <a:lnTo>
                    <a:pt x="10377" y="1167"/>
                  </a:lnTo>
                  <a:lnTo>
                    <a:pt x="55" y="5"/>
                  </a:lnTo>
                </a:path>
              </a:pathLst>
            </a:custGeom>
            <a:ln w="19049">
              <a:solidFill>
                <a:srgbClr val="397D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3" name="object 113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648675" y="3512950"/>
              <a:ext cx="107082" cy="81888"/>
            </a:xfrm>
            <a:prstGeom prst="rect">
              <a:avLst/>
            </a:prstGeom>
          </p:spPr>
        </p:pic>
        <p:sp>
          <p:nvSpPr>
            <p:cNvPr id="114" name="object 114" descr=""/>
            <p:cNvSpPr/>
            <p:nvPr/>
          </p:nvSpPr>
          <p:spPr>
            <a:xfrm>
              <a:off x="4518392" y="3553026"/>
              <a:ext cx="845185" cy="572770"/>
            </a:xfrm>
            <a:custGeom>
              <a:avLst/>
              <a:gdLst/>
              <a:ahLst/>
              <a:cxnLst/>
              <a:rect l="l" t="t" r="r" b="b"/>
              <a:pathLst>
                <a:path w="845185" h="572770">
                  <a:moveTo>
                    <a:pt x="0" y="572456"/>
                  </a:moveTo>
                  <a:lnTo>
                    <a:pt x="2927" y="533087"/>
                  </a:lnTo>
                  <a:lnTo>
                    <a:pt x="11529" y="493882"/>
                  </a:lnTo>
                  <a:lnTo>
                    <a:pt x="25535" y="455002"/>
                  </a:lnTo>
                  <a:lnTo>
                    <a:pt x="44676" y="416610"/>
                  </a:lnTo>
                  <a:lnTo>
                    <a:pt x="68680" y="378870"/>
                  </a:lnTo>
                  <a:lnTo>
                    <a:pt x="97279" y="341944"/>
                  </a:lnTo>
                  <a:lnTo>
                    <a:pt x="130200" y="305994"/>
                  </a:lnTo>
                  <a:lnTo>
                    <a:pt x="167175" y="271184"/>
                  </a:lnTo>
                  <a:lnTo>
                    <a:pt x="207934" y="237676"/>
                  </a:lnTo>
                  <a:lnTo>
                    <a:pt x="252205" y="205633"/>
                  </a:lnTo>
                  <a:lnTo>
                    <a:pt x="299718" y="175218"/>
                  </a:lnTo>
                  <a:lnTo>
                    <a:pt x="339149" y="152569"/>
                  </a:lnTo>
                  <a:lnTo>
                    <a:pt x="380284" y="131104"/>
                  </a:lnTo>
                  <a:lnTo>
                    <a:pt x="422992" y="110903"/>
                  </a:lnTo>
                  <a:lnTo>
                    <a:pt x="467141" y="92044"/>
                  </a:lnTo>
                  <a:lnTo>
                    <a:pt x="512601" y="74606"/>
                  </a:lnTo>
                  <a:lnTo>
                    <a:pt x="559241" y="58669"/>
                  </a:lnTo>
                  <a:lnTo>
                    <a:pt x="606930" y="44310"/>
                  </a:lnTo>
                  <a:lnTo>
                    <a:pt x="649414" y="33105"/>
                  </a:lnTo>
                  <a:lnTo>
                    <a:pt x="692514" y="23221"/>
                  </a:lnTo>
                  <a:lnTo>
                    <a:pt x="736140" y="14713"/>
                  </a:lnTo>
                  <a:lnTo>
                    <a:pt x="780205" y="7634"/>
                  </a:lnTo>
                  <a:lnTo>
                    <a:pt x="824621" y="2035"/>
                  </a:lnTo>
                  <a:lnTo>
                    <a:pt x="835770" y="873"/>
                  </a:lnTo>
                  <a:lnTo>
                    <a:pt x="844924" y="0"/>
                  </a:lnTo>
                </a:path>
              </a:pathLst>
            </a:custGeom>
            <a:ln w="19049">
              <a:solidFill>
                <a:srgbClr val="397D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5" name="object 115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352320" y="3512070"/>
              <a:ext cx="106877" cy="81911"/>
            </a:xfrm>
            <a:prstGeom prst="rect">
              <a:avLst/>
            </a:prstGeom>
          </p:spPr>
        </p:pic>
      </p:grpSp>
      <p:sp>
        <p:nvSpPr>
          <p:cNvPr id="116" name="object 11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89984" y="1112718"/>
            <a:ext cx="7247255" cy="2814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Maintaining</a:t>
            </a:r>
            <a:r>
              <a:rPr dirty="0" sz="1800" spc="-4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code</a:t>
            </a:r>
            <a:r>
              <a:rPr dirty="0" sz="1800" spc="-4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in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different</a:t>
            </a:r>
            <a:r>
              <a:rPr dirty="0" sz="1800" spc="-40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languages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on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different</a:t>
            </a:r>
            <a:r>
              <a:rPr dirty="0" sz="1800" spc="-35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types</a:t>
            </a:r>
            <a:r>
              <a:rPr dirty="0" sz="1800" spc="-4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of</a:t>
            </a:r>
            <a:r>
              <a:rPr dirty="0" sz="1800" spc="-4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machines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Rolling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out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the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new</a:t>
            </a:r>
            <a:r>
              <a:rPr dirty="0" sz="1800" spc="-40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version</a:t>
            </a:r>
            <a:r>
              <a:rPr dirty="0" sz="1800" spc="-35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of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your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code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reliably</a:t>
            </a:r>
            <a:endParaRPr sz="1800">
              <a:latin typeface="Roboto"/>
              <a:cs typeface="Roboto"/>
            </a:endParaRPr>
          </a:p>
          <a:p>
            <a:pPr marL="12700" marR="1588135">
              <a:lnSpc>
                <a:spcPct val="229199"/>
              </a:lnSpc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Rolling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back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to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the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old</a:t>
            </a:r>
            <a:r>
              <a:rPr dirty="0" sz="1800" spc="-35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version</a:t>
            </a:r>
            <a:r>
              <a:rPr dirty="0" sz="1800" spc="-40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if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something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goes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wrong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Managing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 b="1">
                <a:solidFill>
                  <a:srgbClr val="666666"/>
                </a:solidFill>
                <a:latin typeface="Roboto"/>
                <a:cs typeface="Roboto"/>
              </a:rPr>
              <a:t>configuration</a:t>
            </a:r>
            <a:r>
              <a:rPr dirty="0" sz="1800" spc="-35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and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 b="1">
                <a:solidFill>
                  <a:srgbClr val="666666"/>
                </a:solidFill>
                <a:latin typeface="Roboto"/>
                <a:cs typeface="Roboto"/>
              </a:rPr>
              <a:t>secrets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Managing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scripts</a:t>
            </a:r>
            <a:r>
              <a:rPr dirty="0" sz="1800" spc="-30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that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need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to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run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on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each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machine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We</a:t>
            </a:r>
            <a:r>
              <a:rPr dirty="0" spc="-25"/>
              <a:t> </a:t>
            </a:r>
            <a:r>
              <a:rPr dirty="0"/>
              <a:t>haven’t</a:t>
            </a:r>
            <a:r>
              <a:rPr dirty="0" spc="-25"/>
              <a:t> </a:t>
            </a:r>
            <a:r>
              <a:rPr dirty="0"/>
              <a:t>even</a:t>
            </a:r>
            <a:r>
              <a:rPr dirty="0" spc="-25"/>
              <a:t> </a:t>
            </a:r>
            <a:r>
              <a:rPr dirty="0"/>
              <a:t>talked</a:t>
            </a:r>
            <a:r>
              <a:rPr dirty="0" spc="-20"/>
              <a:t> </a:t>
            </a:r>
            <a:r>
              <a:rPr dirty="0" spc="-10"/>
              <a:t>about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0500" y="2126250"/>
            <a:ext cx="8370570" cy="755650"/>
          </a:xfrm>
          <a:prstGeom prst="rect"/>
          <a:solidFill>
            <a:srgbClr val="C9DAF7"/>
          </a:solidFill>
        </p:spPr>
        <p:txBody>
          <a:bodyPr wrap="square" lIns="0" tIns="184150" rIns="0" bIns="0" rtlCol="0" vert="horz">
            <a:spAutoFit/>
          </a:bodyPr>
          <a:lstStyle/>
          <a:p>
            <a:pPr marL="156845">
              <a:lnSpc>
                <a:spcPct val="100000"/>
              </a:lnSpc>
              <a:spcBef>
                <a:spcPts val="1450"/>
              </a:spcBef>
            </a:pPr>
            <a:r>
              <a:rPr dirty="0" sz="2400">
                <a:solidFill>
                  <a:srgbClr val="000000"/>
                </a:solidFill>
              </a:rPr>
              <a:t>I</a:t>
            </a:r>
            <a:r>
              <a:rPr dirty="0" sz="2400" spc="-5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just</a:t>
            </a:r>
            <a:r>
              <a:rPr dirty="0" sz="2400" spc="-4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want</a:t>
            </a:r>
            <a:r>
              <a:rPr dirty="0" sz="2400" spc="-5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to</a:t>
            </a:r>
            <a:r>
              <a:rPr dirty="0" sz="2400" spc="-4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write</a:t>
            </a:r>
            <a:r>
              <a:rPr dirty="0" sz="2400" spc="-5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some</a:t>
            </a:r>
            <a:r>
              <a:rPr dirty="0" sz="2400" spc="-4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code</a:t>
            </a:r>
            <a:r>
              <a:rPr dirty="0" sz="2400" spc="-5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to</a:t>
            </a:r>
            <a:r>
              <a:rPr dirty="0" sz="2400" spc="-45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solve</a:t>
            </a:r>
            <a:r>
              <a:rPr dirty="0" sz="2400" spc="-5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a</a:t>
            </a:r>
            <a:r>
              <a:rPr dirty="0" sz="2400" spc="-45">
                <a:solidFill>
                  <a:srgbClr val="000000"/>
                </a:solidFill>
              </a:rPr>
              <a:t> </a:t>
            </a:r>
            <a:r>
              <a:rPr dirty="0" sz="2400" spc="-20">
                <a:solidFill>
                  <a:srgbClr val="000000"/>
                </a:solidFill>
              </a:rPr>
              <a:t>real-</a:t>
            </a:r>
            <a:r>
              <a:rPr dirty="0" sz="2400">
                <a:solidFill>
                  <a:srgbClr val="000000"/>
                </a:solidFill>
              </a:rPr>
              <a:t>world</a:t>
            </a:r>
            <a:r>
              <a:rPr dirty="0" sz="2400" spc="-45">
                <a:solidFill>
                  <a:srgbClr val="000000"/>
                </a:solidFill>
              </a:rPr>
              <a:t> </a:t>
            </a:r>
            <a:r>
              <a:rPr dirty="0" sz="2400" spc="-10">
                <a:solidFill>
                  <a:srgbClr val="000000"/>
                </a:solidFill>
              </a:rPr>
              <a:t>problem</a:t>
            </a:r>
            <a:endParaRPr sz="2400"/>
          </a:p>
        </p:txBody>
      </p:sp>
      <p:sp>
        <p:nvSpPr>
          <p:cNvPr id="4" name="object 4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15"/>
              <a:t> </a:t>
            </a:r>
            <a:r>
              <a:rPr dirty="0" spc="-10"/>
              <a:t>reality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414752" y="2398749"/>
            <a:ext cx="3604260" cy="1316355"/>
          </a:xfrm>
          <a:custGeom>
            <a:avLst/>
            <a:gdLst/>
            <a:ahLst/>
            <a:cxnLst/>
            <a:rect l="l" t="t" r="r" b="b"/>
            <a:pathLst>
              <a:path w="3604260" h="1316354">
                <a:moveTo>
                  <a:pt x="3598773" y="1315905"/>
                </a:moveTo>
                <a:lnTo>
                  <a:pt x="4872" y="1315905"/>
                </a:lnTo>
                <a:lnTo>
                  <a:pt x="0" y="1311033"/>
                </a:lnTo>
                <a:lnTo>
                  <a:pt x="0" y="10882"/>
                </a:lnTo>
                <a:lnTo>
                  <a:pt x="0" y="4872"/>
                </a:lnTo>
                <a:lnTo>
                  <a:pt x="4872" y="0"/>
                </a:lnTo>
                <a:lnTo>
                  <a:pt x="3595650" y="0"/>
                </a:lnTo>
                <a:lnTo>
                  <a:pt x="3598417" y="1146"/>
                </a:lnTo>
                <a:lnTo>
                  <a:pt x="3602499" y="5228"/>
                </a:lnTo>
                <a:lnTo>
                  <a:pt x="3603646" y="7996"/>
                </a:lnTo>
                <a:lnTo>
                  <a:pt x="3603646" y="1311033"/>
                </a:lnTo>
                <a:lnTo>
                  <a:pt x="3598773" y="1315905"/>
                </a:lnTo>
                <a:close/>
              </a:path>
            </a:pathLst>
          </a:custGeom>
          <a:solidFill>
            <a:srgbClr val="E3F1F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487777" y="2439389"/>
            <a:ext cx="35560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>
                <a:solidFill>
                  <a:srgbClr val="9E9E9E"/>
                </a:solidFill>
                <a:latin typeface="Roboto"/>
                <a:cs typeface="Roboto"/>
              </a:rPr>
              <a:t>ZONE</a:t>
            </a:r>
            <a:r>
              <a:rPr dirty="0" sz="750" spc="-20">
                <a:solidFill>
                  <a:srgbClr val="9E9E9E"/>
                </a:solidFill>
                <a:latin typeface="Roboto"/>
                <a:cs typeface="Roboto"/>
              </a:rPr>
              <a:t> </a:t>
            </a:r>
            <a:r>
              <a:rPr dirty="0" sz="750" spc="-50">
                <a:solidFill>
                  <a:srgbClr val="9E9E9E"/>
                </a:solidFill>
                <a:latin typeface="Roboto"/>
                <a:cs typeface="Roboto"/>
              </a:rPr>
              <a:t>A</a:t>
            </a:r>
            <a:endParaRPr sz="750">
              <a:latin typeface="Roboto"/>
              <a:cs typeface="Roboto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1405807" y="1370614"/>
            <a:ext cx="1544320" cy="431165"/>
            <a:chOff x="1405807" y="1370614"/>
            <a:chExt cx="1544320" cy="431165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5807" y="1370614"/>
              <a:ext cx="1544100" cy="430963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424856" y="1383314"/>
              <a:ext cx="1506220" cy="393065"/>
            </a:xfrm>
            <a:custGeom>
              <a:avLst/>
              <a:gdLst/>
              <a:ahLst/>
              <a:cxnLst/>
              <a:rect l="l" t="t" r="r" b="b"/>
              <a:pathLst>
                <a:path w="1506220" h="393064">
                  <a:moveTo>
                    <a:pt x="1503055" y="392863"/>
                  </a:moveTo>
                  <a:lnTo>
                    <a:pt x="2944" y="392863"/>
                  </a:lnTo>
                  <a:lnTo>
                    <a:pt x="0" y="389918"/>
                  </a:lnTo>
                  <a:lnTo>
                    <a:pt x="0" y="6576"/>
                  </a:lnTo>
                  <a:lnTo>
                    <a:pt x="0" y="2944"/>
                  </a:lnTo>
                  <a:lnTo>
                    <a:pt x="2944" y="0"/>
                  </a:lnTo>
                  <a:lnTo>
                    <a:pt x="1501167" y="0"/>
                  </a:lnTo>
                  <a:lnTo>
                    <a:pt x="1502840" y="692"/>
                  </a:lnTo>
                  <a:lnTo>
                    <a:pt x="1505306" y="3159"/>
                  </a:lnTo>
                  <a:lnTo>
                    <a:pt x="1505999" y="4832"/>
                  </a:lnTo>
                  <a:lnTo>
                    <a:pt x="1505999" y="389918"/>
                  </a:lnTo>
                  <a:lnTo>
                    <a:pt x="1503055" y="3928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842708" y="1482590"/>
            <a:ext cx="83248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757575"/>
                </a:solidFill>
                <a:latin typeface="Roboto"/>
                <a:cs typeface="Roboto"/>
              </a:rPr>
              <a:t>Load</a:t>
            </a:r>
            <a:r>
              <a:rPr dirty="0" sz="1000" spc="-45">
                <a:solidFill>
                  <a:srgbClr val="757575"/>
                </a:solidFill>
                <a:latin typeface="Roboto"/>
                <a:cs typeface="Roboto"/>
              </a:rPr>
              <a:t> </a:t>
            </a:r>
            <a:r>
              <a:rPr dirty="0" sz="1000" spc="-10">
                <a:solidFill>
                  <a:srgbClr val="757575"/>
                </a:solidFill>
                <a:latin typeface="Roboto"/>
                <a:cs typeface="Roboto"/>
              </a:rPr>
              <a:t>Balancer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734189" y="1452257"/>
            <a:ext cx="2915920" cy="2080260"/>
            <a:chOff x="734189" y="1452257"/>
            <a:chExt cx="2915920" cy="2080260"/>
          </a:xfrm>
        </p:grpSpPr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69579" y="1452257"/>
              <a:ext cx="274199" cy="253480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2177857" y="1776177"/>
              <a:ext cx="1043305" cy="779780"/>
            </a:xfrm>
            <a:custGeom>
              <a:avLst/>
              <a:gdLst/>
              <a:ahLst/>
              <a:cxnLst/>
              <a:rect l="l" t="t" r="r" b="b"/>
              <a:pathLst>
                <a:path w="1043305" h="779780">
                  <a:moveTo>
                    <a:pt x="0" y="0"/>
                  </a:moveTo>
                  <a:lnTo>
                    <a:pt x="0" y="412193"/>
                  </a:lnTo>
                  <a:lnTo>
                    <a:pt x="1042799" y="412193"/>
                  </a:lnTo>
                  <a:lnTo>
                    <a:pt x="1042799" y="779339"/>
                  </a:lnTo>
                </a:path>
              </a:pathLst>
            </a:custGeom>
            <a:ln w="19049">
              <a:solidFill>
                <a:srgbClr val="397D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199233" y="2534093"/>
              <a:ext cx="43180" cy="59055"/>
            </a:xfrm>
            <a:custGeom>
              <a:avLst/>
              <a:gdLst/>
              <a:ahLst/>
              <a:cxnLst/>
              <a:rect l="l" t="t" r="r" b="b"/>
              <a:pathLst>
                <a:path w="43180" h="59055">
                  <a:moveTo>
                    <a:pt x="21423" y="58860"/>
                  </a:moveTo>
                  <a:lnTo>
                    <a:pt x="0" y="0"/>
                  </a:lnTo>
                  <a:lnTo>
                    <a:pt x="21423" y="21423"/>
                  </a:lnTo>
                  <a:lnTo>
                    <a:pt x="42846" y="0"/>
                  </a:lnTo>
                  <a:lnTo>
                    <a:pt x="21423" y="58860"/>
                  </a:lnTo>
                  <a:close/>
                </a:path>
              </a:pathLst>
            </a:custGeom>
            <a:solidFill>
              <a:srgbClr val="397D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199233" y="2534093"/>
              <a:ext cx="43180" cy="59055"/>
            </a:xfrm>
            <a:custGeom>
              <a:avLst/>
              <a:gdLst/>
              <a:ahLst/>
              <a:cxnLst/>
              <a:rect l="l" t="t" r="r" b="b"/>
              <a:pathLst>
                <a:path w="43180" h="59055">
                  <a:moveTo>
                    <a:pt x="21423" y="21423"/>
                  </a:moveTo>
                  <a:lnTo>
                    <a:pt x="0" y="0"/>
                  </a:lnTo>
                  <a:lnTo>
                    <a:pt x="21423" y="58860"/>
                  </a:lnTo>
                  <a:lnTo>
                    <a:pt x="42846" y="0"/>
                  </a:lnTo>
                  <a:lnTo>
                    <a:pt x="21423" y="21423"/>
                  </a:lnTo>
                  <a:close/>
                </a:path>
              </a:pathLst>
            </a:custGeom>
            <a:ln w="19049">
              <a:solidFill>
                <a:srgbClr val="397D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177857" y="1776177"/>
              <a:ext cx="52705" cy="779780"/>
            </a:xfrm>
            <a:custGeom>
              <a:avLst/>
              <a:gdLst/>
              <a:ahLst/>
              <a:cxnLst/>
              <a:rect l="l" t="t" r="r" b="b"/>
              <a:pathLst>
                <a:path w="52705" h="779780">
                  <a:moveTo>
                    <a:pt x="0" y="0"/>
                  </a:moveTo>
                  <a:lnTo>
                    <a:pt x="0" y="412193"/>
                  </a:lnTo>
                  <a:lnTo>
                    <a:pt x="52199" y="412193"/>
                  </a:lnTo>
                  <a:lnTo>
                    <a:pt x="52199" y="779339"/>
                  </a:lnTo>
                </a:path>
              </a:pathLst>
            </a:custGeom>
            <a:ln w="19049">
              <a:solidFill>
                <a:srgbClr val="397D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208633" y="2534093"/>
              <a:ext cx="43180" cy="59055"/>
            </a:xfrm>
            <a:custGeom>
              <a:avLst/>
              <a:gdLst/>
              <a:ahLst/>
              <a:cxnLst/>
              <a:rect l="l" t="t" r="r" b="b"/>
              <a:pathLst>
                <a:path w="43180" h="59055">
                  <a:moveTo>
                    <a:pt x="21423" y="58860"/>
                  </a:moveTo>
                  <a:lnTo>
                    <a:pt x="0" y="0"/>
                  </a:lnTo>
                  <a:lnTo>
                    <a:pt x="21423" y="21423"/>
                  </a:lnTo>
                  <a:lnTo>
                    <a:pt x="42846" y="0"/>
                  </a:lnTo>
                  <a:lnTo>
                    <a:pt x="21423" y="58860"/>
                  </a:lnTo>
                  <a:close/>
                </a:path>
              </a:pathLst>
            </a:custGeom>
            <a:solidFill>
              <a:srgbClr val="397D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208633" y="2534093"/>
              <a:ext cx="43180" cy="59055"/>
            </a:xfrm>
            <a:custGeom>
              <a:avLst/>
              <a:gdLst/>
              <a:ahLst/>
              <a:cxnLst/>
              <a:rect l="l" t="t" r="r" b="b"/>
              <a:pathLst>
                <a:path w="43180" h="59055">
                  <a:moveTo>
                    <a:pt x="21423" y="21423"/>
                  </a:moveTo>
                  <a:lnTo>
                    <a:pt x="0" y="0"/>
                  </a:lnTo>
                  <a:lnTo>
                    <a:pt x="21423" y="58860"/>
                  </a:lnTo>
                  <a:lnTo>
                    <a:pt x="42846" y="0"/>
                  </a:lnTo>
                  <a:lnTo>
                    <a:pt x="21423" y="21423"/>
                  </a:lnTo>
                  <a:close/>
                </a:path>
              </a:pathLst>
            </a:custGeom>
            <a:ln w="19049">
              <a:solidFill>
                <a:srgbClr val="397D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163248" y="2185978"/>
              <a:ext cx="1017905" cy="369570"/>
            </a:xfrm>
            <a:custGeom>
              <a:avLst/>
              <a:gdLst/>
              <a:ahLst/>
              <a:cxnLst/>
              <a:rect l="l" t="t" r="r" b="b"/>
              <a:pathLst>
                <a:path w="1017905" h="369569">
                  <a:moveTo>
                    <a:pt x="1017899" y="0"/>
                  </a:moveTo>
                  <a:lnTo>
                    <a:pt x="0" y="0"/>
                  </a:lnTo>
                  <a:lnTo>
                    <a:pt x="0" y="369515"/>
                  </a:lnTo>
                </a:path>
              </a:pathLst>
            </a:custGeom>
            <a:ln w="19049">
              <a:solidFill>
                <a:srgbClr val="397D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141824" y="2534070"/>
              <a:ext cx="43180" cy="59055"/>
            </a:xfrm>
            <a:custGeom>
              <a:avLst/>
              <a:gdLst/>
              <a:ahLst/>
              <a:cxnLst/>
              <a:rect l="l" t="t" r="r" b="b"/>
              <a:pathLst>
                <a:path w="43180" h="59055">
                  <a:moveTo>
                    <a:pt x="21423" y="58860"/>
                  </a:moveTo>
                  <a:lnTo>
                    <a:pt x="0" y="0"/>
                  </a:lnTo>
                  <a:lnTo>
                    <a:pt x="21423" y="21423"/>
                  </a:lnTo>
                  <a:lnTo>
                    <a:pt x="42846" y="0"/>
                  </a:lnTo>
                  <a:lnTo>
                    <a:pt x="21423" y="58860"/>
                  </a:lnTo>
                  <a:close/>
                </a:path>
              </a:pathLst>
            </a:custGeom>
            <a:solidFill>
              <a:srgbClr val="397D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141824" y="2534070"/>
              <a:ext cx="43180" cy="59055"/>
            </a:xfrm>
            <a:custGeom>
              <a:avLst/>
              <a:gdLst/>
              <a:ahLst/>
              <a:cxnLst/>
              <a:rect l="l" t="t" r="r" b="b"/>
              <a:pathLst>
                <a:path w="43180" h="59055">
                  <a:moveTo>
                    <a:pt x="21423" y="21423"/>
                  </a:moveTo>
                  <a:lnTo>
                    <a:pt x="0" y="0"/>
                  </a:lnTo>
                  <a:lnTo>
                    <a:pt x="21423" y="58860"/>
                  </a:lnTo>
                  <a:lnTo>
                    <a:pt x="42846" y="0"/>
                  </a:lnTo>
                  <a:lnTo>
                    <a:pt x="21423" y="21423"/>
                  </a:lnTo>
                  <a:close/>
                </a:path>
              </a:pathLst>
            </a:custGeom>
            <a:ln w="19049">
              <a:solidFill>
                <a:srgbClr val="397D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00989" y="2608080"/>
              <a:ext cx="858116" cy="924335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1820039" y="2620780"/>
              <a:ext cx="820419" cy="886460"/>
            </a:xfrm>
            <a:custGeom>
              <a:avLst/>
              <a:gdLst/>
              <a:ahLst/>
              <a:cxnLst/>
              <a:rect l="l" t="t" r="r" b="b"/>
              <a:pathLst>
                <a:path w="820419" h="886460">
                  <a:moveTo>
                    <a:pt x="813870" y="886234"/>
                  </a:moveTo>
                  <a:lnTo>
                    <a:pt x="6145" y="886234"/>
                  </a:lnTo>
                  <a:lnTo>
                    <a:pt x="0" y="880089"/>
                  </a:lnTo>
                  <a:lnTo>
                    <a:pt x="0" y="13727"/>
                  </a:lnTo>
                  <a:lnTo>
                    <a:pt x="0" y="6145"/>
                  </a:lnTo>
                  <a:lnTo>
                    <a:pt x="6145" y="0"/>
                  </a:lnTo>
                  <a:lnTo>
                    <a:pt x="809930" y="0"/>
                  </a:lnTo>
                  <a:lnTo>
                    <a:pt x="813421" y="1446"/>
                  </a:lnTo>
                  <a:lnTo>
                    <a:pt x="818570" y="6594"/>
                  </a:lnTo>
                  <a:lnTo>
                    <a:pt x="820016" y="10086"/>
                  </a:lnTo>
                  <a:lnTo>
                    <a:pt x="820016" y="880089"/>
                  </a:lnTo>
                  <a:lnTo>
                    <a:pt x="813870" y="8862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79691" y="2685249"/>
              <a:ext cx="701123" cy="757741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2043575" y="2906774"/>
              <a:ext cx="365125" cy="247650"/>
            </a:xfrm>
            <a:custGeom>
              <a:avLst/>
              <a:gdLst/>
              <a:ahLst/>
              <a:cxnLst/>
              <a:rect l="l" t="t" r="r" b="b"/>
              <a:pathLst>
                <a:path w="365125" h="247650">
                  <a:moveTo>
                    <a:pt x="364799" y="247199"/>
                  </a:moveTo>
                  <a:lnTo>
                    <a:pt x="0" y="247199"/>
                  </a:lnTo>
                  <a:lnTo>
                    <a:pt x="0" y="0"/>
                  </a:lnTo>
                  <a:lnTo>
                    <a:pt x="364799" y="0"/>
                  </a:lnTo>
                  <a:lnTo>
                    <a:pt x="364799" y="2471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2043575" y="2906774"/>
              <a:ext cx="365125" cy="247650"/>
            </a:xfrm>
            <a:custGeom>
              <a:avLst/>
              <a:gdLst/>
              <a:ahLst/>
              <a:cxnLst/>
              <a:rect l="l" t="t" r="r" b="b"/>
              <a:pathLst>
                <a:path w="365125" h="247650">
                  <a:moveTo>
                    <a:pt x="0" y="0"/>
                  </a:moveTo>
                  <a:lnTo>
                    <a:pt x="364799" y="0"/>
                  </a:lnTo>
                  <a:lnTo>
                    <a:pt x="364799" y="247199"/>
                  </a:lnTo>
                  <a:lnTo>
                    <a:pt x="0" y="247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91589" y="2608080"/>
              <a:ext cx="858116" cy="924335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2810639" y="2620780"/>
              <a:ext cx="820419" cy="886460"/>
            </a:xfrm>
            <a:custGeom>
              <a:avLst/>
              <a:gdLst/>
              <a:ahLst/>
              <a:cxnLst/>
              <a:rect l="l" t="t" r="r" b="b"/>
              <a:pathLst>
                <a:path w="820420" h="886460">
                  <a:moveTo>
                    <a:pt x="813870" y="886234"/>
                  </a:moveTo>
                  <a:lnTo>
                    <a:pt x="6145" y="886234"/>
                  </a:lnTo>
                  <a:lnTo>
                    <a:pt x="0" y="880089"/>
                  </a:lnTo>
                  <a:lnTo>
                    <a:pt x="0" y="13727"/>
                  </a:lnTo>
                  <a:lnTo>
                    <a:pt x="0" y="6145"/>
                  </a:lnTo>
                  <a:lnTo>
                    <a:pt x="6145" y="0"/>
                  </a:lnTo>
                  <a:lnTo>
                    <a:pt x="809930" y="0"/>
                  </a:lnTo>
                  <a:lnTo>
                    <a:pt x="813421" y="1446"/>
                  </a:lnTo>
                  <a:lnTo>
                    <a:pt x="815996" y="4020"/>
                  </a:lnTo>
                  <a:lnTo>
                    <a:pt x="818570" y="6594"/>
                  </a:lnTo>
                  <a:lnTo>
                    <a:pt x="820016" y="10086"/>
                  </a:lnTo>
                  <a:lnTo>
                    <a:pt x="820016" y="880089"/>
                  </a:lnTo>
                  <a:lnTo>
                    <a:pt x="813870" y="8862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70291" y="2685249"/>
              <a:ext cx="701123" cy="757741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3034174" y="2906774"/>
              <a:ext cx="365125" cy="247650"/>
            </a:xfrm>
            <a:custGeom>
              <a:avLst/>
              <a:gdLst/>
              <a:ahLst/>
              <a:cxnLst/>
              <a:rect l="l" t="t" r="r" b="b"/>
              <a:pathLst>
                <a:path w="365125" h="247650">
                  <a:moveTo>
                    <a:pt x="364799" y="247199"/>
                  </a:moveTo>
                  <a:lnTo>
                    <a:pt x="0" y="247199"/>
                  </a:lnTo>
                  <a:lnTo>
                    <a:pt x="0" y="0"/>
                  </a:lnTo>
                  <a:lnTo>
                    <a:pt x="364799" y="0"/>
                  </a:lnTo>
                  <a:lnTo>
                    <a:pt x="364799" y="2471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034174" y="2906774"/>
              <a:ext cx="365125" cy="247650"/>
            </a:xfrm>
            <a:custGeom>
              <a:avLst/>
              <a:gdLst/>
              <a:ahLst/>
              <a:cxnLst/>
              <a:rect l="l" t="t" r="r" b="b"/>
              <a:pathLst>
                <a:path w="365125" h="247650">
                  <a:moveTo>
                    <a:pt x="0" y="0"/>
                  </a:moveTo>
                  <a:lnTo>
                    <a:pt x="364799" y="0"/>
                  </a:lnTo>
                  <a:lnTo>
                    <a:pt x="364799" y="247199"/>
                  </a:lnTo>
                  <a:lnTo>
                    <a:pt x="0" y="247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4189" y="2608080"/>
              <a:ext cx="858116" cy="924335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753239" y="2620780"/>
              <a:ext cx="820419" cy="886460"/>
            </a:xfrm>
            <a:custGeom>
              <a:avLst/>
              <a:gdLst/>
              <a:ahLst/>
              <a:cxnLst/>
              <a:rect l="l" t="t" r="r" b="b"/>
              <a:pathLst>
                <a:path w="820419" h="886460">
                  <a:moveTo>
                    <a:pt x="813870" y="886234"/>
                  </a:moveTo>
                  <a:lnTo>
                    <a:pt x="6145" y="886234"/>
                  </a:lnTo>
                  <a:lnTo>
                    <a:pt x="0" y="880089"/>
                  </a:lnTo>
                  <a:lnTo>
                    <a:pt x="0" y="13727"/>
                  </a:lnTo>
                  <a:lnTo>
                    <a:pt x="0" y="6145"/>
                  </a:lnTo>
                  <a:lnTo>
                    <a:pt x="6145" y="0"/>
                  </a:lnTo>
                  <a:lnTo>
                    <a:pt x="809930" y="0"/>
                  </a:lnTo>
                  <a:lnTo>
                    <a:pt x="813421" y="1446"/>
                  </a:lnTo>
                  <a:lnTo>
                    <a:pt x="818570" y="6594"/>
                  </a:lnTo>
                  <a:lnTo>
                    <a:pt x="820016" y="10086"/>
                  </a:lnTo>
                  <a:lnTo>
                    <a:pt x="820016" y="880089"/>
                  </a:lnTo>
                  <a:lnTo>
                    <a:pt x="813870" y="8862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2891" y="2685249"/>
              <a:ext cx="701123" cy="757741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976774" y="2906774"/>
              <a:ext cx="365125" cy="247650"/>
            </a:xfrm>
            <a:custGeom>
              <a:avLst/>
              <a:gdLst/>
              <a:ahLst/>
              <a:cxnLst/>
              <a:rect l="l" t="t" r="r" b="b"/>
              <a:pathLst>
                <a:path w="365125" h="247650">
                  <a:moveTo>
                    <a:pt x="364799" y="247199"/>
                  </a:moveTo>
                  <a:lnTo>
                    <a:pt x="0" y="247199"/>
                  </a:lnTo>
                  <a:lnTo>
                    <a:pt x="0" y="0"/>
                  </a:lnTo>
                  <a:lnTo>
                    <a:pt x="364799" y="0"/>
                  </a:lnTo>
                  <a:lnTo>
                    <a:pt x="364799" y="2471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976774" y="2906774"/>
              <a:ext cx="365125" cy="247650"/>
            </a:xfrm>
            <a:custGeom>
              <a:avLst/>
              <a:gdLst/>
              <a:ahLst/>
              <a:cxnLst/>
              <a:rect l="l" t="t" r="r" b="b"/>
              <a:pathLst>
                <a:path w="365125" h="247650">
                  <a:moveTo>
                    <a:pt x="0" y="0"/>
                  </a:moveTo>
                  <a:lnTo>
                    <a:pt x="364799" y="0"/>
                  </a:lnTo>
                  <a:lnTo>
                    <a:pt x="364799" y="247199"/>
                  </a:lnTo>
                  <a:lnTo>
                    <a:pt x="0" y="247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753200" y="3438025"/>
            <a:ext cx="820419" cy="219710"/>
          </a:xfrm>
          <a:prstGeom prst="rect">
            <a:avLst/>
          </a:prstGeom>
          <a:solidFill>
            <a:srgbClr val="F4CCCC"/>
          </a:solidFill>
        </p:spPr>
        <p:txBody>
          <a:bodyPr wrap="square" lIns="0" tIns="53340" rIns="0" bIns="0" rtlCol="0" vert="horz">
            <a:spAutoFit/>
          </a:bodyPr>
          <a:lstStyle/>
          <a:p>
            <a:pPr marL="85725">
              <a:lnSpc>
                <a:spcPct val="100000"/>
              </a:lnSpc>
              <a:spcBef>
                <a:spcPts val="420"/>
              </a:spcBef>
            </a:pPr>
            <a:r>
              <a:rPr dirty="0" sz="750" spc="-10">
                <a:solidFill>
                  <a:srgbClr val="9E9E9E"/>
                </a:solidFill>
                <a:latin typeface="Roboto"/>
                <a:cs typeface="Roboto"/>
              </a:rPr>
              <a:t>Health</a:t>
            </a:r>
            <a:r>
              <a:rPr dirty="0" sz="750" spc="5">
                <a:solidFill>
                  <a:srgbClr val="9E9E9E"/>
                </a:solidFill>
                <a:latin typeface="Roboto"/>
                <a:cs typeface="Roboto"/>
              </a:rPr>
              <a:t> </a:t>
            </a:r>
            <a:r>
              <a:rPr dirty="0" sz="750" spc="-10">
                <a:solidFill>
                  <a:srgbClr val="9E9E9E"/>
                </a:solidFill>
                <a:latin typeface="Roboto"/>
                <a:cs typeface="Roboto"/>
              </a:rPr>
              <a:t>Endpoint</a:t>
            </a:r>
            <a:endParaRPr sz="750">
              <a:latin typeface="Roboto"/>
              <a:cs typeface="Roboto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1819999" y="3438025"/>
            <a:ext cx="820419" cy="219710"/>
          </a:xfrm>
          <a:prstGeom prst="rect">
            <a:avLst/>
          </a:prstGeom>
          <a:solidFill>
            <a:srgbClr val="F4CCCC"/>
          </a:solidFill>
        </p:spPr>
        <p:txBody>
          <a:bodyPr wrap="square" lIns="0" tIns="53340" rIns="0" bIns="0" rtlCol="0" vert="horz">
            <a:spAutoFit/>
          </a:bodyPr>
          <a:lstStyle/>
          <a:p>
            <a:pPr marL="85725">
              <a:lnSpc>
                <a:spcPct val="100000"/>
              </a:lnSpc>
              <a:spcBef>
                <a:spcPts val="420"/>
              </a:spcBef>
            </a:pPr>
            <a:r>
              <a:rPr dirty="0" sz="750" spc="-10">
                <a:solidFill>
                  <a:srgbClr val="9E9E9E"/>
                </a:solidFill>
                <a:latin typeface="Roboto"/>
                <a:cs typeface="Roboto"/>
              </a:rPr>
              <a:t>Health</a:t>
            </a:r>
            <a:r>
              <a:rPr dirty="0" sz="750" spc="5">
                <a:solidFill>
                  <a:srgbClr val="9E9E9E"/>
                </a:solidFill>
                <a:latin typeface="Roboto"/>
                <a:cs typeface="Roboto"/>
              </a:rPr>
              <a:t> </a:t>
            </a:r>
            <a:r>
              <a:rPr dirty="0" sz="750" spc="-10">
                <a:solidFill>
                  <a:srgbClr val="9E9E9E"/>
                </a:solidFill>
                <a:latin typeface="Roboto"/>
                <a:cs typeface="Roboto"/>
              </a:rPr>
              <a:t>Endpoint</a:t>
            </a:r>
            <a:endParaRPr sz="750">
              <a:latin typeface="Roboto"/>
              <a:cs typeface="Roboto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2810599" y="3438025"/>
            <a:ext cx="820419" cy="219710"/>
          </a:xfrm>
          <a:prstGeom prst="rect">
            <a:avLst/>
          </a:prstGeom>
          <a:solidFill>
            <a:srgbClr val="F4CCCC"/>
          </a:solidFill>
        </p:spPr>
        <p:txBody>
          <a:bodyPr wrap="square" lIns="0" tIns="53340" rIns="0" bIns="0" rtlCol="0" vert="horz">
            <a:spAutoFit/>
          </a:bodyPr>
          <a:lstStyle/>
          <a:p>
            <a:pPr marL="85090">
              <a:lnSpc>
                <a:spcPct val="100000"/>
              </a:lnSpc>
              <a:spcBef>
                <a:spcPts val="420"/>
              </a:spcBef>
            </a:pPr>
            <a:r>
              <a:rPr dirty="0" sz="750" spc="-10">
                <a:solidFill>
                  <a:srgbClr val="9E9E9E"/>
                </a:solidFill>
                <a:latin typeface="Roboto"/>
                <a:cs typeface="Roboto"/>
              </a:rPr>
              <a:t>Health</a:t>
            </a:r>
            <a:r>
              <a:rPr dirty="0" sz="750" spc="5">
                <a:solidFill>
                  <a:srgbClr val="9E9E9E"/>
                </a:solidFill>
                <a:latin typeface="Roboto"/>
                <a:cs typeface="Roboto"/>
              </a:rPr>
              <a:t> </a:t>
            </a:r>
            <a:r>
              <a:rPr dirty="0" sz="750" spc="-10">
                <a:solidFill>
                  <a:srgbClr val="9E9E9E"/>
                </a:solidFill>
                <a:latin typeface="Roboto"/>
                <a:cs typeface="Roboto"/>
              </a:rPr>
              <a:t>Endpoint</a:t>
            </a:r>
            <a:endParaRPr sz="750">
              <a:latin typeface="Roboto"/>
              <a:cs typeface="Roboto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1474925" y="4234900"/>
            <a:ext cx="1520825" cy="425450"/>
            <a:chOff x="1474925" y="4234900"/>
            <a:chExt cx="1520825" cy="425450"/>
          </a:xfrm>
        </p:grpSpPr>
        <p:pic>
          <p:nvPicPr>
            <p:cNvPr id="39" name="object 3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74925" y="4234900"/>
              <a:ext cx="1520400" cy="425100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1493975" y="4247599"/>
              <a:ext cx="1482725" cy="387350"/>
            </a:xfrm>
            <a:custGeom>
              <a:avLst/>
              <a:gdLst/>
              <a:ahLst/>
              <a:cxnLst/>
              <a:rect l="l" t="t" r="r" b="b"/>
              <a:pathLst>
                <a:path w="1482725" h="387350">
                  <a:moveTo>
                    <a:pt x="1479399" y="386999"/>
                  </a:moveTo>
                  <a:lnTo>
                    <a:pt x="2900" y="386999"/>
                  </a:lnTo>
                  <a:lnTo>
                    <a:pt x="0" y="384099"/>
                  </a:lnTo>
                  <a:lnTo>
                    <a:pt x="0" y="6478"/>
                  </a:lnTo>
                  <a:lnTo>
                    <a:pt x="0" y="2900"/>
                  </a:lnTo>
                  <a:lnTo>
                    <a:pt x="2900" y="0"/>
                  </a:lnTo>
                  <a:lnTo>
                    <a:pt x="1477539" y="0"/>
                  </a:lnTo>
                  <a:lnTo>
                    <a:pt x="1479187" y="682"/>
                  </a:lnTo>
                  <a:lnTo>
                    <a:pt x="1481617" y="3112"/>
                  </a:lnTo>
                  <a:lnTo>
                    <a:pt x="1482299" y="4759"/>
                  </a:lnTo>
                  <a:lnTo>
                    <a:pt x="1482299" y="384099"/>
                  </a:lnTo>
                  <a:lnTo>
                    <a:pt x="1479399" y="38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1911797" y="4332832"/>
            <a:ext cx="88646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757575"/>
                </a:solidFill>
                <a:latin typeface="Roboto"/>
                <a:cs typeface="Roboto"/>
              </a:rPr>
              <a:t>Health</a:t>
            </a:r>
            <a:r>
              <a:rPr dirty="0" sz="1000" spc="-30">
                <a:solidFill>
                  <a:srgbClr val="757575"/>
                </a:solidFill>
                <a:latin typeface="Roboto"/>
                <a:cs typeface="Roboto"/>
              </a:rPr>
              <a:t> </a:t>
            </a:r>
            <a:r>
              <a:rPr dirty="0" sz="1000" spc="-10">
                <a:solidFill>
                  <a:srgbClr val="757575"/>
                </a:solidFill>
                <a:latin typeface="Roboto"/>
                <a:cs typeface="Roboto"/>
              </a:rPr>
              <a:t>Checker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1271846" y="2398749"/>
            <a:ext cx="7471409" cy="2164080"/>
            <a:chOff x="1271846" y="2398749"/>
            <a:chExt cx="7471409" cy="2164080"/>
          </a:xfrm>
        </p:grpSpPr>
        <p:pic>
          <p:nvPicPr>
            <p:cNvPr id="43" name="object 4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40000" y="4315618"/>
              <a:ext cx="274199" cy="246599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1355706" y="3725453"/>
              <a:ext cx="879475" cy="522605"/>
            </a:xfrm>
            <a:custGeom>
              <a:avLst/>
              <a:gdLst/>
              <a:ahLst/>
              <a:cxnLst/>
              <a:rect l="l" t="t" r="r" b="b"/>
              <a:pathLst>
                <a:path w="879475" h="522604">
                  <a:moveTo>
                    <a:pt x="879418" y="522145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397D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71846" y="3671792"/>
              <a:ext cx="109449" cy="90241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2231012" y="3771795"/>
              <a:ext cx="4445" cy="476250"/>
            </a:xfrm>
            <a:custGeom>
              <a:avLst/>
              <a:gdLst/>
              <a:ahLst/>
              <a:cxnLst/>
              <a:rect l="l" t="t" r="r" b="b"/>
              <a:pathLst>
                <a:path w="4444" h="476250">
                  <a:moveTo>
                    <a:pt x="4112" y="475804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397D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90023" y="3675822"/>
              <a:ext cx="81978" cy="105769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2235125" y="3716219"/>
              <a:ext cx="887730" cy="531495"/>
            </a:xfrm>
            <a:custGeom>
              <a:avLst/>
              <a:gdLst/>
              <a:ahLst/>
              <a:cxnLst/>
              <a:rect l="l" t="t" r="r" b="b"/>
              <a:pathLst>
                <a:path w="887730" h="531495">
                  <a:moveTo>
                    <a:pt x="0" y="531380"/>
                  </a:moveTo>
                  <a:lnTo>
                    <a:pt x="887435" y="0"/>
                  </a:lnTo>
                </a:path>
              </a:pathLst>
            </a:custGeom>
            <a:ln w="19049">
              <a:solidFill>
                <a:srgbClr val="397D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96871" y="3662281"/>
              <a:ext cx="109385" cy="90457"/>
            </a:xfrm>
            <a:prstGeom prst="rect">
              <a:avLst/>
            </a:prstGeom>
          </p:spPr>
        </p:pic>
        <p:sp>
          <p:nvSpPr>
            <p:cNvPr id="50" name="object 50" descr=""/>
            <p:cNvSpPr/>
            <p:nvPr/>
          </p:nvSpPr>
          <p:spPr>
            <a:xfrm>
              <a:off x="5139152" y="2398749"/>
              <a:ext cx="3604260" cy="1316355"/>
            </a:xfrm>
            <a:custGeom>
              <a:avLst/>
              <a:gdLst/>
              <a:ahLst/>
              <a:cxnLst/>
              <a:rect l="l" t="t" r="r" b="b"/>
              <a:pathLst>
                <a:path w="3604259" h="1316354">
                  <a:moveTo>
                    <a:pt x="3598773" y="1315905"/>
                  </a:moveTo>
                  <a:lnTo>
                    <a:pt x="4871" y="1315905"/>
                  </a:lnTo>
                  <a:lnTo>
                    <a:pt x="0" y="1311033"/>
                  </a:lnTo>
                  <a:lnTo>
                    <a:pt x="0" y="10882"/>
                  </a:lnTo>
                  <a:lnTo>
                    <a:pt x="0" y="4872"/>
                  </a:lnTo>
                  <a:lnTo>
                    <a:pt x="4871" y="0"/>
                  </a:lnTo>
                  <a:lnTo>
                    <a:pt x="3595649" y="0"/>
                  </a:lnTo>
                  <a:lnTo>
                    <a:pt x="3598417" y="1146"/>
                  </a:lnTo>
                  <a:lnTo>
                    <a:pt x="3602499" y="5228"/>
                  </a:lnTo>
                  <a:lnTo>
                    <a:pt x="3603645" y="7996"/>
                  </a:lnTo>
                  <a:lnTo>
                    <a:pt x="3603645" y="1311033"/>
                  </a:lnTo>
                  <a:lnTo>
                    <a:pt x="3598773" y="1315905"/>
                  </a:lnTo>
                  <a:close/>
                </a:path>
              </a:pathLst>
            </a:custGeom>
            <a:solidFill>
              <a:srgbClr val="E3F1F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 descr=""/>
          <p:cNvSpPr txBox="1"/>
          <p:nvPr/>
        </p:nvSpPr>
        <p:spPr>
          <a:xfrm>
            <a:off x="5224877" y="2458973"/>
            <a:ext cx="327660" cy="1117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44"/>
              </a:lnSpc>
            </a:pPr>
            <a:r>
              <a:rPr dirty="0" sz="750">
                <a:solidFill>
                  <a:srgbClr val="9E9E9E"/>
                </a:solidFill>
                <a:latin typeface="Roboto"/>
                <a:cs typeface="Roboto"/>
              </a:rPr>
              <a:t>ZONE</a:t>
            </a:r>
            <a:r>
              <a:rPr dirty="0" sz="750" spc="-20">
                <a:solidFill>
                  <a:srgbClr val="9E9E9E"/>
                </a:solidFill>
                <a:latin typeface="Roboto"/>
                <a:cs typeface="Roboto"/>
              </a:rPr>
              <a:t> </a:t>
            </a:r>
            <a:r>
              <a:rPr dirty="0" sz="750" spc="-50">
                <a:solidFill>
                  <a:srgbClr val="9E9E9E"/>
                </a:solidFill>
                <a:latin typeface="Roboto"/>
                <a:cs typeface="Roboto"/>
              </a:rPr>
              <a:t>B</a:t>
            </a:r>
            <a:endParaRPr sz="750">
              <a:latin typeface="Roboto"/>
              <a:cs typeface="Roboto"/>
            </a:endParaRPr>
          </a:p>
        </p:txBody>
      </p:sp>
      <p:grpSp>
        <p:nvGrpSpPr>
          <p:cNvPr id="52" name="object 52" descr=""/>
          <p:cNvGrpSpPr/>
          <p:nvPr/>
        </p:nvGrpSpPr>
        <p:grpSpPr>
          <a:xfrm>
            <a:off x="6130207" y="1370614"/>
            <a:ext cx="1544320" cy="431165"/>
            <a:chOff x="6130207" y="1370614"/>
            <a:chExt cx="1544320" cy="431165"/>
          </a:xfrm>
        </p:grpSpPr>
        <p:pic>
          <p:nvPicPr>
            <p:cNvPr id="53" name="object 5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30207" y="1370614"/>
              <a:ext cx="1544100" cy="430963"/>
            </a:xfrm>
            <a:prstGeom prst="rect">
              <a:avLst/>
            </a:prstGeom>
          </p:spPr>
        </p:pic>
        <p:sp>
          <p:nvSpPr>
            <p:cNvPr id="54" name="object 54" descr=""/>
            <p:cNvSpPr/>
            <p:nvPr/>
          </p:nvSpPr>
          <p:spPr>
            <a:xfrm>
              <a:off x="6149256" y="1383314"/>
              <a:ext cx="1506220" cy="393065"/>
            </a:xfrm>
            <a:custGeom>
              <a:avLst/>
              <a:gdLst/>
              <a:ahLst/>
              <a:cxnLst/>
              <a:rect l="l" t="t" r="r" b="b"/>
              <a:pathLst>
                <a:path w="1506220" h="393064">
                  <a:moveTo>
                    <a:pt x="1503055" y="392863"/>
                  </a:moveTo>
                  <a:lnTo>
                    <a:pt x="2944" y="392863"/>
                  </a:lnTo>
                  <a:lnTo>
                    <a:pt x="0" y="389918"/>
                  </a:lnTo>
                  <a:lnTo>
                    <a:pt x="0" y="6576"/>
                  </a:lnTo>
                  <a:lnTo>
                    <a:pt x="0" y="2944"/>
                  </a:lnTo>
                  <a:lnTo>
                    <a:pt x="2944" y="0"/>
                  </a:lnTo>
                  <a:lnTo>
                    <a:pt x="1501167" y="0"/>
                  </a:lnTo>
                  <a:lnTo>
                    <a:pt x="1502840" y="692"/>
                  </a:lnTo>
                  <a:lnTo>
                    <a:pt x="1505306" y="3159"/>
                  </a:lnTo>
                  <a:lnTo>
                    <a:pt x="1505999" y="4832"/>
                  </a:lnTo>
                  <a:lnTo>
                    <a:pt x="1505999" y="389918"/>
                  </a:lnTo>
                  <a:lnTo>
                    <a:pt x="1503055" y="3928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 descr=""/>
          <p:cNvSpPr txBox="1"/>
          <p:nvPr/>
        </p:nvSpPr>
        <p:spPr>
          <a:xfrm>
            <a:off x="6567108" y="1482590"/>
            <a:ext cx="83248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757575"/>
                </a:solidFill>
                <a:latin typeface="Roboto"/>
                <a:cs typeface="Roboto"/>
              </a:rPr>
              <a:t>Load</a:t>
            </a:r>
            <a:r>
              <a:rPr dirty="0" sz="1000" spc="-45">
                <a:solidFill>
                  <a:srgbClr val="757575"/>
                </a:solidFill>
                <a:latin typeface="Roboto"/>
                <a:cs typeface="Roboto"/>
              </a:rPr>
              <a:t> </a:t>
            </a:r>
            <a:r>
              <a:rPr dirty="0" sz="1000" spc="-10">
                <a:solidFill>
                  <a:srgbClr val="757575"/>
                </a:solidFill>
                <a:latin typeface="Roboto"/>
                <a:cs typeface="Roboto"/>
              </a:rPr>
              <a:t>Balancer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56" name="object 56" descr=""/>
          <p:cNvGrpSpPr/>
          <p:nvPr/>
        </p:nvGrpSpPr>
        <p:grpSpPr>
          <a:xfrm>
            <a:off x="5458590" y="1452257"/>
            <a:ext cx="2915920" cy="2080260"/>
            <a:chOff x="5458590" y="1452257"/>
            <a:chExt cx="2915920" cy="2080260"/>
          </a:xfrm>
        </p:grpSpPr>
        <p:pic>
          <p:nvPicPr>
            <p:cNvPr id="57" name="object 5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93979" y="1452257"/>
              <a:ext cx="274199" cy="253480"/>
            </a:xfrm>
            <a:prstGeom prst="rect">
              <a:avLst/>
            </a:prstGeom>
          </p:spPr>
        </p:pic>
        <p:sp>
          <p:nvSpPr>
            <p:cNvPr id="58" name="object 58" descr=""/>
            <p:cNvSpPr/>
            <p:nvPr/>
          </p:nvSpPr>
          <p:spPr>
            <a:xfrm>
              <a:off x="6902256" y="1776177"/>
              <a:ext cx="1043305" cy="779780"/>
            </a:xfrm>
            <a:custGeom>
              <a:avLst/>
              <a:gdLst/>
              <a:ahLst/>
              <a:cxnLst/>
              <a:rect l="l" t="t" r="r" b="b"/>
              <a:pathLst>
                <a:path w="1043304" h="779780">
                  <a:moveTo>
                    <a:pt x="0" y="0"/>
                  </a:moveTo>
                  <a:lnTo>
                    <a:pt x="0" y="422303"/>
                  </a:lnTo>
                  <a:lnTo>
                    <a:pt x="1042799" y="422303"/>
                  </a:lnTo>
                  <a:lnTo>
                    <a:pt x="1042799" y="779339"/>
                  </a:lnTo>
                </a:path>
              </a:pathLst>
            </a:custGeom>
            <a:ln w="19049">
              <a:solidFill>
                <a:srgbClr val="397D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7923633" y="2534093"/>
              <a:ext cx="43180" cy="59055"/>
            </a:xfrm>
            <a:custGeom>
              <a:avLst/>
              <a:gdLst/>
              <a:ahLst/>
              <a:cxnLst/>
              <a:rect l="l" t="t" r="r" b="b"/>
              <a:pathLst>
                <a:path w="43179" h="59055">
                  <a:moveTo>
                    <a:pt x="21423" y="58860"/>
                  </a:moveTo>
                  <a:lnTo>
                    <a:pt x="0" y="0"/>
                  </a:lnTo>
                  <a:lnTo>
                    <a:pt x="21423" y="21423"/>
                  </a:lnTo>
                  <a:lnTo>
                    <a:pt x="42846" y="0"/>
                  </a:lnTo>
                  <a:lnTo>
                    <a:pt x="21423" y="58860"/>
                  </a:lnTo>
                  <a:close/>
                </a:path>
              </a:pathLst>
            </a:custGeom>
            <a:solidFill>
              <a:srgbClr val="397D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7923633" y="2534093"/>
              <a:ext cx="43180" cy="59055"/>
            </a:xfrm>
            <a:custGeom>
              <a:avLst/>
              <a:gdLst/>
              <a:ahLst/>
              <a:cxnLst/>
              <a:rect l="l" t="t" r="r" b="b"/>
              <a:pathLst>
                <a:path w="43179" h="59055">
                  <a:moveTo>
                    <a:pt x="21423" y="21423"/>
                  </a:moveTo>
                  <a:lnTo>
                    <a:pt x="0" y="0"/>
                  </a:lnTo>
                  <a:lnTo>
                    <a:pt x="21423" y="58860"/>
                  </a:lnTo>
                  <a:lnTo>
                    <a:pt x="42846" y="0"/>
                  </a:lnTo>
                  <a:lnTo>
                    <a:pt x="21423" y="21423"/>
                  </a:lnTo>
                  <a:close/>
                </a:path>
              </a:pathLst>
            </a:custGeom>
            <a:ln w="19049">
              <a:solidFill>
                <a:srgbClr val="397D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6902256" y="1776177"/>
              <a:ext cx="52705" cy="779780"/>
            </a:xfrm>
            <a:custGeom>
              <a:avLst/>
              <a:gdLst/>
              <a:ahLst/>
              <a:cxnLst/>
              <a:rect l="l" t="t" r="r" b="b"/>
              <a:pathLst>
                <a:path w="52704" h="779780">
                  <a:moveTo>
                    <a:pt x="0" y="0"/>
                  </a:moveTo>
                  <a:lnTo>
                    <a:pt x="0" y="422303"/>
                  </a:lnTo>
                  <a:lnTo>
                    <a:pt x="52199" y="422303"/>
                  </a:lnTo>
                  <a:lnTo>
                    <a:pt x="52199" y="779339"/>
                  </a:lnTo>
                </a:path>
              </a:pathLst>
            </a:custGeom>
            <a:ln w="19049">
              <a:solidFill>
                <a:srgbClr val="397D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6933033" y="2534093"/>
              <a:ext cx="43180" cy="59055"/>
            </a:xfrm>
            <a:custGeom>
              <a:avLst/>
              <a:gdLst/>
              <a:ahLst/>
              <a:cxnLst/>
              <a:rect l="l" t="t" r="r" b="b"/>
              <a:pathLst>
                <a:path w="43179" h="59055">
                  <a:moveTo>
                    <a:pt x="21423" y="58860"/>
                  </a:moveTo>
                  <a:lnTo>
                    <a:pt x="0" y="0"/>
                  </a:lnTo>
                  <a:lnTo>
                    <a:pt x="21423" y="21423"/>
                  </a:lnTo>
                  <a:lnTo>
                    <a:pt x="42846" y="0"/>
                  </a:lnTo>
                  <a:lnTo>
                    <a:pt x="21423" y="58860"/>
                  </a:lnTo>
                  <a:close/>
                </a:path>
              </a:pathLst>
            </a:custGeom>
            <a:solidFill>
              <a:srgbClr val="397D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6933033" y="2534093"/>
              <a:ext cx="43180" cy="59055"/>
            </a:xfrm>
            <a:custGeom>
              <a:avLst/>
              <a:gdLst/>
              <a:ahLst/>
              <a:cxnLst/>
              <a:rect l="l" t="t" r="r" b="b"/>
              <a:pathLst>
                <a:path w="43179" h="59055">
                  <a:moveTo>
                    <a:pt x="21423" y="21423"/>
                  </a:moveTo>
                  <a:lnTo>
                    <a:pt x="0" y="0"/>
                  </a:lnTo>
                  <a:lnTo>
                    <a:pt x="21423" y="58860"/>
                  </a:lnTo>
                  <a:lnTo>
                    <a:pt x="42846" y="0"/>
                  </a:lnTo>
                  <a:lnTo>
                    <a:pt x="21423" y="21423"/>
                  </a:lnTo>
                  <a:close/>
                </a:path>
              </a:pathLst>
            </a:custGeom>
            <a:ln w="19049">
              <a:solidFill>
                <a:srgbClr val="397D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5887647" y="2185978"/>
              <a:ext cx="1017905" cy="369570"/>
            </a:xfrm>
            <a:custGeom>
              <a:avLst/>
              <a:gdLst/>
              <a:ahLst/>
              <a:cxnLst/>
              <a:rect l="l" t="t" r="r" b="b"/>
              <a:pathLst>
                <a:path w="1017904" h="369569">
                  <a:moveTo>
                    <a:pt x="1017900" y="0"/>
                  </a:moveTo>
                  <a:lnTo>
                    <a:pt x="0" y="0"/>
                  </a:lnTo>
                  <a:lnTo>
                    <a:pt x="0" y="369515"/>
                  </a:lnTo>
                </a:path>
              </a:pathLst>
            </a:custGeom>
            <a:ln w="19049">
              <a:solidFill>
                <a:srgbClr val="397DF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5866224" y="2534070"/>
              <a:ext cx="43180" cy="59055"/>
            </a:xfrm>
            <a:custGeom>
              <a:avLst/>
              <a:gdLst/>
              <a:ahLst/>
              <a:cxnLst/>
              <a:rect l="l" t="t" r="r" b="b"/>
              <a:pathLst>
                <a:path w="43179" h="59055">
                  <a:moveTo>
                    <a:pt x="21423" y="58860"/>
                  </a:moveTo>
                  <a:lnTo>
                    <a:pt x="0" y="0"/>
                  </a:lnTo>
                  <a:lnTo>
                    <a:pt x="21423" y="21423"/>
                  </a:lnTo>
                  <a:lnTo>
                    <a:pt x="42846" y="0"/>
                  </a:lnTo>
                  <a:lnTo>
                    <a:pt x="21423" y="58860"/>
                  </a:lnTo>
                  <a:close/>
                </a:path>
              </a:pathLst>
            </a:custGeom>
            <a:solidFill>
              <a:srgbClr val="397D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5866224" y="2534070"/>
              <a:ext cx="43180" cy="59055"/>
            </a:xfrm>
            <a:custGeom>
              <a:avLst/>
              <a:gdLst/>
              <a:ahLst/>
              <a:cxnLst/>
              <a:rect l="l" t="t" r="r" b="b"/>
              <a:pathLst>
                <a:path w="43179" h="59055">
                  <a:moveTo>
                    <a:pt x="21423" y="21423"/>
                  </a:moveTo>
                  <a:lnTo>
                    <a:pt x="0" y="0"/>
                  </a:lnTo>
                  <a:lnTo>
                    <a:pt x="21423" y="58860"/>
                  </a:lnTo>
                  <a:lnTo>
                    <a:pt x="42846" y="0"/>
                  </a:lnTo>
                  <a:lnTo>
                    <a:pt x="21423" y="21423"/>
                  </a:lnTo>
                  <a:close/>
                </a:path>
              </a:pathLst>
            </a:custGeom>
            <a:ln w="19049">
              <a:solidFill>
                <a:srgbClr val="397D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25390" y="2608080"/>
              <a:ext cx="858116" cy="924335"/>
            </a:xfrm>
            <a:prstGeom prst="rect">
              <a:avLst/>
            </a:prstGeom>
          </p:spPr>
        </p:pic>
        <p:sp>
          <p:nvSpPr>
            <p:cNvPr id="68" name="object 68" descr=""/>
            <p:cNvSpPr/>
            <p:nvPr/>
          </p:nvSpPr>
          <p:spPr>
            <a:xfrm>
              <a:off x="6544439" y="2620780"/>
              <a:ext cx="820419" cy="886460"/>
            </a:xfrm>
            <a:custGeom>
              <a:avLst/>
              <a:gdLst/>
              <a:ahLst/>
              <a:cxnLst/>
              <a:rect l="l" t="t" r="r" b="b"/>
              <a:pathLst>
                <a:path w="820420" h="886460">
                  <a:moveTo>
                    <a:pt x="813870" y="886234"/>
                  </a:moveTo>
                  <a:lnTo>
                    <a:pt x="6145" y="886234"/>
                  </a:lnTo>
                  <a:lnTo>
                    <a:pt x="0" y="880089"/>
                  </a:lnTo>
                  <a:lnTo>
                    <a:pt x="0" y="13727"/>
                  </a:lnTo>
                  <a:lnTo>
                    <a:pt x="0" y="6145"/>
                  </a:lnTo>
                  <a:lnTo>
                    <a:pt x="6145" y="0"/>
                  </a:lnTo>
                  <a:lnTo>
                    <a:pt x="809929" y="0"/>
                  </a:lnTo>
                  <a:lnTo>
                    <a:pt x="813421" y="1446"/>
                  </a:lnTo>
                  <a:lnTo>
                    <a:pt x="818569" y="6594"/>
                  </a:lnTo>
                  <a:lnTo>
                    <a:pt x="820016" y="10086"/>
                  </a:lnTo>
                  <a:lnTo>
                    <a:pt x="820016" y="880089"/>
                  </a:lnTo>
                  <a:lnTo>
                    <a:pt x="813870" y="8862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04091" y="2685249"/>
              <a:ext cx="701123" cy="757741"/>
            </a:xfrm>
            <a:prstGeom prst="rect">
              <a:avLst/>
            </a:prstGeom>
          </p:spPr>
        </p:pic>
        <p:sp>
          <p:nvSpPr>
            <p:cNvPr id="70" name="object 70" descr=""/>
            <p:cNvSpPr/>
            <p:nvPr/>
          </p:nvSpPr>
          <p:spPr>
            <a:xfrm>
              <a:off x="6767974" y="2906774"/>
              <a:ext cx="365125" cy="247650"/>
            </a:xfrm>
            <a:custGeom>
              <a:avLst/>
              <a:gdLst/>
              <a:ahLst/>
              <a:cxnLst/>
              <a:rect l="l" t="t" r="r" b="b"/>
              <a:pathLst>
                <a:path w="365125" h="247650">
                  <a:moveTo>
                    <a:pt x="364799" y="247199"/>
                  </a:moveTo>
                  <a:lnTo>
                    <a:pt x="0" y="247199"/>
                  </a:lnTo>
                  <a:lnTo>
                    <a:pt x="0" y="0"/>
                  </a:lnTo>
                  <a:lnTo>
                    <a:pt x="364799" y="0"/>
                  </a:lnTo>
                  <a:lnTo>
                    <a:pt x="364799" y="2471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6767974" y="2906774"/>
              <a:ext cx="365125" cy="247650"/>
            </a:xfrm>
            <a:custGeom>
              <a:avLst/>
              <a:gdLst/>
              <a:ahLst/>
              <a:cxnLst/>
              <a:rect l="l" t="t" r="r" b="b"/>
              <a:pathLst>
                <a:path w="365125" h="247650">
                  <a:moveTo>
                    <a:pt x="0" y="0"/>
                  </a:moveTo>
                  <a:lnTo>
                    <a:pt x="364799" y="0"/>
                  </a:lnTo>
                  <a:lnTo>
                    <a:pt x="364799" y="247199"/>
                  </a:lnTo>
                  <a:lnTo>
                    <a:pt x="0" y="247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15990" y="2608080"/>
              <a:ext cx="858116" cy="924335"/>
            </a:xfrm>
            <a:prstGeom prst="rect">
              <a:avLst/>
            </a:prstGeom>
          </p:spPr>
        </p:pic>
        <p:sp>
          <p:nvSpPr>
            <p:cNvPr id="73" name="object 73" descr=""/>
            <p:cNvSpPr/>
            <p:nvPr/>
          </p:nvSpPr>
          <p:spPr>
            <a:xfrm>
              <a:off x="7535039" y="2620780"/>
              <a:ext cx="820419" cy="886460"/>
            </a:xfrm>
            <a:custGeom>
              <a:avLst/>
              <a:gdLst/>
              <a:ahLst/>
              <a:cxnLst/>
              <a:rect l="l" t="t" r="r" b="b"/>
              <a:pathLst>
                <a:path w="820420" h="886460">
                  <a:moveTo>
                    <a:pt x="813870" y="886234"/>
                  </a:moveTo>
                  <a:lnTo>
                    <a:pt x="6145" y="886234"/>
                  </a:lnTo>
                  <a:lnTo>
                    <a:pt x="0" y="880089"/>
                  </a:lnTo>
                  <a:lnTo>
                    <a:pt x="0" y="13727"/>
                  </a:lnTo>
                  <a:lnTo>
                    <a:pt x="0" y="6145"/>
                  </a:lnTo>
                  <a:lnTo>
                    <a:pt x="6145" y="0"/>
                  </a:lnTo>
                  <a:lnTo>
                    <a:pt x="809929" y="0"/>
                  </a:lnTo>
                  <a:lnTo>
                    <a:pt x="813421" y="1446"/>
                  </a:lnTo>
                  <a:lnTo>
                    <a:pt x="818569" y="6594"/>
                  </a:lnTo>
                  <a:lnTo>
                    <a:pt x="820016" y="10086"/>
                  </a:lnTo>
                  <a:lnTo>
                    <a:pt x="820016" y="880089"/>
                  </a:lnTo>
                  <a:lnTo>
                    <a:pt x="813870" y="8862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94691" y="2685249"/>
              <a:ext cx="701123" cy="757741"/>
            </a:xfrm>
            <a:prstGeom prst="rect">
              <a:avLst/>
            </a:prstGeom>
          </p:spPr>
        </p:pic>
        <p:sp>
          <p:nvSpPr>
            <p:cNvPr id="75" name="object 75" descr=""/>
            <p:cNvSpPr/>
            <p:nvPr/>
          </p:nvSpPr>
          <p:spPr>
            <a:xfrm>
              <a:off x="7758574" y="2906774"/>
              <a:ext cx="365125" cy="247650"/>
            </a:xfrm>
            <a:custGeom>
              <a:avLst/>
              <a:gdLst/>
              <a:ahLst/>
              <a:cxnLst/>
              <a:rect l="l" t="t" r="r" b="b"/>
              <a:pathLst>
                <a:path w="365125" h="247650">
                  <a:moveTo>
                    <a:pt x="364799" y="247199"/>
                  </a:moveTo>
                  <a:lnTo>
                    <a:pt x="0" y="247199"/>
                  </a:lnTo>
                  <a:lnTo>
                    <a:pt x="0" y="0"/>
                  </a:lnTo>
                  <a:lnTo>
                    <a:pt x="364799" y="0"/>
                  </a:lnTo>
                  <a:lnTo>
                    <a:pt x="364799" y="2471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7758574" y="2906774"/>
              <a:ext cx="365125" cy="247650"/>
            </a:xfrm>
            <a:custGeom>
              <a:avLst/>
              <a:gdLst/>
              <a:ahLst/>
              <a:cxnLst/>
              <a:rect l="l" t="t" r="r" b="b"/>
              <a:pathLst>
                <a:path w="365125" h="247650">
                  <a:moveTo>
                    <a:pt x="0" y="0"/>
                  </a:moveTo>
                  <a:lnTo>
                    <a:pt x="364799" y="0"/>
                  </a:lnTo>
                  <a:lnTo>
                    <a:pt x="364799" y="247199"/>
                  </a:lnTo>
                  <a:lnTo>
                    <a:pt x="0" y="247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58590" y="2608080"/>
              <a:ext cx="858116" cy="924335"/>
            </a:xfrm>
            <a:prstGeom prst="rect">
              <a:avLst/>
            </a:prstGeom>
          </p:spPr>
        </p:pic>
        <p:sp>
          <p:nvSpPr>
            <p:cNvPr id="78" name="object 78" descr=""/>
            <p:cNvSpPr/>
            <p:nvPr/>
          </p:nvSpPr>
          <p:spPr>
            <a:xfrm>
              <a:off x="5477639" y="2620780"/>
              <a:ext cx="820419" cy="886460"/>
            </a:xfrm>
            <a:custGeom>
              <a:avLst/>
              <a:gdLst/>
              <a:ahLst/>
              <a:cxnLst/>
              <a:rect l="l" t="t" r="r" b="b"/>
              <a:pathLst>
                <a:path w="820420" h="886460">
                  <a:moveTo>
                    <a:pt x="813870" y="886234"/>
                  </a:moveTo>
                  <a:lnTo>
                    <a:pt x="6145" y="886234"/>
                  </a:lnTo>
                  <a:lnTo>
                    <a:pt x="0" y="880089"/>
                  </a:lnTo>
                  <a:lnTo>
                    <a:pt x="0" y="13727"/>
                  </a:lnTo>
                  <a:lnTo>
                    <a:pt x="0" y="6145"/>
                  </a:lnTo>
                  <a:lnTo>
                    <a:pt x="6145" y="0"/>
                  </a:lnTo>
                  <a:lnTo>
                    <a:pt x="809929" y="0"/>
                  </a:lnTo>
                  <a:lnTo>
                    <a:pt x="813421" y="1446"/>
                  </a:lnTo>
                  <a:lnTo>
                    <a:pt x="815995" y="4020"/>
                  </a:lnTo>
                  <a:lnTo>
                    <a:pt x="818569" y="6594"/>
                  </a:lnTo>
                  <a:lnTo>
                    <a:pt x="820016" y="10086"/>
                  </a:lnTo>
                  <a:lnTo>
                    <a:pt x="820016" y="880089"/>
                  </a:lnTo>
                  <a:lnTo>
                    <a:pt x="813870" y="8862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37291" y="2685249"/>
              <a:ext cx="701123" cy="757741"/>
            </a:xfrm>
            <a:prstGeom prst="rect">
              <a:avLst/>
            </a:prstGeom>
          </p:spPr>
        </p:pic>
        <p:sp>
          <p:nvSpPr>
            <p:cNvPr id="80" name="object 80" descr=""/>
            <p:cNvSpPr/>
            <p:nvPr/>
          </p:nvSpPr>
          <p:spPr>
            <a:xfrm>
              <a:off x="5701174" y="2906774"/>
              <a:ext cx="365125" cy="247650"/>
            </a:xfrm>
            <a:custGeom>
              <a:avLst/>
              <a:gdLst/>
              <a:ahLst/>
              <a:cxnLst/>
              <a:rect l="l" t="t" r="r" b="b"/>
              <a:pathLst>
                <a:path w="365125" h="247650">
                  <a:moveTo>
                    <a:pt x="364799" y="247199"/>
                  </a:moveTo>
                  <a:lnTo>
                    <a:pt x="0" y="247199"/>
                  </a:lnTo>
                  <a:lnTo>
                    <a:pt x="0" y="0"/>
                  </a:lnTo>
                  <a:lnTo>
                    <a:pt x="364799" y="0"/>
                  </a:lnTo>
                  <a:lnTo>
                    <a:pt x="364799" y="2471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5701174" y="2906774"/>
              <a:ext cx="365125" cy="247650"/>
            </a:xfrm>
            <a:custGeom>
              <a:avLst/>
              <a:gdLst/>
              <a:ahLst/>
              <a:cxnLst/>
              <a:rect l="l" t="t" r="r" b="b"/>
              <a:pathLst>
                <a:path w="365125" h="247650">
                  <a:moveTo>
                    <a:pt x="0" y="0"/>
                  </a:moveTo>
                  <a:lnTo>
                    <a:pt x="364799" y="0"/>
                  </a:lnTo>
                  <a:lnTo>
                    <a:pt x="364799" y="247199"/>
                  </a:lnTo>
                  <a:lnTo>
                    <a:pt x="0" y="247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2" name="object 82" descr=""/>
          <p:cNvSpPr txBox="1"/>
          <p:nvPr/>
        </p:nvSpPr>
        <p:spPr>
          <a:xfrm>
            <a:off x="5477600" y="3438025"/>
            <a:ext cx="820419" cy="219710"/>
          </a:xfrm>
          <a:prstGeom prst="rect">
            <a:avLst/>
          </a:prstGeom>
          <a:solidFill>
            <a:srgbClr val="F4CCCC"/>
          </a:solidFill>
        </p:spPr>
        <p:txBody>
          <a:bodyPr wrap="square" lIns="0" tIns="53340" rIns="0" bIns="0" rtlCol="0" vert="horz">
            <a:spAutoFit/>
          </a:bodyPr>
          <a:lstStyle/>
          <a:p>
            <a:pPr marL="85725">
              <a:lnSpc>
                <a:spcPct val="100000"/>
              </a:lnSpc>
              <a:spcBef>
                <a:spcPts val="420"/>
              </a:spcBef>
            </a:pPr>
            <a:r>
              <a:rPr dirty="0" sz="750" spc="-10">
                <a:solidFill>
                  <a:srgbClr val="9E9E9E"/>
                </a:solidFill>
                <a:latin typeface="Roboto"/>
                <a:cs typeface="Roboto"/>
              </a:rPr>
              <a:t>Health</a:t>
            </a:r>
            <a:r>
              <a:rPr dirty="0" sz="750" spc="5">
                <a:solidFill>
                  <a:srgbClr val="9E9E9E"/>
                </a:solidFill>
                <a:latin typeface="Roboto"/>
                <a:cs typeface="Roboto"/>
              </a:rPr>
              <a:t> </a:t>
            </a:r>
            <a:r>
              <a:rPr dirty="0" sz="750" spc="-10">
                <a:solidFill>
                  <a:srgbClr val="9E9E9E"/>
                </a:solidFill>
                <a:latin typeface="Roboto"/>
                <a:cs typeface="Roboto"/>
              </a:rPr>
              <a:t>Endpoint</a:t>
            </a:r>
            <a:endParaRPr sz="750">
              <a:latin typeface="Roboto"/>
              <a:cs typeface="Roboto"/>
            </a:endParaRPr>
          </a:p>
        </p:txBody>
      </p:sp>
      <p:sp>
        <p:nvSpPr>
          <p:cNvPr id="83" name="object 83" descr=""/>
          <p:cNvSpPr/>
          <p:nvPr/>
        </p:nvSpPr>
        <p:spPr>
          <a:xfrm>
            <a:off x="6544399" y="3438025"/>
            <a:ext cx="820419" cy="219710"/>
          </a:xfrm>
          <a:custGeom>
            <a:avLst/>
            <a:gdLst/>
            <a:ahLst/>
            <a:cxnLst/>
            <a:rect l="l" t="t" r="r" b="b"/>
            <a:pathLst>
              <a:path w="820420" h="219710">
                <a:moveTo>
                  <a:pt x="819899" y="219599"/>
                </a:moveTo>
                <a:lnTo>
                  <a:pt x="0" y="219599"/>
                </a:lnTo>
                <a:lnTo>
                  <a:pt x="0" y="0"/>
                </a:lnTo>
                <a:lnTo>
                  <a:pt x="819899" y="0"/>
                </a:lnTo>
                <a:lnTo>
                  <a:pt x="819899" y="219599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 descr=""/>
          <p:cNvSpPr txBox="1"/>
          <p:nvPr/>
        </p:nvSpPr>
        <p:spPr>
          <a:xfrm>
            <a:off x="6617424" y="3478665"/>
            <a:ext cx="70040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solidFill>
                  <a:srgbClr val="9E9E9E"/>
                </a:solidFill>
                <a:latin typeface="Roboto"/>
                <a:cs typeface="Roboto"/>
              </a:rPr>
              <a:t>Health</a:t>
            </a:r>
            <a:r>
              <a:rPr dirty="0" sz="750" spc="5">
                <a:solidFill>
                  <a:srgbClr val="9E9E9E"/>
                </a:solidFill>
                <a:latin typeface="Roboto"/>
                <a:cs typeface="Roboto"/>
              </a:rPr>
              <a:t> </a:t>
            </a:r>
            <a:r>
              <a:rPr dirty="0" sz="750" spc="-10">
                <a:solidFill>
                  <a:srgbClr val="9E9E9E"/>
                </a:solidFill>
                <a:latin typeface="Roboto"/>
                <a:cs typeface="Roboto"/>
              </a:rPr>
              <a:t>Endpoint</a:t>
            </a:r>
            <a:endParaRPr sz="750">
              <a:latin typeface="Roboto"/>
              <a:cs typeface="Roboto"/>
            </a:endParaRPr>
          </a:p>
        </p:txBody>
      </p:sp>
      <p:sp>
        <p:nvSpPr>
          <p:cNvPr id="85" name="object 85" descr=""/>
          <p:cNvSpPr/>
          <p:nvPr/>
        </p:nvSpPr>
        <p:spPr>
          <a:xfrm>
            <a:off x="7534999" y="3438025"/>
            <a:ext cx="820419" cy="219710"/>
          </a:xfrm>
          <a:custGeom>
            <a:avLst/>
            <a:gdLst/>
            <a:ahLst/>
            <a:cxnLst/>
            <a:rect l="l" t="t" r="r" b="b"/>
            <a:pathLst>
              <a:path w="820420" h="219710">
                <a:moveTo>
                  <a:pt x="819899" y="219599"/>
                </a:moveTo>
                <a:lnTo>
                  <a:pt x="0" y="219599"/>
                </a:lnTo>
                <a:lnTo>
                  <a:pt x="0" y="0"/>
                </a:lnTo>
                <a:lnTo>
                  <a:pt x="819899" y="0"/>
                </a:lnTo>
                <a:lnTo>
                  <a:pt x="819899" y="219599"/>
                </a:lnTo>
                <a:close/>
              </a:path>
            </a:pathLst>
          </a:custGeom>
          <a:solidFill>
            <a:srgbClr val="F4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 descr=""/>
          <p:cNvSpPr txBox="1"/>
          <p:nvPr/>
        </p:nvSpPr>
        <p:spPr>
          <a:xfrm>
            <a:off x="7608024" y="3478665"/>
            <a:ext cx="70040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solidFill>
                  <a:srgbClr val="9E9E9E"/>
                </a:solidFill>
                <a:latin typeface="Roboto"/>
                <a:cs typeface="Roboto"/>
              </a:rPr>
              <a:t>Health</a:t>
            </a:r>
            <a:r>
              <a:rPr dirty="0" sz="750" spc="5">
                <a:solidFill>
                  <a:srgbClr val="9E9E9E"/>
                </a:solidFill>
                <a:latin typeface="Roboto"/>
                <a:cs typeface="Roboto"/>
              </a:rPr>
              <a:t> </a:t>
            </a:r>
            <a:r>
              <a:rPr dirty="0" sz="750" spc="-10">
                <a:solidFill>
                  <a:srgbClr val="9E9E9E"/>
                </a:solidFill>
                <a:latin typeface="Roboto"/>
                <a:cs typeface="Roboto"/>
              </a:rPr>
              <a:t>Endpoint</a:t>
            </a:r>
            <a:endParaRPr sz="750">
              <a:latin typeface="Roboto"/>
              <a:cs typeface="Roboto"/>
            </a:endParaRPr>
          </a:p>
        </p:txBody>
      </p:sp>
      <p:grpSp>
        <p:nvGrpSpPr>
          <p:cNvPr id="87" name="object 87" descr=""/>
          <p:cNvGrpSpPr/>
          <p:nvPr/>
        </p:nvGrpSpPr>
        <p:grpSpPr>
          <a:xfrm>
            <a:off x="6199325" y="4234900"/>
            <a:ext cx="1520825" cy="425450"/>
            <a:chOff x="6199325" y="4234900"/>
            <a:chExt cx="1520825" cy="425450"/>
          </a:xfrm>
        </p:grpSpPr>
        <p:pic>
          <p:nvPicPr>
            <p:cNvPr id="88" name="object 8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99325" y="4234900"/>
              <a:ext cx="1520400" cy="425100"/>
            </a:xfrm>
            <a:prstGeom prst="rect">
              <a:avLst/>
            </a:prstGeom>
          </p:spPr>
        </p:pic>
        <p:sp>
          <p:nvSpPr>
            <p:cNvPr id="89" name="object 89" descr=""/>
            <p:cNvSpPr/>
            <p:nvPr/>
          </p:nvSpPr>
          <p:spPr>
            <a:xfrm>
              <a:off x="6218374" y="4247599"/>
              <a:ext cx="1482725" cy="387350"/>
            </a:xfrm>
            <a:custGeom>
              <a:avLst/>
              <a:gdLst/>
              <a:ahLst/>
              <a:cxnLst/>
              <a:rect l="l" t="t" r="r" b="b"/>
              <a:pathLst>
                <a:path w="1482725" h="387350">
                  <a:moveTo>
                    <a:pt x="1479399" y="386999"/>
                  </a:moveTo>
                  <a:lnTo>
                    <a:pt x="2900" y="386999"/>
                  </a:lnTo>
                  <a:lnTo>
                    <a:pt x="0" y="384099"/>
                  </a:lnTo>
                  <a:lnTo>
                    <a:pt x="0" y="6478"/>
                  </a:lnTo>
                  <a:lnTo>
                    <a:pt x="0" y="2900"/>
                  </a:lnTo>
                  <a:lnTo>
                    <a:pt x="2900" y="0"/>
                  </a:lnTo>
                  <a:lnTo>
                    <a:pt x="1477539" y="0"/>
                  </a:lnTo>
                  <a:lnTo>
                    <a:pt x="1479187" y="682"/>
                  </a:lnTo>
                  <a:lnTo>
                    <a:pt x="1481617" y="3112"/>
                  </a:lnTo>
                  <a:lnTo>
                    <a:pt x="1482299" y="4759"/>
                  </a:lnTo>
                  <a:lnTo>
                    <a:pt x="1482299" y="384099"/>
                  </a:lnTo>
                  <a:lnTo>
                    <a:pt x="1479399" y="38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0" name="object 90" descr=""/>
          <p:cNvSpPr txBox="1"/>
          <p:nvPr/>
        </p:nvSpPr>
        <p:spPr>
          <a:xfrm>
            <a:off x="6636198" y="4332832"/>
            <a:ext cx="88646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757575"/>
                </a:solidFill>
                <a:latin typeface="Roboto"/>
                <a:cs typeface="Roboto"/>
              </a:rPr>
              <a:t>Health</a:t>
            </a:r>
            <a:r>
              <a:rPr dirty="0" sz="1000" spc="-30">
                <a:solidFill>
                  <a:srgbClr val="757575"/>
                </a:solidFill>
                <a:latin typeface="Roboto"/>
                <a:cs typeface="Roboto"/>
              </a:rPr>
              <a:t> </a:t>
            </a:r>
            <a:r>
              <a:rPr dirty="0" sz="1000" spc="-10">
                <a:solidFill>
                  <a:srgbClr val="757575"/>
                </a:solidFill>
                <a:latin typeface="Roboto"/>
                <a:cs typeface="Roboto"/>
              </a:rPr>
              <a:t>Checker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91" name="object 91" descr=""/>
          <p:cNvGrpSpPr/>
          <p:nvPr/>
        </p:nvGrpSpPr>
        <p:grpSpPr>
          <a:xfrm>
            <a:off x="4008873" y="2071503"/>
            <a:ext cx="3922395" cy="2491105"/>
            <a:chOff x="4008873" y="2071503"/>
            <a:chExt cx="3922395" cy="2491105"/>
          </a:xfrm>
        </p:grpSpPr>
        <p:pic>
          <p:nvPicPr>
            <p:cNvPr id="92" name="object 9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64400" y="4315618"/>
              <a:ext cx="274199" cy="246599"/>
            </a:xfrm>
            <a:prstGeom prst="rect">
              <a:avLst/>
            </a:prstGeom>
          </p:spPr>
        </p:pic>
        <p:sp>
          <p:nvSpPr>
            <p:cNvPr id="93" name="object 93" descr=""/>
            <p:cNvSpPr/>
            <p:nvPr/>
          </p:nvSpPr>
          <p:spPr>
            <a:xfrm>
              <a:off x="6080106" y="3725453"/>
              <a:ext cx="879475" cy="522605"/>
            </a:xfrm>
            <a:custGeom>
              <a:avLst/>
              <a:gdLst/>
              <a:ahLst/>
              <a:cxnLst/>
              <a:rect l="l" t="t" r="r" b="b"/>
              <a:pathLst>
                <a:path w="879475" h="522604">
                  <a:moveTo>
                    <a:pt x="879418" y="522145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397D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4" name="object 9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96246" y="3671792"/>
              <a:ext cx="109449" cy="90241"/>
            </a:xfrm>
            <a:prstGeom prst="rect">
              <a:avLst/>
            </a:prstGeom>
          </p:spPr>
        </p:pic>
        <p:sp>
          <p:nvSpPr>
            <p:cNvPr id="95" name="object 95" descr=""/>
            <p:cNvSpPr/>
            <p:nvPr/>
          </p:nvSpPr>
          <p:spPr>
            <a:xfrm>
              <a:off x="6955412" y="3771795"/>
              <a:ext cx="4445" cy="476250"/>
            </a:xfrm>
            <a:custGeom>
              <a:avLst/>
              <a:gdLst/>
              <a:ahLst/>
              <a:cxnLst/>
              <a:rect l="l" t="t" r="r" b="b"/>
              <a:pathLst>
                <a:path w="4445" h="476250">
                  <a:moveTo>
                    <a:pt x="4112" y="475804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397D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14423" y="3675822"/>
              <a:ext cx="81978" cy="105769"/>
            </a:xfrm>
            <a:prstGeom prst="rect">
              <a:avLst/>
            </a:prstGeom>
          </p:spPr>
        </p:pic>
        <p:sp>
          <p:nvSpPr>
            <p:cNvPr id="97" name="object 97" descr=""/>
            <p:cNvSpPr/>
            <p:nvPr/>
          </p:nvSpPr>
          <p:spPr>
            <a:xfrm>
              <a:off x="6959525" y="3716219"/>
              <a:ext cx="887730" cy="531495"/>
            </a:xfrm>
            <a:custGeom>
              <a:avLst/>
              <a:gdLst/>
              <a:ahLst/>
              <a:cxnLst/>
              <a:rect l="l" t="t" r="r" b="b"/>
              <a:pathLst>
                <a:path w="887729" h="531495">
                  <a:moveTo>
                    <a:pt x="0" y="531380"/>
                  </a:moveTo>
                  <a:lnTo>
                    <a:pt x="887435" y="0"/>
                  </a:lnTo>
                </a:path>
              </a:pathLst>
            </a:custGeom>
            <a:ln w="19049">
              <a:solidFill>
                <a:srgbClr val="397D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8" name="object 9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21271" y="3662281"/>
              <a:ext cx="109385" cy="90457"/>
            </a:xfrm>
            <a:prstGeom prst="rect">
              <a:avLst/>
            </a:prstGeom>
          </p:spPr>
        </p:pic>
        <p:sp>
          <p:nvSpPr>
            <p:cNvPr id="99" name="object 99" descr=""/>
            <p:cNvSpPr/>
            <p:nvPr/>
          </p:nvSpPr>
          <p:spPr>
            <a:xfrm>
              <a:off x="4018398" y="2167406"/>
              <a:ext cx="549275" cy="889635"/>
            </a:xfrm>
            <a:custGeom>
              <a:avLst/>
              <a:gdLst/>
              <a:ahLst/>
              <a:cxnLst/>
              <a:rect l="l" t="t" r="r" b="b"/>
              <a:pathLst>
                <a:path w="549275" h="889635">
                  <a:moveTo>
                    <a:pt x="0" y="889296"/>
                  </a:moveTo>
                  <a:lnTo>
                    <a:pt x="75269" y="877232"/>
                  </a:lnTo>
                  <a:lnTo>
                    <a:pt x="112514" y="862578"/>
                  </a:lnTo>
                  <a:lnTo>
                    <a:pt x="149291" y="842551"/>
                  </a:lnTo>
                  <a:lnTo>
                    <a:pt x="185444" y="817435"/>
                  </a:lnTo>
                  <a:lnTo>
                    <a:pt x="220817" y="787513"/>
                  </a:lnTo>
                  <a:lnTo>
                    <a:pt x="255255" y="753067"/>
                  </a:lnTo>
                  <a:lnTo>
                    <a:pt x="288601" y="714380"/>
                  </a:lnTo>
                  <a:lnTo>
                    <a:pt x="320700" y="671736"/>
                  </a:lnTo>
                  <a:lnTo>
                    <a:pt x="351395" y="625415"/>
                  </a:lnTo>
                  <a:lnTo>
                    <a:pt x="380531" y="575702"/>
                  </a:lnTo>
                  <a:lnTo>
                    <a:pt x="402227" y="534446"/>
                  </a:lnTo>
                  <a:lnTo>
                    <a:pt x="422790" y="491406"/>
                  </a:lnTo>
                  <a:lnTo>
                    <a:pt x="442141" y="446722"/>
                  </a:lnTo>
                  <a:lnTo>
                    <a:pt x="460207" y="400528"/>
                  </a:lnTo>
                  <a:lnTo>
                    <a:pt x="476912" y="352963"/>
                  </a:lnTo>
                  <a:lnTo>
                    <a:pt x="492179" y="304164"/>
                  </a:lnTo>
                  <a:lnTo>
                    <a:pt x="505933" y="254268"/>
                  </a:lnTo>
                  <a:lnTo>
                    <a:pt x="516668" y="209817"/>
                  </a:lnTo>
                  <a:lnTo>
                    <a:pt x="526135" y="164722"/>
                  </a:lnTo>
                  <a:lnTo>
                    <a:pt x="534285" y="119077"/>
                  </a:lnTo>
                  <a:lnTo>
                    <a:pt x="541067" y="72972"/>
                  </a:lnTo>
                  <a:lnTo>
                    <a:pt x="546430" y="26499"/>
                  </a:lnTo>
                  <a:lnTo>
                    <a:pt x="548564" y="3154"/>
                  </a:lnTo>
                  <a:lnTo>
                    <a:pt x="548814" y="0"/>
                  </a:lnTo>
                </a:path>
              </a:pathLst>
            </a:custGeom>
            <a:ln w="19049">
              <a:solidFill>
                <a:srgbClr val="397D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0" name="object 10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26248" y="2071503"/>
              <a:ext cx="81928" cy="106717"/>
            </a:xfrm>
            <a:prstGeom prst="rect">
              <a:avLst/>
            </a:prstGeom>
          </p:spPr>
        </p:pic>
      </p:grpSp>
      <p:sp>
        <p:nvSpPr>
          <p:cNvPr id="101" name="object 101" descr=""/>
          <p:cNvSpPr txBox="1"/>
          <p:nvPr/>
        </p:nvSpPr>
        <p:spPr>
          <a:xfrm>
            <a:off x="4307020" y="1580302"/>
            <a:ext cx="61531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10">
                <a:solidFill>
                  <a:srgbClr val="9E9E9E"/>
                </a:solidFill>
                <a:latin typeface="Roboto"/>
                <a:cs typeface="Roboto"/>
              </a:rPr>
              <a:t>REPLICATION</a:t>
            </a:r>
            <a:endParaRPr sz="750">
              <a:latin typeface="Roboto"/>
              <a:cs typeface="Roboto"/>
            </a:endParaRPr>
          </a:p>
        </p:txBody>
      </p:sp>
      <p:grpSp>
        <p:nvGrpSpPr>
          <p:cNvPr id="102" name="object 102" descr=""/>
          <p:cNvGrpSpPr/>
          <p:nvPr/>
        </p:nvGrpSpPr>
        <p:grpSpPr>
          <a:xfrm>
            <a:off x="3988199" y="1758850"/>
            <a:ext cx="1167765" cy="320040"/>
            <a:chOff x="3988199" y="1758850"/>
            <a:chExt cx="1167765" cy="320040"/>
          </a:xfrm>
        </p:grpSpPr>
        <p:pic>
          <p:nvPicPr>
            <p:cNvPr id="103" name="object 10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988199" y="1758850"/>
              <a:ext cx="1167600" cy="319800"/>
            </a:xfrm>
            <a:prstGeom prst="rect">
              <a:avLst/>
            </a:prstGeom>
          </p:spPr>
        </p:pic>
        <p:sp>
          <p:nvSpPr>
            <p:cNvPr id="104" name="object 104" descr=""/>
            <p:cNvSpPr/>
            <p:nvPr/>
          </p:nvSpPr>
          <p:spPr>
            <a:xfrm>
              <a:off x="4007249" y="1771549"/>
              <a:ext cx="1129665" cy="281940"/>
            </a:xfrm>
            <a:custGeom>
              <a:avLst/>
              <a:gdLst/>
              <a:ahLst/>
              <a:cxnLst/>
              <a:rect l="l" t="t" r="r" b="b"/>
              <a:pathLst>
                <a:path w="1129664" h="281939">
                  <a:moveTo>
                    <a:pt x="1127388" y="281699"/>
                  </a:moveTo>
                  <a:lnTo>
                    <a:pt x="2111" y="281699"/>
                  </a:lnTo>
                  <a:lnTo>
                    <a:pt x="0" y="279588"/>
                  </a:lnTo>
                  <a:lnTo>
                    <a:pt x="0" y="4715"/>
                  </a:lnTo>
                  <a:lnTo>
                    <a:pt x="0" y="2111"/>
                  </a:lnTo>
                  <a:lnTo>
                    <a:pt x="2111" y="0"/>
                  </a:lnTo>
                  <a:lnTo>
                    <a:pt x="1126034" y="0"/>
                  </a:lnTo>
                  <a:lnTo>
                    <a:pt x="1127234" y="496"/>
                  </a:lnTo>
                  <a:lnTo>
                    <a:pt x="1129002" y="2265"/>
                  </a:lnTo>
                  <a:lnTo>
                    <a:pt x="1129499" y="3464"/>
                  </a:lnTo>
                  <a:lnTo>
                    <a:pt x="1129499" y="279588"/>
                  </a:lnTo>
                  <a:lnTo>
                    <a:pt x="1127388" y="281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5" name="object 105" descr=""/>
          <p:cNvSpPr txBox="1"/>
          <p:nvPr/>
        </p:nvSpPr>
        <p:spPr>
          <a:xfrm>
            <a:off x="4281681" y="1818420"/>
            <a:ext cx="75819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212121"/>
                </a:solidFill>
                <a:latin typeface="Roboto"/>
                <a:cs typeface="Roboto"/>
              </a:rPr>
              <a:t>Task</a:t>
            </a:r>
            <a:r>
              <a:rPr dirty="0" sz="1000" spc="-45">
                <a:solidFill>
                  <a:srgbClr val="212121"/>
                </a:solidFill>
                <a:latin typeface="Roboto"/>
                <a:cs typeface="Roboto"/>
              </a:rPr>
              <a:t> </a:t>
            </a:r>
            <a:r>
              <a:rPr dirty="0" sz="1000" spc="-10">
                <a:solidFill>
                  <a:srgbClr val="212121"/>
                </a:solidFill>
                <a:latin typeface="Roboto"/>
                <a:cs typeface="Roboto"/>
              </a:rPr>
              <a:t>Queues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106" name="object 106" descr=""/>
          <p:cNvGrpSpPr/>
          <p:nvPr/>
        </p:nvGrpSpPr>
        <p:grpSpPr>
          <a:xfrm>
            <a:off x="4055733" y="1810818"/>
            <a:ext cx="1066165" cy="2925445"/>
            <a:chOff x="4055733" y="1810818"/>
            <a:chExt cx="1066165" cy="2925445"/>
          </a:xfrm>
        </p:grpSpPr>
        <p:pic>
          <p:nvPicPr>
            <p:cNvPr id="107" name="object 10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055733" y="1810818"/>
              <a:ext cx="203099" cy="203099"/>
            </a:xfrm>
            <a:prstGeom prst="rect">
              <a:avLst/>
            </a:prstGeom>
          </p:spPr>
        </p:pic>
        <p:sp>
          <p:nvSpPr>
            <p:cNvPr id="108" name="object 108" descr=""/>
            <p:cNvSpPr/>
            <p:nvPr/>
          </p:nvSpPr>
          <p:spPr>
            <a:xfrm>
              <a:off x="4572000" y="2053250"/>
              <a:ext cx="455930" cy="978535"/>
            </a:xfrm>
            <a:custGeom>
              <a:avLst/>
              <a:gdLst/>
              <a:ahLst/>
              <a:cxnLst/>
              <a:rect l="l" t="t" r="r" b="b"/>
              <a:pathLst>
                <a:path w="455929" h="978535">
                  <a:moveTo>
                    <a:pt x="0" y="0"/>
                  </a:moveTo>
                  <a:lnTo>
                    <a:pt x="1072" y="53736"/>
                  </a:lnTo>
                  <a:lnTo>
                    <a:pt x="4238" y="107335"/>
                  </a:lnTo>
                  <a:lnTo>
                    <a:pt x="9419" y="160659"/>
                  </a:lnTo>
                  <a:lnTo>
                    <a:pt x="16539" y="213572"/>
                  </a:lnTo>
                  <a:lnTo>
                    <a:pt x="25519" y="265937"/>
                  </a:lnTo>
                  <a:lnTo>
                    <a:pt x="36283" y="317616"/>
                  </a:lnTo>
                  <a:lnTo>
                    <a:pt x="48752" y="368472"/>
                  </a:lnTo>
                  <a:lnTo>
                    <a:pt x="62849" y="418368"/>
                  </a:lnTo>
                  <a:lnTo>
                    <a:pt x="78497" y="467167"/>
                  </a:lnTo>
                  <a:lnTo>
                    <a:pt x="95618" y="514732"/>
                  </a:lnTo>
                  <a:lnTo>
                    <a:pt x="114134" y="560925"/>
                  </a:lnTo>
                  <a:lnTo>
                    <a:pt x="133968" y="605610"/>
                  </a:lnTo>
                  <a:lnTo>
                    <a:pt x="155043" y="648649"/>
                  </a:lnTo>
                  <a:lnTo>
                    <a:pt x="177281" y="689906"/>
                  </a:lnTo>
                  <a:lnTo>
                    <a:pt x="204591" y="735602"/>
                  </a:lnTo>
                  <a:lnTo>
                    <a:pt x="233256" y="778467"/>
                  </a:lnTo>
                  <a:lnTo>
                    <a:pt x="263151" y="818283"/>
                  </a:lnTo>
                  <a:lnTo>
                    <a:pt x="294155" y="854833"/>
                  </a:lnTo>
                  <a:lnTo>
                    <a:pt x="326144" y="887898"/>
                  </a:lnTo>
                  <a:lnTo>
                    <a:pt x="358994" y="917261"/>
                  </a:lnTo>
                  <a:lnTo>
                    <a:pt x="396828" y="945598"/>
                  </a:lnTo>
                  <a:lnTo>
                    <a:pt x="435420" y="968664"/>
                  </a:lnTo>
                  <a:lnTo>
                    <a:pt x="448423" y="975128"/>
                  </a:lnTo>
                  <a:lnTo>
                    <a:pt x="450595" y="976153"/>
                  </a:lnTo>
                  <a:lnTo>
                    <a:pt x="452770" y="977151"/>
                  </a:lnTo>
                  <a:lnTo>
                    <a:pt x="454947" y="978123"/>
                  </a:lnTo>
                  <a:lnTo>
                    <a:pt x="455770" y="978486"/>
                  </a:lnTo>
                </a:path>
              </a:pathLst>
            </a:custGeom>
            <a:ln w="19049">
              <a:solidFill>
                <a:srgbClr val="397D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9" name="object 10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011359" y="2991508"/>
              <a:ext cx="110290" cy="80455"/>
            </a:xfrm>
            <a:prstGeom prst="rect">
              <a:avLst/>
            </a:prstGeom>
          </p:spPr>
        </p:pic>
        <p:pic>
          <p:nvPicPr>
            <p:cNvPr id="110" name="object 11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162425" y="4076200"/>
              <a:ext cx="676200" cy="660000"/>
            </a:xfrm>
            <a:prstGeom prst="rect">
              <a:avLst/>
            </a:prstGeom>
          </p:spPr>
        </p:pic>
        <p:sp>
          <p:nvSpPr>
            <p:cNvPr id="111" name="object 111" descr=""/>
            <p:cNvSpPr/>
            <p:nvPr/>
          </p:nvSpPr>
          <p:spPr>
            <a:xfrm>
              <a:off x="4181475" y="4088900"/>
              <a:ext cx="638175" cy="622300"/>
            </a:xfrm>
            <a:custGeom>
              <a:avLst/>
              <a:gdLst/>
              <a:ahLst/>
              <a:cxnLst/>
              <a:rect l="l" t="t" r="r" b="b"/>
              <a:pathLst>
                <a:path w="638175" h="622300">
                  <a:moveTo>
                    <a:pt x="633438" y="621899"/>
                  </a:moveTo>
                  <a:lnTo>
                    <a:pt x="4660" y="621899"/>
                  </a:lnTo>
                  <a:lnTo>
                    <a:pt x="0" y="617238"/>
                  </a:lnTo>
                  <a:lnTo>
                    <a:pt x="0" y="10410"/>
                  </a:lnTo>
                  <a:lnTo>
                    <a:pt x="0" y="4660"/>
                  </a:lnTo>
                  <a:lnTo>
                    <a:pt x="4660" y="0"/>
                  </a:lnTo>
                  <a:lnTo>
                    <a:pt x="630450" y="0"/>
                  </a:lnTo>
                  <a:lnTo>
                    <a:pt x="633098" y="1096"/>
                  </a:lnTo>
                  <a:lnTo>
                    <a:pt x="637002" y="5001"/>
                  </a:lnTo>
                  <a:lnTo>
                    <a:pt x="638099" y="7649"/>
                  </a:lnTo>
                  <a:lnTo>
                    <a:pt x="638099" y="617238"/>
                  </a:lnTo>
                  <a:lnTo>
                    <a:pt x="633438" y="621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2" name="object 112" descr=""/>
          <p:cNvSpPr txBox="1"/>
          <p:nvPr/>
        </p:nvSpPr>
        <p:spPr>
          <a:xfrm>
            <a:off x="4183496" y="4524945"/>
            <a:ext cx="63436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212121"/>
                </a:solidFill>
                <a:latin typeface="Roboto"/>
                <a:cs typeface="Roboto"/>
              </a:rPr>
              <a:t>Autoscaler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113" name="object 113" descr=""/>
          <p:cNvGrpSpPr/>
          <p:nvPr/>
        </p:nvGrpSpPr>
        <p:grpSpPr>
          <a:xfrm>
            <a:off x="188799" y="736674"/>
            <a:ext cx="5270500" cy="3818890"/>
            <a:chOff x="188799" y="736674"/>
            <a:chExt cx="5270500" cy="3818890"/>
          </a:xfrm>
        </p:grpSpPr>
        <p:pic>
          <p:nvPicPr>
            <p:cNvPr id="114" name="object 114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303442" y="4125482"/>
              <a:ext cx="429899" cy="429899"/>
            </a:xfrm>
            <a:prstGeom prst="rect">
              <a:avLst/>
            </a:prstGeom>
          </p:spPr>
        </p:pic>
        <p:sp>
          <p:nvSpPr>
            <p:cNvPr id="115" name="object 115" descr=""/>
            <p:cNvSpPr/>
            <p:nvPr/>
          </p:nvSpPr>
          <p:spPr>
            <a:xfrm>
              <a:off x="3744523" y="3553894"/>
              <a:ext cx="774065" cy="572135"/>
            </a:xfrm>
            <a:custGeom>
              <a:avLst/>
              <a:gdLst/>
              <a:ahLst/>
              <a:cxnLst/>
              <a:rect l="l" t="t" r="r" b="b"/>
              <a:pathLst>
                <a:path w="774064" h="572135">
                  <a:moveTo>
                    <a:pt x="773868" y="571588"/>
                  </a:moveTo>
                  <a:lnTo>
                    <a:pt x="770594" y="528289"/>
                  </a:lnTo>
                  <a:lnTo>
                    <a:pt x="760992" y="485207"/>
                  </a:lnTo>
                  <a:lnTo>
                    <a:pt x="745397" y="442558"/>
                  </a:lnTo>
                  <a:lnTo>
                    <a:pt x="724140" y="400559"/>
                  </a:lnTo>
                  <a:lnTo>
                    <a:pt x="697556" y="359427"/>
                  </a:lnTo>
                  <a:lnTo>
                    <a:pt x="665976" y="319378"/>
                  </a:lnTo>
                  <a:lnTo>
                    <a:pt x="629735" y="280629"/>
                  </a:lnTo>
                  <a:lnTo>
                    <a:pt x="589164" y="243397"/>
                  </a:lnTo>
                  <a:lnTo>
                    <a:pt x="544598" y="207899"/>
                  </a:lnTo>
                  <a:lnTo>
                    <a:pt x="496368" y="174350"/>
                  </a:lnTo>
                  <a:lnTo>
                    <a:pt x="453619" y="148039"/>
                  </a:lnTo>
                  <a:lnTo>
                    <a:pt x="408750" y="123358"/>
                  </a:lnTo>
                  <a:lnTo>
                    <a:pt x="361954" y="100433"/>
                  </a:lnTo>
                  <a:lnTo>
                    <a:pt x="313424" y="79388"/>
                  </a:lnTo>
                  <a:lnTo>
                    <a:pt x="263352" y="60349"/>
                  </a:lnTo>
                  <a:lnTo>
                    <a:pt x="211931" y="43442"/>
                  </a:lnTo>
                  <a:lnTo>
                    <a:pt x="172596" y="32237"/>
                  </a:lnTo>
                  <a:lnTo>
                    <a:pt x="132691" y="22353"/>
                  </a:lnTo>
                  <a:lnTo>
                    <a:pt x="92299" y="13845"/>
                  </a:lnTo>
                  <a:lnTo>
                    <a:pt x="51501" y="6766"/>
                  </a:lnTo>
                  <a:lnTo>
                    <a:pt x="10377" y="1167"/>
                  </a:lnTo>
                  <a:lnTo>
                    <a:pt x="55" y="5"/>
                  </a:lnTo>
                </a:path>
              </a:pathLst>
            </a:custGeom>
            <a:ln w="19049">
              <a:solidFill>
                <a:srgbClr val="397D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6" name="object 116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648675" y="3512950"/>
              <a:ext cx="107082" cy="81888"/>
            </a:xfrm>
            <a:prstGeom prst="rect">
              <a:avLst/>
            </a:prstGeom>
          </p:spPr>
        </p:pic>
        <p:sp>
          <p:nvSpPr>
            <p:cNvPr id="117" name="object 117" descr=""/>
            <p:cNvSpPr/>
            <p:nvPr/>
          </p:nvSpPr>
          <p:spPr>
            <a:xfrm>
              <a:off x="4518392" y="3553026"/>
              <a:ext cx="845185" cy="572770"/>
            </a:xfrm>
            <a:custGeom>
              <a:avLst/>
              <a:gdLst/>
              <a:ahLst/>
              <a:cxnLst/>
              <a:rect l="l" t="t" r="r" b="b"/>
              <a:pathLst>
                <a:path w="845185" h="572770">
                  <a:moveTo>
                    <a:pt x="0" y="572456"/>
                  </a:moveTo>
                  <a:lnTo>
                    <a:pt x="2927" y="533087"/>
                  </a:lnTo>
                  <a:lnTo>
                    <a:pt x="11529" y="493882"/>
                  </a:lnTo>
                  <a:lnTo>
                    <a:pt x="25535" y="455002"/>
                  </a:lnTo>
                  <a:lnTo>
                    <a:pt x="44676" y="416610"/>
                  </a:lnTo>
                  <a:lnTo>
                    <a:pt x="68680" y="378870"/>
                  </a:lnTo>
                  <a:lnTo>
                    <a:pt x="97279" y="341944"/>
                  </a:lnTo>
                  <a:lnTo>
                    <a:pt x="130200" y="305994"/>
                  </a:lnTo>
                  <a:lnTo>
                    <a:pt x="167175" y="271184"/>
                  </a:lnTo>
                  <a:lnTo>
                    <a:pt x="207934" y="237676"/>
                  </a:lnTo>
                  <a:lnTo>
                    <a:pt x="252205" y="205633"/>
                  </a:lnTo>
                  <a:lnTo>
                    <a:pt x="299718" y="175218"/>
                  </a:lnTo>
                  <a:lnTo>
                    <a:pt x="339149" y="152569"/>
                  </a:lnTo>
                  <a:lnTo>
                    <a:pt x="380284" y="131104"/>
                  </a:lnTo>
                  <a:lnTo>
                    <a:pt x="422992" y="110903"/>
                  </a:lnTo>
                  <a:lnTo>
                    <a:pt x="467141" y="92044"/>
                  </a:lnTo>
                  <a:lnTo>
                    <a:pt x="512601" y="74606"/>
                  </a:lnTo>
                  <a:lnTo>
                    <a:pt x="559241" y="58669"/>
                  </a:lnTo>
                  <a:lnTo>
                    <a:pt x="606930" y="44310"/>
                  </a:lnTo>
                  <a:lnTo>
                    <a:pt x="649414" y="33105"/>
                  </a:lnTo>
                  <a:lnTo>
                    <a:pt x="692514" y="23221"/>
                  </a:lnTo>
                  <a:lnTo>
                    <a:pt x="736140" y="14713"/>
                  </a:lnTo>
                  <a:lnTo>
                    <a:pt x="780205" y="7634"/>
                  </a:lnTo>
                  <a:lnTo>
                    <a:pt x="824621" y="2035"/>
                  </a:lnTo>
                  <a:lnTo>
                    <a:pt x="835770" y="873"/>
                  </a:lnTo>
                  <a:lnTo>
                    <a:pt x="844924" y="0"/>
                  </a:lnTo>
                </a:path>
              </a:pathLst>
            </a:custGeom>
            <a:ln w="19049">
              <a:solidFill>
                <a:srgbClr val="397D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8" name="object 118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352320" y="3512070"/>
              <a:ext cx="106877" cy="81911"/>
            </a:xfrm>
            <a:prstGeom prst="rect">
              <a:avLst/>
            </a:prstGeom>
          </p:spPr>
        </p:pic>
        <p:sp>
          <p:nvSpPr>
            <p:cNvPr id="119" name="object 119" descr=""/>
            <p:cNvSpPr/>
            <p:nvPr/>
          </p:nvSpPr>
          <p:spPr>
            <a:xfrm>
              <a:off x="832175" y="1154174"/>
              <a:ext cx="152400" cy="1525270"/>
            </a:xfrm>
            <a:custGeom>
              <a:avLst/>
              <a:gdLst/>
              <a:ahLst/>
              <a:cxnLst/>
              <a:rect l="l" t="t" r="r" b="b"/>
              <a:pathLst>
                <a:path w="152400" h="1525270">
                  <a:moveTo>
                    <a:pt x="0" y="0"/>
                  </a:moveTo>
                  <a:lnTo>
                    <a:pt x="151938" y="1525125"/>
                  </a:lnTo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0" name="object 120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02442" y="2654012"/>
              <a:ext cx="163341" cy="216388"/>
            </a:xfrm>
            <a:prstGeom prst="rect">
              <a:avLst/>
            </a:prstGeom>
          </p:spPr>
        </p:pic>
        <p:sp>
          <p:nvSpPr>
            <p:cNvPr id="121" name="object 121" descr=""/>
            <p:cNvSpPr/>
            <p:nvPr/>
          </p:nvSpPr>
          <p:spPr>
            <a:xfrm>
              <a:off x="188799" y="736674"/>
              <a:ext cx="3875404" cy="410209"/>
            </a:xfrm>
            <a:custGeom>
              <a:avLst/>
              <a:gdLst/>
              <a:ahLst/>
              <a:cxnLst/>
              <a:rect l="l" t="t" r="r" b="b"/>
              <a:pathLst>
                <a:path w="3875404" h="410209">
                  <a:moveTo>
                    <a:pt x="3875399" y="409799"/>
                  </a:moveTo>
                  <a:lnTo>
                    <a:pt x="0" y="409799"/>
                  </a:lnTo>
                  <a:lnTo>
                    <a:pt x="0" y="0"/>
                  </a:lnTo>
                  <a:lnTo>
                    <a:pt x="3875399" y="0"/>
                  </a:lnTo>
                  <a:lnTo>
                    <a:pt x="3875399" y="4097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2" name="object 122" descr=""/>
          <p:cNvSpPr txBox="1"/>
          <p:nvPr/>
        </p:nvSpPr>
        <p:spPr>
          <a:xfrm>
            <a:off x="520892" y="735708"/>
            <a:ext cx="32099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Roboto"/>
                <a:cs typeface="Roboto"/>
              </a:rPr>
              <a:t>This</a:t>
            </a:r>
            <a:r>
              <a:rPr dirty="0" sz="2400" spc="-4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is</a:t>
            </a:r>
            <a:r>
              <a:rPr dirty="0" sz="2400" spc="-4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all</a:t>
            </a:r>
            <a:r>
              <a:rPr dirty="0" sz="2400" spc="-4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I</a:t>
            </a:r>
            <a:r>
              <a:rPr dirty="0" sz="2400" spc="-20">
                <a:latin typeface="Roboto"/>
                <a:cs typeface="Roboto"/>
              </a:rPr>
              <a:t> </a:t>
            </a:r>
            <a:r>
              <a:rPr dirty="0" sz="2400" b="1">
                <a:latin typeface="Roboto"/>
                <a:cs typeface="Roboto"/>
              </a:rPr>
              <a:t>want</a:t>
            </a:r>
            <a:r>
              <a:rPr dirty="0" sz="2400" spc="-35" b="1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to</a:t>
            </a:r>
            <a:r>
              <a:rPr dirty="0" sz="2400" spc="-40">
                <a:latin typeface="Roboto"/>
                <a:cs typeface="Roboto"/>
              </a:rPr>
              <a:t> </a:t>
            </a:r>
            <a:r>
              <a:rPr dirty="0" sz="2400" spc="-20">
                <a:latin typeface="Roboto"/>
                <a:cs typeface="Roboto"/>
              </a:rPr>
              <a:t>care</a:t>
            </a:r>
            <a:endParaRPr sz="2400">
              <a:latin typeface="Roboto"/>
              <a:cs typeface="Roboto"/>
            </a:endParaRPr>
          </a:p>
        </p:txBody>
      </p:sp>
      <p:grpSp>
        <p:nvGrpSpPr>
          <p:cNvPr id="123" name="object 123" descr=""/>
          <p:cNvGrpSpPr/>
          <p:nvPr/>
        </p:nvGrpSpPr>
        <p:grpSpPr>
          <a:xfrm>
            <a:off x="5025547" y="736674"/>
            <a:ext cx="3992245" cy="857885"/>
            <a:chOff x="5025547" y="736674"/>
            <a:chExt cx="3992245" cy="857885"/>
          </a:xfrm>
        </p:grpSpPr>
        <p:sp>
          <p:nvSpPr>
            <p:cNvPr id="124" name="object 124" descr=""/>
            <p:cNvSpPr/>
            <p:nvPr/>
          </p:nvSpPr>
          <p:spPr>
            <a:xfrm>
              <a:off x="5194910" y="1154174"/>
              <a:ext cx="590550" cy="335915"/>
            </a:xfrm>
            <a:custGeom>
              <a:avLst/>
              <a:gdLst/>
              <a:ahLst/>
              <a:cxnLst/>
              <a:rect l="l" t="t" r="r" b="b"/>
              <a:pathLst>
                <a:path w="590550" h="335915">
                  <a:moveTo>
                    <a:pt x="590264" y="0"/>
                  </a:moveTo>
                  <a:lnTo>
                    <a:pt x="0" y="335530"/>
                  </a:lnTo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5" name="object 125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025547" y="1415945"/>
              <a:ext cx="219512" cy="178254"/>
            </a:xfrm>
            <a:prstGeom prst="rect">
              <a:avLst/>
            </a:prstGeom>
          </p:spPr>
        </p:pic>
        <p:sp>
          <p:nvSpPr>
            <p:cNvPr id="126" name="object 126" descr=""/>
            <p:cNvSpPr/>
            <p:nvPr/>
          </p:nvSpPr>
          <p:spPr>
            <a:xfrm>
              <a:off x="5141800" y="736674"/>
              <a:ext cx="3875404" cy="410209"/>
            </a:xfrm>
            <a:custGeom>
              <a:avLst/>
              <a:gdLst/>
              <a:ahLst/>
              <a:cxnLst/>
              <a:rect l="l" t="t" r="r" b="b"/>
              <a:pathLst>
                <a:path w="3875404" h="410209">
                  <a:moveTo>
                    <a:pt x="3875399" y="409799"/>
                  </a:moveTo>
                  <a:lnTo>
                    <a:pt x="0" y="409799"/>
                  </a:lnTo>
                  <a:lnTo>
                    <a:pt x="0" y="0"/>
                  </a:lnTo>
                  <a:lnTo>
                    <a:pt x="3875399" y="0"/>
                  </a:lnTo>
                  <a:lnTo>
                    <a:pt x="3875399" y="4097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7" name="object 127" descr=""/>
          <p:cNvSpPr txBox="1"/>
          <p:nvPr/>
        </p:nvSpPr>
        <p:spPr>
          <a:xfrm>
            <a:off x="5478060" y="735708"/>
            <a:ext cx="32016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Roboto"/>
                <a:cs typeface="Roboto"/>
              </a:rPr>
              <a:t>This</a:t>
            </a:r>
            <a:r>
              <a:rPr dirty="0" sz="2400" spc="-3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is</a:t>
            </a:r>
            <a:r>
              <a:rPr dirty="0" sz="2400" spc="-3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all</a:t>
            </a:r>
            <a:r>
              <a:rPr dirty="0" sz="2400" spc="-3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I</a:t>
            </a:r>
            <a:r>
              <a:rPr dirty="0" sz="2400" spc="-15">
                <a:latin typeface="Roboto"/>
                <a:cs typeface="Roboto"/>
              </a:rPr>
              <a:t> </a:t>
            </a:r>
            <a:r>
              <a:rPr dirty="0" sz="2400" b="1">
                <a:latin typeface="Roboto"/>
                <a:cs typeface="Roboto"/>
              </a:rPr>
              <a:t>have</a:t>
            </a:r>
            <a:r>
              <a:rPr dirty="0" sz="2400" spc="-30" b="1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to</a:t>
            </a:r>
            <a:r>
              <a:rPr dirty="0" sz="2400" spc="-35">
                <a:latin typeface="Roboto"/>
                <a:cs typeface="Roboto"/>
              </a:rPr>
              <a:t> </a:t>
            </a:r>
            <a:r>
              <a:rPr dirty="0" sz="2400" spc="-20">
                <a:latin typeface="Roboto"/>
                <a:cs typeface="Roboto"/>
              </a:rPr>
              <a:t>care</a:t>
            </a:r>
            <a:endParaRPr sz="2400">
              <a:latin typeface="Roboto"/>
              <a:cs typeface="Roboto"/>
            </a:endParaRPr>
          </a:p>
        </p:txBody>
      </p:sp>
      <p:grpSp>
        <p:nvGrpSpPr>
          <p:cNvPr id="128" name="object 128" descr=""/>
          <p:cNvGrpSpPr/>
          <p:nvPr/>
        </p:nvGrpSpPr>
        <p:grpSpPr>
          <a:xfrm>
            <a:off x="1100100" y="1122649"/>
            <a:ext cx="7193915" cy="3249295"/>
            <a:chOff x="1100100" y="1122649"/>
            <a:chExt cx="7193915" cy="3249295"/>
          </a:xfrm>
        </p:grpSpPr>
        <p:sp>
          <p:nvSpPr>
            <p:cNvPr id="129" name="object 129" descr=""/>
            <p:cNvSpPr/>
            <p:nvPr/>
          </p:nvSpPr>
          <p:spPr>
            <a:xfrm>
              <a:off x="5620122" y="1141699"/>
              <a:ext cx="748665" cy="942340"/>
            </a:xfrm>
            <a:custGeom>
              <a:avLst/>
              <a:gdLst/>
              <a:ahLst/>
              <a:cxnLst/>
              <a:rect l="l" t="t" r="r" b="b"/>
              <a:pathLst>
                <a:path w="748664" h="942339">
                  <a:moveTo>
                    <a:pt x="748202" y="0"/>
                  </a:moveTo>
                  <a:lnTo>
                    <a:pt x="0" y="941808"/>
                  </a:lnTo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0" name="object 130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493521" y="2025313"/>
              <a:ext cx="194924" cy="212625"/>
            </a:xfrm>
            <a:prstGeom prst="rect">
              <a:avLst/>
            </a:prstGeom>
          </p:spPr>
        </p:pic>
        <p:sp>
          <p:nvSpPr>
            <p:cNvPr id="131" name="object 131" descr=""/>
            <p:cNvSpPr/>
            <p:nvPr/>
          </p:nvSpPr>
          <p:spPr>
            <a:xfrm>
              <a:off x="6977857" y="1141814"/>
              <a:ext cx="216535" cy="145415"/>
            </a:xfrm>
            <a:custGeom>
              <a:avLst/>
              <a:gdLst/>
              <a:ahLst/>
              <a:cxnLst/>
              <a:rect l="l" t="t" r="r" b="b"/>
              <a:pathLst>
                <a:path w="216534" h="145415">
                  <a:moveTo>
                    <a:pt x="0" y="0"/>
                  </a:moveTo>
                  <a:lnTo>
                    <a:pt x="216531" y="144939"/>
                  </a:lnTo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2" name="object 132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140332" y="1215407"/>
              <a:ext cx="216788" cy="186573"/>
            </a:xfrm>
            <a:prstGeom prst="rect">
              <a:avLst/>
            </a:prstGeom>
          </p:spPr>
        </p:pic>
        <p:sp>
          <p:nvSpPr>
            <p:cNvPr id="133" name="object 133" descr=""/>
            <p:cNvSpPr/>
            <p:nvPr/>
          </p:nvSpPr>
          <p:spPr>
            <a:xfrm>
              <a:off x="7619564" y="1173124"/>
              <a:ext cx="655320" cy="3003550"/>
            </a:xfrm>
            <a:custGeom>
              <a:avLst/>
              <a:gdLst/>
              <a:ahLst/>
              <a:cxnLst/>
              <a:rect l="l" t="t" r="r" b="b"/>
              <a:pathLst>
                <a:path w="655320" h="3003550">
                  <a:moveTo>
                    <a:pt x="655084" y="0"/>
                  </a:moveTo>
                  <a:lnTo>
                    <a:pt x="0" y="3003450"/>
                  </a:lnTo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4" name="object 134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539029" y="4144115"/>
              <a:ext cx="161069" cy="220440"/>
            </a:xfrm>
            <a:prstGeom prst="rect">
              <a:avLst/>
            </a:prstGeom>
          </p:spPr>
        </p:pic>
        <p:sp>
          <p:nvSpPr>
            <p:cNvPr id="135" name="object 135" descr=""/>
            <p:cNvSpPr/>
            <p:nvPr/>
          </p:nvSpPr>
          <p:spPr>
            <a:xfrm>
              <a:off x="4941976" y="1141849"/>
              <a:ext cx="1943100" cy="3065145"/>
            </a:xfrm>
            <a:custGeom>
              <a:avLst/>
              <a:gdLst/>
              <a:ahLst/>
              <a:cxnLst/>
              <a:rect l="l" t="t" r="r" b="b"/>
              <a:pathLst>
                <a:path w="1943100" h="3065145">
                  <a:moveTo>
                    <a:pt x="1943098" y="0"/>
                  </a:moveTo>
                  <a:lnTo>
                    <a:pt x="0" y="3064930"/>
                  </a:lnTo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6" name="object 136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830347" y="4154034"/>
              <a:ext cx="183828" cy="217823"/>
            </a:xfrm>
            <a:prstGeom prst="rect">
              <a:avLst/>
            </a:prstGeom>
          </p:spPr>
        </p:pic>
        <p:sp>
          <p:nvSpPr>
            <p:cNvPr id="137" name="object 137" descr=""/>
            <p:cNvSpPr/>
            <p:nvPr/>
          </p:nvSpPr>
          <p:spPr>
            <a:xfrm>
              <a:off x="1100100" y="2102024"/>
              <a:ext cx="6944359" cy="692150"/>
            </a:xfrm>
            <a:custGeom>
              <a:avLst/>
              <a:gdLst/>
              <a:ahLst/>
              <a:cxnLst/>
              <a:rect l="l" t="t" r="r" b="b"/>
              <a:pathLst>
                <a:path w="6944359" h="692150">
                  <a:moveTo>
                    <a:pt x="6943799" y="692099"/>
                  </a:moveTo>
                  <a:lnTo>
                    <a:pt x="0" y="692099"/>
                  </a:lnTo>
                  <a:lnTo>
                    <a:pt x="0" y="0"/>
                  </a:lnTo>
                  <a:lnTo>
                    <a:pt x="6943799" y="0"/>
                  </a:lnTo>
                  <a:lnTo>
                    <a:pt x="6943799" y="692099"/>
                  </a:lnTo>
                  <a:close/>
                </a:path>
              </a:pathLst>
            </a:custGeom>
            <a:solidFill>
              <a:srgbClr val="C9DA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8" name="object 138" descr=""/>
          <p:cNvSpPr txBox="1"/>
          <p:nvPr/>
        </p:nvSpPr>
        <p:spPr>
          <a:xfrm>
            <a:off x="2942356" y="2140862"/>
            <a:ext cx="3256279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Roboto"/>
                <a:cs typeface="Roboto"/>
              </a:rPr>
              <a:t>What</a:t>
            </a:r>
            <a:r>
              <a:rPr dirty="0" sz="3600" spc="-45">
                <a:latin typeface="Roboto"/>
                <a:cs typeface="Roboto"/>
              </a:rPr>
              <a:t> </a:t>
            </a:r>
            <a:r>
              <a:rPr dirty="0" sz="3600">
                <a:latin typeface="Roboto"/>
                <a:cs typeface="Roboto"/>
              </a:rPr>
              <a:t>do</a:t>
            </a:r>
            <a:r>
              <a:rPr dirty="0" sz="3600" spc="-40">
                <a:latin typeface="Roboto"/>
                <a:cs typeface="Roboto"/>
              </a:rPr>
              <a:t> </a:t>
            </a:r>
            <a:r>
              <a:rPr dirty="0" sz="3600">
                <a:latin typeface="Roboto"/>
                <a:cs typeface="Roboto"/>
              </a:rPr>
              <a:t>we</a:t>
            </a:r>
            <a:r>
              <a:rPr dirty="0" sz="3600" spc="-40">
                <a:latin typeface="Roboto"/>
                <a:cs typeface="Roboto"/>
              </a:rPr>
              <a:t> </a:t>
            </a:r>
            <a:r>
              <a:rPr dirty="0" sz="3600" spc="-25">
                <a:latin typeface="Roboto"/>
                <a:cs typeface="Roboto"/>
              </a:rPr>
              <a:t>do?</a:t>
            </a:r>
            <a:endParaRPr sz="3600">
              <a:latin typeface="Roboto"/>
              <a:cs typeface="Roboto"/>
            </a:endParaRPr>
          </a:p>
        </p:txBody>
      </p:sp>
      <p:sp>
        <p:nvSpPr>
          <p:cNvPr id="139" name="object 13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</a:t>
            </a:r>
            <a:r>
              <a:rPr dirty="0" spc="-35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/>
              <a:t>good</a:t>
            </a:r>
            <a:r>
              <a:rPr dirty="0" spc="-30"/>
              <a:t> </a:t>
            </a:r>
            <a:r>
              <a:rPr dirty="0"/>
              <a:t>old</a:t>
            </a:r>
            <a:r>
              <a:rPr dirty="0" spc="-30"/>
              <a:t> </a:t>
            </a:r>
            <a:r>
              <a:rPr dirty="0" spc="-20"/>
              <a:t>days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4649" y="1381750"/>
            <a:ext cx="4374700" cy="330287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353300" y="975355"/>
            <a:ext cx="69291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Write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your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code,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pass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it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to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QA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for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testing,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let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operations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team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run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it...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51372" y="4999213"/>
            <a:ext cx="956310" cy="34925"/>
            <a:chOff x="451372" y="4999213"/>
            <a:chExt cx="956310" cy="34925"/>
          </a:xfrm>
        </p:grpSpPr>
        <p:sp>
          <p:nvSpPr>
            <p:cNvPr id="3" name="object 3" descr=""/>
            <p:cNvSpPr/>
            <p:nvPr/>
          </p:nvSpPr>
          <p:spPr>
            <a:xfrm>
              <a:off x="684926" y="4999213"/>
              <a:ext cx="242570" cy="34925"/>
            </a:xfrm>
            <a:custGeom>
              <a:avLst/>
              <a:gdLst/>
              <a:ahLst/>
              <a:cxnLst/>
              <a:rect l="l" t="t" r="r" b="b"/>
              <a:pathLst>
                <a:path w="242569" h="34925">
                  <a:moveTo>
                    <a:pt x="242090" y="34620"/>
                  </a:moveTo>
                  <a:lnTo>
                    <a:pt x="0" y="34620"/>
                  </a:lnTo>
                  <a:lnTo>
                    <a:pt x="0" y="0"/>
                  </a:lnTo>
                  <a:lnTo>
                    <a:pt x="242090" y="0"/>
                  </a:lnTo>
                  <a:lnTo>
                    <a:pt x="242090" y="34620"/>
                  </a:lnTo>
                  <a:close/>
                </a:path>
              </a:pathLst>
            </a:custGeom>
            <a:solidFill>
              <a:srgbClr val="D844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926925" y="4999213"/>
              <a:ext cx="240029" cy="34925"/>
            </a:xfrm>
            <a:custGeom>
              <a:avLst/>
              <a:gdLst/>
              <a:ahLst/>
              <a:cxnLst/>
              <a:rect l="l" t="t" r="r" b="b"/>
              <a:pathLst>
                <a:path w="240030" h="34925">
                  <a:moveTo>
                    <a:pt x="239997" y="34620"/>
                  </a:moveTo>
                  <a:lnTo>
                    <a:pt x="0" y="34620"/>
                  </a:lnTo>
                  <a:lnTo>
                    <a:pt x="0" y="0"/>
                  </a:lnTo>
                  <a:lnTo>
                    <a:pt x="239997" y="0"/>
                  </a:lnTo>
                  <a:lnTo>
                    <a:pt x="239997" y="34620"/>
                  </a:lnTo>
                  <a:close/>
                </a:path>
              </a:pathLst>
            </a:custGeom>
            <a:solidFill>
              <a:srgbClr val="F4B4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166927" y="4999213"/>
              <a:ext cx="240665" cy="34925"/>
            </a:xfrm>
            <a:custGeom>
              <a:avLst/>
              <a:gdLst/>
              <a:ahLst/>
              <a:cxnLst/>
              <a:rect l="l" t="t" r="r" b="b"/>
              <a:pathLst>
                <a:path w="240665" h="34925">
                  <a:moveTo>
                    <a:pt x="240258" y="34620"/>
                  </a:moveTo>
                  <a:lnTo>
                    <a:pt x="0" y="34620"/>
                  </a:lnTo>
                  <a:lnTo>
                    <a:pt x="0" y="0"/>
                  </a:lnTo>
                  <a:lnTo>
                    <a:pt x="240258" y="0"/>
                  </a:lnTo>
                  <a:lnTo>
                    <a:pt x="240258" y="34620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51372" y="4999213"/>
              <a:ext cx="242570" cy="34925"/>
            </a:xfrm>
            <a:custGeom>
              <a:avLst/>
              <a:gdLst/>
              <a:ahLst/>
              <a:cxnLst/>
              <a:rect l="l" t="t" r="r" b="b"/>
              <a:pathLst>
                <a:path w="242570" h="34925">
                  <a:moveTo>
                    <a:pt x="242091" y="34620"/>
                  </a:moveTo>
                  <a:lnTo>
                    <a:pt x="0" y="34620"/>
                  </a:lnTo>
                  <a:lnTo>
                    <a:pt x="0" y="0"/>
                  </a:lnTo>
                  <a:lnTo>
                    <a:pt x="242091" y="0"/>
                  </a:lnTo>
                  <a:lnTo>
                    <a:pt x="242091" y="34620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5097803" y="4980464"/>
            <a:ext cx="641350" cy="749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65"/>
              </a:lnSpc>
            </a:pPr>
            <a:r>
              <a:rPr dirty="0" sz="500">
                <a:solidFill>
                  <a:srgbClr val="666666"/>
                </a:solidFill>
                <a:latin typeface="Roboto"/>
                <a:cs typeface="Roboto"/>
              </a:rPr>
              <a:t>Google</a:t>
            </a:r>
            <a:r>
              <a:rPr dirty="0" sz="500" spc="-10">
                <a:solidFill>
                  <a:srgbClr val="666666"/>
                </a:solidFill>
                <a:latin typeface="Roboto"/>
                <a:cs typeface="Roboto"/>
              </a:rPr>
              <a:t> Cloud Platform</a:t>
            </a:r>
            <a:endParaRPr sz="500">
              <a:latin typeface="Roboto"/>
              <a:cs typeface="Roboto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-56" y="0"/>
            <a:ext cx="9144000" cy="564515"/>
          </a:xfrm>
          <a:custGeom>
            <a:avLst/>
            <a:gdLst/>
            <a:ahLst/>
            <a:cxnLst/>
            <a:rect l="l" t="t" r="r" b="b"/>
            <a:pathLst>
              <a:path w="9144000" h="564515">
                <a:moveTo>
                  <a:pt x="9143999" y="563999"/>
                </a:moveTo>
                <a:lnTo>
                  <a:pt x="0" y="5639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63999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Nowadays,</a:t>
            </a:r>
            <a:r>
              <a:rPr dirty="0" spc="-30"/>
              <a:t> </a:t>
            </a:r>
            <a:r>
              <a:rPr dirty="0"/>
              <a:t>it</a:t>
            </a:r>
            <a:r>
              <a:rPr dirty="0" spc="-25"/>
              <a:t> </a:t>
            </a:r>
            <a:r>
              <a:rPr dirty="0"/>
              <a:t>is</a:t>
            </a:r>
            <a:r>
              <a:rPr dirty="0" spc="-25"/>
              <a:t> </a:t>
            </a:r>
            <a:r>
              <a:rPr dirty="0"/>
              <a:t>your</a:t>
            </a:r>
            <a:r>
              <a:rPr dirty="0" spc="-25"/>
              <a:t> </a:t>
            </a:r>
            <a:r>
              <a:rPr dirty="0" spc="-10"/>
              <a:t>problem</a:t>
            </a:r>
          </a:p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900" y="544700"/>
            <a:ext cx="9145481" cy="4598796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1100100" y="2102024"/>
            <a:ext cx="6944359" cy="692150"/>
          </a:xfrm>
          <a:prstGeom prst="rect">
            <a:avLst/>
          </a:prstGeom>
          <a:solidFill>
            <a:srgbClr val="C9DAF7"/>
          </a:solidFill>
        </p:spPr>
        <p:txBody>
          <a:bodyPr wrap="square" lIns="0" tIns="514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05"/>
              </a:spcBef>
            </a:pPr>
            <a:r>
              <a:rPr dirty="0" sz="3600">
                <a:latin typeface="Roboto"/>
                <a:cs typeface="Roboto"/>
              </a:rPr>
              <a:t>What</a:t>
            </a:r>
            <a:r>
              <a:rPr dirty="0" sz="3600" spc="-45">
                <a:latin typeface="Roboto"/>
                <a:cs typeface="Roboto"/>
              </a:rPr>
              <a:t> </a:t>
            </a:r>
            <a:r>
              <a:rPr dirty="0" sz="3600">
                <a:latin typeface="Roboto"/>
                <a:cs typeface="Roboto"/>
              </a:rPr>
              <a:t>do</a:t>
            </a:r>
            <a:r>
              <a:rPr dirty="0" sz="3600" spc="-40">
                <a:latin typeface="Roboto"/>
                <a:cs typeface="Roboto"/>
              </a:rPr>
              <a:t> </a:t>
            </a:r>
            <a:r>
              <a:rPr dirty="0" sz="3600">
                <a:latin typeface="Roboto"/>
                <a:cs typeface="Roboto"/>
              </a:rPr>
              <a:t>we</a:t>
            </a:r>
            <a:r>
              <a:rPr dirty="0" sz="3600" spc="-40">
                <a:latin typeface="Roboto"/>
                <a:cs typeface="Roboto"/>
              </a:rPr>
              <a:t> </a:t>
            </a:r>
            <a:r>
              <a:rPr dirty="0" sz="3600" spc="-25">
                <a:latin typeface="Roboto"/>
                <a:cs typeface="Roboto"/>
              </a:rPr>
              <a:t>do?</a:t>
            </a:r>
            <a:endParaRPr sz="36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109100" y="373649"/>
            <a:ext cx="6925945" cy="1005840"/>
          </a:xfrm>
          <a:prstGeom prst="rect">
            <a:avLst/>
          </a:prstGeom>
          <a:solidFill>
            <a:srgbClr val="C9DAF7"/>
          </a:solidFill>
        </p:spPr>
        <p:txBody>
          <a:bodyPr wrap="square" lIns="0" tIns="73660" rIns="0" bIns="0" rtlCol="0" vert="horz">
            <a:spAutoFit/>
          </a:bodyPr>
          <a:lstStyle/>
          <a:p>
            <a:pPr algn="ctr">
              <a:lnSpc>
                <a:spcPts val="2865"/>
              </a:lnSpc>
              <a:spcBef>
                <a:spcPts val="580"/>
              </a:spcBef>
            </a:pPr>
            <a:r>
              <a:rPr dirty="0" sz="2400">
                <a:latin typeface="Roboto"/>
                <a:cs typeface="Roboto"/>
              </a:rPr>
              <a:t>You</a:t>
            </a:r>
            <a:r>
              <a:rPr dirty="0" sz="2400" spc="-6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can</a:t>
            </a:r>
            <a:r>
              <a:rPr dirty="0" sz="2400" spc="-6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write</a:t>
            </a:r>
            <a:r>
              <a:rPr dirty="0" sz="2400" spc="-6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your</a:t>
            </a:r>
            <a:r>
              <a:rPr dirty="0" sz="2400" spc="-6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code</a:t>
            </a:r>
            <a:r>
              <a:rPr dirty="0" sz="2400" spc="-6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in</a:t>
            </a:r>
            <a:r>
              <a:rPr dirty="0" sz="2400" spc="-25">
                <a:latin typeface="Roboto"/>
                <a:cs typeface="Roboto"/>
              </a:rPr>
              <a:t> </a:t>
            </a:r>
            <a:r>
              <a:rPr dirty="0" sz="2400" b="1">
                <a:latin typeface="Roboto"/>
                <a:cs typeface="Roboto"/>
              </a:rPr>
              <a:t>any</a:t>
            </a:r>
            <a:r>
              <a:rPr dirty="0" sz="2400" spc="-60" b="1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language</a:t>
            </a:r>
            <a:r>
              <a:rPr dirty="0" sz="2400" spc="-6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and</a:t>
            </a:r>
            <a:r>
              <a:rPr dirty="0" sz="2400" spc="-60">
                <a:latin typeface="Roboto"/>
                <a:cs typeface="Roboto"/>
              </a:rPr>
              <a:t> </a:t>
            </a:r>
            <a:r>
              <a:rPr dirty="0" sz="2400" spc="-25">
                <a:latin typeface="Roboto"/>
                <a:cs typeface="Roboto"/>
              </a:rPr>
              <a:t>run</a:t>
            </a:r>
            <a:endParaRPr sz="2400">
              <a:latin typeface="Roboto"/>
              <a:cs typeface="Roboto"/>
            </a:endParaRPr>
          </a:p>
          <a:p>
            <a:pPr algn="ctr">
              <a:lnSpc>
                <a:spcPts val="2865"/>
              </a:lnSpc>
            </a:pPr>
            <a:r>
              <a:rPr dirty="0" sz="2400" b="1">
                <a:latin typeface="Roboto"/>
                <a:cs typeface="Roboto"/>
              </a:rPr>
              <a:t>anywhere</a:t>
            </a:r>
            <a:r>
              <a:rPr dirty="0" sz="2400" spc="-100" b="1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exactly</a:t>
            </a:r>
            <a:r>
              <a:rPr dirty="0" sz="2400" spc="-9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the</a:t>
            </a:r>
            <a:r>
              <a:rPr dirty="0" sz="2400" spc="-85">
                <a:latin typeface="Roboto"/>
                <a:cs typeface="Roboto"/>
              </a:rPr>
              <a:t> </a:t>
            </a:r>
            <a:r>
              <a:rPr dirty="0" sz="2400" b="1">
                <a:latin typeface="Roboto"/>
                <a:cs typeface="Roboto"/>
              </a:rPr>
              <a:t>same</a:t>
            </a:r>
            <a:r>
              <a:rPr dirty="0" sz="2400" spc="-95" b="1">
                <a:latin typeface="Roboto"/>
                <a:cs typeface="Roboto"/>
              </a:rPr>
              <a:t> </a:t>
            </a:r>
            <a:r>
              <a:rPr dirty="0" sz="2400" spc="-25">
                <a:latin typeface="Roboto"/>
                <a:cs typeface="Roboto"/>
              </a:rPr>
              <a:t>way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41584" y="117462"/>
            <a:ext cx="1130935" cy="2387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/>
              <a:t>@meteatamel</a:t>
            </a:r>
            <a:endParaRPr sz="1400"/>
          </a:p>
        </p:txBody>
      </p:sp>
      <p:sp>
        <p:nvSpPr>
          <p:cNvPr id="5" name="object 5" descr=""/>
          <p:cNvSpPr txBox="1"/>
          <p:nvPr/>
        </p:nvSpPr>
        <p:spPr>
          <a:xfrm>
            <a:off x="1109100" y="1777475"/>
            <a:ext cx="6925945" cy="1189990"/>
          </a:xfrm>
          <a:prstGeom prst="rect">
            <a:avLst/>
          </a:prstGeom>
          <a:solidFill>
            <a:srgbClr val="C9DAF7"/>
          </a:solidFill>
        </p:spPr>
        <p:txBody>
          <a:bodyPr wrap="square" lIns="0" tIns="235585" rIns="0" bIns="0" rtlCol="0" vert="horz">
            <a:spAutoFit/>
          </a:bodyPr>
          <a:lstStyle/>
          <a:p>
            <a:pPr marL="1015365" marR="260350" indent="-749300">
              <a:lnSpc>
                <a:spcPts val="2850"/>
              </a:lnSpc>
              <a:spcBef>
                <a:spcPts val="1855"/>
              </a:spcBef>
            </a:pPr>
            <a:r>
              <a:rPr dirty="0" sz="2400">
                <a:latin typeface="Roboto"/>
                <a:cs typeface="Roboto"/>
              </a:rPr>
              <a:t>Your</a:t>
            </a:r>
            <a:r>
              <a:rPr dirty="0" sz="2400" spc="-8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app</a:t>
            </a:r>
            <a:r>
              <a:rPr dirty="0" sz="2400" spc="-8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is</a:t>
            </a:r>
            <a:r>
              <a:rPr dirty="0" sz="2400" spc="-8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optimally</a:t>
            </a:r>
            <a:r>
              <a:rPr dirty="0" sz="2400" spc="-8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deployed</a:t>
            </a:r>
            <a:r>
              <a:rPr dirty="0" sz="2400" spc="-55">
                <a:latin typeface="Roboto"/>
                <a:cs typeface="Roboto"/>
              </a:rPr>
              <a:t> </a:t>
            </a:r>
            <a:r>
              <a:rPr dirty="0" sz="2400" spc="-10" b="1">
                <a:latin typeface="Roboto"/>
                <a:cs typeface="Roboto"/>
              </a:rPr>
              <a:t>somewhere</a:t>
            </a:r>
            <a:r>
              <a:rPr dirty="0" sz="2400" spc="-75" b="1">
                <a:latin typeface="Roboto"/>
                <a:cs typeface="Roboto"/>
              </a:rPr>
              <a:t> </a:t>
            </a:r>
            <a:r>
              <a:rPr dirty="0" sz="2400" spc="-25">
                <a:latin typeface="Roboto"/>
                <a:cs typeface="Roboto"/>
              </a:rPr>
              <a:t>and </a:t>
            </a:r>
            <a:r>
              <a:rPr dirty="0" sz="2400">
                <a:latin typeface="Roboto"/>
                <a:cs typeface="Roboto"/>
              </a:rPr>
              <a:t>managed</a:t>
            </a:r>
            <a:r>
              <a:rPr dirty="0" sz="2400" spc="-6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by</a:t>
            </a:r>
            <a:r>
              <a:rPr dirty="0" sz="2400" spc="-45">
                <a:latin typeface="Roboto"/>
                <a:cs typeface="Roboto"/>
              </a:rPr>
              <a:t> </a:t>
            </a:r>
            <a:r>
              <a:rPr dirty="0" sz="2400" b="1">
                <a:latin typeface="Roboto"/>
                <a:cs typeface="Roboto"/>
              </a:rPr>
              <a:t>someone.</a:t>
            </a:r>
            <a:r>
              <a:rPr dirty="0" sz="2400" spc="-50" b="1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It</a:t>
            </a:r>
            <a:r>
              <a:rPr dirty="0" sz="2400" spc="-6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just</a:t>
            </a:r>
            <a:r>
              <a:rPr dirty="0" sz="2400" spc="-60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works!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09100" y="3279762"/>
            <a:ext cx="6925945" cy="1153795"/>
          </a:xfrm>
          <a:prstGeom prst="rect">
            <a:avLst/>
          </a:prstGeom>
          <a:solidFill>
            <a:srgbClr val="C9DAF7"/>
          </a:solidFill>
        </p:spPr>
        <p:txBody>
          <a:bodyPr wrap="square" lIns="0" tIns="202565" rIns="0" bIns="0" rtlCol="0" vert="horz">
            <a:spAutoFit/>
          </a:bodyPr>
          <a:lstStyle/>
          <a:p>
            <a:pPr algn="ctr">
              <a:lnSpc>
                <a:spcPts val="2865"/>
              </a:lnSpc>
              <a:spcBef>
                <a:spcPts val="1595"/>
              </a:spcBef>
            </a:pPr>
            <a:r>
              <a:rPr dirty="0" sz="2400">
                <a:latin typeface="Roboto"/>
                <a:cs typeface="Roboto"/>
              </a:rPr>
              <a:t>There</a:t>
            </a:r>
            <a:r>
              <a:rPr dirty="0" sz="2400" spc="-5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are</a:t>
            </a:r>
            <a:r>
              <a:rPr dirty="0" sz="2400" spc="-5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no</a:t>
            </a:r>
            <a:r>
              <a:rPr dirty="0" sz="2400" spc="-50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machines.</a:t>
            </a:r>
            <a:r>
              <a:rPr dirty="0" sz="2400" spc="-50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All</a:t>
            </a:r>
            <a:r>
              <a:rPr dirty="0" sz="2400" spc="-55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resources</a:t>
            </a:r>
            <a:r>
              <a:rPr dirty="0" sz="2400" spc="-50">
                <a:latin typeface="Roboto"/>
                <a:cs typeface="Roboto"/>
              </a:rPr>
              <a:t> </a:t>
            </a:r>
            <a:r>
              <a:rPr dirty="0" sz="2400" spc="-25">
                <a:latin typeface="Roboto"/>
                <a:cs typeface="Roboto"/>
              </a:rPr>
              <a:t>are</a:t>
            </a:r>
            <a:endParaRPr sz="2400">
              <a:latin typeface="Roboto"/>
              <a:cs typeface="Roboto"/>
            </a:endParaRPr>
          </a:p>
          <a:p>
            <a:pPr algn="ctr">
              <a:lnSpc>
                <a:spcPts val="2865"/>
              </a:lnSpc>
            </a:pPr>
            <a:r>
              <a:rPr dirty="0" sz="2400" b="1">
                <a:latin typeface="Roboto"/>
                <a:cs typeface="Roboto"/>
              </a:rPr>
              <a:t>automatically</a:t>
            </a:r>
            <a:r>
              <a:rPr dirty="0" sz="2400" spc="-35" b="1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provisioned</a:t>
            </a:r>
            <a:r>
              <a:rPr dirty="0" sz="2400" spc="-55">
                <a:latin typeface="Roboto"/>
                <a:cs typeface="Roboto"/>
              </a:rPr>
              <a:t> </a:t>
            </a:r>
            <a:r>
              <a:rPr dirty="0" sz="2400">
                <a:latin typeface="Roboto"/>
                <a:cs typeface="Roboto"/>
              </a:rPr>
              <a:t>on</a:t>
            </a:r>
            <a:r>
              <a:rPr dirty="0" sz="2400" spc="-60">
                <a:latin typeface="Roboto"/>
                <a:cs typeface="Roboto"/>
              </a:rPr>
              <a:t> </a:t>
            </a:r>
            <a:r>
              <a:rPr dirty="0" sz="2400" spc="-10">
                <a:latin typeface="Roboto"/>
                <a:cs typeface="Roboto"/>
              </a:rPr>
              <a:t>demand</a:t>
            </a:r>
            <a:endParaRPr sz="2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89984" y="1072713"/>
            <a:ext cx="7970520" cy="2540000"/>
          </a:xfrm>
          <a:prstGeom prst="rect">
            <a:avLst/>
          </a:prstGeom>
        </p:spPr>
        <p:txBody>
          <a:bodyPr wrap="square" lIns="0" tIns="527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Write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your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code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in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any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language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and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run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it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anywhere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exactly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the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same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way</a:t>
            </a:r>
            <a:endParaRPr sz="1800">
              <a:latin typeface="Roboto"/>
              <a:cs typeface="Roboto"/>
            </a:endParaRPr>
          </a:p>
          <a:p>
            <a:pPr marL="297815" indent="-285115">
              <a:lnSpc>
                <a:spcPct val="100000"/>
              </a:lnSpc>
              <a:spcBef>
                <a:spcPts val="315"/>
              </a:spcBef>
              <a:buFont typeface="MS PGothic"/>
              <a:buChar char="~"/>
              <a:tabLst>
                <a:tab pos="297815" algn="l"/>
              </a:tabLst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Containers</a:t>
            </a:r>
            <a:r>
              <a:rPr dirty="0" sz="1800" spc="-4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(eg.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Docker,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Rkt)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625"/>
              </a:spcBef>
              <a:buClr>
                <a:srgbClr val="666666"/>
              </a:buClr>
              <a:buFont typeface="MS PGothic"/>
              <a:buChar char="~"/>
            </a:pP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Your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app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is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optimally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deployed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and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managed</a:t>
            </a:r>
            <a:endParaRPr sz="1800">
              <a:latin typeface="Roboto"/>
              <a:cs typeface="Roboto"/>
            </a:endParaRPr>
          </a:p>
          <a:p>
            <a:pPr marL="297815" indent="-285115">
              <a:lnSpc>
                <a:spcPct val="100000"/>
              </a:lnSpc>
              <a:spcBef>
                <a:spcPts val="315"/>
              </a:spcBef>
              <a:buFont typeface="MS PGothic"/>
              <a:buChar char="~"/>
              <a:tabLst>
                <a:tab pos="297815" algn="l"/>
              </a:tabLst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Container</a:t>
            </a:r>
            <a:r>
              <a:rPr dirty="0" sz="1800" spc="-5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Management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Platforms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(eg.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Kubernetes,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Docker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Swarm,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Mesos)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625"/>
              </a:spcBef>
              <a:buClr>
                <a:srgbClr val="666666"/>
              </a:buClr>
              <a:buFont typeface="MS PGothic"/>
              <a:buChar char="~"/>
            </a:pP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All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the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resources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needed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for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your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app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is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automatically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provisioned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per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demand</a:t>
            </a:r>
            <a:endParaRPr sz="1800">
              <a:latin typeface="Roboto"/>
              <a:cs typeface="Roboto"/>
            </a:endParaRPr>
          </a:p>
          <a:p>
            <a:pPr marL="297815" indent="-285115">
              <a:lnSpc>
                <a:spcPct val="100000"/>
              </a:lnSpc>
              <a:spcBef>
                <a:spcPts val="315"/>
              </a:spcBef>
              <a:buFont typeface="MS PGothic"/>
              <a:buChar char="~"/>
              <a:tabLst>
                <a:tab pos="297815" algn="l"/>
              </a:tabLst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Cloud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Providers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(eg.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Google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Cloud,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AWS,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Azure)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Docker</a:t>
            </a:r>
            <a:r>
              <a:rPr dirty="0" spc="-35"/>
              <a:t> </a:t>
            </a:r>
            <a:r>
              <a:rPr dirty="0"/>
              <a:t>+</a:t>
            </a:r>
            <a:r>
              <a:rPr dirty="0" spc="-20"/>
              <a:t> </a:t>
            </a:r>
            <a:r>
              <a:rPr dirty="0"/>
              <a:t>Kubernetes</a:t>
            </a:r>
            <a:r>
              <a:rPr dirty="0" spc="-25"/>
              <a:t> </a:t>
            </a:r>
            <a:r>
              <a:rPr dirty="0"/>
              <a:t>+</a:t>
            </a:r>
            <a:r>
              <a:rPr dirty="0" spc="-20"/>
              <a:t> </a:t>
            </a:r>
            <a:r>
              <a:rPr dirty="0" spc="-10"/>
              <a:t>Cloud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742" y="1926806"/>
            <a:ext cx="8748395" cy="810895"/>
            <a:chOff x="-742" y="1926806"/>
            <a:chExt cx="8748395" cy="810895"/>
          </a:xfrm>
        </p:grpSpPr>
        <p:sp>
          <p:nvSpPr>
            <p:cNvPr id="3" name="object 3" descr=""/>
            <p:cNvSpPr/>
            <p:nvPr/>
          </p:nvSpPr>
          <p:spPr>
            <a:xfrm>
              <a:off x="-355" y="1999716"/>
              <a:ext cx="8747760" cy="737870"/>
            </a:xfrm>
            <a:custGeom>
              <a:avLst/>
              <a:gdLst/>
              <a:ahLst/>
              <a:cxnLst/>
              <a:rect l="l" t="t" r="r" b="b"/>
              <a:pathLst>
                <a:path w="8747760" h="737869">
                  <a:moveTo>
                    <a:pt x="8747481" y="0"/>
                  </a:moveTo>
                  <a:lnTo>
                    <a:pt x="381" y="0"/>
                  </a:lnTo>
                  <a:lnTo>
                    <a:pt x="0" y="76"/>
                  </a:lnTo>
                  <a:lnTo>
                    <a:pt x="0" y="666076"/>
                  </a:lnTo>
                  <a:lnTo>
                    <a:pt x="0" y="704545"/>
                  </a:lnTo>
                  <a:lnTo>
                    <a:pt x="381" y="704545"/>
                  </a:lnTo>
                  <a:lnTo>
                    <a:pt x="381" y="737400"/>
                  </a:lnTo>
                  <a:lnTo>
                    <a:pt x="8747481" y="737400"/>
                  </a:lnTo>
                  <a:lnTo>
                    <a:pt x="8747481" y="0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12" y="2638106"/>
              <a:ext cx="8643620" cy="8255"/>
            </a:xfrm>
            <a:custGeom>
              <a:avLst/>
              <a:gdLst/>
              <a:ahLst/>
              <a:cxnLst/>
              <a:rect l="l" t="t" r="r" b="b"/>
              <a:pathLst>
                <a:path w="8643620" h="8255">
                  <a:moveTo>
                    <a:pt x="0" y="7874"/>
                  </a:moveTo>
                  <a:lnTo>
                    <a:pt x="8643299" y="7874"/>
                  </a:lnTo>
                  <a:lnTo>
                    <a:pt x="8643299" y="0"/>
                  </a:lnTo>
                  <a:lnTo>
                    <a:pt x="0" y="0"/>
                  </a:lnTo>
                  <a:lnTo>
                    <a:pt x="0" y="7874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-742" y="1926806"/>
              <a:ext cx="8637270" cy="711835"/>
            </a:xfrm>
            <a:custGeom>
              <a:avLst/>
              <a:gdLst/>
              <a:ahLst/>
              <a:cxnLst/>
              <a:rect l="l" t="t" r="r" b="b"/>
              <a:pathLst>
                <a:path w="8637270" h="711835">
                  <a:moveTo>
                    <a:pt x="8636699" y="711299"/>
                  </a:moveTo>
                  <a:lnTo>
                    <a:pt x="0" y="711299"/>
                  </a:lnTo>
                  <a:lnTo>
                    <a:pt x="0" y="0"/>
                  </a:lnTo>
                  <a:lnTo>
                    <a:pt x="8636699" y="0"/>
                  </a:lnTo>
                  <a:lnTo>
                    <a:pt x="8636699" y="71129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9694" y="1975243"/>
            <a:ext cx="556323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Demo:</a:t>
            </a:r>
            <a:r>
              <a:rPr dirty="0" sz="3600" spc="-135"/>
              <a:t> </a:t>
            </a:r>
            <a:r>
              <a:rPr dirty="0" sz="3600"/>
              <a:t>Simple</a:t>
            </a:r>
            <a:r>
              <a:rPr dirty="0" sz="3600" spc="-135"/>
              <a:t> </a:t>
            </a:r>
            <a:r>
              <a:rPr dirty="0" sz="3600" spc="-10"/>
              <a:t>Microservice</a:t>
            </a:r>
            <a:endParaRPr sz="3600"/>
          </a:p>
        </p:txBody>
      </p:sp>
      <p:sp>
        <p:nvSpPr>
          <p:cNvPr id="7" name="object 7" descr=""/>
          <p:cNvSpPr txBox="1"/>
          <p:nvPr/>
        </p:nvSpPr>
        <p:spPr>
          <a:xfrm>
            <a:off x="7765384" y="412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737373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  <p:pic>
        <p:nvPicPr>
          <p:cNvPr id="8" name="object 8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9337" y="2716206"/>
            <a:ext cx="2934124" cy="2200593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742" y="1926806"/>
            <a:ext cx="8748395" cy="810895"/>
            <a:chOff x="-742" y="1926806"/>
            <a:chExt cx="8748395" cy="810895"/>
          </a:xfrm>
        </p:grpSpPr>
        <p:sp>
          <p:nvSpPr>
            <p:cNvPr id="3" name="object 3" descr=""/>
            <p:cNvSpPr/>
            <p:nvPr/>
          </p:nvSpPr>
          <p:spPr>
            <a:xfrm>
              <a:off x="-355" y="1999716"/>
              <a:ext cx="8747760" cy="737870"/>
            </a:xfrm>
            <a:custGeom>
              <a:avLst/>
              <a:gdLst/>
              <a:ahLst/>
              <a:cxnLst/>
              <a:rect l="l" t="t" r="r" b="b"/>
              <a:pathLst>
                <a:path w="8747760" h="737869">
                  <a:moveTo>
                    <a:pt x="8747481" y="0"/>
                  </a:moveTo>
                  <a:lnTo>
                    <a:pt x="381" y="0"/>
                  </a:lnTo>
                  <a:lnTo>
                    <a:pt x="0" y="76"/>
                  </a:lnTo>
                  <a:lnTo>
                    <a:pt x="0" y="666076"/>
                  </a:lnTo>
                  <a:lnTo>
                    <a:pt x="0" y="704545"/>
                  </a:lnTo>
                  <a:lnTo>
                    <a:pt x="381" y="704545"/>
                  </a:lnTo>
                  <a:lnTo>
                    <a:pt x="381" y="737400"/>
                  </a:lnTo>
                  <a:lnTo>
                    <a:pt x="8747481" y="737400"/>
                  </a:lnTo>
                  <a:lnTo>
                    <a:pt x="8747481" y="0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12" y="2638106"/>
              <a:ext cx="8643620" cy="8255"/>
            </a:xfrm>
            <a:custGeom>
              <a:avLst/>
              <a:gdLst/>
              <a:ahLst/>
              <a:cxnLst/>
              <a:rect l="l" t="t" r="r" b="b"/>
              <a:pathLst>
                <a:path w="8643620" h="8255">
                  <a:moveTo>
                    <a:pt x="0" y="7874"/>
                  </a:moveTo>
                  <a:lnTo>
                    <a:pt x="8643299" y="7874"/>
                  </a:lnTo>
                  <a:lnTo>
                    <a:pt x="8643299" y="0"/>
                  </a:lnTo>
                  <a:lnTo>
                    <a:pt x="0" y="0"/>
                  </a:lnTo>
                  <a:lnTo>
                    <a:pt x="0" y="7874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-742" y="1926806"/>
              <a:ext cx="8637270" cy="711835"/>
            </a:xfrm>
            <a:custGeom>
              <a:avLst/>
              <a:gdLst/>
              <a:ahLst/>
              <a:cxnLst/>
              <a:rect l="l" t="t" r="r" b="b"/>
              <a:pathLst>
                <a:path w="8637270" h="711835">
                  <a:moveTo>
                    <a:pt x="8636699" y="711299"/>
                  </a:moveTo>
                  <a:lnTo>
                    <a:pt x="0" y="711299"/>
                  </a:lnTo>
                  <a:lnTo>
                    <a:pt x="0" y="0"/>
                  </a:lnTo>
                  <a:lnTo>
                    <a:pt x="8636699" y="0"/>
                  </a:lnTo>
                  <a:lnTo>
                    <a:pt x="8636699" y="71129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9694" y="1975243"/>
            <a:ext cx="222758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/>
              <a:t>Containers</a:t>
            </a:r>
            <a:endParaRPr sz="3600"/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7765384" y="412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737373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33680" y="2790605"/>
            <a:ext cx="2058035" cy="1376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latin typeface="Arial"/>
                <a:cs typeface="Arial"/>
              </a:rPr>
              <a:t>Physical</a:t>
            </a:r>
            <a:r>
              <a:rPr dirty="0" sz="1500" spc="-25" b="1">
                <a:latin typeface="Arial"/>
                <a:cs typeface="Arial"/>
              </a:rPr>
              <a:t> </a:t>
            </a:r>
            <a:r>
              <a:rPr dirty="0" sz="1500" spc="-10" b="1">
                <a:latin typeface="Arial"/>
                <a:cs typeface="Arial"/>
              </a:rPr>
              <a:t>Machine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  <a:tabLst>
                <a:tab pos="358140" algn="l"/>
              </a:tabLst>
            </a:pPr>
            <a:r>
              <a:rPr dirty="0" sz="1400" spc="-50" b="1">
                <a:solidFill>
                  <a:srgbClr val="CC0000"/>
                </a:solidFill>
                <a:latin typeface="MS PGothic"/>
                <a:cs typeface="MS PGothic"/>
              </a:rPr>
              <a:t>✕</a:t>
            </a:r>
            <a:r>
              <a:rPr dirty="0" sz="1400" b="1">
                <a:solidFill>
                  <a:srgbClr val="CC0000"/>
                </a:solidFill>
                <a:latin typeface="MS PGothic"/>
                <a:cs typeface="MS PGothic"/>
              </a:rPr>
              <a:t>	</a:t>
            </a:r>
            <a:r>
              <a:rPr dirty="0" sz="1400">
                <a:solidFill>
                  <a:srgbClr val="666666"/>
                </a:solidFill>
                <a:latin typeface="Open Sans"/>
                <a:cs typeface="Open Sans"/>
              </a:rPr>
              <a:t>No</a:t>
            </a:r>
            <a:r>
              <a:rPr dirty="0" sz="1400" spc="-5">
                <a:solidFill>
                  <a:srgbClr val="666666"/>
                </a:solidFill>
                <a:latin typeface="Open Sans"/>
                <a:cs typeface="Open Sans"/>
              </a:rPr>
              <a:t> </a:t>
            </a:r>
            <a:r>
              <a:rPr dirty="0" sz="1400" spc="-10">
                <a:solidFill>
                  <a:srgbClr val="666666"/>
                </a:solidFill>
                <a:latin typeface="Open Sans"/>
                <a:cs typeface="Open Sans"/>
              </a:rPr>
              <a:t>isolation</a:t>
            </a:r>
            <a:endParaRPr sz="140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  <a:tabLst>
                <a:tab pos="358140" algn="l"/>
              </a:tabLst>
            </a:pPr>
            <a:r>
              <a:rPr dirty="0" sz="1400" spc="-50" b="1">
                <a:solidFill>
                  <a:srgbClr val="CC0000"/>
                </a:solidFill>
                <a:latin typeface="MS PGothic"/>
                <a:cs typeface="MS PGothic"/>
              </a:rPr>
              <a:t>✕</a:t>
            </a:r>
            <a:r>
              <a:rPr dirty="0" sz="1400" b="1">
                <a:solidFill>
                  <a:srgbClr val="CC0000"/>
                </a:solidFill>
                <a:latin typeface="MS PGothic"/>
                <a:cs typeface="MS PGothic"/>
              </a:rPr>
              <a:t>	</a:t>
            </a:r>
            <a:r>
              <a:rPr dirty="0" sz="1400">
                <a:solidFill>
                  <a:srgbClr val="666666"/>
                </a:solidFill>
                <a:latin typeface="Open Sans"/>
                <a:cs typeface="Open Sans"/>
              </a:rPr>
              <a:t>Common</a:t>
            </a:r>
            <a:r>
              <a:rPr dirty="0" sz="1400" spc="-95">
                <a:solidFill>
                  <a:srgbClr val="666666"/>
                </a:solidFill>
                <a:latin typeface="Open Sans"/>
                <a:cs typeface="Open Sans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Open Sans"/>
                <a:cs typeface="Open Sans"/>
              </a:rPr>
              <a:t>libs</a:t>
            </a:r>
            <a:endParaRPr sz="1400">
              <a:latin typeface="Open Sans"/>
              <a:cs typeface="Open Sans"/>
            </a:endParaRPr>
          </a:p>
          <a:p>
            <a:pPr marL="358775" marR="5080" indent="-346075">
              <a:lnSpc>
                <a:spcPct val="116100"/>
              </a:lnSpc>
              <a:tabLst>
                <a:tab pos="358140" algn="l"/>
              </a:tabLst>
            </a:pPr>
            <a:r>
              <a:rPr dirty="0" sz="1400" spc="-50" b="1">
                <a:solidFill>
                  <a:srgbClr val="CC0000"/>
                </a:solidFill>
                <a:latin typeface="MS PGothic"/>
                <a:cs typeface="MS PGothic"/>
              </a:rPr>
              <a:t>✕</a:t>
            </a:r>
            <a:r>
              <a:rPr dirty="0" sz="1400" b="1">
                <a:solidFill>
                  <a:srgbClr val="CC0000"/>
                </a:solidFill>
                <a:latin typeface="MS PGothic"/>
                <a:cs typeface="MS PGothic"/>
              </a:rPr>
              <a:t>	</a:t>
            </a:r>
            <a:r>
              <a:rPr dirty="0" sz="1400">
                <a:solidFill>
                  <a:srgbClr val="666666"/>
                </a:solidFill>
                <a:latin typeface="Open Sans"/>
                <a:cs typeface="Open Sans"/>
              </a:rPr>
              <a:t>Highly</a:t>
            </a:r>
            <a:r>
              <a:rPr dirty="0" sz="1400" spc="-60">
                <a:solidFill>
                  <a:srgbClr val="666666"/>
                </a:solidFill>
                <a:latin typeface="Open Sans"/>
                <a:cs typeface="Open Sans"/>
              </a:rPr>
              <a:t> </a:t>
            </a:r>
            <a:r>
              <a:rPr dirty="0" sz="1400">
                <a:solidFill>
                  <a:srgbClr val="666666"/>
                </a:solidFill>
                <a:latin typeface="Open Sans"/>
                <a:cs typeface="Open Sans"/>
              </a:rPr>
              <a:t>coupled</a:t>
            </a:r>
            <a:r>
              <a:rPr dirty="0" sz="1400" spc="-60">
                <a:solidFill>
                  <a:srgbClr val="666666"/>
                </a:solidFill>
                <a:latin typeface="Open Sans"/>
                <a:cs typeface="Open Sans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Open Sans"/>
                <a:cs typeface="Open Sans"/>
              </a:rPr>
              <a:t>Apps </a:t>
            </a:r>
            <a:r>
              <a:rPr dirty="0" sz="1400">
                <a:solidFill>
                  <a:srgbClr val="666666"/>
                </a:solidFill>
                <a:latin typeface="Open Sans"/>
                <a:cs typeface="Open Sans"/>
              </a:rPr>
              <a:t>&amp;</a:t>
            </a:r>
            <a:r>
              <a:rPr dirty="0" sz="1400" spc="-20">
                <a:solidFill>
                  <a:srgbClr val="666666"/>
                </a:solidFill>
                <a:latin typeface="Open Sans"/>
                <a:cs typeface="Open Sans"/>
              </a:rPr>
              <a:t> </a:t>
            </a:r>
            <a:r>
              <a:rPr dirty="0" sz="1400" spc="-25">
                <a:solidFill>
                  <a:srgbClr val="666666"/>
                </a:solidFill>
                <a:latin typeface="Open Sans"/>
                <a:cs typeface="Open Sans"/>
              </a:rPr>
              <a:t>OS</a:t>
            </a:r>
            <a:endParaRPr sz="1400">
              <a:latin typeface="Open Sans"/>
              <a:cs typeface="Open San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/>
              <a:t>Why</a:t>
            </a:r>
            <a:r>
              <a:rPr dirty="0" sz="2800" spc="-15"/>
              <a:t> </a:t>
            </a:r>
            <a:r>
              <a:rPr dirty="0" sz="2800" spc="-10"/>
              <a:t>containers?</a:t>
            </a:r>
            <a:endParaRPr sz="2800"/>
          </a:p>
        </p:txBody>
      </p:sp>
      <p:grpSp>
        <p:nvGrpSpPr>
          <p:cNvPr id="4" name="object 4" descr=""/>
          <p:cNvGrpSpPr/>
          <p:nvPr/>
        </p:nvGrpSpPr>
        <p:grpSpPr>
          <a:xfrm>
            <a:off x="3333256" y="829387"/>
            <a:ext cx="2284730" cy="1833245"/>
            <a:chOff x="3333256" y="829387"/>
            <a:chExt cx="2284730" cy="1833245"/>
          </a:xfrm>
        </p:grpSpPr>
        <p:sp>
          <p:nvSpPr>
            <p:cNvPr id="5" name="object 5" descr=""/>
            <p:cNvSpPr/>
            <p:nvPr/>
          </p:nvSpPr>
          <p:spPr>
            <a:xfrm>
              <a:off x="3333256" y="1675443"/>
              <a:ext cx="2284730" cy="977900"/>
            </a:xfrm>
            <a:custGeom>
              <a:avLst/>
              <a:gdLst/>
              <a:ahLst/>
              <a:cxnLst/>
              <a:rect l="l" t="t" r="r" b="b"/>
              <a:pathLst>
                <a:path w="2284729" h="977900">
                  <a:moveTo>
                    <a:pt x="1293524" y="977299"/>
                  </a:moveTo>
                  <a:lnTo>
                    <a:pt x="0" y="977299"/>
                  </a:lnTo>
                  <a:lnTo>
                    <a:pt x="991049" y="0"/>
                  </a:lnTo>
                  <a:lnTo>
                    <a:pt x="2284574" y="0"/>
                  </a:lnTo>
                  <a:lnTo>
                    <a:pt x="1293524" y="97729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44269" y="829387"/>
              <a:ext cx="1708269" cy="1832901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3530401" y="2089307"/>
            <a:ext cx="271145" cy="467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dirty="0" sz="600" spc="-25" b="1">
                <a:solidFill>
                  <a:srgbClr val="FFFFFF"/>
                </a:solidFill>
                <a:latin typeface="Open Sans"/>
                <a:cs typeface="Open Sans"/>
              </a:rPr>
              <a:t>app</a:t>
            </a:r>
            <a:endParaRPr sz="600">
              <a:latin typeface="Open Sans"/>
              <a:cs typeface="Open Sans"/>
            </a:endParaRPr>
          </a:p>
          <a:p>
            <a:pPr marL="12700" marR="5080" indent="55880">
              <a:lnSpc>
                <a:spcPct val="171900"/>
              </a:lnSpc>
              <a:spcBef>
                <a:spcPts val="285"/>
              </a:spcBef>
            </a:pPr>
            <a:r>
              <a:rPr dirty="0" sz="600" spc="-20" b="1">
                <a:solidFill>
                  <a:srgbClr val="FFFFFF"/>
                </a:solidFill>
                <a:latin typeface="Open Sans"/>
                <a:cs typeface="Open Sans"/>
              </a:rPr>
              <a:t>libs</a:t>
            </a:r>
            <a:r>
              <a:rPr dirty="0" sz="600" spc="50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Open Sans"/>
                <a:cs typeface="Open Sans"/>
              </a:rPr>
              <a:t>kernel</a:t>
            </a:r>
            <a:endParaRPr sz="600">
              <a:latin typeface="Open Sans"/>
              <a:cs typeface="Open San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530401" y="1405652"/>
            <a:ext cx="271145" cy="467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dirty="0" sz="600" spc="-25" b="1">
                <a:solidFill>
                  <a:srgbClr val="FFFFFF"/>
                </a:solidFill>
                <a:latin typeface="Open Sans"/>
                <a:cs typeface="Open Sans"/>
              </a:rPr>
              <a:t>app</a:t>
            </a:r>
            <a:endParaRPr sz="600">
              <a:latin typeface="Open Sans"/>
              <a:cs typeface="Open Sans"/>
            </a:endParaRPr>
          </a:p>
          <a:p>
            <a:pPr marL="12700" marR="5080" indent="55880">
              <a:lnSpc>
                <a:spcPct val="171900"/>
              </a:lnSpc>
              <a:spcBef>
                <a:spcPts val="285"/>
              </a:spcBef>
            </a:pPr>
            <a:r>
              <a:rPr dirty="0" sz="600" spc="-20" b="1">
                <a:solidFill>
                  <a:srgbClr val="FFFFFF"/>
                </a:solidFill>
                <a:latin typeface="Open Sans"/>
                <a:cs typeface="Open Sans"/>
              </a:rPr>
              <a:t>libs</a:t>
            </a:r>
            <a:r>
              <a:rPr dirty="0" sz="600" spc="50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Open Sans"/>
                <a:cs typeface="Open Sans"/>
              </a:rPr>
              <a:t>kernel</a:t>
            </a:r>
            <a:endParaRPr sz="600">
              <a:latin typeface="Open Sans"/>
              <a:cs typeface="Open San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121758" y="1405652"/>
            <a:ext cx="271145" cy="467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dirty="0" sz="600" spc="-25" b="1">
                <a:solidFill>
                  <a:srgbClr val="FFFFFF"/>
                </a:solidFill>
                <a:latin typeface="Open Sans"/>
                <a:cs typeface="Open Sans"/>
              </a:rPr>
              <a:t>app</a:t>
            </a:r>
            <a:endParaRPr sz="600">
              <a:latin typeface="Open Sans"/>
              <a:cs typeface="Open Sans"/>
            </a:endParaRPr>
          </a:p>
          <a:p>
            <a:pPr marL="12700" marR="5080" indent="55880">
              <a:lnSpc>
                <a:spcPct val="171900"/>
              </a:lnSpc>
              <a:spcBef>
                <a:spcPts val="285"/>
              </a:spcBef>
            </a:pPr>
            <a:r>
              <a:rPr dirty="0" sz="600" spc="-20" b="1">
                <a:solidFill>
                  <a:srgbClr val="FFFFFF"/>
                </a:solidFill>
                <a:latin typeface="Open Sans"/>
                <a:cs typeface="Open Sans"/>
              </a:rPr>
              <a:t>libs</a:t>
            </a:r>
            <a:r>
              <a:rPr dirty="0" sz="600" spc="50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Open Sans"/>
                <a:cs typeface="Open Sans"/>
              </a:rPr>
              <a:t>kernel</a:t>
            </a:r>
            <a:endParaRPr sz="600">
              <a:latin typeface="Open Sans"/>
              <a:cs typeface="Open San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121758" y="2089307"/>
            <a:ext cx="271145" cy="467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dirty="0" sz="600" spc="-25" b="1">
                <a:solidFill>
                  <a:srgbClr val="FFFFFF"/>
                </a:solidFill>
                <a:latin typeface="Open Sans"/>
                <a:cs typeface="Open Sans"/>
              </a:rPr>
              <a:t>app</a:t>
            </a:r>
            <a:endParaRPr sz="600">
              <a:latin typeface="Open Sans"/>
              <a:cs typeface="Open Sans"/>
            </a:endParaRPr>
          </a:p>
          <a:p>
            <a:pPr marL="12700" marR="5080" indent="55880">
              <a:lnSpc>
                <a:spcPct val="171900"/>
              </a:lnSpc>
              <a:spcBef>
                <a:spcPts val="285"/>
              </a:spcBef>
            </a:pPr>
            <a:r>
              <a:rPr dirty="0" sz="600" spc="-20" b="1">
                <a:solidFill>
                  <a:srgbClr val="FFFFFF"/>
                </a:solidFill>
                <a:latin typeface="Open Sans"/>
                <a:cs typeface="Open Sans"/>
              </a:rPr>
              <a:t>libs</a:t>
            </a:r>
            <a:r>
              <a:rPr dirty="0" sz="600" spc="50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600" spc="-10" b="1">
                <a:solidFill>
                  <a:srgbClr val="FFFFFF"/>
                </a:solidFill>
                <a:latin typeface="Open Sans"/>
                <a:cs typeface="Open Sans"/>
              </a:rPr>
              <a:t>kernel</a:t>
            </a:r>
            <a:endParaRPr sz="600">
              <a:latin typeface="Open Sans"/>
              <a:cs typeface="Open Sans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6472695" y="854405"/>
            <a:ext cx="2221865" cy="1783080"/>
            <a:chOff x="6472695" y="854405"/>
            <a:chExt cx="2221865" cy="1783080"/>
          </a:xfrm>
        </p:grpSpPr>
        <p:sp>
          <p:nvSpPr>
            <p:cNvPr id="12" name="object 12" descr=""/>
            <p:cNvSpPr/>
            <p:nvPr/>
          </p:nvSpPr>
          <p:spPr>
            <a:xfrm>
              <a:off x="6472695" y="1677481"/>
              <a:ext cx="2221865" cy="950594"/>
            </a:xfrm>
            <a:custGeom>
              <a:avLst/>
              <a:gdLst/>
              <a:ahLst/>
              <a:cxnLst/>
              <a:rect l="l" t="t" r="r" b="b"/>
              <a:pathLst>
                <a:path w="2221865" h="950594">
                  <a:moveTo>
                    <a:pt x="1258006" y="950452"/>
                  </a:moveTo>
                  <a:lnTo>
                    <a:pt x="0" y="950452"/>
                  </a:lnTo>
                  <a:lnTo>
                    <a:pt x="963825" y="0"/>
                  </a:lnTo>
                  <a:lnTo>
                    <a:pt x="2221831" y="0"/>
                  </a:lnTo>
                  <a:lnTo>
                    <a:pt x="1258006" y="950452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492669" y="1274637"/>
              <a:ext cx="1232535" cy="1353820"/>
            </a:xfrm>
            <a:custGeom>
              <a:avLst/>
              <a:gdLst/>
              <a:ahLst/>
              <a:cxnLst/>
              <a:rect l="l" t="t" r="r" b="b"/>
              <a:pathLst>
                <a:path w="1232534" h="1353820">
                  <a:moveTo>
                    <a:pt x="1232120" y="1353318"/>
                  </a:moveTo>
                  <a:lnTo>
                    <a:pt x="0" y="1353318"/>
                  </a:lnTo>
                  <a:lnTo>
                    <a:pt x="0" y="0"/>
                  </a:lnTo>
                  <a:lnTo>
                    <a:pt x="1232120" y="0"/>
                  </a:lnTo>
                  <a:lnTo>
                    <a:pt x="1232120" y="1353318"/>
                  </a:lnTo>
                  <a:close/>
                </a:path>
              </a:pathLst>
            </a:custGeom>
            <a:solidFill>
              <a:srgbClr val="ED9D9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724790" y="863930"/>
              <a:ext cx="410845" cy="1764030"/>
            </a:xfrm>
            <a:custGeom>
              <a:avLst/>
              <a:gdLst/>
              <a:ahLst/>
              <a:cxnLst/>
              <a:rect l="l" t="t" r="r" b="b"/>
              <a:pathLst>
                <a:path w="410845" h="1764030">
                  <a:moveTo>
                    <a:pt x="0" y="1764025"/>
                  </a:moveTo>
                  <a:lnTo>
                    <a:pt x="0" y="410706"/>
                  </a:lnTo>
                  <a:lnTo>
                    <a:pt x="410706" y="0"/>
                  </a:lnTo>
                  <a:lnTo>
                    <a:pt x="410706" y="1353318"/>
                  </a:lnTo>
                  <a:lnTo>
                    <a:pt x="0" y="1764025"/>
                  </a:lnTo>
                  <a:close/>
                </a:path>
              </a:pathLst>
            </a:custGeom>
            <a:solidFill>
              <a:srgbClr val="BD7D7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492669" y="863930"/>
              <a:ext cx="1643380" cy="410845"/>
            </a:xfrm>
            <a:custGeom>
              <a:avLst/>
              <a:gdLst/>
              <a:ahLst/>
              <a:cxnLst/>
              <a:rect l="l" t="t" r="r" b="b"/>
              <a:pathLst>
                <a:path w="1643379" h="410844">
                  <a:moveTo>
                    <a:pt x="1232120" y="410706"/>
                  </a:moveTo>
                  <a:lnTo>
                    <a:pt x="0" y="410706"/>
                  </a:lnTo>
                  <a:lnTo>
                    <a:pt x="410706" y="0"/>
                  </a:lnTo>
                  <a:lnTo>
                    <a:pt x="1642827" y="0"/>
                  </a:lnTo>
                  <a:lnTo>
                    <a:pt x="1232120" y="410706"/>
                  </a:lnTo>
                  <a:close/>
                </a:path>
              </a:pathLst>
            </a:custGeom>
            <a:solidFill>
              <a:srgbClr val="F0B0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492669" y="863930"/>
              <a:ext cx="1643380" cy="1764030"/>
            </a:xfrm>
            <a:custGeom>
              <a:avLst/>
              <a:gdLst/>
              <a:ahLst/>
              <a:cxnLst/>
              <a:rect l="l" t="t" r="r" b="b"/>
              <a:pathLst>
                <a:path w="1643379" h="1764030">
                  <a:moveTo>
                    <a:pt x="0" y="410706"/>
                  </a:moveTo>
                  <a:lnTo>
                    <a:pt x="410706" y="0"/>
                  </a:lnTo>
                  <a:lnTo>
                    <a:pt x="1642827" y="0"/>
                  </a:lnTo>
                  <a:lnTo>
                    <a:pt x="1642827" y="1353318"/>
                  </a:lnTo>
                  <a:lnTo>
                    <a:pt x="1232120" y="1764025"/>
                  </a:lnTo>
                  <a:lnTo>
                    <a:pt x="0" y="1764025"/>
                  </a:lnTo>
                  <a:lnTo>
                    <a:pt x="0" y="410706"/>
                  </a:lnTo>
                  <a:close/>
                </a:path>
                <a:path w="1643379" h="1764030">
                  <a:moveTo>
                    <a:pt x="0" y="410706"/>
                  </a:moveTo>
                  <a:lnTo>
                    <a:pt x="1232120" y="410706"/>
                  </a:lnTo>
                  <a:lnTo>
                    <a:pt x="1642827" y="0"/>
                  </a:lnTo>
                </a:path>
                <a:path w="1643379" h="1764030">
                  <a:moveTo>
                    <a:pt x="1232120" y="410706"/>
                  </a:moveTo>
                  <a:lnTo>
                    <a:pt x="1232120" y="1764025"/>
                  </a:lnTo>
                </a:path>
              </a:pathLst>
            </a:custGeom>
            <a:ln w="19049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572424" y="1361399"/>
              <a:ext cx="510540" cy="440055"/>
            </a:xfrm>
            <a:custGeom>
              <a:avLst/>
              <a:gdLst/>
              <a:ahLst/>
              <a:cxnLst/>
              <a:rect l="l" t="t" r="r" b="b"/>
              <a:pathLst>
                <a:path w="510540" h="440055">
                  <a:moveTo>
                    <a:pt x="437028" y="439963"/>
                  </a:moveTo>
                  <a:lnTo>
                    <a:pt x="73328" y="439963"/>
                  </a:lnTo>
                  <a:lnTo>
                    <a:pt x="44786" y="434201"/>
                  </a:lnTo>
                  <a:lnTo>
                    <a:pt x="21477" y="418486"/>
                  </a:lnTo>
                  <a:lnTo>
                    <a:pt x="5762" y="395177"/>
                  </a:lnTo>
                  <a:lnTo>
                    <a:pt x="0" y="366634"/>
                  </a:lnTo>
                  <a:lnTo>
                    <a:pt x="0" y="73328"/>
                  </a:lnTo>
                  <a:lnTo>
                    <a:pt x="5762" y="44785"/>
                  </a:lnTo>
                  <a:lnTo>
                    <a:pt x="21477" y="21477"/>
                  </a:lnTo>
                  <a:lnTo>
                    <a:pt x="44786" y="5762"/>
                  </a:lnTo>
                  <a:lnTo>
                    <a:pt x="73328" y="0"/>
                  </a:lnTo>
                  <a:lnTo>
                    <a:pt x="437028" y="0"/>
                  </a:lnTo>
                  <a:lnTo>
                    <a:pt x="477712" y="12320"/>
                  </a:lnTo>
                  <a:lnTo>
                    <a:pt x="504775" y="45267"/>
                  </a:lnTo>
                  <a:lnTo>
                    <a:pt x="510357" y="73328"/>
                  </a:lnTo>
                  <a:lnTo>
                    <a:pt x="510357" y="366634"/>
                  </a:lnTo>
                  <a:lnTo>
                    <a:pt x="504595" y="395177"/>
                  </a:lnTo>
                  <a:lnTo>
                    <a:pt x="488880" y="418486"/>
                  </a:lnTo>
                  <a:lnTo>
                    <a:pt x="465571" y="434201"/>
                  </a:lnTo>
                  <a:lnTo>
                    <a:pt x="437028" y="439963"/>
                  </a:lnTo>
                  <a:close/>
                </a:path>
              </a:pathLst>
            </a:custGeom>
            <a:solidFill>
              <a:srgbClr val="A0C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572424" y="1361399"/>
              <a:ext cx="510540" cy="440055"/>
            </a:xfrm>
            <a:custGeom>
              <a:avLst/>
              <a:gdLst/>
              <a:ahLst/>
              <a:cxnLst/>
              <a:rect l="l" t="t" r="r" b="b"/>
              <a:pathLst>
                <a:path w="510540" h="440055">
                  <a:moveTo>
                    <a:pt x="0" y="73328"/>
                  </a:moveTo>
                  <a:lnTo>
                    <a:pt x="5762" y="44785"/>
                  </a:lnTo>
                  <a:lnTo>
                    <a:pt x="21477" y="21477"/>
                  </a:lnTo>
                  <a:lnTo>
                    <a:pt x="44786" y="5762"/>
                  </a:lnTo>
                  <a:lnTo>
                    <a:pt x="73328" y="0"/>
                  </a:lnTo>
                  <a:lnTo>
                    <a:pt x="437028" y="0"/>
                  </a:lnTo>
                  <a:lnTo>
                    <a:pt x="477712" y="12320"/>
                  </a:lnTo>
                  <a:lnTo>
                    <a:pt x="504775" y="45267"/>
                  </a:lnTo>
                  <a:lnTo>
                    <a:pt x="510357" y="73328"/>
                  </a:lnTo>
                  <a:lnTo>
                    <a:pt x="510357" y="366634"/>
                  </a:lnTo>
                  <a:lnTo>
                    <a:pt x="504595" y="395177"/>
                  </a:lnTo>
                  <a:lnTo>
                    <a:pt x="488880" y="418486"/>
                  </a:lnTo>
                  <a:lnTo>
                    <a:pt x="465571" y="434201"/>
                  </a:lnTo>
                  <a:lnTo>
                    <a:pt x="437028" y="439963"/>
                  </a:lnTo>
                  <a:lnTo>
                    <a:pt x="73328" y="439963"/>
                  </a:lnTo>
                  <a:lnTo>
                    <a:pt x="44786" y="434201"/>
                  </a:lnTo>
                  <a:lnTo>
                    <a:pt x="21477" y="418486"/>
                  </a:lnTo>
                  <a:lnTo>
                    <a:pt x="5762" y="395177"/>
                  </a:lnTo>
                  <a:lnTo>
                    <a:pt x="0" y="366634"/>
                  </a:lnTo>
                  <a:lnTo>
                    <a:pt x="0" y="73328"/>
                  </a:lnTo>
                  <a:close/>
                </a:path>
              </a:pathLst>
            </a:custGeom>
            <a:ln w="19049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647524" y="1634249"/>
              <a:ext cx="361950" cy="120014"/>
            </a:xfrm>
            <a:custGeom>
              <a:avLst/>
              <a:gdLst/>
              <a:ahLst/>
              <a:cxnLst/>
              <a:rect l="l" t="t" r="r" b="b"/>
              <a:pathLst>
                <a:path w="361950" h="120014">
                  <a:moveTo>
                    <a:pt x="341781" y="119438"/>
                  </a:moveTo>
                  <a:lnTo>
                    <a:pt x="19906" y="119438"/>
                  </a:lnTo>
                  <a:lnTo>
                    <a:pt x="12158" y="117874"/>
                  </a:lnTo>
                  <a:lnTo>
                    <a:pt x="5830" y="113607"/>
                  </a:lnTo>
                  <a:lnTo>
                    <a:pt x="1564" y="107280"/>
                  </a:lnTo>
                  <a:lnTo>
                    <a:pt x="0" y="99531"/>
                  </a:lnTo>
                  <a:lnTo>
                    <a:pt x="0" y="19906"/>
                  </a:lnTo>
                  <a:lnTo>
                    <a:pt x="1564" y="12158"/>
                  </a:lnTo>
                  <a:lnTo>
                    <a:pt x="5830" y="5830"/>
                  </a:lnTo>
                  <a:lnTo>
                    <a:pt x="12158" y="1564"/>
                  </a:lnTo>
                  <a:lnTo>
                    <a:pt x="19906" y="0"/>
                  </a:lnTo>
                  <a:lnTo>
                    <a:pt x="347060" y="0"/>
                  </a:lnTo>
                  <a:lnTo>
                    <a:pt x="352124" y="2097"/>
                  </a:lnTo>
                  <a:lnTo>
                    <a:pt x="355856" y="5830"/>
                  </a:lnTo>
                  <a:lnTo>
                    <a:pt x="359590" y="9563"/>
                  </a:lnTo>
                  <a:lnTo>
                    <a:pt x="361687" y="14627"/>
                  </a:lnTo>
                  <a:lnTo>
                    <a:pt x="361687" y="99531"/>
                  </a:lnTo>
                  <a:lnTo>
                    <a:pt x="360123" y="107280"/>
                  </a:lnTo>
                  <a:lnTo>
                    <a:pt x="355857" y="113607"/>
                  </a:lnTo>
                  <a:lnTo>
                    <a:pt x="349529" y="117874"/>
                  </a:lnTo>
                  <a:lnTo>
                    <a:pt x="341781" y="119438"/>
                  </a:lnTo>
                  <a:close/>
                </a:path>
              </a:pathLst>
            </a:custGeom>
            <a:solidFill>
              <a:srgbClr val="F4B4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647524" y="1634249"/>
              <a:ext cx="361950" cy="120014"/>
            </a:xfrm>
            <a:custGeom>
              <a:avLst/>
              <a:gdLst/>
              <a:ahLst/>
              <a:cxnLst/>
              <a:rect l="l" t="t" r="r" b="b"/>
              <a:pathLst>
                <a:path w="361950" h="120014">
                  <a:moveTo>
                    <a:pt x="0" y="19906"/>
                  </a:moveTo>
                  <a:lnTo>
                    <a:pt x="1564" y="12158"/>
                  </a:lnTo>
                  <a:lnTo>
                    <a:pt x="5830" y="5830"/>
                  </a:lnTo>
                  <a:lnTo>
                    <a:pt x="12158" y="1564"/>
                  </a:lnTo>
                  <a:lnTo>
                    <a:pt x="19906" y="0"/>
                  </a:lnTo>
                  <a:lnTo>
                    <a:pt x="341781" y="0"/>
                  </a:lnTo>
                  <a:lnTo>
                    <a:pt x="347060" y="0"/>
                  </a:lnTo>
                  <a:lnTo>
                    <a:pt x="352124" y="2097"/>
                  </a:lnTo>
                  <a:lnTo>
                    <a:pt x="355856" y="5830"/>
                  </a:lnTo>
                  <a:lnTo>
                    <a:pt x="359590" y="9563"/>
                  </a:lnTo>
                  <a:lnTo>
                    <a:pt x="361687" y="14627"/>
                  </a:lnTo>
                  <a:lnTo>
                    <a:pt x="361687" y="19906"/>
                  </a:lnTo>
                  <a:lnTo>
                    <a:pt x="361687" y="99531"/>
                  </a:lnTo>
                  <a:lnTo>
                    <a:pt x="360123" y="107280"/>
                  </a:lnTo>
                  <a:lnTo>
                    <a:pt x="355857" y="113607"/>
                  </a:lnTo>
                  <a:lnTo>
                    <a:pt x="349529" y="117874"/>
                  </a:lnTo>
                  <a:lnTo>
                    <a:pt x="341781" y="119438"/>
                  </a:lnTo>
                  <a:lnTo>
                    <a:pt x="19906" y="119438"/>
                  </a:lnTo>
                  <a:lnTo>
                    <a:pt x="12158" y="117874"/>
                  </a:lnTo>
                  <a:lnTo>
                    <a:pt x="5830" y="113607"/>
                  </a:lnTo>
                  <a:lnTo>
                    <a:pt x="1564" y="107280"/>
                  </a:lnTo>
                  <a:lnTo>
                    <a:pt x="0" y="99531"/>
                  </a:lnTo>
                  <a:lnTo>
                    <a:pt x="0" y="19906"/>
                  </a:lnTo>
                  <a:close/>
                </a:path>
              </a:pathLst>
            </a:custGeom>
            <a:ln w="19049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647525" y="1404649"/>
              <a:ext cx="361950" cy="202565"/>
            </a:xfrm>
            <a:custGeom>
              <a:avLst/>
              <a:gdLst/>
              <a:ahLst/>
              <a:cxnLst/>
              <a:rect l="l" t="t" r="r" b="b"/>
              <a:pathLst>
                <a:path w="361950" h="202565">
                  <a:moveTo>
                    <a:pt x="327940" y="202476"/>
                  </a:moveTo>
                  <a:lnTo>
                    <a:pt x="33746" y="202476"/>
                  </a:lnTo>
                  <a:lnTo>
                    <a:pt x="20610" y="199824"/>
                  </a:lnTo>
                  <a:lnTo>
                    <a:pt x="9884" y="192592"/>
                  </a:lnTo>
                  <a:lnTo>
                    <a:pt x="2651" y="181865"/>
                  </a:lnTo>
                  <a:lnTo>
                    <a:pt x="0" y="168729"/>
                  </a:lnTo>
                  <a:lnTo>
                    <a:pt x="0" y="33746"/>
                  </a:lnTo>
                  <a:lnTo>
                    <a:pt x="2651" y="20611"/>
                  </a:lnTo>
                  <a:lnTo>
                    <a:pt x="9884" y="9884"/>
                  </a:lnTo>
                  <a:lnTo>
                    <a:pt x="20610" y="2651"/>
                  </a:lnTo>
                  <a:lnTo>
                    <a:pt x="33746" y="0"/>
                  </a:lnTo>
                  <a:lnTo>
                    <a:pt x="327940" y="0"/>
                  </a:lnTo>
                  <a:lnTo>
                    <a:pt x="361033" y="27132"/>
                  </a:lnTo>
                  <a:lnTo>
                    <a:pt x="361687" y="33746"/>
                  </a:lnTo>
                  <a:lnTo>
                    <a:pt x="361687" y="168729"/>
                  </a:lnTo>
                  <a:lnTo>
                    <a:pt x="359035" y="181865"/>
                  </a:lnTo>
                  <a:lnTo>
                    <a:pt x="351803" y="192592"/>
                  </a:lnTo>
                  <a:lnTo>
                    <a:pt x="341076" y="199824"/>
                  </a:lnTo>
                  <a:lnTo>
                    <a:pt x="327940" y="202476"/>
                  </a:lnTo>
                  <a:close/>
                </a:path>
              </a:pathLst>
            </a:custGeom>
            <a:solidFill>
              <a:srgbClr val="E473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647525" y="1404649"/>
              <a:ext cx="361950" cy="202565"/>
            </a:xfrm>
            <a:custGeom>
              <a:avLst/>
              <a:gdLst/>
              <a:ahLst/>
              <a:cxnLst/>
              <a:rect l="l" t="t" r="r" b="b"/>
              <a:pathLst>
                <a:path w="361950" h="202565">
                  <a:moveTo>
                    <a:pt x="0" y="33746"/>
                  </a:moveTo>
                  <a:lnTo>
                    <a:pt x="2651" y="20611"/>
                  </a:lnTo>
                  <a:lnTo>
                    <a:pt x="9884" y="9884"/>
                  </a:lnTo>
                  <a:lnTo>
                    <a:pt x="20610" y="2651"/>
                  </a:lnTo>
                  <a:lnTo>
                    <a:pt x="33746" y="0"/>
                  </a:lnTo>
                  <a:lnTo>
                    <a:pt x="327940" y="0"/>
                  </a:lnTo>
                  <a:lnTo>
                    <a:pt x="361033" y="27132"/>
                  </a:lnTo>
                  <a:lnTo>
                    <a:pt x="361687" y="33746"/>
                  </a:lnTo>
                  <a:lnTo>
                    <a:pt x="361687" y="168729"/>
                  </a:lnTo>
                  <a:lnTo>
                    <a:pt x="359035" y="181865"/>
                  </a:lnTo>
                  <a:lnTo>
                    <a:pt x="351803" y="192592"/>
                  </a:lnTo>
                  <a:lnTo>
                    <a:pt x="341076" y="199824"/>
                  </a:lnTo>
                  <a:lnTo>
                    <a:pt x="327940" y="202476"/>
                  </a:lnTo>
                  <a:lnTo>
                    <a:pt x="33746" y="202476"/>
                  </a:lnTo>
                  <a:lnTo>
                    <a:pt x="20610" y="199824"/>
                  </a:lnTo>
                  <a:lnTo>
                    <a:pt x="9884" y="192592"/>
                  </a:lnTo>
                  <a:lnTo>
                    <a:pt x="2651" y="181865"/>
                  </a:lnTo>
                  <a:lnTo>
                    <a:pt x="0" y="168729"/>
                  </a:lnTo>
                  <a:lnTo>
                    <a:pt x="0" y="33746"/>
                  </a:lnTo>
                  <a:close/>
                </a:path>
              </a:pathLst>
            </a:custGeom>
            <a:ln w="19049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6745310" y="1437244"/>
            <a:ext cx="179070" cy="320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700" spc="-25" b="1">
                <a:solidFill>
                  <a:srgbClr val="FFFFFF"/>
                </a:solidFill>
                <a:latin typeface="Open Sans"/>
                <a:cs typeface="Open Sans"/>
              </a:rPr>
              <a:t>app</a:t>
            </a:r>
            <a:endParaRPr sz="700">
              <a:latin typeface="Open Sans"/>
              <a:cs typeface="Open Sans"/>
            </a:endParaRPr>
          </a:p>
          <a:p>
            <a:pPr marL="5715">
              <a:lnSpc>
                <a:spcPct val="100000"/>
              </a:lnSpc>
              <a:spcBef>
                <a:spcPts val="640"/>
              </a:spcBef>
            </a:pPr>
            <a:r>
              <a:rPr dirty="0" sz="700" spc="-20" b="1">
                <a:solidFill>
                  <a:srgbClr val="FFFFFF"/>
                </a:solidFill>
                <a:latin typeface="Open Sans"/>
                <a:cs typeface="Open Sans"/>
              </a:rPr>
              <a:t>libs</a:t>
            </a:r>
            <a:endParaRPr sz="700">
              <a:latin typeface="Open Sans"/>
              <a:cs typeface="Open Sans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6530792" y="2358172"/>
            <a:ext cx="1141730" cy="238760"/>
            <a:chOff x="6530792" y="2358172"/>
            <a:chExt cx="1141730" cy="238760"/>
          </a:xfrm>
        </p:grpSpPr>
        <p:sp>
          <p:nvSpPr>
            <p:cNvPr id="25" name="object 25" descr=""/>
            <p:cNvSpPr/>
            <p:nvPr/>
          </p:nvSpPr>
          <p:spPr>
            <a:xfrm>
              <a:off x="6540317" y="2367697"/>
              <a:ext cx="1122680" cy="219710"/>
            </a:xfrm>
            <a:custGeom>
              <a:avLst/>
              <a:gdLst/>
              <a:ahLst/>
              <a:cxnLst/>
              <a:rect l="l" t="t" r="r" b="b"/>
              <a:pathLst>
                <a:path w="1122679" h="219710">
                  <a:moveTo>
                    <a:pt x="1085513" y="219539"/>
                  </a:moveTo>
                  <a:lnTo>
                    <a:pt x="36591" y="219539"/>
                  </a:lnTo>
                  <a:lnTo>
                    <a:pt x="22348" y="216664"/>
                  </a:lnTo>
                  <a:lnTo>
                    <a:pt x="10717" y="208822"/>
                  </a:lnTo>
                  <a:lnTo>
                    <a:pt x="2875" y="197191"/>
                  </a:lnTo>
                  <a:lnTo>
                    <a:pt x="0" y="182948"/>
                  </a:lnTo>
                  <a:lnTo>
                    <a:pt x="0" y="36590"/>
                  </a:lnTo>
                  <a:lnTo>
                    <a:pt x="2827" y="22587"/>
                  </a:lnTo>
                  <a:lnTo>
                    <a:pt x="2875" y="22347"/>
                  </a:lnTo>
                  <a:lnTo>
                    <a:pt x="10717" y="10717"/>
                  </a:lnTo>
                  <a:lnTo>
                    <a:pt x="22482" y="2785"/>
                  </a:lnTo>
                  <a:lnTo>
                    <a:pt x="22795" y="2785"/>
                  </a:lnTo>
                  <a:lnTo>
                    <a:pt x="36591" y="0"/>
                  </a:lnTo>
                  <a:lnTo>
                    <a:pt x="1085513" y="0"/>
                  </a:lnTo>
                  <a:lnTo>
                    <a:pt x="1092685" y="709"/>
                  </a:lnTo>
                  <a:lnTo>
                    <a:pt x="1121394" y="29418"/>
                  </a:lnTo>
                  <a:lnTo>
                    <a:pt x="1122104" y="36590"/>
                  </a:lnTo>
                  <a:lnTo>
                    <a:pt x="1122104" y="182948"/>
                  </a:lnTo>
                  <a:lnTo>
                    <a:pt x="1119228" y="197191"/>
                  </a:lnTo>
                  <a:lnTo>
                    <a:pt x="1111386" y="208822"/>
                  </a:lnTo>
                  <a:lnTo>
                    <a:pt x="1099756" y="216664"/>
                  </a:lnTo>
                  <a:lnTo>
                    <a:pt x="1085513" y="219539"/>
                  </a:lnTo>
                  <a:close/>
                </a:path>
              </a:pathLst>
            </a:custGeom>
            <a:solidFill>
              <a:srgbClr val="D844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6540317" y="2367697"/>
              <a:ext cx="1122680" cy="219710"/>
            </a:xfrm>
            <a:custGeom>
              <a:avLst/>
              <a:gdLst/>
              <a:ahLst/>
              <a:cxnLst/>
              <a:rect l="l" t="t" r="r" b="b"/>
              <a:pathLst>
                <a:path w="1122679" h="219710">
                  <a:moveTo>
                    <a:pt x="0" y="36590"/>
                  </a:moveTo>
                  <a:lnTo>
                    <a:pt x="2875" y="22347"/>
                  </a:lnTo>
                  <a:lnTo>
                    <a:pt x="10717" y="10717"/>
                  </a:lnTo>
                  <a:lnTo>
                    <a:pt x="22348" y="2875"/>
                  </a:lnTo>
                  <a:lnTo>
                    <a:pt x="36591" y="0"/>
                  </a:lnTo>
                  <a:lnTo>
                    <a:pt x="1085513" y="0"/>
                  </a:lnTo>
                  <a:lnTo>
                    <a:pt x="1119318" y="22587"/>
                  </a:lnTo>
                  <a:lnTo>
                    <a:pt x="1122104" y="36590"/>
                  </a:lnTo>
                  <a:lnTo>
                    <a:pt x="1122104" y="182948"/>
                  </a:lnTo>
                  <a:lnTo>
                    <a:pt x="1119228" y="197191"/>
                  </a:lnTo>
                  <a:lnTo>
                    <a:pt x="1111386" y="208822"/>
                  </a:lnTo>
                  <a:lnTo>
                    <a:pt x="1099756" y="216664"/>
                  </a:lnTo>
                  <a:lnTo>
                    <a:pt x="1085513" y="219539"/>
                  </a:lnTo>
                  <a:lnTo>
                    <a:pt x="36591" y="219539"/>
                  </a:lnTo>
                  <a:lnTo>
                    <a:pt x="22348" y="216664"/>
                  </a:lnTo>
                  <a:lnTo>
                    <a:pt x="10717" y="208822"/>
                  </a:lnTo>
                  <a:lnTo>
                    <a:pt x="2875" y="197191"/>
                  </a:lnTo>
                  <a:lnTo>
                    <a:pt x="0" y="182948"/>
                  </a:lnTo>
                  <a:lnTo>
                    <a:pt x="0" y="36590"/>
                  </a:lnTo>
                  <a:close/>
                </a:path>
              </a:pathLst>
            </a:custGeom>
            <a:ln w="19049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6815426" y="2352880"/>
            <a:ext cx="5848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FFFFFF"/>
                </a:solidFill>
                <a:latin typeface="Open Sans"/>
                <a:cs typeface="Open Sans"/>
              </a:rPr>
              <a:t>kernel</a:t>
            </a:r>
            <a:endParaRPr sz="1400">
              <a:latin typeface="Open Sans"/>
              <a:cs typeface="Open Sans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7142549" y="1351875"/>
            <a:ext cx="529590" cy="459105"/>
            <a:chOff x="7142549" y="1351875"/>
            <a:chExt cx="529590" cy="459105"/>
          </a:xfrm>
        </p:grpSpPr>
        <p:sp>
          <p:nvSpPr>
            <p:cNvPr id="29" name="object 29" descr=""/>
            <p:cNvSpPr/>
            <p:nvPr/>
          </p:nvSpPr>
          <p:spPr>
            <a:xfrm>
              <a:off x="7152074" y="1361400"/>
              <a:ext cx="510540" cy="440055"/>
            </a:xfrm>
            <a:custGeom>
              <a:avLst/>
              <a:gdLst/>
              <a:ahLst/>
              <a:cxnLst/>
              <a:rect l="l" t="t" r="r" b="b"/>
              <a:pathLst>
                <a:path w="510540" h="440055">
                  <a:moveTo>
                    <a:pt x="437028" y="439963"/>
                  </a:moveTo>
                  <a:lnTo>
                    <a:pt x="73328" y="439963"/>
                  </a:lnTo>
                  <a:lnTo>
                    <a:pt x="44785" y="434201"/>
                  </a:lnTo>
                  <a:lnTo>
                    <a:pt x="21477" y="418486"/>
                  </a:lnTo>
                  <a:lnTo>
                    <a:pt x="5762" y="395177"/>
                  </a:lnTo>
                  <a:lnTo>
                    <a:pt x="0" y="366634"/>
                  </a:lnTo>
                  <a:lnTo>
                    <a:pt x="0" y="73328"/>
                  </a:lnTo>
                  <a:lnTo>
                    <a:pt x="5762" y="44785"/>
                  </a:lnTo>
                  <a:lnTo>
                    <a:pt x="21477" y="21477"/>
                  </a:lnTo>
                  <a:lnTo>
                    <a:pt x="44785" y="5762"/>
                  </a:lnTo>
                  <a:lnTo>
                    <a:pt x="73328" y="0"/>
                  </a:lnTo>
                  <a:lnTo>
                    <a:pt x="437028" y="0"/>
                  </a:lnTo>
                  <a:lnTo>
                    <a:pt x="477711" y="12320"/>
                  </a:lnTo>
                  <a:lnTo>
                    <a:pt x="504775" y="45267"/>
                  </a:lnTo>
                  <a:lnTo>
                    <a:pt x="510356" y="73328"/>
                  </a:lnTo>
                  <a:lnTo>
                    <a:pt x="510356" y="366634"/>
                  </a:lnTo>
                  <a:lnTo>
                    <a:pt x="504594" y="395177"/>
                  </a:lnTo>
                  <a:lnTo>
                    <a:pt x="488879" y="418486"/>
                  </a:lnTo>
                  <a:lnTo>
                    <a:pt x="465571" y="434201"/>
                  </a:lnTo>
                  <a:lnTo>
                    <a:pt x="437028" y="439963"/>
                  </a:lnTo>
                  <a:close/>
                </a:path>
              </a:pathLst>
            </a:custGeom>
            <a:solidFill>
              <a:srgbClr val="A0C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7152074" y="1361400"/>
              <a:ext cx="510540" cy="440055"/>
            </a:xfrm>
            <a:custGeom>
              <a:avLst/>
              <a:gdLst/>
              <a:ahLst/>
              <a:cxnLst/>
              <a:rect l="l" t="t" r="r" b="b"/>
              <a:pathLst>
                <a:path w="510540" h="440055">
                  <a:moveTo>
                    <a:pt x="0" y="73328"/>
                  </a:moveTo>
                  <a:lnTo>
                    <a:pt x="5762" y="44785"/>
                  </a:lnTo>
                  <a:lnTo>
                    <a:pt x="21477" y="21477"/>
                  </a:lnTo>
                  <a:lnTo>
                    <a:pt x="44785" y="5762"/>
                  </a:lnTo>
                  <a:lnTo>
                    <a:pt x="73328" y="0"/>
                  </a:lnTo>
                  <a:lnTo>
                    <a:pt x="437028" y="0"/>
                  </a:lnTo>
                  <a:lnTo>
                    <a:pt x="477711" y="12320"/>
                  </a:lnTo>
                  <a:lnTo>
                    <a:pt x="504775" y="45267"/>
                  </a:lnTo>
                  <a:lnTo>
                    <a:pt x="510356" y="73328"/>
                  </a:lnTo>
                  <a:lnTo>
                    <a:pt x="510356" y="366634"/>
                  </a:lnTo>
                  <a:lnTo>
                    <a:pt x="504594" y="395177"/>
                  </a:lnTo>
                  <a:lnTo>
                    <a:pt x="488879" y="418486"/>
                  </a:lnTo>
                  <a:lnTo>
                    <a:pt x="465571" y="434201"/>
                  </a:lnTo>
                  <a:lnTo>
                    <a:pt x="437028" y="439963"/>
                  </a:lnTo>
                  <a:lnTo>
                    <a:pt x="73328" y="439963"/>
                  </a:lnTo>
                  <a:lnTo>
                    <a:pt x="44785" y="434201"/>
                  </a:lnTo>
                  <a:lnTo>
                    <a:pt x="21477" y="418486"/>
                  </a:lnTo>
                  <a:lnTo>
                    <a:pt x="5762" y="395177"/>
                  </a:lnTo>
                  <a:lnTo>
                    <a:pt x="0" y="366634"/>
                  </a:lnTo>
                  <a:lnTo>
                    <a:pt x="0" y="73328"/>
                  </a:lnTo>
                  <a:close/>
                </a:path>
              </a:pathLst>
            </a:custGeom>
            <a:ln w="19049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7227174" y="1634250"/>
              <a:ext cx="361950" cy="120014"/>
            </a:xfrm>
            <a:custGeom>
              <a:avLst/>
              <a:gdLst/>
              <a:ahLst/>
              <a:cxnLst/>
              <a:rect l="l" t="t" r="r" b="b"/>
              <a:pathLst>
                <a:path w="361950" h="120014">
                  <a:moveTo>
                    <a:pt x="341781" y="119438"/>
                  </a:moveTo>
                  <a:lnTo>
                    <a:pt x="19906" y="119438"/>
                  </a:lnTo>
                  <a:lnTo>
                    <a:pt x="12158" y="117874"/>
                  </a:lnTo>
                  <a:lnTo>
                    <a:pt x="5830" y="113607"/>
                  </a:lnTo>
                  <a:lnTo>
                    <a:pt x="1564" y="107280"/>
                  </a:lnTo>
                  <a:lnTo>
                    <a:pt x="0" y="99531"/>
                  </a:lnTo>
                  <a:lnTo>
                    <a:pt x="0" y="19906"/>
                  </a:lnTo>
                  <a:lnTo>
                    <a:pt x="1564" y="12158"/>
                  </a:lnTo>
                  <a:lnTo>
                    <a:pt x="5830" y="5830"/>
                  </a:lnTo>
                  <a:lnTo>
                    <a:pt x="12158" y="1564"/>
                  </a:lnTo>
                  <a:lnTo>
                    <a:pt x="19906" y="0"/>
                  </a:lnTo>
                  <a:lnTo>
                    <a:pt x="347060" y="0"/>
                  </a:lnTo>
                  <a:lnTo>
                    <a:pt x="352124" y="2097"/>
                  </a:lnTo>
                  <a:lnTo>
                    <a:pt x="355856" y="5830"/>
                  </a:lnTo>
                  <a:lnTo>
                    <a:pt x="359590" y="9563"/>
                  </a:lnTo>
                  <a:lnTo>
                    <a:pt x="361687" y="14627"/>
                  </a:lnTo>
                  <a:lnTo>
                    <a:pt x="361687" y="99531"/>
                  </a:lnTo>
                  <a:lnTo>
                    <a:pt x="360123" y="107280"/>
                  </a:lnTo>
                  <a:lnTo>
                    <a:pt x="355857" y="113607"/>
                  </a:lnTo>
                  <a:lnTo>
                    <a:pt x="349529" y="117874"/>
                  </a:lnTo>
                  <a:lnTo>
                    <a:pt x="341781" y="119438"/>
                  </a:lnTo>
                  <a:close/>
                </a:path>
              </a:pathLst>
            </a:custGeom>
            <a:solidFill>
              <a:srgbClr val="F4B4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7227174" y="1634250"/>
              <a:ext cx="361950" cy="120014"/>
            </a:xfrm>
            <a:custGeom>
              <a:avLst/>
              <a:gdLst/>
              <a:ahLst/>
              <a:cxnLst/>
              <a:rect l="l" t="t" r="r" b="b"/>
              <a:pathLst>
                <a:path w="361950" h="120014">
                  <a:moveTo>
                    <a:pt x="0" y="19906"/>
                  </a:moveTo>
                  <a:lnTo>
                    <a:pt x="1564" y="12158"/>
                  </a:lnTo>
                  <a:lnTo>
                    <a:pt x="5830" y="5830"/>
                  </a:lnTo>
                  <a:lnTo>
                    <a:pt x="12158" y="1564"/>
                  </a:lnTo>
                  <a:lnTo>
                    <a:pt x="19906" y="0"/>
                  </a:lnTo>
                  <a:lnTo>
                    <a:pt x="341781" y="0"/>
                  </a:lnTo>
                  <a:lnTo>
                    <a:pt x="347060" y="0"/>
                  </a:lnTo>
                  <a:lnTo>
                    <a:pt x="352124" y="2097"/>
                  </a:lnTo>
                  <a:lnTo>
                    <a:pt x="355856" y="5830"/>
                  </a:lnTo>
                  <a:lnTo>
                    <a:pt x="359590" y="9563"/>
                  </a:lnTo>
                  <a:lnTo>
                    <a:pt x="361687" y="14627"/>
                  </a:lnTo>
                  <a:lnTo>
                    <a:pt x="361687" y="19906"/>
                  </a:lnTo>
                  <a:lnTo>
                    <a:pt x="361687" y="99531"/>
                  </a:lnTo>
                  <a:lnTo>
                    <a:pt x="360123" y="107280"/>
                  </a:lnTo>
                  <a:lnTo>
                    <a:pt x="355857" y="113607"/>
                  </a:lnTo>
                  <a:lnTo>
                    <a:pt x="349529" y="117874"/>
                  </a:lnTo>
                  <a:lnTo>
                    <a:pt x="341781" y="119438"/>
                  </a:lnTo>
                  <a:lnTo>
                    <a:pt x="19906" y="119438"/>
                  </a:lnTo>
                  <a:lnTo>
                    <a:pt x="12158" y="117874"/>
                  </a:lnTo>
                  <a:lnTo>
                    <a:pt x="5830" y="113607"/>
                  </a:lnTo>
                  <a:lnTo>
                    <a:pt x="1564" y="107280"/>
                  </a:lnTo>
                  <a:lnTo>
                    <a:pt x="0" y="99531"/>
                  </a:lnTo>
                  <a:lnTo>
                    <a:pt x="0" y="19906"/>
                  </a:lnTo>
                  <a:close/>
                </a:path>
              </a:pathLst>
            </a:custGeom>
            <a:ln w="19049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7227174" y="1404650"/>
              <a:ext cx="361950" cy="202565"/>
            </a:xfrm>
            <a:custGeom>
              <a:avLst/>
              <a:gdLst/>
              <a:ahLst/>
              <a:cxnLst/>
              <a:rect l="l" t="t" r="r" b="b"/>
              <a:pathLst>
                <a:path w="361950" h="202565">
                  <a:moveTo>
                    <a:pt x="327941" y="202476"/>
                  </a:moveTo>
                  <a:lnTo>
                    <a:pt x="33746" y="202476"/>
                  </a:lnTo>
                  <a:lnTo>
                    <a:pt x="20611" y="199824"/>
                  </a:lnTo>
                  <a:lnTo>
                    <a:pt x="9884" y="192592"/>
                  </a:lnTo>
                  <a:lnTo>
                    <a:pt x="2652" y="181865"/>
                  </a:lnTo>
                  <a:lnTo>
                    <a:pt x="0" y="168729"/>
                  </a:lnTo>
                  <a:lnTo>
                    <a:pt x="0" y="33746"/>
                  </a:lnTo>
                  <a:lnTo>
                    <a:pt x="2652" y="20611"/>
                  </a:lnTo>
                  <a:lnTo>
                    <a:pt x="9884" y="9884"/>
                  </a:lnTo>
                  <a:lnTo>
                    <a:pt x="20611" y="2651"/>
                  </a:lnTo>
                  <a:lnTo>
                    <a:pt x="33746" y="0"/>
                  </a:lnTo>
                  <a:lnTo>
                    <a:pt x="327941" y="0"/>
                  </a:lnTo>
                  <a:lnTo>
                    <a:pt x="361033" y="27132"/>
                  </a:lnTo>
                  <a:lnTo>
                    <a:pt x="361687" y="33746"/>
                  </a:lnTo>
                  <a:lnTo>
                    <a:pt x="361687" y="168729"/>
                  </a:lnTo>
                  <a:lnTo>
                    <a:pt x="359035" y="181865"/>
                  </a:lnTo>
                  <a:lnTo>
                    <a:pt x="351803" y="192592"/>
                  </a:lnTo>
                  <a:lnTo>
                    <a:pt x="341076" y="199824"/>
                  </a:lnTo>
                  <a:lnTo>
                    <a:pt x="327941" y="202476"/>
                  </a:lnTo>
                  <a:close/>
                </a:path>
              </a:pathLst>
            </a:custGeom>
            <a:solidFill>
              <a:srgbClr val="33B67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7227174" y="1404650"/>
              <a:ext cx="361950" cy="202565"/>
            </a:xfrm>
            <a:custGeom>
              <a:avLst/>
              <a:gdLst/>
              <a:ahLst/>
              <a:cxnLst/>
              <a:rect l="l" t="t" r="r" b="b"/>
              <a:pathLst>
                <a:path w="361950" h="202565">
                  <a:moveTo>
                    <a:pt x="0" y="33746"/>
                  </a:moveTo>
                  <a:lnTo>
                    <a:pt x="2652" y="20611"/>
                  </a:lnTo>
                  <a:lnTo>
                    <a:pt x="9884" y="9884"/>
                  </a:lnTo>
                  <a:lnTo>
                    <a:pt x="20611" y="2651"/>
                  </a:lnTo>
                  <a:lnTo>
                    <a:pt x="33746" y="0"/>
                  </a:lnTo>
                  <a:lnTo>
                    <a:pt x="327941" y="0"/>
                  </a:lnTo>
                  <a:lnTo>
                    <a:pt x="361033" y="27132"/>
                  </a:lnTo>
                  <a:lnTo>
                    <a:pt x="361687" y="33746"/>
                  </a:lnTo>
                  <a:lnTo>
                    <a:pt x="361687" y="168729"/>
                  </a:lnTo>
                  <a:lnTo>
                    <a:pt x="359035" y="181865"/>
                  </a:lnTo>
                  <a:lnTo>
                    <a:pt x="351803" y="192592"/>
                  </a:lnTo>
                  <a:lnTo>
                    <a:pt x="341076" y="199824"/>
                  </a:lnTo>
                  <a:lnTo>
                    <a:pt x="327941" y="202476"/>
                  </a:lnTo>
                  <a:lnTo>
                    <a:pt x="33746" y="202476"/>
                  </a:lnTo>
                  <a:lnTo>
                    <a:pt x="20611" y="199824"/>
                  </a:lnTo>
                  <a:lnTo>
                    <a:pt x="9884" y="192592"/>
                  </a:lnTo>
                  <a:lnTo>
                    <a:pt x="2652" y="181865"/>
                  </a:lnTo>
                  <a:lnTo>
                    <a:pt x="0" y="168729"/>
                  </a:lnTo>
                  <a:lnTo>
                    <a:pt x="0" y="33746"/>
                  </a:lnTo>
                  <a:close/>
                </a:path>
              </a:pathLst>
            </a:custGeom>
            <a:ln w="19049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7324959" y="1437244"/>
            <a:ext cx="179070" cy="320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700" spc="-25" b="1">
                <a:solidFill>
                  <a:srgbClr val="FFFFFF"/>
                </a:solidFill>
                <a:latin typeface="Open Sans"/>
                <a:cs typeface="Open Sans"/>
              </a:rPr>
              <a:t>app</a:t>
            </a:r>
            <a:endParaRPr sz="700">
              <a:latin typeface="Open Sans"/>
              <a:cs typeface="Open Sans"/>
            </a:endParaRPr>
          </a:p>
          <a:p>
            <a:pPr marL="5715">
              <a:lnSpc>
                <a:spcPct val="100000"/>
              </a:lnSpc>
              <a:spcBef>
                <a:spcPts val="640"/>
              </a:spcBef>
            </a:pPr>
            <a:r>
              <a:rPr dirty="0" sz="700" spc="-20" b="1">
                <a:solidFill>
                  <a:srgbClr val="FFFFFF"/>
                </a:solidFill>
                <a:latin typeface="Open Sans"/>
                <a:cs typeface="Open Sans"/>
              </a:rPr>
              <a:t>libs</a:t>
            </a:r>
            <a:endParaRPr sz="700">
              <a:latin typeface="Open Sans"/>
              <a:cs typeface="Open Sans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7142548" y="1855024"/>
            <a:ext cx="529590" cy="459105"/>
            <a:chOff x="7142548" y="1855024"/>
            <a:chExt cx="529590" cy="459105"/>
          </a:xfrm>
        </p:grpSpPr>
        <p:sp>
          <p:nvSpPr>
            <p:cNvPr id="37" name="object 37" descr=""/>
            <p:cNvSpPr/>
            <p:nvPr/>
          </p:nvSpPr>
          <p:spPr>
            <a:xfrm>
              <a:off x="7152073" y="1864549"/>
              <a:ext cx="510540" cy="440055"/>
            </a:xfrm>
            <a:custGeom>
              <a:avLst/>
              <a:gdLst/>
              <a:ahLst/>
              <a:cxnLst/>
              <a:rect l="l" t="t" r="r" b="b"/>
              <a:pathLst>
                <a:path w="510540" h="440055">
                  <a:moveTo>
                    <a:pt x="437028" y="439963"/>
                  </a:moveTo>
                  <a:lnTo>
                    <a:pt x="73328" y="439963"/>
                  </a:lnTo>
                  <a:lnTo>
                    <a:pt x="44786" y="434201"/>
                  </a:lnTo>
                  <a:lnTo>
                    <a:pt x="21477" y="418486"/>
                  </a:lnTo>
                  <a:lnTo>
                    <a:pt x="5762" y="395177"/>
                  </a:lnTo>
                  <a:lnTo>
                    <a:pt x="0" y="366634"/>
                  </a:lnTo>
                  <a:lnTo>
                    <a:pt x="0" y="73328"/>
                  </a:lnTo>
                  <a:lnTo>
                    <a:pt x="5762" y="44785"/>
                  </a:lnTo>
                  <a:lnTo>
                    <a:pt x="21477" y="21477"/>
                  </a:lnTo>
                  <a:lnTo>
                    <a:pt x="44786" y="5762"/>
                  </a:lnTo>
                  <a:lnTo>
                    <a:pt x="73328" y="0"/>
                  </a:lnTo>
                  <a:lnTo>
                    <a:pt x="437028" y="0"/>
                  </a:lnTo>
                  <a:lnTo>
                    <a:pt x="477711" y="12320"/>
                  </a:lnTo>
                  <a:lnTo>
                    <a:pt x="504775" y="45267"/>
                  </a:lnTo>
                  <a:lnTo>
                    <a:pt x="510357" y="73328"/>
                  </a:lnTo>
                  <a:lnTo>
                    <a:pt x="510357" y="366634"/>
                  </a:lnTo>
                  <a:lnTo>
                    <a:pt x="504595" y="395177"/>
                  </a:lnTo>
                  <a:lnTo>
                    <a:pt x="488880" y="418486"/>
                  </a:lnTo>
                  <a:lnTo>
                    <a:pt x="465571" y="434201"/>
                  </a:lnTo>
                  <a:lnTo>
                    <a:pt x="437028" y="439963"/>
                  </a:lnTo>
                  <a:close/>
                </a:path>
              </a:pathLst>
            </a:custGeom>
            <a:solidFill>
              <a:srgbClr val="A0C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7152073" y="1864549"/>
              <a:ext cx="510540" cy="440055"/>
            </a:xfrm>
            <a:custGeom>
              <a:avLst/>
              <a:gdLst/>
              <a:ahLst/>
              <a:cxnLst/>
              <a:rect l="l" t="t" r="r" b="b"/>
              <a:pathLst>
                <a:path w="510540" h="440055">
                  <a:moveTo>
                    <a:pt x="0" y="73328"/>
                  </a:moveTo>
                  <a:lnTo>
                    <a:pt x="5762" y="44785"/>
                  </a:lnTo>
                  <a:lnTo>
                    <a:pt x="21477" y="21477"/>
                  </a:lnTo>
                  <a:lnTo>
                    <a:pt x="44786" y="5762"/>
                  </a:lnTo>
                  <a:lnTo>
                    <a:pt x="73328" y="0"/>
                  </a:lnTo>
                  <a:lnTo>
                    <a:pt x="437028" y="0"/>
                  </a:lnTo>
                  <a:lnTo>
                    <a:pt x="477711" y="12320"/>
                  </a:lnTo>
                  <a:lnTo>
                    <a:pt x="504775" y="45267"/>
                  </a:lnTo>
                  <a:lnTo>
                    <a:pt x="510357" y="73328"/>
                  </a:lnTo>
                  <a:lnTo>
                    <a:pt x="510357" y="366634"/>
                  </a:lnTo>
                  <a:lnTo>
                    <a:pt x="504595" y="395177"/>
                  </a:lnTo>
                  <a:lnTo>
                    <a:pt x="488880" y="418486"/>
                  </a:lnTo>
                  <a:lnTo>
                    <a:pt x="465571" y="434201"/>
                  </a:lnTo>
                  <a:lnTo>
                    <a:pt x="437028" y="439963"/>
                  </a:lnTo>
                  <a:lnTo>
                    <a:pt x="73328" y="439963"/>
                  </a:lnTo>
                  <a:lnTo>
                    <a:pt x="44786" y="434201"/>
                  </a:lnTo>
                  <a:lnTo>
                    <a:pt x="21477" y="418486"/>
                  </a:lnTo>
                  <a:lnTo>
                    <a:pt x="5762" y="395177"/>
                  </a:lnTo>
                  <a:lnTo>
                    <a:pt x="0" y="366634"/>
                  </a:lnTo>
                  <a:lnTo>
                    <a:pt x="0" y="73328"/>
                  </a:lnTo>
                  <a:close/>
                </a:path>
              </a:pathLst>
            </a:custGeom>
            <a:ln w="19049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7227174" y="2137399"/>
              <a:ext cx="361950" cy="120014"/>
            </a:xfrm>
            <a:custGeom>
              <a:avLst/>
              <a:gdLst/>
              <a:ahLst/>
              <a:cxnLst/>
              <a:rect l="l" t="t" r="r" b="b"/>
              <a:pathLst>
                <a:path w="361950" h="120014">
                  <a:moveTo>
                    <a:pt x="341781" y="119438"/>
                  </a:moveTo>
                  <a:lnTo>
                    <a:pt x="19906" y="119438"/>
                  </a:lnTo>
                  <a:lnTo>
                    <a:pt x="12158" y="117874"/>
                  </a:lnTo>
                  <a:lnTo>
                    <a:pt x="5830" y="113607"/>
                  </a:lnTo>
                  <a:lnTo>
                    <a:pt x="1564" y="107280"/>
                  </a:lnTo>
                  <a:lnTo>
                    <a:pt x="0" y="99531"/>
                  </a:lnTo>
                  <a:lnTo>
                    <a:pt x="0" y="19906"/>
                  </a:lnTo>
                  <a:lnTo>
                    <a:pt x="1564" y="12158"/>
                  </a:lnTo>
                  <a:lnTo>
                    <a:pt x="5830" y="5830"/>
                  </a:lnTo>
                  <a:lnTo>
                    <a:pt x="12158" y="1564"/>
                  </a:lnTo>
                  <a:lnTo>
                    <a:pt x="19906" y="0"/>
                  </a:lnTo>
                  <a:lnTo>
                    <a:pt x="347060" y="0"/>
                  </a:lnTo>
                  <a:lnTo>
                    <a:pt x="352124" y="2097"/>
                  </a:lnTo>
                  <a:lnTo>
                    <a:pt x="355856" y="5830"/>
                  </a:lnTo>
                  <a:lnTo>
                    <a:pt x="359590" y="9563"/>
                  </a:lnTo>
                  <a:lnTo>
                    <a:pt x="361687" y="14627"/>
                  </a:lnTo>
                  <a:lnTo>
                    <a:pt x="361687" y="99531"/>
                  </a:lnTo>
                  <a:lnTo>
                    <a:pt x="360123" y="107280"/>
                  </a:lnTo>
                  <a:lnTo>
                    <a:pt x="355857" y="113607"/>
                  </a:lnTo>
                  <a:lnTo>
                    <a:pt x="349529" y="117874"/>
                  </a:lnTo>
                  <a:lnTo>
                    <a:pt x="341781" y="119438"/>
                  </a:lnTo>
                  <a:close/>
                </a:path>
              </a:pathLst>
            </a:custGeom>
            <a:solidFill>
              <a:srgbClr val="F4B4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7227174" y="2137399"/>
              <a:ext cx="361950" cy="120014"/>
            </a:xfrm>
            <a:custGeom>
              <a:avLst/>
              <a:gdLst/>
              <a:ahLst/>
              <a:cxnLst/>
              <a:rect l="l" t="t" r="r" b="b"/>
              <a:pathLst>
                <a:path w="361950" h="120014">
                  <a:moveTo>
                    <a:pt x="0" y="19906"/>
                  </a:moveTo>
                  <a:lnTo>
                    <a:pt x="1564" y="12158"/>
                  </a:lnTo>
                  <a:lnTo>
                    <a:pt x="5830" y="5830"/>
                  </a:lnTo>
                  <a:lnTo>
                    <a:pt x="12158" y="1564"/>
                  </a:lnTo>
                  <a:lnTo>
                    <a:pt x="19906" y="0"/>
                  </a:lnTo>
                  <a:lnTo>
                    <a:pt x="341781" y="0"/>
                  </a:lnTo>
                  <a:lnTo>
                    <a:pt x="347060" y="0"/>
                  </a:lnTo>
                  <a:lnTo>
                    <a:pt x="352124" y="2097"/>
                  </a:lnTo>
                  <a:lnTo>
                    <a:pt x="355856" y="5830"/>
                  </a:lnTo>
                  <a:lnTo>
                    <a:pt x="359590" y="9563"/>
                  </a:lnTo>
                  <a:lnTo>
                    <a:pt x="361687" y="14627"/>
                  </a:lnTo>
                  <a:lnTo>
                    <a:pt x="361687" y="19906"/>
                  </a:lnTo>
                  <a:lnTo>
                    <a:pt x="361687" y="99531"/>
                  </a:lnTo>
                  <a:lnTo>
                    <a:pt x="360123" y="107280"/>
                  </a:lnTo>
                  <a:lnTo>
                    <a:pt x="355857" y="113607"/>
                  </a:lnTo>
                  <a:lnTo>
                    <a:pt x="349529" y="117874"/>
                  </a:lnTo>
                  <a:lnTo>
                    <a:pt x="341781" y="119438"/>
                  </a:lnTo>
                  <a:lnTo>
                    <a:pt x="19906" y="119438"/>
                  </a:lnTo>
                  <a:lnTo>
                    <a:pt x="12158" y="117874"/>
                  </a:lnTo>
                  <a:lnTo>
                    <a:pt x="5830" y="113607"/>
                  </a:lnTo>
                  <a:lnTo>
                    <a:pt x="1564" y="107280"/>
                  </a:lnTo>
                  <a:lnTo>
                    <a:pt x="0" y="99531"/>
                  </a:lnTo>
                  <a:lnTo>
                    <a:pt x="0" y="19906"/>
                  </a:lnTo>
                  <a:close/>
                </a:path>
              </a:pathLst>
            </a:custGeom>
            <a:ln w="19049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7227174" y="1907799"/>
              <a:ext cx="361950" cy="202565"/>
            </a:xfrm>
            <a:custGeom>
              <a:avLst/>
              <a:gdLst/>
              <a:ahLst/>
              <a:cxnLst/>
              <a:rect l="l" t="t" r="r" b="b"/>
              <a:pathLst>
                <a:path w="361950" h="202564">
                  <a:moveTo>
                    <a:pt x="327940" y="202476"/>
                  </a:moveTo>
                  <a:lnTo>
                    <a:pt x="33746" y="202476"/>
                  </a:lnTo>
                  <a:lnTo>
                    <a:pt x="20610" y="199824"/>
                  </a:lnTo>
                  <a:lnTo>
                    <a:pt x="9883" y="192592"/>
                  </a:lnTo>
                  <a:lnTo>
                    <a:pt x="2651" y="181865"/>
                  </a:lnTo>
                  <a:lnTo>
                    <a:pt x="0" y="168729"/>
                  </a:lnTo>
                  <a:lnTo>
                    <a:pt x="0" y="33746"/>
                  </a:lnTo>
                  <a:lnTo>
                    <a:pt x="2651" y="20611"/>
                  </a:lnTo>
                  <a:lnTo>
                    <a:pt x="9883" y="9884"/>
                  </a:lnTo>
                  <a:lnTo>
                    <a:pt x="20610" y="2651"/>
                  </a:lnTo>
                  <a:lnTo>
                    <a:pt x="33746" y="0"/>
                  </a:lnTo>
                  <a:lnTo>
                    <a:pt x="327940" y="0"/>
                  </a:lnTo>
                  <a:lnTo>
                    <a:pt x="361033" y="27132"/>
                  </a:lnTo>
                  <a:lnTo>
                    <a:pt x="361687" y="33746"/>
                  </a:lnTo>
                  <a:lnTo>
                    <a:pt x="361687" y="168729"/>
                  </a:lnTo>
                  <a:lnTo>
                    <a:pt x="359035" y="181865"/>
                  </a:lnTo>
                  <a:lnTo>
                    <a:pt x="351803" y="192592"/>
                  </a:lnTo>
                  <a:lnTo>
                    <a:pt x="341076" y="199824"/>
                  </a:lnTo>
                  <a:lnTo>
                    <a:pt x="327940" y="202476"/>
                  </a:lnTo>
                  <a:close/>
                </a:path>
              </a:pathLst>
            </a:custGeom>
            <a:solidFill>
              <a:srgbClr val="76A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7227174" y="1907799"/>
              <a:ext cx="361950" cy="202565"/>
            </a:xfrm>
            <a:custGeom>
              <a:avLst/>
              <a:gdLst/>
              <a:ahLst/>
              <a:cxnLst/>
              <a:rect l="l" t="t" r="r" b="b"/>
              <a:pathLst>
                <a:path w="361950" h="202564">
                  <a:moveTo>
                    <a:pt x="0" y="33746"/>
                  </a:moveTo>
                  <a:lnTo>
                    <a:pt x="2651" y="20611"/>
                  </a:lnTo>
                  <a:lnTo>
                    <a:pt x="9883" y="9884"/>
                  </a:lnTo>
                  <a:lnTo>
                    <a:pt x="20610" y="2651"/>
                  </a:lnTo>
                  <a:lnTo>
                    <a:pt x="33746" y="0"/>
                  </a:lnTo>
                  <a:lnTo>
                    <a:pt x="327940" y="0"/>
                  </a:lnTo>
                  <a:lnTo>
                    <a:pt x="361033" y="27132"/>
                  </a:lnTo>
                  <a:lnTo>
                    <a:pt x="361687" y="33746"/>
                  </a:lnTo>
                  <a:lnTo>
                    <a:pt x="361687" y="168729"/>
                  </a:lnTo>
                  <a:lnTo>
                    <a:pt x="359035" y="181865"/>
                  </a:lnTo>
                  <a:lnTo>
                    <a:pt x="351803" y="192592"/>
                  </a:lnTo>
                  <a:lnTo>
                    <a:pt x="341076" y="199824"/>
                  </a:lnTo>
                  <a:lnTo>
                    <a:pt x="327940" y="202476"/>
                  </a:lnTo>
                  <a:lnTo>
                    <a:pt x="33746" y="202476"/>
                  </a:lnTo>
                  <a:lnTo>
                    <a:pt x="20610" y="199824"/>
                  </a:lnTo>
                  <a:lnTo>
                    <a:pt x="9883" y="192592"/>
                  </a:lnTo>
                  <a:lnTo>
                    <a:pt x="2651" y="181865"/>
                  </a:lnTo>
                  <a:lnTo>
                    <a:pt x="0" y="168729"/>
                  </a:lnTo>
                  <a:lnTo>
                    <a:pt x="0" y="33746"/>
                  </a:lnTo>
                  <a:close/>
                </a:path>
              </a:pathLst>
            </a:custGeom>
            <a:ln w="19049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 descr=""/>
          <p:cNvSpPr txBox="1"/>
          <p:nvPr/>
        </p:nvSpPr>
        <p:spPr>
          <a:xfrm>
            <a:off x="7324959" y="1940394"/>
            <a:ext cx="179070" cy="320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700" spc="-25" b="1">
                <a:solidFill>
                  <a:srgbClr val="FFFFFF"/>
                </a:solidFill>
                <a:latin typeface="Open Sans"/>
                <a:cs typeface="Open Sans"/>
              </a:rPr>
              <a:t>app</a:t>
            </a:r>
            <a:endParaRPr sz="700">
              <a:latin typeface="Open Sans"/>
              <a:cs typeface="Open Sans"/>
            </a:endParaRPr>
          </a:p>
          <a:p>
            <a:pPr marL="5715">
              <a:lnSpc>
                <a:spcPct val="100000"/>
              </a:lnSpc>
              <a:spcBef>
                <a:spcPts val="640"/>
              </a:spcBef>
            </a:pPr>
            <a:r>
              <a:rPr dirty="0" sz="700" spc="-20" b="1">
                <a:solidFill>
                  <a:srgbClr val="FFFFFF"/>
                </a:solidFill>
                <a:latin typeface="Open Sans"/>
                <a:cs typeface="Open Sans"/>
              </a:rPr>
              <a:t>libs</a:t>
            </a:r>
            <a:endParaRPr sz="700">
              <a:latin typeface="Open Sans"/>
              <a:cs typeface="Open Sans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6562899" y="1855024"/>
            <a:ext cx="529590" cy="459105"/>
            <a:chOff x="6562899" y="1855024"/>
            <a:chExt cx="529590" cy="459105"/>
          </a:xfrm>
        </p:grpSpPr>
        <p:sp>
          <p:nvSpPr>
            <p:cNvPr id="45" name="object 45" descr=""/>
            <p:cNvSpPr/>
            <p:nvPr/>
          </p:nvSpPr>
          <p:spPr>
            <a:xfrm>
              <a:off x="6572424" y="1864549"/>
              <a:ext cx="510540" cy="440055"/>
            </a:xfrm>
            <a:custGeom>
              <a:avLst/>
              <a:gdLst/>
              <a:ahLst/>
              <a:cxnLst/>
              <a:rect l="l" t="t" r="r" b="b"/>
              <a:pathLst>
                <a:path w="510540" h="440055">
                  <a:moveTo>
                    <a:pt x="437028" y="439963"/>
                  </a:moveTo>
                  <a:lnTo>
                    <a:pt x="73328" y="439963"/>
                  </a:lnTo>
                  <a:lnTo>
                    <a:pt x="44786" y="434201"/>
                  </a:lnTo>
                  <a:lnTo>
                    <a:pt x="21477" y="418486"/>
                  </a:lnTo>
                  <a:lnTo>
                    <a:pt x="5762" y="395177"/>
                  </a:lnTo>
                  <a:lnTo>
                    <a:pt x="0" y="366634"/>
                  </a:lnTo>
                  <a:lnTo>
                    <a:pt x="0" y="73328"/>
                  </a:lnTo>
                  <a:lnTo>
                    <a:pt x="5762" y="44785"/>
                  </a:lnTo>
                  <a:lnTo>
                    <a:pt x="21477" y="21477"/>
                  </a:lnTo>
                  <a:lnTo>
                    <a:pt x="44786" y="5762"/>
                  </a:lnTo>
                  <a:lnTo>
                    <a:pt x="73328" y="0"/>
                  </a:lnTo>
                  <a:lnTo>
                    <a:pt x="437028" y="0"/>
                  </a:lnTo>
                  <a:lnTo>
                    <a:pt x="477711" y="12320"/>
                  </a:lnTo>
                  <a:lnTo>
                    <a:pt x="504775" y="45267"/>
                  </a:lnTo>
                  <a:lnTo>
                    <a:pt x="510357" y="73328"/>
                  </a:lnTo>
                  <a:lnTo>
                    <a:pt x="510357" y="366634"/>
                  </a:lnTo>
                  <a:lnTo>
                    <a:pt x="504595" y="395177"/>
                  </a:lnTo>
                  <a:lnTo>
                    <a:pt x="488880" y="418486"/>
                  </a:lnTo>
                  <a:lnTo>
                    <a:pt x="465571" y="434201"/>
                  </a:lnTo>
                  <a:lnTo>
                    <a:pt x="437028" y="439963"/>
                  </a:lnTo>
                  <a:close/>
                </a:path>
              </a:pathLst>
            </a:custGeom>
            <a:solidFill>
              <a:srgbClr val="A0C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6572424" y="1864549"/>
              <a:ext cx="510540" cy="440055"/>
            </a:xfrm>
            <a:custGeom>
              <a:avLst/>
              <a:gdLst/>
              <a:ahLst/>
              <a:cxnLst/>
              <a:rect l="l" t="t" r="r" b="b"/>
              <a:pathLst>
                <a:path w="510540" h="440055">
                  <a:moveTo>
                    <a:pt x="0" y="73328"/>
                  </a:moveTo>
                  <a:lnTo>
                    <a:pt x="5762" y="44785"/>
                  </a:lnTo>
                  <a:lnTo>
                    <a:pt x="21477" y="21477"/>
                  </a:lnTo>
                  <a:lnTo>
                    <a:pt x="44786" y="5762"/>
                  </a:lnTo>
                  <a:lnTo>
                    <a:pt x="73328" y="0"/>
                  </a:lnTo>
                  <a:lnTo>
                    <a:pt x="437028" y="0"/>
                  </a:lnTo>
                  <a:lnTo>
                    <a:pt x="477711" y="12320"/>
                  </a:lnTo>
                  <a:lnTo>
                    <a:pt x="504775" y="45267"/>
                  </a:lnTo>
                  <a:lnTo>
                    <a:pt x="510357" y="73328"/>
                  </a:lnTo>
                  <a:lnTo>
                    <a:pt x="510357" y="366634"/>
                  </a:lnTo>
                  <a:lnTo>
                    <a:pt x="504595" y="395177"/>
                  </a:lnTo>
                  <a:lnTo>
                    <a:pt x="488880" y="418486"/>
                  </a:lnTo>
                  <a:lnTo>
                    <a:pt x="465571" y="434201"/>
                  </a:lnTo>
                  <a:lnTo>
                    <a:pt x="437028" y="439963"/>
                  </a:lnTo>
                  <a:lnTo>
                    <a:pt x="73328" y="439963"/>
                  </a:lnTo>
                  <a:lnTo>
                    <a:pt x="44786" y="434201"/>
                  </a:lnTo>
                  <a:lnTo>
                    <a:pt x="21477" y="418486"/>
                  </a:lnTo>
                  <a:lnTo>
                    <a:pt x="5762" y="395177"/>
                  </a:lnTo>
                  <a:lnTo>
                    <a:pt x="0" y="366634"/>
                  </a:lnTo>
                  <a:lnTo>
                    <a:pt x="0" y="73328"/>
                  </a:lnTo>
                  <a:close/>
                </a:path>
              </a:pathLst>
            </a:custGeom>
            <a:ln w="19049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6647525" y="2137399"/>
              <a:ext cx="361950" cy="120014"/>
            </a:xfrm>
            <a:custGeom>
              <a:avLst/>
              <a:gdLst/>
              <a:ahLst/>
              <a:cxnLst/>
              <a:rect l="l" t="t" r="r" b="b"/>
              <a:pathLst>
                <a:path w="361950" h="120014">
                  <a:moveTo>
                    <a:pt x="341780" y="119438"/>
                  </a:moveTo>
                  <a:lnTo>
                    <a:pt x="19906" y="119438"/>
                  </a:lnTo>
                  <a:lnTo>
                    <a:pt x="12157" y="117874"/>
                  </a:lnTo>
                  <a:lnTo>
                    <a:pt x="5830" y="113607"/>
                  </a:lnTo>
                  <a:lnTo>
                    <a:pt x="1564" y="107280"/>
                  </a:lnTo>
                  <a:lnTo>
                    <a:pt x="0" y="99531"/>
                  </a:lnTo>
                  <a:lnTo>
                    <a:pt x="0" y="19906"/>
                  </a:lnTo>
                  <a:lnTo>
                    <a:pt x="1564" y="12158"/>
                  </a:lnTo>
                  <a:lnTo>
                    <a:pt x="5830" y="5830"/>
                  </a:lnTo>
                  <a:lnTo>
                    <a:pt x="12157" y="1564"/>
                  </a:lnTo>
                  <a:lnTo>
                    <a:pt x="19906" y="0"/>
                  </a:lnTo>
                  <a:lnTo>
                    <a:pt x="347060" y="0"/>
                  </a:lnTo>
                  <a:lnTo>
                    <a:pt x="352123" y="2097"/>
                  </a:lnTo>
                  <a:lnTo>
                    <a:pt x="359589" y="9563"/>
                  </a:lnTo>
                  <a:lnTo>
                    <a:pt x="361687" y="14627"/>
                  </a:lnTo>
                  <a:lnTo>
                    <a:pt x="361687" y="99531"/>
                  </a:lnTo>
                  <a:lnTo>
                    <a:pt x="360123" y="107280"/>
                  </a:lnTo>
                  <a:lnTo>
                    <a:pt x="355856" y="113607"/>
                  </a:lnTo>
                  <a:lnTo>
                    <a:pt x="349529" y="117874"/>
                  </a:lnTo>
                  <a:lnTo>
                    <a:pt x="341780" y="119438"/>
                  </a:lnTo>
                  <a:close/>
                </a:path>
              </a:pathLst>
            </a:custGeom>
            <a:solidFill>
              <a:srgbClr val="F4B4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6647525" y="2137399"/>
              <a:ext cx="361950" cy="120014"/>
            </a:xfrm>
            <a:custGeom>
              <a:avLst/>
              <a:gdLst/>
              <a:ahLst/>
              <a:cxnLst/>
              <a:rect l="l" t="t" r="r" b="b"/>
              <a:pathLst>
                <a:path w="361950" h="120014">
                  <a:moveTo>
                    <a:pt x="0" y="19906"/>
                  </a:moveTo>
                  <a:lnTo>
                    <a:pt x="1564" y="12158"/>
                  </a:lnTo>
                  <a:lnTo>
                    <a:pt x="5830" y="5830"/>
                  </a:lnTo>
                  <a:lnTo>
                    <a:pt x="12157" y="1564"/>
                  </a:lnTo>
                  <a:lnTo>
                    <a:pt x="19906" y="0"/>
                  </a:lnTo>
                  <a:lnTo>
                    <a:pt x="341780" y="0"/>
                  </a:lnTo>
                  <a:lnTo>
                    <a:pt x="347060" y="0"/>
                  </a:lnTo>
                  <a:lnTo>
                    <a:pt x="352123" y="2097"/>
                  </a:lnTo>
                  <a:lnTo>
                    <a:pt x="355856" y="5830"/>
                  </a:lnTo>
                  <a:lnTo>
                    <a:pt x="359589" y="9563"/>
                  </a:lnTo>
                  <a:lnTo>
                    <a:pt x="361687" y="14627"/>
                  </a:lnTo>
                  <a:lnTo>
                    <a:pt x="361687" y="19906"/>
                  </a:lnTo>
                  <a:lnTo>
                    <a:pt x="361687" y="99531"/>
                  </a:lnTo>
                  <a:lnTo>
                    <a:pt x="360123" y="107280"/>
                  </a:lnTo>
                  <a:lnTo>
                    <a:pt x="355856" y="113607"/>
                  </a:lnTo>
                  <a:lnTo>
                    <a:pt x="349529" y="117874"/>
                  </a:lnTo>
                  <a:lnTo>
                    <a:pt x="341780" y="119438"/>
                  </a:lnTo>
                  <a:lnTo>
                    <a:pt x="19906" y="119438"/>
                  </a:lnTo>
                  <a:lnTo>
                    <a:pt x="12157" y="117874"/>
                  </a:lnTo>
                  <a:lnTo>
                    <a:pt x="5830" y="113607"/>
                  </a:lnTo>
                  <a:lnTo>
                    <a:pt x="1564" y="107280"/>
                  </a:lnTo>
                  <a:lnTo>
                    <a:pt x="0" y="99531"/>
                  </a:lnTo>
                  <a:lnTo>
                    <a:pt x="0" y="19906"/>
                  </a:lnTo>
                  <a:close/>
                </a:path>
              </a:pathLst>
            </a:custGeom>
            <a:ln w="19049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6647525" y="1907799"/>
              <a:ext cx="361950" cy="202565"/>
            </a:xfrm>
            <a:custGeom>
              <a:avLst/>
              <a:gdLst/>
              <a:ahLst/>
              <a:cxnLst/>
              <a:rect l="l" t="t" r="r" b="b"/>
              <a:pathLst>
                <a:path w="361950" h="202564">
                  <a:moveTo>
                    <a:pt x="327940" y="202476"/>
                  </a:moveTo>
                  <a:lnTo>
                    <a:pt x="33746" y="202476"/>
                  </a:lnTo>
                  <a:lnTo>
                    <a:pt x="20610" y="199824"/>
                  </a:lnTo>
                  <a:lnTo>
                    <a:pt x="9884" y="192592"/>
                  </a:lnTo>
                  <a:lnTo>
                    <a:pt x="2651" y="181865"/>
                  </a:lnTo>
                  <a:lnTo>
                    <a:pt x="0" y="168729"/>
                  </a:lnTo>
                  <a:lnTo>
                    <a:pt x="0" y="33746"/>
                  </a:lnTo>
                  <a:lnTo>
                    <a:pt x="2651" y="20611"/>
                  </a:lnTo>
                  <a:lnTo>
                    <a:pt x="9884" y="9884"/>
                  </a:lnTo>
                  <a:lnTo>
                    <a:pt x="20610" y="2651"/>
                  </a:lnTo>
                  <a:lnTo>
                    <a:pt x="33746" y="0"/>
                  </a:lnTo>
                  <a:lnTo>
                    <a:pt x="327940" y="0"/>
                  </a:lnTo>
                  <a:lnTo>
                    <a:pt x="361033" y="27132"/>
                  </a:lnTo>
                  <a:lnTo>
                    <a:pt x="361687" y="33746"/>
                  </a:lnTo>
                  <a:lnTo>
                    <a:pt x="361687" y="168729"/>
                  </a:lnTo>
                  <a:lnTo>
                    <a:pt x="359035" y="181865"/>
                  </a:lnTo>
                  <a:lnTo>
                    <a:pt x="351803" y="192592"/>
                  </a:lnTo>
                  <a:lnTo>
                    <a:pt x="341076" y="199824"/>
                  </a:lnTo>
                  <a:lnTo>
                    <a:pt x="327940" y="202476"/>
                  </a:lnTo>
                  <a:close/>
                </a:path>
              </a:pathLst>
            </a:custGeom>
            <a:solidFill>
              <a:srgbClr val="FFE1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6647525" y="1907799"/>
              <a:ext cx="361950" cy="202565"/>
            </a:xfrm>
            <a:custGeom>
              <a:avLst/>
              <a:gdLst/>
              <a:ahLst/>
              <a:cxnLst/>
              <a:rect l="l" t="t" r="r" b="b"/>
              <a:pathLst>
                <a:path w="361950" h="202564">
                  <a:moveTo>
                    <a:pt x="0" y="33746"/>
                  </a:moveTo>
                  <a:lnTo>
                    <a:pt x="2651" y="20611"/>
                  </a:lnTo>
                  <a:lnTo>
                    <a:pt x="9884" y="9884"/>
                  </a:lnTo>
                  <a:lnTo>
                    <a:pt x="20610" y="2651"/>
                  </a:lnTo>
                  <a:lnTo>
                    <a:pt x="33746" y="0"/>
                  </a:lnTo>
                  <a:lnTo>
                    <a:pt x="327940" y="0"/>
                  </a:lnTo>
                  <a:lnTo>
                    <a:pt x="361033" y="27132"/>
                  </a:lnTo>
                  <a:lnTo>
                    <a:pt x="361687" y="33746"/>
                  </a:lnTo>
                  <a:lnTo>
                    <a:pt x="361687" y="168729"/>
                  </a:lnTo>
                  <a:lnTo>
                    <a:pt x="359035" y="181865"/>
                  </a:lnTo>
                  <a:lnTo>
                    <a:pt x="351803" y="192592"/>
                  </a:lnTo>
                  <a:lnTo>
                    <a:pt x="341076" y="199824"/>
                  </a:lnTo>
                  <a:lnTo>
                    <a:pt x="327940" y="202476"/>
                  </a:lnTo>
                  <a:lnTo>
                    <a:pt x="33746" y="202476"/>
                  </a:lnTo>
                  <a:lnTo>
                    <a:pt x="20610" y="199824"/>
                  </a:lnTo>
                  <a:lnTo>
                    <a:pt x="9884" y="192592"/>
                  </a:lnTo>
                  <a:lnTo>
                    <a:pt x="2651" y="181865"/>
                  </a:lnTo>
                  <a:lnTo>
                    <a:pt x="0" y="168729"/>
                  </a:lnTo>
                  <a:lnTo>
                    <a:pt x="0" y="33746"/>
                  </a:lnTo>
                  <a:close/>
                </a:path>
              </a:pathLst>
            </a:custGeom>
            <a:ln w="19049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 descr=""/>
          <p:cNvSpPr txBox="1"/>
          <p:nvPr/>
        </p:nvSpPr>
        <p:spPr>
          <a:xfrm>
            <a:off x="6745310" y="1940394"/>
            <a:ext cx="179070" cy="320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700" spc="-25" b="1">
                <a:solidFill>
                  <a:srgbClr val="FFFFFF"/>
                </a:solidFill>
                <a:latin typeface="Open Sans"/>
                <a:cs typeface="Open Sans"/>
              </a:rPr>
              <a:t>app</a:t>
            </a:r>
            <a:endParaRPr sz="700">
              <a:latin typeface="Open Sans"/>
              <a:cs typeface="Open Sans"/>
            </a:endParaRPr>
          </a:p>
          <a:p>
            <a:pPr marL="5715">
              <a:lnSpc>
                <a:spcPct val="100000"/>
              </a:lnSpc>
              <a:spcBef>
                <a:spcPts val="640"/>
              </a:spcBef>
            </a:pPr>
            <a:r>
              <a:rPr dirty="0" sz="700" spc="-20" b="1">
                <a:solidFill>
                  <a:srgbClr val="FFFFFF"/>
                </a:solidFill>
                <a:latin typeface="Open Sans"/>
                <a:cs typeface="Open Sans"/>
              </a:rPr>
              <a:t>libs</a:t>
            </a:r>
            <a:endParaRPr sz="700">
              <a:latin typeface="Open Sans"/>
              <a:cs typeface="Open Sans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3365875" y="3151041"/>
            <a:ext cx="1802130" cy="1263650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358140" indent="-345440">
              <a:lnSpc>
                <a:spcPct val="100000"/>
              </a:lnSpc>
              <a:spcBef>
                <a:spcPts val="370"/>
              </a:spcBef>
              <a:buClr>
                <a:srgbClr val="6AA84F"/>
              </a:buClr>
              <a:buFont typeface="MS PGothic"/>
              <a:buChar char="✓"/>
              <a:tabLst>
                <a:tab pos="358140" algn="l"/>
              </a:tabLst>
            </a:pPr>
            <a:r>
              <a:rPr dirty="0" sz="1400" spc="-10">
                <a:solidFill>
                  <a:srgbClr val="666666"/>
                </a:solidFill>
                <a:latin typeface="Open Sans"/>
                <a:cs typeface="Open Sans"/>
              </a:rPr>
              <a:t>Isolation</a:t>
            </a:r>
            <a:endParaRPr sz="1400">
              <a:latin typeface="Open Sans"/>
              <a:cs typeface="Open Sans"/>
            </a:endParaRPr>
          </a:p>
          <a:p>
            <a:pPr marL="358140" indent="-345440">
              <a:lnSpc>
                <a:spcPct val="100000"/>
              </a:lnSpc>
              <a:spcBef>
                <a:spcPts val="270"/>
              </a:spcBef>
              <a:buClr>
                <a:srgbClr val="6AA84F"/>
              </a:buClr>
              <a:buFont typeface="MS PGothic"/>
              <a:buChar char="✓"/>
              <a:tabLst>
                <a:tab pos="358140" algn="l"/>
              </a:tabLst>
            </a:pPr>
            <a:r>
              <a:rPr dirty="0" sz="1400">
                <a:solidFill>
                  <a:srgbClr val="666666"/>
                </a:solidFill>
                <a:latin typeface="Open Sans"/>
                <a:cs typeface="Open Sans"/>
              </a:rPr>
              <a:t>No</a:t>
            </a:r>
            <a:r>
              <a:rPr dirty="0" sz="1400" spc="-50">
                <a:solidFill>
                  <a:srgbClr val="666666"/>
                </a:solidFill>
                <a:latin typeface="Open Sans"/>
                <a:cs typeface="Open Sans"/>
              </a:rPr>
              <a:t> </a:t>
            </a:r>
            <a:r>
              <a:rPr dirty="0" sz="1400">
                <a:solidFill>
                  <a:srgbClr val="666666"/>
                </a:solidFill>
                <a:latin typeface="Open Sans"/>
                <a:cs typeface="Open Sans"/>
              </a:rPr>
              <a:t>Common</a:t>
            </a:r>
            <a:r>
              <a:rPr dirty="0" sz="1400" spc="-50">
                <a:solidFill>
                  <a:srgbClr val="666666"/>
                </a:solidFill>
                <a:latin typeface="Open Sans"/>
                <a:cs typeface="Open Sans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Open Sans"/>
                <a:cs typeface="Open Sans"/>
              </a:rPr>
              <a:t>Libs</a:t>
            </a:r>
            <a:endParaRPr sz="1400">
              <a:latin typeface="Open Sans"/>
              <a:cs typeface="Open Sans"/>
            </a:endParaRPr>
          </a:p>
          <a:p>
            <a:pPr marL="358775" marR="244475" indent="-346075">
              <a:lnSpc>
                <a:spcPct val="116100"/>
              </a:lnSpc>
              <a:tabLst>
                <a:tab pos="358140" algn="l"/>
              </a:tabLst>
            </a:pPr>
            <a:r>
              <a:rPr dirty="0" sz="1400" spc="-50" b="1">
                <a:solidFill>
                  <a:srgbClr val="CC0000"/>
                </a:solidFill>
                <a:latin typeface="MS PGothic"/>
                <a:cs typeface="MS PGothic"/>
              </a:rPr>
              <a:t>✕</a:t>
            </a:r>
            <a:r>
              <a:rPr dirty="0" sz="1400" b="1">
                <a:solidFill>
                  <a:srgbClr val="CC0000"/>
                </a:solidFill>
                <a:latin typeface="MS PGothic"/>
                <a:cs typeface="MS PGothic"/>
              </a:rPr>
              <a:t>	</a:t>
            </a:r>
            <a:r>
              <a:rPr dirty="0" sz="1400">
                <a:solidFill>
                  <a:srgbClr val="666666"/>
                </a:solidFill>
                <a:latin typeface="Open Sans"/>
                <a:cs typeface="Open Sans"/>
              </a:rPr>
              <a:t>Expensive</a:t>
            </a:r>
            <a:r>
              <a:rPr dirty="0" sz="1400" spc="-75">
                <a:solidFill>
                  <a:srgbClr val="666666"/>
                </a:solidFill>
                <a:latin typeface="Open Sans"/>
                <a:cs typeface="Open Sans"/>
              </a:rPr>
              <a:t> </a:t>
            </a:r>
            <a:r>
              <a:rPr dirty="0" sz="1400" spc="-25">
                <a:solidFill>
                  <a:srgbClr val="666666"/>
                </a:solidFill>
                <a:latin typeface="Open Sans"/>
                <a:cs typeface="Open Sans"/>
              </a:rPr>
              <a:t>and </a:t>
            </a:r>
            <a:r>
              <a:rPr dirty="0" sz="1400" spc="-10">
                <a:solidFill>
                  <a:srgbClr val="666666"/>
                </a:solidFill>
                <a:latin typeface="Open Sans"/>
                <a:cs typeface="Open Sans"/>
              </a:rPr>
              <a:t>Inefficient</a:t>
            </a:r>
            <a:endParaRPr sz="140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  <a:tabLst>
                <a:tab pos="358140" algn="l"/>
              </a:tabLst>
            </a:pPr>
            <a:r>
              <a:rPr dirty="0" sz="1400" spc="-50" b="1">
                <a:solidFill>
                  <a:srgbClr val="CC0000"/>
                </a:solidFill>
                <a:latin typeface="MS PGothic"/>
                <a:cs typeface="MS PGothic"/>
              </a:rPr>
              <a:t>✕</a:t>
            </a:r>
            <a:r>
              <a:rPr dirty="0" sz="1400" b="1">
                <a:solidFill>
                  <a:srgbClr val="CC0000"/>
                </a:solidFill>
                <a:latin typeface="MS PGothic"/>
                <a:cs typeface="MS PGothic"/>
              </a:rPr>
              <a:t>	</a:t>
            </a:r>
            <a:r>
              <a:rPr dirty="0" sz="1400">
                <a:solidFill>
                  <a:srgbClr val="666666"/>
                </a:solidFill>
                <a:latin typeface="Open Sans"/>
                <a:cs typeface="Open Sans"/>
              </a:rPr>
              <a:t>Hard</a:t>
            </a:r>
            <a:r>
              <a:rPr dirty="0" sz="1400" spc="-40">
                <a:solidFill>
                  <a:srgbClr val="666666"/>
                </a:solidFill>
                <a:latin typeface="Open Sans"/>
                <a:cs typeface="Open Sans"/>
              </a:rPr>
              <a:t> </a:t>
            </a:r>
            <a:r>
              <a:rPr dirty="0" sz="1400">
                <a:solidFill>
                  <a:srgbClr val="666666"/>
                </a:solidFill>
                <a:latin typeface="Open Sans"/>
                <a:cs typeface="Open Sans"/>
              </a:rPr>
              <a:t>to</a:t>
            </a:r>
            <a:r>
              <a:rPr dirty="0" sz="1400" spc="-35">
                <a:solidFill>
                  <a:srgbClr val="666666"/>
                </a:solidFill>
                <a:latin typeface="Open Sans"/>
                <a:cs typeface="Open Sans"/>
              </a:rPr>
              <a:t> </a:t>
            </a:r>
            <a:r>
              <a:rPr dirty="0" sz="1400" spc="-10">
                <a:solidFill>
                  <a:srgbClr val="666666"/>
                </a:solidFill>
                <a:latin typeface="Open Sans"/>
                <a:cs typeface="Open Sans"/>
              </a:rPr>
              <a:t>manage</a:t>
            </a:r>
            <a:endParaRPr sz="1400">
              <a:latin typeface="Open Sans"/>
              <a:cs typeface="Open Sans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6486447" y="3151041"/>
            <a:ext cx="2066925" cy="1263650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345440" indent="-345440">
              <a:lnSpc>
                <a:spcPct val="100000"/>
              </a:lnSpc>
              <a:spcBef>
                <a:spcPts val="370"/>
              </a:spcBef>
              <a:buClr>
                <a:srgbClr val="6AA84F"/>
              </a:buClr>
              <a:buFont typeface="MS PGothic"/>
              <a:buChar char="✓"/>
              <a:tabLst>
                <a:tab pos="345440" algn="l"/>
              </a:tabLst>
            </a:pPr>
            <a:r>
              <a:rPr dirty="0" sz="1400" spc="-10">
                <a:solidFill>
                  <a:srgbClr val="666666"/>
                </a:solidFill>
                <a:latin typeface="Open Sans"/>
                <a:cs typeface="Open Sans"/>
              </a:rPr>
              <a:t>Isolation</a:t>
            </a:r>
            <a:endParaRPr sz="1400">
              <a:latin typeface="Open Sans"/>
              <a:cs typeface="Open Sans"/>
            </a:endParaRPr>
          </a:p>
          <a:p>
            <a:pPr marL="345440" indent="-345440">
              <a:lnSpc>
                <a:spcPct val="100000"/>
              </a:lnSpc>
              <a:spcBef>
                <a:spcPts val="270"/>
              </a:spcBef>
              <a:buClr>
                <a:srgbClr val="6AA84F"/>
              </a:buClr>
              <a:buFont typeface="MS PGothic"/>
              <a:buChar char="✓"/>
              <a:tabLst>
                <a:tab pos="345440" algn="l"/>
              </a:tabLst>
            </a:pPr>
            <a:r>
              <a:rPr dirty="0" sz="1400">
                <a:solidFill>
                  <a:srgbClr val="666666"/>
                </a:solidFill>
                <a:latin typeface="Open Sans"/>
                <a:cs typeface="Open Sans"/>
              </a:rPr>
              <a:t>No</a:t>
            </a:r>
            <a:r>
              <a:rPr dirty="0" sz="1400" spc="-50">
                <a:solidFill>
                  <a:srgbClr val="666666"/>
                </a:solidFill>
                <a:latin typeface="Open Sans"/>
                <a:cs typeface="Open Sans"/>
              </a:rPr>
              <a:t> </a:t>
            </a:r>
            <a:r>
              <a:rPr dirty="0" sz="1400">
                <a:solidFill>
                  <a:srgbClr val="666666"/>
                </a:solidFill>
                <a:latin typeface="Open Sans"/>
                <a:cs typeface="Open Sans"/>
              </a:rPr>
              <a:t>Common</a:t>
            </a:r>
            <a:r>
              <a:rPr dirty="0" sz="1400" spc="-50">
                <a:solidFill>
                  <a:srgbClr val="666666"/>
                </a:solidFill>
                <a:latin typeface="Open Sans"/>
                <a:cs typeface="Open Sans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Open Sans"/>
                <a:cs typeface="Open Sans"/>
              </a:rPr>
              <a:t>Libs</a:t>
            </a:r>
            <a:endParaRPr sz="1400">
              <a:latin typeface="Open Sans"/>
              <a:cs typeface="Open Sans"/>
            </a:endParaRPr>
          </a:p>
          <a:p>
            <a:pPr marL="345440" indent="-345440">
              <a:lnSpc>
                <a:spcPct val="100000"/>
              </a:lnSpc>
              <a:spcBef>
                <a:spcPts val="270"/>
              </a:spcBef>
              <a:buClr>
                <a:srgbClr val="6AA84F"/>
              </a:buClr>
              <a:buFont typeface="MS PGothic"/>
              <a:buChar char="✓"/>
              <a:tabLst>
                <a:tab pos="345440" algn="l"/>
              </a:tabLst>
            </a:pPr>
            <a:r>
              <a:rPr dirty="0" sz="1400">
                <a:solidFill>
                  <a:srgbClr val="666666"/>
                </a:solidFill>
                <a:latin typeface="Open Sans"/>
                <a:cs typeface="Open Sans"/>
              </a:rPr>
              <a:t>Less</a:t>
            </a:r>
            <a:r>
              <a:rPr dirty="0" sz="1400" spc="-30">
                <a:solidFill>
                  <a:srgbClr val="666666"/>
                </a:solidFill>
                <a:latin typeface="Open Sans"/>
                <a:cs typeface="Open Sans"/>
              </a:rPr>
              <a:t> </a:t>
            </a:r>
            <a:r>
              <a:rPr dirty="0" sz="1400" spc="-10">
                <a:solidFill>
                  <a:srgbClr val="666666"/>
                </a:solidFill>
                <a:latin typeface="Open Sans"/>
                <a:cs typeface="Open Sans"/>
              </a:rPr>
              <a:t>overhead</a:t>
            </a:r>
            <a:endParaRPr sz="1400">
              <a:latin typeface="Open Sans"/>
              <a:cs typeface="Open Sans"/>
            </a:endParaRPr>
          </a:p>
          <a:p>
            <a:pPr marL="346075" marR="5080" indent="-346075">
              <a:lnSpc>
                <a:spcPct val="116100"/>
              </a:lnSpc>
              <a:tabLst>
                <a:tab pos="345440" algn="l"/>
              </a:tabLst>
            </a:pPr>
            <a:r>
              <a:rPr dirty="0" sz="1400" spc="-50" b="1">
                <a:solidFill>
                  <a:srgbClr val="F1C131"/>
                </a:solidFill>
                <a:latin typeface="MS PGothic"/>
                <a:cs typeface="MS PGothic"/>
              </a:rPr>
              <a:t>✕</a:t>
            </a:r>
            <a:r>
              <a:rPr dirty="0" sz="1400" b="1">
                <a:solidFill>
                  <a:srgbClr val="F1C131"/>
                </a:solidFill>
                <a:latin typeface="MS PGothic"/>
                <a:cs typeface="MS PGothic"/>
              </a:rPr>
              <a:t>	</a:t>
            </a:r>
            <a:r>
              <a:rPr dirty="0" sz="1400">
                <a:solidFill>
                  <a:srgbClr val="666666"/>
                </a:solidFill>
                <a:latin typeface="Open Sans"/>
                <a:cs typeface="Open Sans"/>
              </a:rPr>
              <a:t>Less</a:t>
            </a:r>
            <a:r>
              <a:rPr dirty="0" sz="1400" spc="-30">
                <a:solidFill>
                  <a:srgbClr val="666666"/>
                </a:solidFill>
                <a:latin typeface="Open Sans"/>
                <a:cs typeface="Open Sans"/>
              </a:rPr>
              <a:t> </a:t>
            </a:r>
            <a:r>
              <a:rPr dirty="0" sz="1400" spc="-10">
                <a:solidFill>
                  <a:srgbClr val="666666"/>
                </a:solidFill>
                <a:latin typeface="Open Sans"/>
                <a:cs typeface="Open Sans"/>
              </a:rPr>
              <a:t>Dependency</a:t>
            </a:r>
            <a:r>
              <a:rPr dirty="0" sz="1400" spc="-25">
                <a:solidFill>
                  <a:srgbClr val="666666"/>
                </a:solidFill>
                <a:latin typeface="Open Sans"/>
                <a:cs typeface="Open Sans"/>
              </a:rPr>
              <a:t> on </a:t>
            </a:r>
            <a:r>
              <a:rPr dirty="0" sz="1400">
                <a:solidFill>
                  <a:srgbClr val="666666"/>
                </a:solidFill>
                <a:latin typeface="Open Sans"/>
                <a:cs typeface="Open Sans"/>
              </a:rPr>
              <a:t>Host</a:t>
            </a:r>
            <a:r>
              <a:rPr dirty="0" sz="1400" spc="-40">
                <a:solidFill>
                  <a:srgbClr val="666666"/>
                </a:solidFill>
                <a:latin typeface="Open Sans"/>
                <a:cs typeface="Open Sans"/>
              </a:rPr>
              <a:t> </a:t>
            </a:r>
            <a:r>
              <a:rPr dirty="0" sz="1400" spc="-25">
                <a:solidFill>
                  <a:srgbClr val="666666"/>
                </a:solidFill>
                <a:latin typeface="Open Sans"/>
                <a:cs typeface="Open Sans"/>
              </a:rPr>
              <a:t>OS</a:t>
            </a:r>
            <a:endParaRPr sz="1400">
              <a:latin typeface="Open Sans"/>
              <a:cs typeface="Open Sans"/>
            </a:endParaRPr>
          </a:p>
        </p:txBody>
      </p:sp>
      <p:grpSp>
        <p:nvGrpSpPr>
          <p:cNvPr id="54" name="object 54" descr=""/>
          <p:cNvGrpSpPr/>
          <p:nvPr/>
        </p:nvGrpSpPr>
        <p:grpSpPr>
          <a:xfrm>
            <a:off x="383745" y="848610"/>
            <a:ext cx="2310130" cy="1833880"/>
            <a:chOff x="383745" y="848610"/>
            <a:chExt cx="2310130" cy="1833880"/>
          </a:xfrm>
        </p:grpSpPr>
        <p:sp>
          <p:nvSpPr>
            <p:cNvPr id="55" name="object 55" descr=""/>
            <p:cNvSpPr/>
            <p:nvPr/>
          </p:nvSpPr>
          <p:spPr>
            <a:xfrm>
              <a:off x="471738" y="1651106"/>
              <a:ext cx="2221865" cy="1021715"/>
            </a:xfrm>
            <a:custGeom>
              <a:avLst/>
              <a:gdLst/>
              <a:ahLst/>
              <a:cxnLst/>
              <a:rect l="l" t="t" r="r" b="b"/>
              <a:pathLst>
                <a:path w="2221865" h="1021714">
                  <a:moveTo>
                    <a:pt x="1205849" y="1021499"/>
                  </a:moveTo>
                  <a:lnTo>
                    <a:pt x="0" y="1021499"/>
                  </a:lnTo>
                  <a:lnTo>
                    <a:pt x="1015943" y="0"/>
                  </a:lnTo>
                  <a:lnTo>
                    <a:pt x="2221792" y="0"/>
                  </a:lnTo>
                  <a:lnTo>
                    <a:pt x="1205849" y="102149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393270" y="1280629"/>
              <a:ext cx="1268095" cy="1391920"/>
            </a:xfrm>
            <a:custGeom>
              <a:avLst/>
              <a:gdLst/>
              <a:ahLst/>
              <a:cxnLst/>
              <a:rect l="l" t="t" r="r" b="b"/>
              <a:pathLst>
                <a:path w="1268095" h="1391920">
                  <a:moveTo>
                    <a:pt x="1267481" y="1391906"/>
                  </a:moveTo>
                  <a:lnTo>
                    <a:pt x="0" y="1391906"/>
                  </a:lnTo>
                  <a:lnTo>
                    <a:pt x="0" y="0"/>
                  </a:lnTo>
                  <a:lnTo>
                    <a:pt x="1267481" y="0"/>
                  </a:lnTo>
                  <a:lnTo>
                    <a:pt x="1267481" y="1391906"/>
                  </a:lnTo>
                  <a:close/>
                </a:path>
              </a:pathLst>
            </a:custGeom>
            <a:solidFill>
              <a:srgbClr val="ED9D9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660752" y="858135"/>
              <a:ext cx="422909" cy="1814830"/>
            </a:xfrm>
            <a:custGeom>
              <a:avLst/>
              <a:gdLst/>
              <a:ahLst/>
              <a:cxnLst/>
              <a:rect l="l" t="t" r="r" b="b"/>
              <a:pathLst>
                <a:path w="422910" h="1814830">
                  <a:moveTo>
                    <a:pt x="0" y="1814399"/>
                  </a:moveTo>
                  <a:lnTo>
                    <a:pt x="0" y="422493"/>
                  </a:lnTo>
                  <a:lnTo>
                    <a:pt x="422493" y="0"/>
                  </a:lnTo>
                  <a:lnTo>
                    <a:pt x="422493" y="1391906"/>
                  </a:lnTo>
                  <a:lnTo>
                    <a:pt x="0" y="1814399"/>
                  </a:lnTo>
                  <a:close/>
                </a:path>
              </a:pathLst>
            </a:custGeom>
            <a:solidFill>
              <a:srgbClr val="BD7D7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393270" y="858135"/>
              <a:ext cx="1690370" cy="422909"/>
            </a:xfrm>
            <a:custGeom>
              <a:avLst/>
              <a:gdLst/>
              <a:ahLst/>
              <a:cxnLst/>
              <a:rect l="l" t="t" r="r" b="b"/>
              <a:pathLst>
                <a:path w="1690370" h="422909">
                  <a:moveTo>
                    <a:pt x="1267481" y="422493"/>
                  </a:moveTo>
                  <a:lnTo>
                    <a:pt x="0" y="422493"/>
                  </a:lnTo>
                  <a:lnTo>
                    <a:pt x="422493" y="0"/>
                  </a:lnTo>
                  <a:lnTo>
                    <a:pt x="1689975" y="0"/>
                  </a:lnTo>
                  <a:lnTo>
                    <a:pt x="1267481" y="422493"/>
                  </a:lnTo>
                  <a:close/>
                </a:path>
              </a:pathLst>
            </a:custGeom>
            <a:solidFill>
              <a:srgbClr val="F0B0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393270" y="858135"/>
              <a:ext cx="1690370" cy="1814830"/>
            </a:xfrm>
            <a:custGeom>
              <a:avLst/>
              <a:gdLst/>
              <a:ahLst/>
              <a:cxnLst/>
              <a:rect l="l" t="t" r="r" b="b"/>
              <a:pathLst>
                <a:path w="1690370" h="1814830">
                  <a:moveTo>
                    <a:pt x="0" y="422493"/>
                  </a:moveTo>
                  <a:lnTo>
                    <a:pt x="422493" y="0"/>
                  </a:lnTo>
                  <a:lnTo>
                    <a:pt x="1689975" y="0"/>
                  </a:lnTo>
                  <a:lnTo>
                    <a:pt x="1689975" y="1391906"/>
                  </a:lnTo>
                  <a:lnTo>
                    <a:pt x="1267481" y="1814399"/>
                  </a:lnTo>
                  <a:lnTo>
                    <a:pt x="0" y="1814399"/>
                  </a:lnTo>
                  <a:lnTo>
                    <a:pt x="0" y="422493"/>
                  </a:lnTo>
                  <a:close/>
                </a:path>
                <a:path w="1690370" h="1814830">
                  <a:moveTo>
                    <a:pt x="0" y="422493"/>
                  </a:moveTo>
                  <a:lnTo>
                    <a:pt x="1267481" y="422493"/>
                  </a:lnTo>
                  <a:lnTo>
                    <a:pt x="1689975" y="0"/>
                  </a:lnTo>
                </a:path>
                <a:path w="1690370" h="1814830">
                  <a:moveTo>
                    <a:pt x="1267481" y="422493"/>
                  </a:moveTo>
                  <a:lnTo>
                    <a:pt x="1267481" y="1814399"/>
                  </a:lnTo>
                </a:path>
              </a:pathLst>
            </a:custGeom>
            <a:ln w="19049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443920" y="2383191"/>
              <a:ext cx="1154430" cy="226060"/>
            </a:xfrm>
            <a:custGeom>
              <a:avLst/>
              <a:gdLst/>
              <a:ahLst/>
              <a:cxnLst/>
              <a:rect l="l" t="t" r="r" b="b"/>
              <a:pathLst>
                <a:path w="1154430" h="226060">
                  <a:moveTo>
                    <a:pt x="1116682" y="225899"/>
                  </a:moveTo>
                  <a:lnTo>
                    <a:pt x="37650" y="225899"/>
                  </a:lnTo>
                  <a:lnTo>
                    <a:pt x="22995" y="222941"/>
                  </a:lnTo>
                  <a:lnTo>
                    <a:pt x="11027" y="214872"/>
                  </a:lnTo>
                  <a:lnTo>
                    <a:pt x="2958" y="202904"/>
                  </a:lnTo>
                  <a:lnTo>
                    <a:pt x="0" y="188249"/>
                  </a:lnTo>
                  <a:lnTo>
                    <a:pt x="0" y="37650"/>
                  </a:lnTo>
                  <a:lnTo>
                    <a:pt x="2908" y="23242"/>
                  </a:lnTo>
                  <a:lnTo>
                    <a:pt x="2958" y="22995"/>
                  </a:lnTo>
                  <a:lnTo>
                    <a:pt x="11027" y="11027"/>
                  </a:lnTo>
                  <a:lnTo>
                    <a:pt x="23133" y="2865"/>
                  </a:lnTo>
                  <a:lnTo>
                    <a:pt x="23455" y="2865"/>
                  </a:lnTo>
                  <a:lnTo>
                    <a:pt x="37650" y="0"/>
                  </a:lnTo>
                  <a:lnTo>
                    <a:pt x="1116682" y="0"/>
                  </a:lnTo>
                  <a:lnTo>
                    <a:pt x="1124061" y="730"/>
                  </a:lnTo>
                  <a:lnTo>
                    <a:pt x="1153602" y="30271"/>
                  </a:lnTo>
                  <a:lnTo>
                    <a:pt x="1154332" y="37650"/>
                  </a:lnTo>
                  <a:lnTo>
                    <a:pt x="1154332" y="188249"/>
                  </a:lnTo>
                  <a:lnTo>
                    <a:pt x="1151373" y="202904"/>
                  </a:lnTo>
                  <a:lnTo>
                    <a:pt x="1143305" y="214872"/>
                  </a:lnTo>
                  <a:lnTo>
                    <a:pt x="1131337" y="222941"/>
                  </a:lnTo>
                  <a:lnTo>
                    <a:pt x="1116682" y="225899"/>
                  </a:lnTo>
                  <a:close/>
                </a:path>
              </a:pathLst>
            </a:custGeom>
            <a:solidFill>
              <a:srgbClr val="D844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443920" y="2383191"/>
              <a:ext cx="1154430" cy="226060"/>
            </a:xfrm>
            <a:custGeom>
              <a:avLst/>
              <a:gdLst/>
              <a:ahLst/>
              <a:cxnLst/>
              <a:rect l="l" t="t" r="r" b="b"/>
              <a:pathLst>
                <a:path w="1154430" h="226060">
                  <a:moveTo>
                    <a:pt x="0" y="37650"/>
                  </a:moveTo>
                  <a:lnTo>
                    <a:pt x="2958" y="22995"/>
                  </a:lnTo>
                  <a:lnTo>
                    <a:pt x="11027" y="11027"/>
                  </a:lnTo>
                  <a:lnTo>
                    <a:pt x="22995" y="2958"/>
                  </a:lnTo>
                  <a:lnTo>
                    <a:pt x="37650" y="0"/>
                  </a:lnTo>
                  <a:lnTo>
                    <a:pt x="1116682" y="0"/>
                  </a:lnTo>
                  <a:lnTo>
                    <a:pt x="1151466" y="23242"/>
                  </a:lnTo>
                  <a:lnTo>
                    <a:pt x="1154332" y="37650"/>
                  </a:lnTo>
                  <a:lnTo>
                    <a:pt x="1154332" y="188249"/>
                  </a:lnTo>
                  <a:lnTo>
                    <a:pt x="1151373" y="202904"/>
                  </a:lnTo>
                  <a:lnTo>
                    <a:pt x="1143305" y="214872"/>
                  </a:lnTo>
                  <a:lnTo>
                    <a:pt x="1131337" y="222941"/>
                  </a:lnTo>
                  <a:lnTo>
                    <a:pt x="1116682" y="225899"/>
                  </a:lnTo>
                  <a:lnTo>
                    <a:pt x="37650" y="225899"/>
                  </a:lnTo>
                  <a:lnTo>
                    <a:pt x="22995" y="222941"/>
                  </a:lnTo>
                  <a:lnTo>
                    <a:pt x="11027" y="214872"/>
                  </a:lnTo>
                  <a:lnTo>
                    <a:pt x="2958" y="202904"/>
                  </a:lnTo>
                  <a:lnTo>
                    <a:pt x="0" y="188249"/>
                  </a:lnTo>
                  <a:lnTo>
                    <a:pt x="0" y="37650"/>
                  </a:lnTo>
                  <a:close/>
                </a:path>
              </a:pathLst>
            </a:custGeom>
            <a:ln w="19049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443920" y="2134659"/>
              <a:ext cx="1154430" cy="204470"/>
            </a:xfrm>
            <a:custGeom>
              <a:avLst/>
              <a:gdLst/>
              <a:ahLst/>
              <a:cxnLst/>
              <a:rect l="l" t="t" r="r" b="b"/>
              <a:pathLst>
                <a:path w="1154430" h="204469">
                  <a:moveTo>
                    <a:pt x="1120319" y="204074"/>
                  </a:moveTo>
                  <a:lnTo>
                    <a:pt x="34013" y="204074"/>
                  </a:lnTo>
                  <a:lnTo>
                    <a:pt x="20773" y="201402"/>
                  </a:lnTo>
                  <a:lnTo>
                    <a:pt x="9962" y="194112"/>
                  </a:lnTo>
                  <a:lnTo>
                    <a:pt x="2672" y="183301"/>
                  </a:lnTo>
                  <a:lnTo>
                    <a:pt x="0" y="170061"/>
                  </a:lnTo>
                  <a:lnTo>
                    <a:pt x="0" y="34012"/>
                  </a:lnTo>
                  <a:lnTo>
                    <a:pt x="2672" y="20773"/>
                  </a:lnTo>
                  <a:lnTo>
                    <a:pt x="9962" y="9962"/>
                  </a:lnTo>
                  <a:lnTo>
                    <a:pt x="20773" y="2672"/>
                  </a:lnTo>
                  <a:lnTo>
                    <a:pt x="34013" y="0"/>
                  </a:lnTo>
                  <a:lnTo>
                    <a:pt x="1120319" y="0"/>
                  </a:lnTo>
                  <a:lnTo>
                    <a:pt x="1153673" y="27346"/>
                  </a:lnTo>
                  <a:lnTo>
                    <a:pt x="1154332" y="34012"/>
                  </a:lnTo>
                  <a:lnTo>
                    <a:pt x="1154332" y="170061"/>
                  </a:lnTo>
                  <a:lnTo>
                    <a:pt x="1151659" y="183301"/>
                  </a:lnTo>
                  <a:lnTo>
                    <a:pt x="1144370" y="194112"/>
                  </a:lnTo>
                  <a:lnTo>
                    <a:pt x="1133558" y="201402"/>
                  </a:lnTo>
                  <a:lnTo>
                    <a:pt x="1120319" y="204074"/>
                  </a:lnTo>
                  <a:close/>
                </a:path>
              </a:pathLst>
            </a:custGeom>
            <a:solidFill>
              <a:srgbClr val="F4B4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443920" y="2134659"/>
              <a:ext cx="1154430" cy="204470"/>
            </a:xfrm>
            <a:custGeom>
              <a:avLst/>
              <a:gdLst/>
              <a:ahLst/>
              <a:cxnLst/>
              <a:rect l="l" t="t" r="r" b="b"/>
              <a:pathLst>
                <a:path w="1154430" h="204469">
                  <a:moveTo>
                    <a:pt x="0" y="34012"/>
                  </a:moveTo>
                  <a:lnTo>
                    <a:pt x="2672" y="20773"/>
                  </a:lnTo>
                  <a:lnTo>
                    <a:pt x="9962" y="9962"/>
                  </a:lnTo>
                  <a:lnTo>
                    <a:pt x="20773" y="2672"/>
                  </a:lnTo>
                  <a:lnTo>
                    <a:pt x="34013" y="0"/>
                  </a:lnTo>
                  <a:lnTo>
                    <a:pt x="1120319" y="0"/>
                  </a:lnTo>
                  <a:lnTo>
                    <a:pt x="1153673" y="27346"/>
                  </a:lnTo>
                  <a:lnTo>
                    <a:pt x="1154332" y="34012"/>
                  </a:lnTo>
                  <a:lnTo>
                    <a:pt x="1154332" y="170061"/>
                  </a:lnTo>
                  <a:lnTo>
                    <a:pt x="1151659" y="183301"/>
                  </a:lnTo>
                  <a:lnTo>
                    <a:pt x="1144370" y="194112"/>
                  </a:lnTo>
                  <a:lnTo>
                    <a:pt x="1133558" y="201402"/>
                  </a:lnTo>
                  <a:lnTo>
                    <a:pt x="1120319" y="204074"/>
                  </a:lnTo>
                  <a:lnTo>
                    <a:pt x="34013" y="204074"/>
                  </a:lnTo>
                  <a:lnTo>
                    <a:pt x="20773" y="201402"/>
                  </a:lnTo>
                  <a:lnTo>
                    <a:pt x="9962" y="194112"/>
                  </a:lnTo>
                  <a:lnTo>
                    <a:pt x="2672" y="183301"/>
                  </a:lnTo>
                  <a:lnTo>
                    <a:pt x="0" y="170061"/>
                  </a:lnTo>
                  <a:lnTo>
                    <a:pt x="0" y="34012"/>
                  </a:lnTo>
                  <a:close/>
                </a:path>
              </a:pathLst>
            </a:custGeom>
            <a:ln w="19049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 descr=""/>
          <p:cNvSpPr txBox="1"/>
          <p:nvPr/>
        </p:nvSpPr>
        <p:spPr>
          <a:xfrm>
            <a:off x="735143" y="2066026"/>
            <a:ext cx="584835" cy="544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 indent="130810">
              <a:lnSpc>
                <a:spcPct val="121600"/>
              </a:lnSpc>
              <a:spcBef>
                <a:spcPts val="100"/>
              </a:spcBef>
            </a:pPr>
            <a:r>
              <a:rPr dirty="0" sz="1400" spc="-20" b="1">
                <a:solidFill>
                  <a:srgbClr val="FFFFFF"/>
                </a:solidFill>
                <a:latin typeface="Open Sans"/>
                <a:cs typeface="Open Sans"/>
              </a:rPr>
              <a:t>libs </a:t>
            </a:r>
            <a:r>
              <a:rPr dirty="0" sz="1400" spc="-10" b="1">
                <a:solidFill>
                  <a:srgbClr val="FFFFFF"/>
                </a:solidFill>
                <a:latin typeface="Open Sans"/>
                <a:cs typeface="Open Sans"/>
              </a:rPr>
              <a:t>kernel</a:t>
            </a:r>
            <a:endParaRPr sz="1400">
              <a:latin typeface="Open Sans"/>
              <a:cs typeface="Open Sans"/>
            </a:endParaRPr>
          </a:p>
        </p:txBody>
      </p:sp>
      <p:grpSp>
        <p:nvGrpSpPr>
          <p:cNvPr id="65" name="object 65" descr=""/>
          <p:cNvGrpSpPr/>
          <p:nvPr/>
        </p:nvGrpSpPr>
        <p:grpSpPr>
          <a:xfrm>
            <a:off x="434395" y="1350407"/>
            <a:ext cx="1173480" cy="752475"/>
            <a:chOff x="434395" y="1350407"/>
            <a:chExt cx="1173480" cy="752475"/>
          </a:xfrm>
        </p:grpSpPr>
        <p:sp>
          <p:nvSpPr>
            <p:cNvPr id="66" name="object 66" descr=""/>
            <p:cNvSpPr/>
            <p:nvPr/>
          </p:nvSpPr>
          <p:spPr>
            <a:xfrm>
              <a:off x="1046004" y="1746730"/>
              <a:ext cx="552450" cy="346075"/>
            </a:xfrm>
            <a:custGeom>
              <a:avLst/>
              <a:gdLst/>
              <a:ahLst/>
              <a:cxnLst/>
              <a:rect l="l" t="t" r="r" b="b"/>
              <a:pathLst>
                <a:path w="552450" h="346075">
                  <a:moveTo>
                    <a:pt x="494395" y="346049"/>
                  </a:moveTo>
                  <a:lnTo>
                    <a:pt x="57676" y="346049"/>
                  </a:lnTo>
                  <a:lnTo>
                    <a:pt x="35225" y="341517"/>
                  </a:lnTo>
                  <a:lnTo>
                    <a:pt x="16892" y="329157"/>
                  </a:lnTo>
                  <a:lnTo>
                    <a:pt x="4532" y="310823"/>
                  </a:lnTo>
                  <a:lnTo>
                    <a:pt x="0" y="288373"/>
                  </a:lnTo>
                  <a:lnTo>
                    <a:pt x="0" y="57676"/>
                  </a:lnTo>
                  <a:lnTo>
                    <a:pt x="4532" y="35225"/>
                  </a:lnTo>
                  <a:lnTo>
                    <a:pt x="16892" y="16892"/>
                  </a:lnTo>
                  <a:lnTo>
                    <a:pt x="35225" y="4532"/>
                  </a:lnTo>
                  <a:lnTo>
                    <a:pt x="57676" y="0"/>
                  </a:lnTo>
                  <a:lnTo>
                    <a:pt x="494395" y="0"/>
                  </a:lnTo>
                  <a:lnTo>
                    <a:pt x="535179" y="16892"/>
                  </a:lnTo>
                  <a:lnTo>
                    <a:pt x="552072" y="57676"/>
                  </a:lnTo>
                  <a:lnTo>
                    <a:pt x="552072" y="288373"/>
                  </a:lnTo>
                  <a:lnTo>
                    <a:pt x="547539" y="310823"/>
                  </a:lnTo>
                  <a:lnTo>
                    <a:pt x="535179" y="329157"/>
                  </a:lnTo>
                  <a:lnTo>
                    <a:pt x="516846" y="341517"/>
                  </a:lnTo>
                  <a:lnTo>
                    <a:pt x="494395" y="346049"/>
                  </a:lnTo>
                  <a:close/>
                </a:path>
              </a:pathLst>
            </a:custGeom>
            <a:solidFill>
              <a:srgbClr val="76A7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1046004" y="1746730"/>
              <a:ext cx="552450" cy="346075"/>
            </a:xfrm>
            <a:custGeom>
              <a:avLst/>
              <a:gdLst/>
              <a:ahLst/>
              <a:cxnLst/>
              <a:rect l="l" t="t" r="r" b="b"/>
              <a:pathLst>
                <a:path w="552450" h="346075">
                  <a:moveTo>
                    <a:pt x="0" y="57676"/>
                  </a:moveTo>
                  <a:lnTo>
                    <a:pt x="4532" y="35225"/>
                  </a:lnTo>
                  <a:lnTo>
                    <a:pt x="16892" y="16892"/>
                  </a:lnTo>
                  <a:lnTo>
                    <a:pt x="35225" y="4532"/>
                  </a:lnTo>
                  <a:lnTo>
                    <a:pt x="57676" y="0"/>
                  </a:lnTo>
                  <a:lnTo>
                    <a:pt x="494395" y="0"/>
                  </a:lnTo>
                  <a:lnTo>
                    <a:pt x="535179" y="16892"/>
                  </a:lnTo>
                  <a:lnTo>
                    <a:pt x="552072" y="57676"/>
                  </a:lnTo>
                  <a:lnTo>
                    <a:pt x="552072" y="288373"/>
                  </a:lnTo>
                  <a:lnTo>
                    <a:pt x="547539" y="310823"/>
                  </a:lnTo>
                  <a:lnTo>
                    <a:pt x="535179" y="329157"/>
                  </a:lnTo>
                  <a:lnTo>
                    <a:pt x="516846" y="341517"/>
                  </a:lnTo>
                  <a:lnTo>
                    <a:pt x="494395" y="346049"/>
                  </a:lnTo>
                  <a:lnTo>
                    <a:pt x="57676" y="346049"/>
                  </a:lnTo>
                  <a:lnTo>
                    <a:pt x="35225" y="341517"/>
                  </a:lnTo>
                  <a:lnTo>
                    <a:pt x="16892" y="329157"/>
                  </a:lnTo>
                  <a:lnTo>
                    <a:pt x="4532" y="310823"/>
                  </a:lnTo>
                  <a:lnTo>
                    <a:pt x="0" y="288373"/>
                  </a:lnTo>
                  <a:lnTo>
                    <a:pt x="0" y="57676"/>
                  </a:lnTo>
                  <a:close/>
                </a:path>
              </a:pathLst>
            </a:custGeom>
            <a:ln w="19049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443920" y="1359932"/>
              <a:ext cx="552450" cy="346075"/>
            </a:xfrm>
            <a:custGeom>
              <a:avLst/>
              <a:gdLst/>
              <a:ahLst/>
              <a:cxnLst/>
              <a:rect l="l" t="t" r="r" b="b"/>
              <a:pathLst>
                <a:path w="552450" h="346075">
                  <a:moveTo>
                    <a:pt x="494395" y="346049"/>
                  </a:moveTo>
                  <a:lnTo>
                    <a:pt x="57676" y="346049"/>
                  </a:lnTo>
                  <a:lnTo>
                    <a:pt x="35226" y="341517"/>
                  </a:lnTo>
                  <a:lnTo>
                    <a:pt x="16892" y="329157"/>
                  </a:lnTo>
                  <a:lnTo>
                    <a:pt x="4532" y="310823"/>
                  </a:lnTo>
                  <a:lnTo>
                    <a:pt x="0" y="288373"/>
                  </a:lnTo>
                  <a:lnTo>
                    <a:pt x="0" y="57676"/>
                  </a:lnTo>
                  <a:lnTo>
                    <a:pt x="4532" y="35226"/>
                  </a:lnTo>
                  <a:lnTo>
                    <a:pt x="16892" y="16892"/>
                  </a:lnTo>
                  <a:lnTo>
                    <a:pt x="35226" y="4532"/>
                  </a:lnTo>
                  <a:lnTo>
                    <a:pt x="57676" y="0"/>
                  </a:lnTo>
                  <a:lnTo>
                    <a:pt x="494395" y="0"/>
                  </a:lnTo>
                  <a:lnTo>
                    <a:pt x="535179" y="16892"/>
                  </a:lnTo>
                  <a:lnTo>
                    <a:pt x="552072" y="57676"/>
                  </a:lnTo>
                  <a:lnTo>
                    <a:pt x="552072" y="288373"/>
                  </a:lnTo>
                  <a:lnTo>
                    <a:pt x="547539" y="310823"/>
                  </a:lnTo>
                  <a:lnTo>
                    <a:pt x="535179" y="329157"/>
                  </a:lnTo>
                  <a:lnTo>
                    <a:pt x="516846" y="341517"/>
                  </a:lnTo>
                  <a:lnTo>
                    <a:pt x="494395" y="346049"/>
                  </a:lnTo>
                  <a:close/>
                </a:path>
              </a:pathLst>
            </a:custGeom>
            <a:solidFill>
              <a:srgbClr val="E473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443920" y="1359932"/>
              <a:ext cx="552450" cy="346075"/>
            </a:xfrm>
            <a:custGeom>
              <a:avLst/>
              <a:gdLst/>
              <a:ahLst/>
              <a:cxnLst/>
              <a:rect l="l" t="t" r="r" b="b"/>
              <a:pathLst>
                <a:path w="552450" h="346075">
                  <a:moveTo>
                    <a:pt x="0" y="57676"/>
                  </a:moveTo>
                  <a:lnTo>
                    <a:pt x="4532" y="35226"/>
                  </a:lnTo>
                  <a:lnTo>
                    <a:pt x="16892" y="16892"/>
                  </a:lnTo>
                  <a:lnTo>
                    <a:pt x="35226" y="4532"/>
                  </a:lnTo>
                  <a:lnTo>
                    <a:pt x="57676" y="0"/>
                  </a:lnTo>
                  <a:lnTo>
                    <a:pt x="494395" y="0"/>
                  </a:lnTo>
                  <a:lnTo>
                    <a:pt x="535179" y="16892"/>
                  </a:lnTo>
                  <a:lnTo>
                    <a:pt x="552072" y="57676"/>
                  </a:lnTo>
                  <a:lnTo>
                    <a:pt x="552072" y="288373"/>
                  </a:lnTo>
                  <a:lnTo>
                    <a:pt x="547539" y="310823"/>
                  </a:lnTo>
                  <a:lnTo>
                    <a:pt x="535179" y="329157"/>
                  </a:lnTo>
                  <a:lnTo>
                    <a:pt x="516846" y="341517"/>
                  </a:lnTo>
                  <a:lnTo>
                    <a:pt x="494395" y="346049"/>
                  </a:lnTo>
                  <a:lnTo>
                    <a:pt x="57676" y="346049"/>
                  </a:lnTo>
                  <a:lnTo>
                    <a:pt x="35226" y="341517"/>
                  </a:lnTo>
                  <a:lnTo>
                    <a:pt x="16892" y="329157"/>
                  </a:lnTo>
                  <a:lnTo>
                    <a:pt x="4532" y="310823"/>
                  </a:lnTo>
                  <a:lnTo>
                    <a:pt x="0" y="288373"/>
                  </a:lnTo>
                  <a:lnTo>
                    <a:pt x="0" y="57676"/>
                  </a:lnTo>
                  <a:close/>
                </a:path>
              </a:pathLst>
            </a:custGeom>
            <a:ln w="19049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1046004" y="1359932"/>
              <a:ext cx="552450" cy="346075"/>
            </a:xfrm>
            <a:custGeom>
              <a:avLst/>
              <a:gdLst/>
              <a:ahLst/>
              <a:cxnLst/>
              <a:rect l="l" t="t" r="r" b="b"/>
              <a:pathLst>
                <a:path w="552450" h="346075">
                  <a:moveTo>
                    <a:pt x="494395" y="346049"/>
                  </a:moveTo>
                  <a:lnTo>
                    <a:pt x="57676" y="346049"/>
                  </a:lnTo>
                  <a:lnTo>
                    <a:pt x="35225" y="341517"/>
                  </a:lnTo>
                  <a:lnTo>
                    <a:pt x="16892" y="329157"/>
                  </a:lnTo>
                  <a:lnTo>
                    <a:pt x="4532" y="310823"/>
                  </a:lnTo>
                  <a:lnTo>
                    <a:pt x="0" y="288373"/>
                  </a:lnTo>
                  <a:lnTo>
                    <a:pt x="0" y="57676"/>
                  </a:lnTo>
                  <a:lnTo>
                    <a:pt x="4532" y="35226"/>
                  </a:lnTo>
                  <a:lnTo>
                    <a:pt x="16892" y="16892"/>
                  </a:lnTo>
                  <a:lnTo>
                    <a:pt x="35225" y="4532"/>
                  </a:lnTo>
                  <a:lnTo>
                    <a:pt x="57676" y="0"/>
                  </a:lnTo>
                  <a:lnTo>
                    <a:pt x="494395" y="0"/>
                  </a:lnTo>
                  <a:lnTo>
                    <a:pt x="535179" y="16892"/>
                  </a:lnTo>
                  <a:lnTo>
                    <a:pt x="552072" y="57676"/>
                  </a:lnTo>
                  <a:lnTo>
                    <a:pt x="552072" y="288373"/>
                  </a:lnTo>
                  <a:lnTo>
                    <a:pt x="547539" y="310823"/>
                  </a:lnTo>
                  <a:lnTo>
                    <a:pt x="535179" y="329157"/>
                  </a:lnTo>
                  <a:lnTo>
                    <a:pt x="516846" y="341517"/>
                  </a:lnTo>
                  <a:lnTo>
                    <a:pt x="494395" y="346049"/>
                  </a:lnTo>
                  <a:close/>
                </a:path>
              </a:pathLst>
            </a:custGeom>
            <a:solidFill>
              <a:srgbClr val="33B67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1046004" y="1359932"/>
              <a:ext cx="552450" cy="346075"/>
            </a:xfrm>
            <a:custGeom>
              <a:avLst/>
              <a:gdLst/>
              <a:ahLst/>
              <a:cxnLst/>
              <a:rect l="l" t="t" r="r" b="b"/>
              <a:pathLst>
                <a:path w="552450" h="346075">
                  <a:moveTo>
                    <a:pt x="0" y="57676"/>
                  </a:moveTo>
                  <a:lnTo>
                    <a:pt x="4532" y="35226"/>
                  </a:lnTo>
                  <a:lnTo>
                    <a:pt x="16892" y="16892"/>
                  </a:lnTo>
                  <a:lnTo>
                    <a:pt x="35225" y="4532"/>
                  </a:lnTo>
                  <a:lnTo>
                    <a:pt x="57676" y="0"/>
                  </a:lnTo>
                  <a:lnTo>
                    <a:pt x="494395" y="0"/>
                  </a:lnTo>
                  <a:lnTo>
                    <a:pt x="535179" y="16892"/>
                  </a:lnTo>
                  <a:lnTo>
                    <a:pt x="552072" y="57676"/>
                  </a:lnTo>
                  <a:lnTo>
                    <a:pt x="552072" y="288373"/>
                  </a:lnTo>
                  <a:lnTo>
                    <a:pt x="547539" y="310823"/>
                  </a:lnTo>
                  <a:lnTo>
                    <a:pt x="535179" y="329157"/>
                  </a:lnTo>
                  <a:lnTo>
                    <a:pt x="516846" y="341517"/>
                  </a:lnTo>
                  <a:lnTo>
                    <a:pt x="494395" y="346049"/>
                  </a:lnTo>
                  <a:lnTo>
                    <a:pt x="57676" y="346049"/>
                  </a:lnTo>
                  <a:lnTo>
                    <a:pt x="35225" y="341517"/>
                  </a:lnTo>
                  <a:lnTo>
                    <a:pt x="16892" y="329157"/>
                  </a:lnTo>
                  <a:lnTo>
                    <a:pt x="4532" y="310823"/>
                  </a:lnTo>
                  <a:lnTo>
                    <a:pt x="0" y="288373"/>
                  </a:lnTo>
                  <a:lnTo>
                    <a:pt x="0" y="57676"/>
                  </a:lnTo>
                  <a:close/>
                </a:path>
              </a:pathLst>
            </a:custGeom>
            <a:ln w="19049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443920" y="1746730"/>
              <a:ext cx="552450" cy="346075"/>
            </a:xfrm>
            <a:custGeom>
              <a:avLst/>
              <a:gdLst/>
              <a:ahLst/>
              <a:cxnLst/>
              <a:rect l="l" t="t" r="r" b="b"/>
              <a:pathLst>
                <a:path w="552450" h="346075">
                  <a:moveTo>
                    <a:pt x="494395" y="346049"/>
                  </a:moveTo>
                  <a:lnTo>
                    <a:pt x="57676" y="346049"/>
                  </a:lnTo>
                  <a:lnTo>
                    <a:pt x="35226" y="341517"/>
                  </a:lnTo>
                  <a:lnTo>
                    <a:pt x="16892" y="329157"/>
                  </a:lnTo>
                  <a:lnTo>
                    <a:pt x="4532" y="310823"/>
                  </a:lnTo>
                  <a:lnTo>
                    <a:pt x="0" y="288373"/>
                  </a:lnTo>
                  <a:lnTo>
                    <a:pt x="0" y="57676"/>
                  </a:lnTo>
                  <a:lnTo>
                    <a:pt x="4532" y="35225"/>
                  </a:lnTo>
                  <a:lnTo>
                    <a:pt x="16892" y="16892"/>
                  </a:lnTo>
                  <a:lnTo>
                    <a:pt x="35226" y="4532"/>
                  </a:lnTo>
                  <a:lnTo>
                    <a:pt x="57676" y="0"/>
                  </a:lnTo>
                  <a:lnTo>
                    <a:pt x="494395" y="0"/>
                  </a:lnTo>
                  <a:lnTo>
                    <a:pt x="535179" y="16892"/>
                  </a:lnTo>
                  <a:lnTo>
                    <a:pt x="552072" y="57676"/>
                  </a:lnTo>
                  <a:lnTo>
                    <a:pt x="552072" y="288373"/>
                  </a:lnTo>
                  <a:lnTo>
                    <a:pt x="547539" y="310823"/>
                  </a:lnTo>
                  <a:lnTo>
                    <a:pt x="535179" y="329157"/>
                  </a:lnTo>
                  <a:lnTo>
                    <a:pt x="516846" y="341517"/>
                  </a:lnTo>
                  <a:lnTo>
                    <a:pt x="494395" y="346049"/>
                  </a:lnTo>
                  <a:close/>
                </a:path>
              </a:pathLst>
            </a:custGeom>
            <a:solidFill>
              <a:srgbClr val="FACB4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443920" y="1746730"/>
              <a:ext cx="552450" cy="346075"/>
            </a:xfrm>
            <a:custGeom>
              <a:avLst/>
              <a:gdLst/>
              <a:ahLst/>
              <a:cxnLst/>
              <a:rect l="l" t="t" r="r" b="b"/>
              <a:pathLst>
                <a:path w="552450" h="346075">
                  <a:moveTo>
                    <a:pt x="0" y="57676"/>
                  </a:moveTo>
                  <a:lnTo>
                    <a:pt x="4532" y="35225"/>
                  </a:lnTo>
                  <a:lnTo>
                    <a:pt x="16892" y="16892"/>
                  </a:lnTo>
                  <a:lnTo>
                    <a:pt x="35226" y="4532"/>
                  </a:lnTo>
                  <a:lnTo>
                    <a:pt x="57676" y="0"/>
                  </a:lnTo>
                  <a:lnTo>
                    <a:pt x="494395" y="0"/>
                  </a:lnTo>
                  <a:lnTo>
                    <a:pt x="535179" y="16892"/>
                  </a:lnTo>
                  <a:lnTo>
                    <a:pt x="552072" y="57676"/>
                  </a:lnTo>
                  <a:lnTo>
                    <a:pt x="552072" y="288373"/>
                  </a:lnTo>
                  <a:lnTo>
                    <a:pt x="547539" y="310823"/>
                  </a:lnTo>
                  <a:lnTo>
                    <a:pt x="535179" y="329157"/>
                  </a:lnTo>
                  <a:lnTo>
                    <a:pt x="516846" y="341517"/>
                  </a:lnTo>
                  <a:lnTo>
                    <a:pt x="494395" y="346049"/>
                  </a:lnTo>
                  <a:lnTo>
                    <a:pt x="57676" y="346049"/>
                  </a:lnTo>
                  <a:lnTo>
                    <a:pt x="35226" y="341517"/>
                  </a:lnTo>
                  <a:lnTo>
                    <a:pt x="16892" y="329157"/>
                  </a:lnTo>
                  <a:lnTo>
                    <a:pt x="4532" y="310823"/>
                  </a:lnTo>
                  <a:lnTo>
                    <a:pt x="0" y="288373"/>
                  </a:lnTo>
                  <a:lnTo>
                    <a:pt x="0" y="57676"/>
                  </a:lnTo>
                  <a:close/>
                </a:path>
              </a:pathLst>
            </a:custGeom>
            <a:ln w="19049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4" name="object 74" descr=""/>
          <p:cNvSpPr txBox="1"/>
          <p:nvPr/>
        </p:nvSpPr>
        <p:spPr>
          <a:xfrm>
            <a:off x="553839" y="1408371"/>
            <a:ext cx="946785" cy="626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601980" algn="l"/>
              </a:tabLst>
            </a:pPr>
            <a:r>
              <a:rPr dirty="0" sz="1400" spc="-25" b="1">
                <a:solidFill>
                  <a:srgbClr val="FFFFFF"/>
                </a:solidFill>
                <a:latin typeface="Open Sans"/>
                <a:cs typeface="Open Sans"/>
              </a:rPr>
              <a:t>app</a:t>
            </a:r>
            <a:r>
              <a:rPr dirty="0" sz="1400" b="1">
                <a:solidFill>
                  <a:srgbClr val="FFFFFF"/>
                </a:solidFill>
                <a:latin typeface="Open Sans"/>
                <a:cs typeface="Open Sans"/>
              </a:rPr>
              <a:t>	</a:t>
            </a:r>
            <a:r>
              <a:rPr dirty="0" sz="1400" spc="-25" b="1">
                <a:solidFill>
                  <a:srgbClr val="FFFFFF"/>
                </a:solidFill>
                <a:latin typeface="Open Sans"/>
                <a:cs typeface="Open Sans"/>
              </a:rPr>
              <a:t>app</a:t>
            </a:r>
            <a:endParaRPr sz="1400">
              <a:latin typeface="Open Sans"/>
              <a:cs typeface="Open Sans"/>
            </a:endParaRPr>
          </a:p>
          <a:p>
            <a:pPr>
              <a:lnSpc>
                <a:spcPct val="100000"/>
              </a:lnSpc>
              <a:spcBef>
                <a:spcPts val="1365"/>
              </a:spcBef>
              <a:tabLst>
                <a:tab pos="601980" algn="l"/>
              </a:tabLst>
            </a:pPr>
            <a:r>
              <a:rPr dirty="0" sz="1400" spc="-25" b="1">
                <a:solidFill>
                  <a:srgbClr val="FFFFFF"/>
                </a:solidFill>
                <a:latin typeface="Open Sans"/>
                <a:cs typeface="Open Sans"/>
              </a:rPr>
              <a:t>app</a:t>
            </a:r>
            <a:r>
              <a:rPr dirty="0" sz="1400" b="1">
                <a:solidFill>
                  <a:srgbClr val="FFFFFF"/>
                </a:solidFill>
                <a:latin typeface="Open Sans"/>
                <a:cs typeface="Open Sans"/>
              </a:rPr>
              <a:t>	</a:t>
            </a:r>
            <a:r>
              <a:rPr dirty="0" sz="1400" spc="-25" b="1">
                <a:solidFill>
                  <a:srgbClr val="FFFFFF"/>
                </a:solidFill>
                <a:latin typeface="Open Sans"/>
                <a:cs typeface="Open Sans"/>
              </a:rPr>
              <a:t>app</a:t>
            </a:r>
            <a:endParaRPr sz="1400">
              <a:latin typeface="Open Sans"/>
              <a:cs typeface="Open Sans"/>
            </a:endParaRPr>
          </a:p>
        </p:txBody>
      </p:sp>
      <p:sp>
        <p:nvSpPr>
          <p:cNvPr id="78" name="object 7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75" name="object 75" descr=""/>
          <p:cNvSpPr txBox="1"/>
          <p:nvPr/>
        </p:nvSpPr>
        <p:spPr>
          <a:xfrm>
            <a:off x="3369050" y="2790605"/>
            <a:ext cx="153797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latin typeface="Arial"/>
                <a:cs typeface="Arial"/>
              </a:rPr>
              <a:t>Virtual</a:t>
            </a:r>
            <a:r>
              <a:rPr dirty="0" sz="1500" spc="-35" b="1">
                <a:latin typeface="Arial"/>
                <a:cs typeface="Arial"/>
              </a:rPr>
              <a:t> </a:t>
            </a:r>
            <a:r>
              <a:rPr dirty="0" sz="1500" spc="-10" b="1">
                <a:latin typeface="Arial"/>
                <a:cs typeface="Arial"/>
              </a:rPr>
              <a:t>Machines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76" name="object 76" descr=""/>
          <p:cNvSpPr txBox="1"/>
          <p:nvPr/>
        </p:nvSpPr>
        <p:spPr>
          <a:xfrm>
            <a:off x="6476941" y="2790605"/>
            <a:ext cx="1020444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latin typeface="Arial"/>
                <a:cs typeface="Arial"/>
              </a:rPr>
              <a:t>Containers</a:t>
            </a:r>
            <a:endParaRPr sz="1500">
              <a:latin typeface="Arial"/>
              <a:cs typeface="Arial"/>
            </a:endParaRPr>
          </a:p>
        </p:txBody>
      </p:sp>
      <p:sp>
        <p:nvSpPr>
          <p:cNvPr id="77" name="object 77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dirty="0" spc="-35"/>
              <a:t> </a:t>
            </a:r>
            <a:r>
              <a:rPr dirty="0"/>
              <a:t>is</a:t>
            </a:r>
            <a:r>
              <a:rPr dirty="0" spc="-30"/>
              <a:t> </a:t>
            </a:r>
            <a:r>
              <a:rPr dirty="0"/>
              <a:t>a</a:t>
            </a:r>
            <a:r>
              <a:rPr dirty="0" spc="-35"/>
              <a:t> </a:t>
            </a:r>
            <a:r>
              <a:rPr dirty="0" spc="-10"/>
              <a:t>container?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89475" y="2861851"/>
            <a:ext cx="2025650" cy="968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1800" spc="-10">
                <a:latin typeface="Roboto"/>
                <a:cs typeface="Roboto"/>
              </a:rPr>
              <a:t>Lightweight </a:t>
            </a:r>
            <a:r>
              <a:rPr dirty="0" sz="1800">
                <a:latin typeface="Roboto"/>
                <a:cs typeface="Roboto"/>
              </a:rPr>
              <a:t>Hermetically</a:t>
            </a:r>
            <a:r>
              <a:rPr dirty="0" sz="1800" spc="-60">
                <a:latin typeface="Roboto"/>
                <a:cs typeface="Roboto"/>
              </a:rPr>
              <a:t> </a:t>
            </a:r>
            <a:r>
              <a:rPr dirty="0" sz="1800" spc="-10">
                <a:latin typeface="Roboto"/>
                <a:cs typeface="Roboto"/>
              </a:rPr>
              <a:t>sealed Isolated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481225" y="2861851"/>
            <a:ext cx="1772920" cy="968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1800">
                <a:latin typeface="Roboto"/>
                <a:cs typeface="Roboto"/>
              </a:rPr>
              <a:t>Easily</a:t>
            </a:r>
            <a:r>
              <a:rPr dirty="0" sz="1800" spc="-40">
                <a:latin typeface="Roboto"/>
                <a:cs typeface="Roboto"/>
              </a:rPr>
              <a:t> </a:t>
            </a:r>
            <a:r>
              <a:rPr dirty="0" sz="1800" spc="-10">
                <a:latin typeface="Roboto"/>
                <a:cs typeface="Roboto"/>
              </a:rPr>
              <a:t>deployable Introspectable Composable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37075" y="1421955"/>
            <a:ext cx="4361815" cy="949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Roboto"/>
                <a:cs typeface="Roboto"/>
              </a:rPr>
              <a:t>A</a:t>
            </a:r>
            <a:r>
              <a:rPr dirty="0" sz="1800" spc="-25">
                <a:latin typeface="Roboto"/>
                <a:cs typeface="Roboto"/>
              </a:rPr>
              <a:t> </a:t>
            </a:r>
            <a:r>
              <a:rPr dirty="0" sz="1800" spc="-10" b="1">
                <a:latin typeface="Roboto"/>
                <a:cs typeface="Roboto"/>
              </a:rPr>
              <a:t>lightweight </a:t>
            </a:r>
            <a:r>
              <a:rPr dirty="0" sz="1800">
                <a:latin typeface="Roboto"/>
                <a:cs typeface="Roboto"/>
              </a:rPr>
              <a:t>way</a:t>
            </a:r>
            <a:r>
              <a:rPr dirty="0" sz="1800" spc="-25">
                <a:latin typeface="Roboto"/>
                <a:cs typeface="Roboto"/>
              </a:rPr>
              <a:t> </a:t>
            </a:r>
            <a:r>
              <a:rPr dirty="0" sz="1800">
                <a:latin typeface="Roboto"/>
                <a:cs typeface="Roboto"/>
              </a:rPr>
              <a:t>to</a:t>
            </a:r>
            <a:r>
              <a:rPr dirty="0" sz="1800" spc="-25">
                <a:latin typeface="Roboto"/>
                <a:cs typeface="Roboto"/>
              </a:rPr>
              <a:t> </a:t>
            </a:r>
            <a:r>
              <a:rPr dirty="0" sz="1800">
                <a:latin typeface="Roboto"/>
                <a:cs typeface="Roboto"/>
              </a:rPr>
              <a:t>virtualize</a:t>
            </a:r>
            <a:r>
              <a:rPr dirty="0" sz="1800" spc="-25">
                <a:latin typeface="Roboto"/>
                <a:cs typeface="Roboto"/>
              </a:rPr>
              <a:t> </a:t>
            </a:r>
            <a:r>
              <a:rPr dirty="0" sz="1800" spc="-10">
                <a:latin typeface="Roboto"/>
                <a:cs typeface="Roboto"/>
              </a:rPr>
              <a:t>applications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795"/>
              </a:spcBef>
            </a:pP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Roboto"/>
                <a:cs typeface="Roboto"/>
              </a:rPr>
              <a:t>Linux</a:t>
            </a:r>
            <a:r>
              <a:rPr dirty="0" sz="1800" spc="-30">
                <a:latin typeface="Roboto"/>
                <a:cs typeface="Roboto"/>
              </a:rPr>
              <a:t> </a:t>
            </a:r>
            <a:r>
              <a:rPr dirty="0" sz="1800">
                <a:latin typeface="Roboto"/>
                <a:cs typeface="Roboto"/>
              </a:rPr>
              <a:t>(or</a:t>
            </a:r>
            <a:r>
              <a:rPr dirty="0" sz="1800" spc="-25">
                <a:latin typeface="Roboto"/>
                <a:cs typeface="Roboto"/>
              </a:rPr>
              <a:t> </a:t>
            </a:r>
            <a:r>
              <a:rPr dirty="0" sz="1800">
                <a:latin typeface="Roboto"/>
                <a:cs typeface="Roboto"/>
              </a:rPr>
              <a:t>Windows)</a:t>
            </a:r>
            <a:r>
              <a:rPr dirty="0" sz="1800" spc="-25">
                <a:latin typeface="Roboto"/>
                <a:cs typeface="Roboto"/>
              </a:rPr>
              <a:t> </a:t>
            </a:r>
            <a:r>
              <a:rPr dirty="0" sz="1800" spc="-10">
                <a:latin typeface="Roboto"/>
                <a:cs typeface="Roboto"/>
              </a:rPr>
              <a:t>processes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5787" y="1417633"/>
            <a:ext cx="1674249" cy="705300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6726149" y="889858"/>
            <a:ext cx="9925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666666"/>
                </a:solidFill>
                <a:latin typeface="Roboto"/>
                <a:cs typeface="Roboto"/>
              </a:rPr>
              <a:t>Docker</a:t>
            </a:r>
            <a:endParaRPr sz="2400">
              <a:latin typeface="Roboto"/>
              <a:cs typeface="Roboto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60100" y="2200800"/>
            <a:ext cx="3517199" cy="2637899"/>
          </a:xfrm>
          <a:prstGeom prst="rect">
            <a:avLst/>
          </a:prstGeom>
        </p:spPr>
      </p:pic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1324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4868374" y="2199206"/>
            <a:ext cx="4276090" cy="1743075"/>
          </a:xfrm>
          <a:prstGeom prst="rect">
            <a:avLst/>
          </a:prstGeom>
          <a:solidFill>
            <a:srgbClr val="4285F4">
              <a:alpha val="89019"/>
            </a:srgbClr>
          </a:solidFill>
        </p:spPr>
        <p:txBody>
          <a:bodyPr wrap="square" lIns="0" tIns="128905" rIns="0" bIns="0" rtlCol="0" vert="horz">
            <a:spAutoFit/>
          </a:bodyPr>
          <a:lstStyle/>
          <a:p>
            <a:pPr marL="210820" marR="403860">
              <a:lnSpc>
                <a:spcPct val="100499"/>
              </a:lnSpc>
              <a:spcBef>
                <a:spcPts val="1015"/>
              </a:spcBef>
            </a:pPr>
            <a:r>
              <a:rPr dirty="0" sz="2300">
                <a:solidFill>
                  <a:srgbClr val="FFFFFF"/>
                </a:solidFill>
                <a:latin typeface="Roboto"/>
                <a:cs typeface="Roboto"/>
              </a:rPr>
              <a:t>Google</a:t>
            </a:r>
            <a:r>
              <a:rPr dirty="0" sz="2300" spc="-2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300">
                <a:solidFill>
                  <a:srgbClr val="FFFFFF"/>
                </a:solidFill>
                <a:latin typeface="Roboto"/>
                <a:cs typeface="Roboto"/>
              </a:rPr>
              <a:t>has</a:t>
            </a:r>
            <a:r>
              <a:rPr dirty="0" sz="2300" spc="-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300">
                <a:solidFill>
                  <a:srgbClr val="FFFFFF"/>
                </a:solidFill>
                <a:latin typeface="Roboto"/>
                <a:cs typeface="Roboto"/>
              </a:rPr>
              <a:t>been</a:t>
            </a:r>
            <a:r>
              <a:rPr dirty="0" sz="2300" spc="-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300" spc="-10">
                <a:solidFill>
                  <a:srgbClr val="FFFFFF"/>
                </a:solidFill>
                <a:latin typeface="Roboto"/>
                <a:cs typeface="Roboto"/>
              </a:rPr>
              <a:t>developing </a:t>
            </a:r>
            <a:r>
              <a:rPr dirty="0" sz="2300">
                <a:solidFill>
                  <a:srgbClr val="FFFFFF"/>
                </a:solidFill>
                <a:latin typeface="Roboto"/>
                <a:cs typeface="Roboto"/>
              </a:rPr>
              <a:t>and</a:t>
            </a:r>
            <a:r>
              <a:rPr dirty="0" sz="2300" spc="-10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300">
                <a:solidFill>
                  <a:srgbClr val="FFFFFF"/>
                </a:solidFill>
                <a:latin typeface="Roboto"/>
                <a:cs typeface="Roboto"/>
              </a:rPr>
              <a:t>using</a:t>
            </a:r>
            <a:r>
              <a:rPr dirty="0" sz="2300" spc="-9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300">
                <a:solidFill>
                  <a:srgbClr val="FFFFFF"/>
                </a:solidFill>
                <a:latin typeface="Roboto"/>
                <a:cs typeface="Roboto"/>
              </a:rPr>
              <a:t>containers</a:t>
            </a:r>
            <a:r>
              <a:rPr dirty="0" sz="2300" spc="-8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300" spc="-25">
                <a:solidFill>
                  <a:srgbClr val="FFFFFF"/>
                </a:solidFill>
                <a:latin typeface="Roboto"/>
                <a:cs typeface="Roboto"/>
              </a:rPr>
              <a:t>to </a:t>
            </a:r>
            <a:r>
              <a:rPr dirty="0" sz="2300">
                <a:solidFill>
                  <a:srgbClr val="FFFFFF"/>
                </a:solidFill>
                <a:latin typeface="Roboto"/>
                <a:cs typeface="Roboto"/>
              </a:rPr>
              <a:t>manage</a:t>
            </a:r>
            <a:r>
              <a:rPr dirty="0" sz="2300" spc="-4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300">
                <a:solidFill>
                  <a:srgbClr val="FFFFFF"/>
                </a:solidFill>
                <a:latin typeface="Roboto"/>
                <a:cs typeface="Roboto"/>
              </a:rPr>
              <a:t>our</a:t>
            </a:r>
            <a:r>
              <a:rPr dirty="0" sz="2300" spc="-3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300" spc="-10">
                <a:solidFill>
                  <a:srgbClr val="FFFFFF"/>
                </a:solidFill>
                <a:latin typeface="Roboto"/>
                <a:cs typeface="Roboto"/>
              </a:rPr>
              <a:t>applications</a:t>
            </a:r>
            <a:r>
              <a:rPr dirty="0" sz="2300" spc="-3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300" spc="-25">
                <a:solidFill>
                  <a:srgbClr val="FFFFFF"/>
                </a:solidFill>
                <a:latin typeface="Roboto"/>
                <a:cs typeface="Roboto"/>
              </a:rPr>
              <a:t>for </a:t>
            </a:r>
            <a:r>
              <a:rPr dirty="0" sz="2300" b="1">
                <a:solidFill>
                  <a:srgbClr val="FFFFFF"/>
                </a:solidFill>
                <a:latin typeface="Roboto"/>
                <a:cs typeface="Roboto"/>
              </a:rPr>
              <a:t>over</a:t>
            </a:r>
            <a:r>
              <a:rPr dirty="0" sz="2300" spc="-30" b="1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300" b="1">
                <a:solidFill>
                  <a:srgbClr val="FFFFFF"/>
                </a:solidFill>
                <a:latin typeface="Roboto"/>
                <a:cs typeface="Roboto"/>
              </a:rPr>
              <a:t>12</a:t>
            </a:r>
            <a:r>
              <a:rPr dirty="0" sz="2300" spc="-30" b="1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300" spc="-10" b="1">
                <a:solidFill>
                  <a:srgbClr val="FFFFFF"/>
                </a:solidFill>
                <a:latin typeface="Roboto"/>
                <a:cs typeface="Roboto"/>
              </a:rPr>
              <a:t>years.</a:t>
            </a:r>
            <a:endParaRPr sz="2300">
              <a:latin typeface="Roboto"/>
              <a:cs typeface="Roboto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8205955" y="4892849"/>
            <a:ext cx="824230" cy="136525"/>
          </a:xfrm>
          <a:custGeom>
            <a:avLst/>
            <a:gdLst/>
            <a:ahLst/>
            <a:cxnLst/>
            <a:rect l="l" t="t" r="r" b="b"/>
            <a:pathLst>
              <a:path w="824229" h="136525">
                <a:moveTo>
                  <a:pt x="823799" y="136499"/>
                </a:moveTo>
                <a:lnTo>
                  <a:pt x="0" y="136499"/>
                </a:lnTo>
                <a:lnTo>
                  <a:pt x="0" y="0"/>
                </a:lnTo>
                <a:lnTo>
                  <a:pt x="823799" y="0"/>
                </a:lnTo>
                <a:lnTo>
                  <a:pt x="823799" y="136499"/>
                </a:lnTo>
                <a:close/>
              </a:path>
            </a:pathLst>
          </a:custGeom>
          <a:solidFill>
            <a:srgbClr val="000000">
              <a:alpha val="5576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8327529" y="4869660"/>
            <a:ext cx="58102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0185" marR="5080" indent="-198120">
              <a:lnSpc>
                <a:spcPct val="100000"/>
              </a:lnSpc>
              <a:spcBef>
                <a:spcPts val="100"/>
              </a:spcBef>
            </a:pPr>
            <a:r>
              <a:rPr dirty="0" sz="500" b="1">
                <a:solidFill>
                  <a:srgbClr val="FFFFFF"/>
                </a:solidFill>
                <a:latin typeface="Open Sans"/>
                <a:cs typeface="Open Sans"/>
              </a:rPr>
              <a:t>Images</a:t>
            </a:r>
            <a:r>
              <a:rPr dirty="0" sz="500" spc="-2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500" b="1">
                <a:solidFill>
                  <a:srgbClr val="FFFFFF"/>
                </a:solidFill>
                <a:latin typeface="Open Sans"/>
                <a:cs typeface="Open Sans"/>
              </a:rPr>
              <a:t>by</a:t>
            </a:r>
            <a:r>
              <a:rPr dirty="0" sz="500" spc="-1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500" spc="-10" b="1">
                <a:solidFill>
                  <a:srgbClr val="FFFFFF"/>
                </a:solidFill>
                <a:latin typeface="Open Sans"/>
                <a:cs typeface="Open Sans"/>
              </a:rPr>
              <a:t>Connie</a:t>
            </a:r>
            <a:r>
              <a:rPr dirty="0" sz="500" spc="50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500" spc="-20" b="1">
                <a:solidFill>
                  <a:srgbClr val="FFFFFF"/>
                </a:solidFill>
                <a:latin typeface="Open Sans"/>
                <a:cs typeface="Open Sans"/>
              </a:rPr>
              <a:t>Zhou</a:t>
            </a:r>
            <a:endParaRPr sz="500">
              <a:latin typeface="Open Sans"/>
              <a:cs typeface="Open San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841584" y="117462"/>
            <a:ext cx="1130935" cy="2387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/>
              <a:t>@meteatamel</a:t>
            </a:r>
            <a:endParaRPr sz="1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51372" y="4999213"/>
            <a:ext cx="956310" cy="34925"/>
            <a:chOff x="451372" y="4999213"/>
            <a:chExt cx="956310" cy="34925"/>
          </a:xfrm>
        </p:grpSpPr>
        <p:sp>
          <p:nvSpPr>
            <p:cNvPr id="3" name="object 3" descr=""/>
            <p:cNvSpPr/>
            <p:nvPr/>
          </p:nvSpPr>
          <p:spPr>
            <a:xfrm>
              <a:off x="684926" y="4999213"/>
              <a:ext cx="242570" cy="34925"/>
            </a:xfrm>
            <a:custGeom>
              <a:avLst/>
              <a:gdLst/>
              <a:ahLst/>
              <a:cxnLst/>
              <a:rect l="l" t="t" r="r" b="b"/>
              <a:pathLst>
                <a:path w="242569" h="34925">
                  <a:moveTo>
                    <a:pt x="242090" y="34620"/>
                  </a:moveTo>
                  <a:lnTo>
                    <a:pt x="0" y="34620"/>
                  </a:lnTo>
                  <a:lnTo>
                    <a:pt x="0" y="0"/>
                  </a:lnTo>
                  <a:lnTo>
                    <a:pt x="242090" y="0"/>
                  </a:lnTo>
                  <a:lnTo>
                    <a:pt x="242090" y="34620"/>
                  </a:lnTo>
                  <a:close/>
                </a:path>
              </a:pathLst>
            </a:custGeom>
            <a:solidFill>
              <a:srgbClr val="D844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926925" y="4999213"/>
              <a:ext cx="240029" cy="34925"/>
            </a:xfrm>
            <a:custGeom>
              <a:avLst/>
              <a:gdLst/>
              <a:ahLst/>
              <a:cxnLst/>
              <a:rect l="l" t="t" r="r" b="b"/>
              <a:pathLst>
                <a:path w="240030" h="34925">
                  <a:moveTo>
                    <a:pt x="239997" y="34620"/>
                  </a:moveTo>
                  <a:lnTo>
                    <a:pt x="0" y="34620"/>
                  </a:lnTo>
                  <a:lnTo>
                    <a:pt x="0" y="0"/>
                  </a:lnTo>
                  <a:lnTo>
                    <a:pt x="239997" y="0"/>
                  </a:lnTo>
                  <a:lnTo>
                    <a:pt x="239997" y="34620"/>
                  </a:lnTo>
                  <a:close/>
                </a:path>
              </a:pathLst>
            </a:custGeom>
            <a:solidFill>
              <a:srgbClr val="F4B4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166927" y="4999213"/>
              <a:ext cx="240665" cy="34925"/>
            </a:xfrm>
            <a:custGeom>
              <a:avLst/>
              <a:gdLst/>
              <a:ahLst/>
              <a:cxnLst/>
              <a:rect l="l" t="t" r="r" b="b"/>
              <a:pathLst>
                <a:path w="240665" h="34925">
                  <a:moveTo>
                    <a:pt x="240258" y="34620"/>
                  </a:moveTo>
                  <a:lnTo>
                    <a:pt x="0" y="34620"/>
                  </a:lnTo>
                  <a:lnTo>
                    <a:pt x="0" y="0"/>
                  </a:lnTo>
                  <a:lnTo>
                    <a:pt x="240258" y="0"/>
                  </a:lnTo>
                  <a:lnTo>
                    <a:pt x="240258" y="34620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51372" y="4999213"/>
              <a:ext cx="242570" cy="34925"/>
            </a:xfrm>
            <a:custGeom>
              <a:avLst/>
              <a:gdLst/>
              <a:ahLst/>
              <a:cxnLst/>
              <a:rect l="l" t="t" r="r" b="b"/>
              <a:pathLst>
                <a:path w="242570" h="34925">
                  <a:moveTo>
                    <a:pt x="242091" y="34620"/>
                  </a:moveTo>
                  <a:lnTo>
                    <a:pt x="0" y="34620"/>
                  </a:lnTo>
                  <a:lnTo>
                    <a:pt x="0" y="0"/>
                  </a:lnTo>
                  <a:lnTo>
                    <a:pt x="242091" y="0"/>
                  </a:lnTo>
                  <a:lnTo>
                    <a:pt x="242091" y="34620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5097803" y="4980464"/>
            <a:ext cx="641350" cy="749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65"/>
              </a:lnSpc>
            </a:pPr>
            <a:r>
              <a:rPr dirty="0" sz="500">
                <a:solidFill>
                  <a:srgbClr val="666666"/>
                </a:solidFill>
                <a:latin typeface="Roboto"/>
                <a:cs typeface="Roboto"/>
              </a:rPr>
              <a:t>Google</a:t>
            </a:r>
            <a:r>
              <a:rPr dirty="0" sz="500" spc="-10">
                <a:solidFill>
                  <a:srgbClr val="666666"/>
                </a:solidFill>
                <a:latin typeface="Roboto"/>
                <a:cs typeface="Roboto"/>
              </a:rPr>
              <a:t> Cloud Platform</a:t>
            </a:r>
            <a:endParaRPr sz="500">
              <a:latin typeface="Roboto"/>
              <a:cs typeface="Roboto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83599" y="479197"/>
            <a:ext cx="3683635" cy="728345"/>
          </a:xfrm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0499"/>
              </a:lnSpc>
              <a:spcBef>
                <a:spcPts val="85"/>
              </a:spcBef>
            </a:pPr>
            <a:r>
              <a:rPr dirty="0" sz="2300" b="1">
                <a:solidFill>
                  <a:srgbClr val="4D4D4D"/>
                </a:solidFill>
                <a:latin typeface="Roboto"/>
                <a:cs typeface="Roboto"/>
              </a:rPr>
              <a:t>Everything</a:t>
            </a:r>
            <a:r>
              <a:rPr dirty="0" sz="2300" spc="-30" b="1">
                <a:solidFill>
                  <a:srgbClr val="4D4D4D"/>
                </a:solidFill>
                <a:latin typeface="Roboto"/>
                <a:cs typeface="Roboto"/>
              </a:rPr>
              <a:t> </a:t>
            </a:r>
            <a:r>
              <a:rPr dirty="0" sz="2300">
                <a:solidFill>
                  <a:srgbClr val="4D4D4D"/>
                </a:solidFill>
              </a:rPr>
              <a:t>at</a:t>
            </a:r>
            <a:r>
              <a:rPr dirty="0" sz="2300" spc="-30">
                <a:solidFill>
                  <a:srgbClr val="4D4D4D"/>
                </a:solidFill>
              </a:rPr>
              <a:t> </a:t>
            </a:r>
            <a:r>
              <a:rPr dirty="0" sz="2300">
                <a:solidFill>
                  <a:srgbClr val="4D4D4D"/>
                </a:solidFill>
              </a:rPr>
              <a:t>Google</a:t>
            </a:r>
            <a:r>
              <a:rPr dirty="0" sz="2300" spc="-25">
                <a:solidFill>
                  <a:srgbClr val="4D4D4D"/>
                </a:solidFill>
              </a:rPr>
              <a:t> </a:t>
            </a:r>
            <a:r>
              <a:rPr dirty="0" sz="2300">
                <a:solidFill>
                  <a:srgbClr val="4D4D4D"/>
                </a:solidFill>
              </a:rPr>
              <a:t>runs</a:t>
            </a:r>
            <a:r>
              <a:rPr dirty="0" sz="2300" spc="-25">
                <a:solidFill>
                  <a:srgbClr val="4D4D4D"/>
                </a:solidFill>
              </a:rPr>
              <a:t> in </a:t>
            </a:r>
            <a:r>
              <a:rPr dirty="0" sz="2300" spc="-10">
                <a:solidFill>
                  <a:srgbClr val="4D4D4D"/>
                </a:solidFill>
              </a:rPr>
              <a:t>containers</a:t>
            </a:r>
            <a:endParaRPr sz="2300">
              <a:latin typeface="Roboto"/>
              <a:cs typeface="Roboto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83599" y="1422378"/>
            <a:ext cx="4109085" cy="2819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231265">
              <a:lnSpc>
                <a:spcPct val="114599"/>
              </a:lnSpc>
              <a:spcBef>
                <a:spcPts val="100"/>
              </a:spcBef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Gmail,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Web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Search,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Maps,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...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MapReduce,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batch,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...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GFS,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Colossus,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...</a:t>
            </a:r>
            <a:endParaRPr sz="1800">
              <a:latin typeface="Roboto"/>
              <a:cs typeface="Roboto"/>
            </a:endParaRPr>
          </a:p>
          <a:p>
            <a:pPr marL="12700" marR="5080">
              <a:lnSpc>
                <a:spcPct val="114599"/>
              </a:lnSpc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Even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Google’s</a:t>
            </a:r>
            <a:r>
              <a:rPr dirty="0" sz="1800" spc="-40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Cloud</a:t>
            </a:r>
            <a:r>
              <a:rPr dirty="0" sz="1800" spc="-35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Platform:</a:t>
            </a:r>
            <a:r>
              <a:rPr dirty="0" sz="1800" spc="385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our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VMs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run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in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 containers!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275"/>
              </a:spcBef>
            </a:pP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solidFill>
                  <a:srgbClr val="666666"/>
                </a:solidFill>
                <a:latin typeface="Roboto"/>
                <a:cs typeface="Roboto"/>
              </a:rPr>
              <a:t>We</a:t>
            </a:r>
            <a:r>
              <a:rPr dirty="0" sz="2400" spc="-5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2400">
                <a:solidFill>
                  <a:srgbClr val="666666"/>
                </a:solidFill>
                <a:latin typeface="Roboto"/>
                <a:cs typeface="Roboto"/>
              </a:rPr>
              <a:t>launch</a:t>
            </a:r>
            <a:r>
              <a:rPr dirty="0" sz="2400" spc="-4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2400">
                <a:solidFill>
                  <a:srgbClr val="666666"/>
                </a:solidFill>
                <a:latin typeface="Roboto"/>
                <a:cs typeface="Roboto"/>
              </a:rPr>
              <a:t>over</a:t>
            </a:r>
            <a:r>
              <a:rPr dirty="0" sz="24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2400" b="1">
                <a:solidFill>
                  <a:srgbClr val="666666"/>
                </a:solidFill>
                <a:latin typeface="Roboto"/>
                <a:cs typeface="Roboto"/>
              </a:rPr>
              <a:t>2</a:t>
            </a:r>
            <a:r>
              <a:rPr dirty="0" sz="2400" spc="-45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2400" spc="-10" b="1">
                <a:solidFill>
                  <a:srgbClr val="666666"/>
                </a:solidFill>
                <a:latin typeface="Roboto"/>
                <a:cs typeface="Roboto"/>
              </a:rPr>
              <a:t>billion</a:t>
            </a:r>
            <a:endParaRPr sz="24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2400">
                <a:solidFill>
                  <a:srgbClr val="666666"/>
                </a:solidFill>
                <a:latin typeface="Roboto"/>
                <a:cs typeface="Roboto"/>
              </a:rPr>
              <a:t>containers</a:t>
            </a:r>
            <a:r>
              <a:rPr dirty="0" sz="2400" spc="-9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2400" b="1">
                <a:solidFill>
                  <a:srgbClr val="666666"/>
                </a:solidFill>
                <a:latin typeface="Roboto"/>
                <a:cs typeface="Roboto"/>
              </a:rPr>
              <a:t>per</a:t>
            </a:r>
            <a:r>
              <a:rPr dirty="0" sz="2400" spc="-105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2400" spc="-20" b="1">
                <a:solidFill>
                  <a:srgbClr val="666666"/>
                </a:solidFill>
                <a:latin typeface="Roboto"/>
                <a:cs typeface="Roboto"/>
              </a:rPr>
              <a:t>week</a:t>
            </a:r>
            <a:endParaRPr sz="2400">
              <a:latin typeface="Roboto"/>
              <a:cs typeface="Roboto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92791" y="0"/>
            <a:ext cx="4451208" cy="5143500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" y="2790506"/>
            <a:ext cx="2934124" cy="2200593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-742" y="1926806"/>
            <a:ext cx="8748395" cy="810895"/>
            <a:chOff x="-742" y="1926806"/>
            <a:chExt cx="8748395" cy="810895"/>
          </a:xfrm>
        </p:grpSpPr>
        <p:sp>
          <p:nvSpPr>
            <p:cNvPr id="4" name="object 4" descr=""/>
            <p:cNvSpPr/>
            <p:nvPr/>
          </p:nvSpPr>
          <p:spPr>
            <a:xfrm>
              <a:off x="-355" y="1999716"/>
              <a:ext cx="8747760" cy="737870"/>
            </a:xfrm>
            <a:custGeom>
              <a:avLst/>
              <a:gdLst/>
              <a:ahLst/>
              <a:cxnLst/>
              <a:rect l="l" t="t" r="r" b="b"/>
              <a:pathLst>
                <a:path w="8747760" h="737869">
                  <a:moveTo>
                    <a:pt x="8747481" y="0"/>
                  </a:moveTo>
                  <a:lnTo>
                    <a:pt x="381" y="0"/>
                  </a:lnTo>
                  <a:lnTo>
                    <a:pt x="0" y="76"/>
                  </a:lnTo>
                  <a:lnTo>
                    <a:pt x="0" y="666076"/>
                  </a:lnTo>
                  <a:lnTo>
                    <a:pt x="0" y="704545"/>
                  </a:lnTo>
                  <a:lnTo>
                    <a:pt x="381" y="704545"/>
                  </a:lnTo>
                  <a:lnTo>
                    <a:pt x="381" y="737400"/>
                  </a:lnTo>
                  <a:lnTo>
                    <a:pt x="8747481" y="737400"/>
                  </a:lnTo>
                  <a:lnTo>
                    <a:pt x="8747481" y="0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12" y="2638106"/>
              <a:ext cx="8643620" cy="8255"/>
            </a:xfrm>
            <a:custGeom>
              <a:avLst/>
              <a:gdLst/>
              <a:ahLst/>
              <a:cxnLst/>
              <a:rect l="l" t="t" r="r" b="b"/>
              <a:pathLst>
                <a:path w="8643620" h="8255">
                  <a:moveTo>
                    <a:pt x="0" y="7874"/>
                  </a:moveTo>
                  <a:lnTo>
                    <a:pt x="8643299" y="7874"/>
                  </a:lnTo>
                  <a:lnTo>
                    <a:pt x="8643299" y="0"/>
                  </a:lnTo>
                  <a:lnTo>
                    <a:pt x="0" y="0"/>
                  </a:lnTo>
                  <a:lnTo>
                    <a:pt x="0" y="7874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-742" y="1926806"/>
              <a:ext cx="8637270" cy="711835"/>
            </a:xfrm>
            <a:custGeom>
              <a:avLst/>
              <a:gdLst/>
              <a:ahLst/>
              <a:cxnLst/>
              <a:rect l="l" t="t" r="r" b="b"/>
              <a:pathLst>
                <a:path w="8637270" h="711835">
                  <a:moveTo>
                    <a:pt x="8636699" y="711299"/>
                  </a:moveTo>
                  <a:lnTo>
                    <a:pt x="0" y="711299"/>
                  </a:lnTo>
                  <a:lnTo>
                    <a:pt x="0" y="0"/>
                  </a:lnTo>
                  <a:lnTo>
                    <a:pt x="8636699" y="0"/>
                  </a:lnTo>
                  <a:lnTo>
                    <a:pt x="8636699" y="71129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9694" y="1975243"/>
            <a:ext cx="6982459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Demo:</a:t>
            </a:r>
            <a:r>
              <a:rPr dirty="0" sz="3600" spc="-145"/>
              <a:t> </a:t>
            </a:r>
            <a:r>
              <a:rPr dirty="0" sz="3600" spc="-10"/>
              <a:t>Containerised</a:t>
            </a:r>
            <a:r>
              <a:rPr dirty="0" sz="3600" spc="-150"/>
              <a:t> </a:t>
            </a:r>
            <a:r>
              <a:rPr dirty="0" sz="3600" spc="-10"/>
              <a:t>Microservice</a:t>
            </a:r>
            <a:endParaRPr sz="3600"/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7765384" y="412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737373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Containers</a:t>
            </a:r>
            <a:r>
              <a:rPr dirty="0" spc="-55"/>
              <a:t> </a:t>
            </a:r>
            <a:r>
              <a:rPr dirty="0"/>
              <a:t>not</a:t>
            </a:r>
            <a:r>
              <a:rPr dirty="0" spc="-50"/>
              <a:t> </a:t>
            </a:r>
            <a:r>
              <a:rPr dirty="0" spc="-10"/>
              <a:t>enough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82150" y="1096881"/>
            <a:ext cx="7697470" cy="30905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Containers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help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to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create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lightweight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and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consistent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environment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for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apps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But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you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still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need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to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answer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these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questions: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800">
              <a:latin typeface="Roboto"/>
              <a:cs typeface="Roboto"/>
            </a:endParaRPr>
          </a:p>
          <a:p>
            <a:pPr marL="405765" indent="-366395">
              <a:lnSpc>
                <a:spcPct val="100000"/>
              </a:lnSpc>
              <a:spcBef>
                <a:spcPts val="5"/>
              </a:spcBef>
              <a:buFont typeface="Arial"/>
              <a:buChar char="●"/>
              <a:tabLst>
                <a:tab pos="405765" algn="l"/>
              </a:tabLst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Who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takes</a:t>
            </a:r>
            <a:r>
              <a:rPr dirty="0" sz="1800" spc="-1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care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of</a:t>
            </a:r>
            <a:r>
              <a:rPr dirty="0" sz="1800" spc="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 b="1">
                <a:solidFill>
                  <a:srgbClr val="666666"/>
                </a:solidFill>
                <a:latin typeface="Roboto"/>
                <a:cs typeface="Roboto"/>
              </a:rPr>
              <a:t>redundancy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?</a:t>
            </a:r>
            <a:endParaRPr sz="1800">
              <a:latin typeface="Roboto"/>
              <a:cs typeface="Roboto"/>
            </a:endParaRPr>
          </a:p>
          <a:p>
            <a:pPr marL="405765" indent="-366395">
              <a:lnSpc>
                <a:spcPct val="100000"/>
              </a:lnSpc>
              <a:spcBef>
                <a:spcPts val="315"/>
              </a:spcBef>
              <a:buFont typeface="Arial"/>
              <a:buChar char="●"/>
              <a:tabLst>
                <a:tab pos="405765" algn="l"/>
              </a:tabLst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Who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takes</a:t>
            </a:r>
            <a:r>
              <a:rPr dirty="0" sz="1800" spc="-1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care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of</a:t>
            </a:r>
            <a:r>
              <a:rPr dirty="0" sz="1800" spc="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 b="1">
                <a:solidFill>
                  <a:srgbClr val="666666"/>
                </a:solidFill>
                <a:latin typeface="Roboto"/>
                <a:cs typeface="Roboto"/>
              </a:rPr>
              <a:t>resiliency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?</a:t>
            </a:r>
            <a:endParaRPr sz="1800">
              <a:latin typeface="Roboto"/>
              <a:cs typeface="Roboto"/>
            </a:endParaRPr>
          </a:p>
          <a:p>
            <a:pPr marL="405765" indent="-366395">
              <a:lnSpc>
                <a:spcPct val="100000"/>
              </a:lnSpc>
              <a:spcBef>
                <a:spcPts val="315"/>
              </a:spcBef>
              <a:buFont typeface="Arial"/>
              <a:buChar char="●"/>
              <a:tabLst>
                <a:tab pos="405765" algn="l"/>
              </a:tabLst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Who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scales</a:t>
            </a:r>
            <a:r>
              <a:rPr dirty="0" sz="1800" spc="-45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up/down</a:t>
            </a:r>
            <a:r>
              <a:rPr dirty="0" sz="1800" spc="-40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your</a:t>
            </a:r>
            <a:r>
              <a:rPr dirty="0" sz="1800" spc="-4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app?</a:t>
            </a:r>
            <a:endParaRPr sz="1800">
              <a:latin typeface="Roboto"/>
              <a:cs typeface="Roboto"/>
            </a:endParaRPr>
          </a:p>
          <a:p>
            <a:pPr marL="405765" indent="-366395">
              <a:lnSpc>
                <a:spcPct val="100000"/>
              </a:lnSpc>
              <a:spcBef>
                <a:spcPts val="315"/>
              </a:spcBef>
              <a:buFont typeface="Arial"/>
              <a:buChar char="●"/>
              <a:tabLst>
                <a:tab pos="405765" algn="l"/>
              </a:tabLst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Who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and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how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</a:t>
            </a:r>
            <a:r>
              <a:rPr dirty="0" sz="1800" spc="-1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new</a:t>
            </a:r>
            <a:r>
              <a:rPr dirty="0" sz="1800" spc="-20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version</a:t>
            </a:r>
            <a:r>
              <a:rPr dirty="0" sz="1800" spc="-30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of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your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app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gets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deployed?</a:t>
            </a:r>
            <a:endParaRPr sz="1800">
              <a:latin typeface="Roboto"/>
              <a:cs typeface="Roboto"/>
            </a:endParaRPr>
          </a:p>
          <a:p>
            <a:pPr marL="405765" indent="-366395">
              <a:lnSpc>
                <a:spcPct val="100000"/>
              </a:lnSpc>
              <a:spcBef>
                <a:spcPts val="315"/>
              </a:spcBef>
              <a:buFont typeface="Arial"/>
              <a:buChar char="●"/>
              <a:tabLst>
                <a:tab pos="405765" algn="l"/>
              </a:tabLst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Who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rolls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back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to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</a:t>
            </a:r>
            <a:r>
              <a:rPr dirty="0" sz="1800" spc="-1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previous</a:t>
            </a:r>
            <a:r>
              <a:rPr dirty="0" sz="1800" spc="-35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version</a:t>
            </a:r>
            <a:r>
              <a:rPr dirty="0" sz="1800" spc="-40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if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something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goes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wrong?</a:t>
            </a:r>
            <a:endParaRPr sz="1800">
              <a:latin typeface="Roboto"/>
              <a:cs typeface="Roboto"/>
            </a:endParaRPr>
          </a:p>
          <a:p>
            <a:pPr marL="405765" indent="-366395">
              <a:lnSpc>
                <a:spcPct val="100000"/>
              </a:lnSpc>
              <a:spcBef>
                <a:spcPts val="315"/>
              </a:spcBef>
              <a:buFont typeface="Arial"/>
              <a:buChar char="●"/>
              <a:tabLst>
                <a:tab pos="405765" algn="l"/>
              </a:tabLst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Etc.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etc.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etc.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742" y="1926806"/>
            <a:ext cx="8748395" cy="810895"/>
            <a:chOff x="-742" y="1926806"/>
            <a:chExt cx="8748395" cy="810895"/>
          </a:xfrm>
        </p:grpSpPr>
        <p:sp>
          <p:nvSpPr>
            <p:cNvPr id="3" name="object 3" descr=""/>
            <p:cNvSpPr/>
            <p:nvPr/>
          </p:nvSpPr>
          <p:spPr>
            <a:xfrm>
              <a:off x="-355" y="1999716"/>
              <a:ext cx="8747760" cy="737870"/>
            </a:xfrm>
            <a:custGeom>
              <a:avLst/>
              <a:gdLst/>
              <a:ahLst/>
              <a:cxnLst/>
              <a:rect l="l" t="t" r="r" b="b"/>
              <a:pathLst>
                <a:path w="8747760" h="737869">
                  <a:moveTo>
                    <a:pt x="8747481" y="0"/>
                  </a:moveTo>
                  <a:lnTo>
                    <a:pt x="381" y="0"/>
                  </a:lnTo>
                  <a:lnTo>
                    <a:pt x="0" y="76"/>
                  </a:lnTo>
                  <a:lnTo>
                    <a:pt x="0" y="666076"/>
                  </a:lnTo>
                  <a:lnTo>
                    <a:pt x="0" y="704545"/>
                  </a:lnTo>
                  <a:lnTo>
                    <a:pt x="381" y="704545"/>
                  </a:lnTo>
                  <a:lnTo>
                    <a:pt x="381" y="737400"/>
                  </a:lnTo>
                  <a:lnTo>
                    <a:pt x="8747481" y="737400"/>
                  </a:lnTo>
                  <a:lnTo>
                    <a:pt x="8747481" y="0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12" y="2638106"/>
              <a:ext cx="8643620" cy="8255"/>
            </a:xfrm>
            <a:custGeom>
              <a:avLst/>
              <a:gdLst/>
              <a:ahLst/>
              <a:cxnLst/>
              <a:rect l="l" t="t" r="r" b="b"/>
              <a:pathLst>
                <a:path w="8643620" h="8255">
                  <a:moveTo>
                    <a:pt x="0" y="7874"/>
                  </a:moveTo>
                  <a:lnTo>
                    <a:pt x="8643299" y="7874"/>
                  </a:lnTo>
                  <a:lnTo>
                    <a:pt x="8643299" y="0"/>
                  </a:lnTo>
                  <a:lnTo>
                    <a:pt x="0" y="0"/>
                  </a:lnTo>
                  <a:lnTo>
                    <a:pt x="0" y="7874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-742" y="1926806"/>
              <a:ext cx="8637270" cy="711835"/>
            </a:xfrm>
            <a:custGeom>
              <a:avLst/>
              <a:gdLst/>
              <a:ahLst/>
              <a:cxnLst/>
              <a:rect l="l" t="t" r="r" b="b"/>
              <a:pathLst>
                <a:path w="8637270" h="711835">
                  <a:moveTo>
                    <a:pt x="8636699" y="711299"/>
                  </a:moveTo>
                  <a:lnTo>
                    <a:pt x="0" y="711299"/>
                  </a:lnTo>
                  <a:lnTo>
                    <a:pt x="0" y="0"/>
                  </a:lnTo>
                  <a:lnTo>
                    <a:pt x="8636699" y="0"/>
                  </a:lnTo>
                  <a:lnTo>
                    <a:pt x="8636699" y="71129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9694" y="1975243"/>
            <a:ext cx="233680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/>
              <a:t>Kubernetes</a:t>
            </a:r>
            <a:endParaRPr sz="3600"/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7765384" y="412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737373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42292" y="1214811"/>
            <a:ext cx="3386006" cy="3285376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426484" y="1072713"/>
            <a:ext cx="4283710" cy="3696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Greek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for</a:t>
            </a:r>
            <a:r>
              <a:rPr dirty="0" sz="1800" spc="-1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 i="1">
                <a:solidFill>
                  <a:srgbClr val="666666"/>
                </a:solidFill>
                <a:latin typeface="Roboto"/>
                <a:cs typeface="Roboto"/>
              </a:rPr>
              <a:t>“Helmsman”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;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also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the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root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of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the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words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i="1">
                <a:solidFill>
                  <a:srgbClr val="666666"/>
                </a:solidFill>
                <a:latin typeface="Roboto"/>
                <a:cs typeface="Roboto"/>
              </a:rPr>
              <a:t>“governor”</a:t>
            </a:r>
            <a:r>
              <a:rPr dirty="0" sz="1800" spc="-20" i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and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 i="1">
                <a:solidFill>
                  <a:srgbClr val="666666"/>
                </a:solidFill>
                <a:latin typeface="Roboto"/>
                <a:cs typeface="Roboto"/>
              </a:rPr>
              <a:t>“cybernetic”</a:t>
            </a:r>
            <a:endParaRPr sz="1800">
              <a:latin typeface="Roboto"/>
              <a:cs typeface="Roboto"/>
            </a:endParaRPr>
          </a:p>
          <a:p>
            <a:pPr marL="354965" indent="-237490">
              <a:lnSpc>
                <a:spcPct val="100000"/>
              </a:lnSpc>
              <a:spcBef>
                <a:spcPts val="1440"/>
              </a:spcBef>
              <a:buChar char="•"/>
              <a:tabLst>
                <a:tab pos="354965" algn="l"/>
              </a:tabLst>
            </a:pP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Manages</a:t>
            </a:r>
            <a:r>
              <a:rPr dirty="0" sz="17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container</a:t>
            </a:r>
            <a:r>
              <a:rPr dirty="0" sz="17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 spc="-10">
                <a:solidFill>
                  <a:srgbClr val="666666"/>
                </a:solidFill>
                <a:latin typeface="Roboto"/>
                <a:cs typeface="Roboto"/>
              </a:rPr>
              <a:t>clusters</a:t>
            </a:r>
            <a:endParaRPr sz="1700">
              <a:latin typeface="Roboto"/>
              <a:cs typeface="Roboto"/>
            </a:endParaRPr>
          </a:p>
          <a:p>
            <a:pPr marL="355600" marR="82550" indent="-238125">
              <a:lnSpc>
                <a:spcPct val="113999"/>
              </a:lnSpc>
              <a:spcBef>
                <a:spcPts val="675"/>
              </a:spcBef>
              <a:buChar char="•"/>
              <a:tabLst>
                <a:tab pos="355600" algn="l"/>
              </a:tabLst>
            </a:pP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Inspired</a:t>
            </a:r>
            <a:r>
              <a:rPr dirty="0" sz="17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and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 spc="-10">
                <a:solidFill>
                  <a:srgbClr val="666666"/>
                </a:solidFill>
                <a:latin typeface="Roboto"/>
                <a:cs typeface="Roboto"/>
              </a:rPr>
              <a:t>informed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by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 spc="-10">
                <a:solidFill>
                  <a:srgbClr val="666666"/>
                </a:solidFill>
                <a:latin typeface="Roboto"/>
                <a:cs typeface="Roboto"/>
              </a:rPr>
              <a:t>Google’s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experiences</a:t>
            </a:r>
            <a:r>
              <a:rPr dirty="0" sz="1700" spc="-4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and</a:t>
            </a:r>
            <a:r>
              <a:rPr dirty="0" sz="1700" spc="-4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internal</a:t>
            </a:r>
            <a:r>
              <a:rPr dirty="0" sz="17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systems</a:t>
            </a:r>
            <a:r>
              <a:rPr dirty="0" sz="1700" spc="-4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 spc="-10">
                <a:solidFill>
                  <a:srgbClr val="666666"/>
                </a:solidFill>
                <a:latin typeface="Roboto"/>
                <a:cs typeface="Roboto"/>
              </a:rPr>
              <a:t>(borg)</a:t>
            </a:r>
            <a:endParaRPr sz="1700">
              <a:latin typeface="Roboto"/>
              <a:cs typeface="Roboto"/>
            </a:endParaRPr>
          </a:p>
          <a:p>
            <a:pPr marL="355600" marR="156845" indent="-238125">
              <a:lnSpc>
                <a:spcPct val="113999"/>
              </a:lnSpc>
              <a:spcBef>
                <a:spcPts val="675"/>
              </a:spcBef>
              <a:buChar char="•"/>
              <a:tabLst>
                <a:tab pos="355600" algn="l"/>
              </a:tabLst>
            </a:pP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Supports</a:t>
            </a:r>
            <a:r>
              <a:rPr dirty="0" sz="1700" spc="-5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multiple</a:t>
            </a:r>
            <a:r>
              <a:rPr dirty="0" sz="17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cloud</a:t>
            </a:r>
            <a:r>
              <a:rPr dirty="0" sz="17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and</a:t>
            </a:r>
            <a:r>
              <a:rPr dirty="0" sz="17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 spc="-10">
                <a:solidFill>
                  <a:srgbClr val="666666"/>
                </a:solidFill>
                <a:latin typeface="Roboto"/>
                <a:cs typeface="Roboto"/>
              </a:rPr>
              <a:t>bare-metal environments</a:t>
            </a:r>
            <a:endParaRPr sz="1700">
              <a:latin typeface="Roboto"/>
              <a:cs typeface="Roboto"/>
            </a:endParaRPr>
          </a:p>
          <a:p>
            <a:pPr marL="354965" indent="-237490">
              <a:lnSpc>
                <a:spcPct val="100000"/>
              </a:lnSpc>
              <a:spcBef>
                <a:spcPts val="960"/>
              </a:spcBef>
              <a:buChar char="•"/>
              <a:tabLst>
                <a:tab pos="354965" algn="l"/>
              </a:tabLst>
            </a:pP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Supports</a:t>
            </a:r>
            <a:r>
              <a:rPr dirty="0" sz="1700" spc="-4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multiple</a:t>
            </a:r>
            <a:r>
              <a:rPr dirty="0" sz="17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container</a:t>
            </a:r>
            <a:r>
              <a:rPr dirty="0" sz="17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 spc="-10">
                <a:solidFill>
                  <a:srgbClr val="666666"/>
                </a:solidFill>
                <a:latin typeface="Roboto"/>
                <a:cs typeface="Roboto"/>
              </a:rPr>
              <a:t>runtimes</a:t>
            </a:r>
            <a:endParaRPr sz="1700">
              <a:latin typeface="Roboto"/>
              <a:cs typeface="Roboto"/>
            </a:endParaRPr>
          </a:p>
          <a:p>
            <a:pPr marL="354965" indent="-242570">
              <a:lnSpc>
                <a:spcPct val="100000"/>
              </a:lnSpc>
              <a:spcBef>
                <a:spcPts val="960"/>
              </a:spcBef>
              <a:buChar char="•"/>
              <a:tabLst>
                <a:tab pos="354965" algn="l"/>
              </a:tabLst>
            </a:pPr>
            <a:r>
              <a:rPr dirty="0" sz="1700" b="1">
                <a:solidFill>
                  <a:srgbClr val="666666"/>
                </a:solidFill>
                <a:latin typeface="Roboto"/>
                <a:cs typeface="Roboto"/>
              </a:rPr>
              <a:t>100%</a:t>
            </a:r>
            <a:r>
              <a:rPr dirty="0" sz="1700" spc="-45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 b="1">
                <a:solidFill>
                  <a:srgbClr val="666666"/>
                </a:solidFill>
                <a:latin typeface="Roboto"/>
                <a:cs typeface="Roboto"/>
              </a:rPr>
              <a:t>Open</a:t>
            </a:r>
            <a:r>
              <a:rPr dirty="0" sz="1700" spc="-45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 b="1">
                <a:solidFill>
                  <a:srgbClr val="666666"/>
                </a:solidFill>
                <a:latin typeface="Roboto"/>
                <a:cs typeface="Roboto"/>
              </a:rPr>
              <a:t>source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,</a:t>
            </a:r>
            <a:r>
              <a:rPr dirty="0" sz="17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written</a:t>
            </a:r>
            <a:r>
              <a:rPr dirty="0" sz="1700" spc="-4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in</a:t>
            </a:r>
            <a:r>
              <a:rPr dirty="0" sz="17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 spc="-25">
                <a:solidFill>
                  <a:srgbClr val="666666"/>
                </a:solidFill>
                <a:latin typeface="Roboto"/>
                <a:cs typeface="Roboto"/>
              </a:rPr>
              <a:t>Go</a:t>
            </a:r>
            <a:endParaRPr sz="17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785"/>
              </a:spcBef>
            </a:pP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Manage</a:t>
            </a:r>
            <a:r>
              <a:rPr dirty="0" sz="17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u="heavy" sz="1700">
                <a:solidFill>
                  <a:srgbClr val="666666"/>
                </a:solidFill>
                <a:uFill>
                  <a:solidFill>
                    <a:srgbClr val="666666"/>
                  </a:solidFill>
                </a:uFill>
                <a:latin typeface="Roboto"/>
                <a:cs typeface="Roboto"/>
              </a:rPr>
              <a:t>applications</a:t>
            </a:r>
            <a:r>
              <a:rPr dirty="0" u="none" sz="1700">
                <a:solidFill>
                  <a:srgbClr val="666666"/>
                </a:solidFill>
                <a:latin typeface="Roboto"/>
                <a:cs typeface="Roboto"/>
              </a:rPr>
              <a:t>,</a:t>
            </a:r>
            <a:r>
              <a:rPr dirty="0" u="none" sz="17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u="none" sz="1700">
                <a:solidFill>
                  <a:srgbClr val="666666"/>
                </a:solidFill>
                <a:latin typeface="Roboto"/>
                <a:cs typeface="Roboto"/>
              </a:rPr>
              <a:t>not</a:t>
            </a:r>
            <a:r>
              <a:rPr dirty="0" u="none" sz="17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u="none" sz="1700" spc="-10">
                <a:solidFill>
                  <a:srgbClr val="666666"/>
                </a:solidFill>
                <a:latin typeface="Roboto"/>
                <a:cs typeface="Roboto"/>
              </a:rPr>
              <a:t>machines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Kubernetes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319690" y="760594"/>
            <a:ext cx="5265420" cy="2962275"/>
            <a:chOff x="3319690" y="760594"/>
            <a:chExt cx="5265420" cy="2962275"/>
          </a:xfrm>
        </p:grpSpPr>
        <p:sp>
          <p:nvSpPr>
            <p:cNvPr id="3" name="object 3" descr=""/>
            <p:cNvSpPr/>
            <p:nvPr/>
          </p:nvSpPr>
          <p:spPr>
            <a:xfrm>
              <a:off x="3319678" y="1175333"/>
              <a:ext cx="5265420" cy="2547620"/>
            </a:xfrm>
            <a:custGeom>
              <a:avLst/>
              <a:gdLst/>
              <a:ahLst/>
              <a:cxnLst/>
              <a:rect l="l" t="t" r="r" b="b"/>
              <a:pathLst>
                <a:path w="5265420" h="2547620">
                  <a:moveTo>
                    <a:pt x="3163506" y="1347089"/>
                  </a:moveTo>
                  <a:lnTo>
                    <a:pt x="1803869" y="1347089"/>
                  </a:lnTo>
                  <a:lnTo>
                    <a:pt x="0" y="2547391"/>
                  </a:lnTo>
                  <a:lnTo>
                    <a:pt x="1359636" y="2547391"/>
                  </a:lnTo>
                  <a:lnTo>
                    <a:pt x="3163506" y="1347089"/>
                  </a:lnTo>
                  <a:close/>
                </a:path>
                <a:path w="5265420" h="2547620">
                  <a:moveTo>
                    <a:pt x="5264963" y="0"/>
                  </a:moveTo>
                  <a:lnTo>
                    <a:pt x="4167594" y="0"/>
                  </a:lnTo>
                  <a:lnTo>
                    <a:pt x="3123742" y="712571"/>
                  </a:lnTo>
                  <a:lnTo>
                    <a:pt x="4221124" y="712571"/>
                  </a:lnTo>
                  <a:lnTo>
                    <a:pt x="526496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6297836" y="1056675"/>
              <a:ext cx="1210310" cy="831215"/>
            </a:xfrm>
            <a:custGeom>
              <a:avLst/>
              <a:gdLst/>
              <a:ahLst/>
              <a:cxnLst/>
              <a:rect l="l" t="t" r="r" b="b"/>
              <a:pathLst>
                <a:path w="1210309" h="831214">
                  <a:moveTo>
                    <a:pt x="1209940" y="831093"/>
                  </a:moveTo>
                  <a:lnTo>
                    <a:pt x="0" y="831093"/>
                  </a:lnTo>
                  <a:lnTo>
                    <a:pt x="0" y="0"/>
                  </a:lnTo>
                  <a:lnTo>
                    <a:pt x="1209940" y="0"/>
                  </a:lnTo>
                  <a:lnTo>
                    <a:pt x="1209940" y="831093"/>
                  </a:lnTo>
                  <a:close/>
                </a:path>
              </a:pathLst>
            </a:custGeom>
            <a:solidFill>
              <a:srgbClr val="7ACE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507776" y="779644"/>
              <a:ext cx="277495" cy="1108710"/>
            </a:xfrm>
            <a:custGeom>
              <a:avLst/>
              <a:gdLst/>
              <a:ahLst/>
              <a:cxnLst/>
              <a:rect l="l" t="t" r="r" b="b"/>
              <a:pathLst>
                <a:path w="277495" h="1108710">
                  <a:moveTo>
                    <a:pt x="0" y="1108125"/>
                  </a:moveTo>
                  <a:lnTo>
                    <a:pt x="0" y="277031"/>
                  </a:lnTo>
                  <a:lnTo>
                    <a:pt x="277030" y="0"/>
                  </a:lnTo>
                  <a:lnTo>
                    <a:pt x="277030" y="831093"/>
                  </a:lnTo>
                  <a:lnTo>
                    <a:pt x="0" y="1108125"/>
                  </a:lnTo>
                  <a:close/>
                </a:path>
              </a:pathLst>
            </a:custGeom>
            <a:solidFill>
              <a:srgbClr val="62A5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97836" y="779644"/>
              <a:ext cx="1487170" cy="277495"/>
            </a:xfrm>
            <a:custGeom>
              <a:avLst/>
              <a:gdLst/>
              <a:ahLst/>
              <a:cxnLst/>
              <a:rect l="l" t="t" r="r" b="b"/>
              <a:pathLst>
                <a:path w="1487170" h="277494">
                  <a:moveTo>
                    <a:pt x="1209940" y="277031"/>
                  </a:moveTo>
                  <a:lnTo>
                    <a:pt x="0" y="277031"/>
                  </a:lnTo>
                  <a:lnTo>
                    <a:pt x="277031" y="0"/>
                  </a:lnTo>
                  <a:lnTo>
                    <a:pt x="1486971" y="0"/>
                  </a:lnTo>
                  <a:lnTo>
                    <a:pt x="1209940" y="277031"/>
                  </a:lnTo>
                  <a:close/>
                </a:path>
              </a:pathLst>
            </a:custGeom>
            <a:solidFill>
              <a:srgbClr val="95D8B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297836" y="779644"/>
              <a:ext cx="1487170" cy="1108710"/>
            </a:xfrm>
            <a:custGeom>
              <a:avLst/>
              <a:gdLst/>
              <a:ahLst/>
              <a:cxnLst/>
              <a:rect l="l" t="t" r="r" b="b"/>
              <a:pathLst>
                <a:path w="1487170" h="1108710">
                  <a:moveTo>
                    <a:pt x="0" y="277031"/>
                  </a:moveTo>
                  <a:lnTo>
                    <a:pt x="277031" y="0"/>
                  </a:lnTo>
                  <a:lnTo>
                    <a:pt x="1486971" y="0"/>
                  </a:lnTo>
                  <a:lnTo>
                    <a:pt x="1486971" y="831093"/>
                  </a:lnTo>
                  <a:lnTo>
                    <a:pt x="1209940" y="1108125"/>
                  </a:lnTo>
                  <a:lnTo>
                    <a:pt x="0" y="1108125"/>
                  </a:lnTo>
                  <a:lnTo>
                    <a:pt x="0" y="277031"/>
                  </a:lnTo>
                  <a:close/>
                </a:path>
                <a:path w="1487170" h="1108710">
                  <a:moveTo>
                    <a:pt x="0" y="277031"/>
                  </a:moveTo>
                  <a:lnTo>
                    <a:pt x="1209940" y="277031"/>
                  </a:lnTo>
                  <a:lnTo>
                    <a:pt x="1486971" y="0"/>
                  </a:lnTo>
                </a:path>
                <a:path w="1487170" h="1108710">
                  <a:moveTo>
                    <a:pt x="1209940" y="277031"/>
                  </a:moveTo>
                  <a:lnTo>
                    <a:pt x="1209940" y="1108125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430102" y="1205451"/>
              <a:ext cx="955675" cy="519430"/>
            </a:xfrm>
            <a:custGeom>
              <a:avLst/>
              <a:gdLst/>
              <a:ahLst/>
              <a:cxnLst/>
              <a:rect l="l" t="t" r="r" b="b"/>
              <a:pathLst>
                <a:path w="955675" h="519430">
                  <a:moveTo>
                    <a:pt x="869090" y="519074"/>
                  </a:moveTo>
                  <a:lnTo>
                    <a:pt x="86514" y="519074"/>
                  </a:lnTo>
                  <a:lnTo>
                    <a:pt x="52838" y="512276"/>
                  </a:lnTo>
                  <a:lnTo>
                    <a:pt x="25339" y="493735"/>
                  </a:lnTo>
                  <a:lnTo>
                    <a:pt x="6798" y="466236"/>
                  </a:lnTo>
                  <a:lnTo>
                    <a:pt x="0" y="432560"/>
                  </a:lnTo>
                  <a:lnTo>
                    <a:pt x="0" y="86514"/>
                  </a:lnTo>
                  <a:lnTo>
                    <a:pt x="6798" y="52838"/>
                  </a:lnTo>
                  <a:lnTo>
                    <a:pt x="25339" y="25339"/>
                  </a:lnTo>
                  <a:lnTo>
                    <a:pt x="52838" y="6798"/>
                  </a:lnTo>
                  <a:lnTo>
                    <a:pt x="86514" y="0"/>
                  </a:lnTo>
                  <a:lnTo>
                    <a:pt x="869090" y="0"/>
                  </a:lnTo>
                  <a:lnTo>
                    <a:pt x="917088" y="14535"/>
                  </a:lnTo>
                  <a:lnTo>
                    <a:pt x="949019" y="53406"/>
                  </a:lnTo>
                  <a:lnTo>
                    <a:pt x="955604" y="86514"/>
                  </a:lnTo>
                  <a:lnTo>
                    <a:pt x="955604" y="432560"/>
                  </a:lnTo>
                  <a:lnTo>
                    <a:pt x="948805" y="466236"/>
                  </a:lnTo>
                  <a:lnTo>
                    <a:pt x="930265" y="493735"/>
                  </a:lnTo>
                  <a:lnTo>
                    <a:pt x="902765" y="512276"/>
                  </a:lnTo>
                  <a:lnTo>
                    <a:pt x="869090" y="519074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430102" y="1205451"/>
              <a:ext cx="955675" cy="519430"/>
            </a:xfrm>
            <a:custGeom>
              <a:avLst/>
              <a:gdLst/>
              <a:ahLst/>
              <a:cxnLst/>
              <a:rect l="l" t="t" r="r" b="b"/>
              <a:pathLst>
                <a:path w="955675" h="519430">
                  <a:moveTo>
                    <a:pt x="0" y="86514"/>
                  </a:moveTo>
                  <a:lnTo>
                    <a:pt x="6798" y="52838"/>
                  </a:lnTo>
                  <a:lnTo>
                    <a:pt x="25339" y="25339"/>
                  </a:lnTo>
                  <a:lnTo>
                    <a:pt x="52838" y="6798"/>
                  </a:lnTo>
                  <a:lnTo>
                    <a:pt x="86514" y="0"/>
                  </a:lnTo>
                  <a:lnTo>
                    <a:pt x="869090" y="0"/>
                  </a:lnTo>
                  <a:lnTo>
                    <a:pt x="917088" y="14535"/>
                  </a:lnTo>
                  <a:lnTo>
                    <a:pt x="949019" y="53406"/>
                  </a:lnTo>
                  <a:lnTo>
                    <a:pt x="955604" y="86514"/>
                  </a:lnTo>
                  <a:lnTo>
                    <a:pt x="955604" y="432560"/>
                  </a:lnTo>
                  <a:lnTo>
                    <a:pt x="948805" y="466236"/>
                  </a:lnTo>
                  <a:lnTo>
                    <a:pt x="930265" y="493735"/>
                  </a:lnTo>
                  <a:lnTo>
                    <a:pt x="902765" y="512276"/>
                  </a:lnTo>
                  <a:lnTo>
                    <a:pt x="869090" y="519074"/>
                  </a:lnTo>
                  <a:lnTo>
                    <a:pt x="86514" y="519074"/>
                  </a:lnTo>
                  <a:lnTo>
                    <a:pt x="52838" y="512276"/>
                  </a:lnTo>
                  <a:lnTo>
                    <a:pt x="25339" y="493735"/>
                  </a:lnTo>
                  <a:lnTo>
                    <a:pt x="6798" y="466236"/>
                  </a:lnTo>
                  <a:lnTo>
                    <a:pt x="0" y="432560"/>
                  </a:lnTo>
                  <a:lnTo>
                    <a:pt x="0" y="86514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6297836" y="1340402"/>
            <a:ext cx="11912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3055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FFFFFF"/>
                </a:solidFill>
                <a:latin typeface="Roboto"/>
                <a:cs typeface="Roboto"/>
              </a:rPr>
              <a:t>kubelet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1158026" y="2712243"/>
            <a:ext cx="2076450" cy="901700"/>
          </a:xfrm>
          <a:custGeom>
            <a:avLst/>
            <a:gdLst/>
            <a:ahLst/>
            <a:cxnLst/>
            <a:rect l="l" t="t" r="r" b="b"/>
            <a:pathLst>
              <a:path w="2076450" h="901700">
                <a:moveTo>
                  <a:pt x="1850784" y="901574"/>
                </a:moveTo>
                <a:lnTo>
                  <a:pt x="1850784" y="821474"/>
                </a:lnTo>
                <a:lnTo>
                  <a:pt x="788878" y="821474"/>
                </a:lnTo>
                <a:lnTo>
                  <a:pt x="740821" y="820034"/>
                </a:lnTo>
                <a:lnTo>
                  <a:pt x="693527" y="815770"/>
                </a:lnTo>
                <a:lnTo>
                  <a:pt x="647076" y="808764"/>
                </a:lnTo>
                <a:lnTo>
                  <a:pt x="601551" y="799099"/>
                </a:lnTo>
                <a:lnTo>
                  <a:pt x="557036" y="786856"/>
                </a:lnTo>
                <a:lnTo>
                  <a:pt x="513612" y="772120"/>
                </a:lnTo>
                <a:lnTo>
                  <a:pt x="471363" y="754971"/>
                </a:lnTo>
                <a:lnTo>
                  <a:pt x="430370" y="735494"/>
                </a:lnTo>
                <a:lnTo>
                  <a:pt x="390716" y="713769"/>
                </a:lnTo>
                <a:lnTo>
                  <a:pt x="352483" y="689880"/>
                </a:lnTo>
                <a:lnTo>
                  <a:pt x="315755" y="663910"/>
                </a:lnTo>
                <a:lnTo>
                  <a:pt x="280613" y="635940"/>
                </a:lnTo>
                <a:lnTo>
                  <a:pt x="247141" y="606053"/>
                </a:lnTo>
                <a:lnTo>
                  <a:pt x="215420" y="574332"/>
                </a:lnTo>
                <a:lnTo>
                  <a:pt x="185534" y="540860"/>
                </a:lnTo>
                <a:lnTo>
                  <a:pt x="157564" y="505718"/>
                </a:lnTo>
                <a:lnTo>
                  <a:pt x="131593" y="468990"/>
                </a:lnTo>
                <a:lnTo>
                  <a:pt x="107704" y="430758"/>
                </a:lnTo>
                <a:lnTo>
                  <a:pt x="85980" y="391104"/>
                </a:lnTo>
                <a:lnTo>
                  <a:pt x="66502" y="350111"/>
                </a:lnTo>
                <a:lnTo>
                  <a:pt x="49354" y="307861"/>
                </a:lnTo>
                <a:lnTo>
                  <a:pt x="34617" y="264437"/>
                </a:lnTo>
                <a:lnTo>
                  <a:pt x="22375" y="219922"/>
                </a:lnTo>
                <a:lnTo>
                  <a:pt x="12709" y="174398"/>
                </a:lnTo>
                <a:lnTo>
                  <a:pt x="5703" y="127947"/>
                </a:lnTo>
                <a:lnTo>
                  <a:pt x="1437" y="80585"/>
                </a:lnTo>
                <a:lnTo>
                  <a:pt x="0" y="32596"/>
                </a:lnTo>
                <a:lnTo>
                  <a:pt x="0" y="0"/>
                </a:lnTo>
                <a:lnTo>
                  <a:pt x="290586" y="0"/>
                </a:lnTo>
                <a:lnTo>
                  <a:pt x="290586" y="32596"/>
                </a:lnTo>
                <a:lnTo>
                  <a:pt x="292867" y="80585"/>
                </a:lnTo>
                <a:lnTo>
                  <a:pt x="299571" y="127283"/>
                </a:lnTo>
                <a:lnTo>
                  <a:pt x="310489" y="172482"/>
                </a:lnTo>
                <a:lnTo>
                  <a:pt x="325412" y="215972"/>
                </a:lnTo>
                <a:lnTo>
                  <a:pt x="344132" y="257546"/>
                </a:lnTo>
                <a:lnTo>
                  <a:pt x="366439" y="296993"/>
                </a:lnTo>
                <a:lnTo>
                  <a:pt x="392125" y="334106"/>
                </a:lnTo>
                <a:lnTo>
                  <a:pt x="420981" y="368676"/>
                </a:lnTo>
                <a:lnTo>
                  <a:pt x="452798" y="400493"/>
                </a:lnTo>
                <a:lnTo>
                  <a:pt x="487367" y="429349"/>
                </a:lnTo>
                <a:lnTo>
                  <a:pt x="524480" y="455035"/>
                </a:lnTo>
                <a:lnTo>
                  <a:pt x="563928" y="477342"/>
                </a:lnTo>
                <a:lnTo>
                  <a:pt x="605501" y="496061"/>
                </a:lnTo>
                <a:lnTo>
                  <a:pt x="648992" y="510985"/>
                </a:lnTo>
                <a:lnTo>
                  <a:pt x="694191" y="521902"/>
                </a:lnTo>
                <a:lnTo>
                  <a:pt x="740889" y="528606"/>
                </a:lnTo>
                <a:lnTo>
                  <a:pt x="788878" y="530887"/>
                </a:lnTo>
                <a:lnTo>
                  <a:pt x="1930885" y="530887"/>
                </a:lnTo>
                <a:lnTo>
                  <a:pt x="2076178" y="676181"/>
                </a:lnTo>
                <a:lnTo>
                  <a:pt x="1850784" y="901574"/>
                </a:lnTo>
                <a:close/>
              </a:path>
              <a:path w="2076450" h="901700">
                <a:moveTo>
                  <a:pt x="1930885" y="530887"/>
                </a:moveTo>
                <a:lnTo>
                  <a:pt x="1850784" y="530887"/>
                </a:lnTo>
                <a:lnTo>
                  <a:pt x="1850784" y="450787"/>
                </a:lnTo>
                <a:lnTo>
                  <a:pt x="1930885" y="530887"/>
                </a:lnTo>
                <a:close/>
              </a:path>
            </a:pathLst>
          </a:custGeom>
          <a:solidFill>
            <a:srgbClr val="FACB4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2395889" y="3252006"/>
            <a:ext cx="1943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solidFill>
                  <a:srgbClr val="FFFFFF"/>
                </a:solidFill>
                <a:latin typeface="Roboto"/>
                <a:cs typeface="Roboto"/>
              </a:rPr>
              <a:t>UI</a:t>
            </a:r>
            <a:endParaRPr sz="1400">
              <a:latin typeface="Roboto"/>
              <a:cs typeface="Roboto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6779943" y="1898499"/>
            <a:ext cx="2306320" cy="1146810"/>
            <a:chOff x="6779943" y="1898499"/>
            <a:chExt cx="2306320" cy="1146810"/>
          </a:xfrm>
        </p:grpSpPr>
        <p:sp>
          <p:nvSpPr>
            <p:cNvPr id="14" name="object 14" descr=""/>
            <p:cNvSpPr/>
            <p:nvPr/>
          </p:nvSpPr>
          <p:spPr>
            <a:xfrm>
              <a:off x="6944588" y="2313230"/>
              <a:ext cx="2141220" cy="713105"/>
            </a:xfrm>
            <a:custGeom>
              <a:avLst/>
              <a:gdLst/>
              <a:ahLst/>
              <a:cxnLst/>
              <a:rect l="l" t="t" r="r" b="b"/>
              <a:pathLst>
                <a:path w="2141220" h="713105">
                  <a:moveTo>
                    <a:pt x="1097376" y="712574"/>
                  </a:moveTo>
                  <a:lnTo>
                    <a:pt x="0" y="712574"/>
                  </a:lnTo>
                  <a:lnTo>
                    <a:pt x="1043843" y="0"/>
                  </a:lnTo>
                  <a:lnTo>
                    <a:pt x="2141220" y="0"/>
                  </a:lnTo>
                  <a:lnTo>
                    <a:pt x="1097376" y="712574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798993" y="2194580"/>
              <a:ext cx="1210310" cy="831215"/>
            </a:xfrm>
            <a:custGeom>
              <a:avLst/>
              <a:gdLst/>
              <a:ahLst/>
              <a:cxnLst/>
              <a:rect l="l" t="t" r="r" b="b"/>
              <a:pathLst>
                <a:path w="1210309" h="831214">
                  <a:moveTo>
                    <a:pt x="1209939" y="831093"/>
                  </a:moveTo>
                  <a:lnTo>
                    <a:pt x="0" y="831093"/>
                  </a:lnTo>
                  <a:lnTo>
                    <a:pt x="0" y="0"/>
                  </a:lnTo>
                  <a:lnTo>
                    <a:pt x="1209939" y="0"/>
                  </a:lnTo>
                  <a:lnTo>
                    <a:pt x="1209939" y="831093"/>
                  </a:lnTo>
                  <a:close/>
                </a:path>
              </a:pathLst>
            </a:custGeom>
            <a:solidFill>
              <a:srgbClr val="7ACE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8008933" y="1917549"/>
              <a:ext cx="277495" cy="1108710"/>
            </a:xfrm>
            <a:custGeom>
              <a:avLst/>
              <a:gdLst/>
              <a:ahLst/>
              <a:cxnLst/>
              <a:rect l="l" t="t" r="r" b="b"/>
              <a:pathLst>
                <a:path w="277495" h="1108710">
                  <a:moveTo>
                    <a:pt x="0" y="1108124"/>
                  </a:moveTo>
                  <a:lnTo>
                    <a:pt x="0" y="277031"/>
                  </a:lnTo>
                  <a:lnTo>
                    <a:pt x="277031" y="0"/>
                  </a:lnTo>
                  <a:lnTo>
                    <a:pt x="277031" y="831093"/>
                  </a:lnTo>
                  <a:lnTo>
                    <a:pt x="0" y="1108124"/>
                  </a:lnTo>
                  <a:close/>
                </a:path>
              </a:pathLst>
            </a:custGeom>
            <a:solidFill>
              <a:srgbClr val="62A5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798993" y="1917549"/>
              <a:ext cx="1487170" cy="277495"/>
            </a:xfrm>
            <a:custGeom>
              <a:avLst/>
              <a:gdLst/>
              <a:ahLst/>
              <a:cxnLst/>
              <a:rect l="l" t="t" r="r" b="b"/>
              <a:pathLst>
                <a:path w="1487170" h="277494">
                  <a:moveTo>
                    <a:pt x="1209939" y="277031"/>
                  </a:moveTo>
                  <a:lnTo>
                    <a:pt x="0" y="277031"/>
                  </a:lnTo>
                  <a:lnTo>
                    <a:pt x="277031" y="0"/>
                  </a:lnTo>
                  <a:lnTo>
                    <a:pt x="1486971" y="0"/>
                  </a:lnTo>
                  <a:lnTo>
                    <a:pt x="1209939" y="277031"/>
                  </a:lnTo>
                  <a:close/>
                </a:path>
              </a:pathLst>
            </a:custGeom>
            <a:solidFill>
              <a:srgbClr val="95D8B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798993" y="1917549"/>
              <a:ext cx="1487170" cy="1108710"/>
            </a:xfrm>
            <a:custGeom>
              <a:avLst/>
              <a:gdLst/>
              <a:ahLst/>
              <a:cxnLst/>
              <a:rect l="l" t="t" r="r" b="b"/>
              <a:pathLst>
                <a:path w="1487170" h="1108710">
                  <a:moveTo>
                    <a:pt x="0" y="277031"/>
                  </a:moveTo>
                  <a:lnTo>
                    <a:pt x="277031" y="0"/>
                  </a:lnTo>
                  <a:lnTo>
                    <a:pt x="1486971" y="0"/>
                  </a:lnTo>
                  <a:lnTo>
                    <a:pt x="1486971" y="831093"/>
                  </a:lnTo>
                  <a:lnTo>
                    <a:pt x="1209939" y="1108124"/>
                  </a:lnTo>
                  <a:lnTo>
                    <a:pt x="0" y="1108124"/>
                  </a:lnTo>
                  <a:lnTo>
                    <a:pt x="0" y="277031"/>
                  </a:lnTo>
                  <a:close/>
                </a:path>
                <a:path w="1487170" h="1108710">
                  <a:moveTo>
                    <a:pt x="0" y="277031"/>
                  </a:moveTo>
                  <a:lnTo>
                    <a:pt x="1209939" y="277031"/>
                  </a:lnTo>
                  <a:lnTo>
                    <a:pt x="1486971" y="0"/>
                  </a:lnTo>
                </a:path>
                <a:path w="1487170" h="1108710">
                  <a:moveTo>
                    <a:pt x="1209939" y="277031"/>
                  </a:moveTo>
                  <a:lnTo>
                    <a:pt x="1209939" y="1108124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931259" y="2343356"/>
              <a:ext cx="955675" cy="519430"/>
            </a:xfrm>
            <a:custGeom>
              <a:avLst/>
              <a:gdLst/>
              <a:ahLst/>
              <a:cxnLst/>
              <a:rect l="l" t="t" r="r" b="b"/>
              <a:pathLst>
                <a:path w="955675" h="519430">
                  <a:moveTo>
                    <a:pt x="869090" y="519074"/>
                  </a:moveTo>
                  <a:lnTo>
                    <a:pt x="86514" y="519074"/>
                  </a:lnTo>
                  <a:lnTo>
                    <a:pt x="52838" y="512276"/>
                  </a:lnTo>
                  <a:lnTo>
                    <a:pt x="25339" y="493735"/>
                  </a:lnTo>
                  <a:lnTo>
                    <a:pt x="6798" y="466235"/>
                  </a:lnTo>
                  <a:lnTo>
                    <a:pt x="0" y="432560"/>
                  </a:lnTo>
                  <a:lnTo>
                    <a:pt x="0" y="86514"/>
                  </a:lnTo>
                  <a:lnTo>
                    <a:pt x="6798" y="52838"/>
                  </a:lnTo>
                  <a:lnTo>
                    <a:pt x="25339" y="25339"/>
                  </a:lnTo>
                  <a:lnTo>
                    <a:pt x="52838" y="6798"/>
                  </a:lnTo>
                  <a:lnTo>
                    <a:pt x="86514" y="0"/>
                  </a:lnTo>
                  <a:lnTo>
                    <a:pt x="869090" y="0"/>
                  </a:lnTo>
                  <a:lnTo>
                    <a:pt x="917088" y="14535"/>
                  </a:lnTo>
                  <a:lnTo>
                    <a:pt x="949019" y="53406"/>
                  </a:lnTo>
                  <a:lnTo>
                    <a:pt x="955604" y="86514"/>
                  </a:lnTo>
                  <a:lnTo>
                    <a:pt x="955604" y="432560"/>
                  </a:lnTo>
                  <a:lnTo>
                    <a:pt x="948806" y="466235"/>
                  </a:lnTo>
                  <a:lnTo>
                    <a:pt x="930265" y="493735"/>
                  </a:lnTo>
                  <a:lnTo>
                    <a:pt x="902765" y="512276"/>
                  </a:lnTo>
                  <a:lnTo>
                    <a:pt x="869090" y="519074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931259" y="2343356"/>
              <a:ext cx="955675" cy="519430"/>
            </a:xfrm>
            <a:custGeom>
              <a:avLst/>
              <a:gdLst/>
              <a:ahLst/>
              <a:cxnLst/>
              <a:rect l="l" t="t" r="r" b="b"/>
              <a:pathLst>
                <a:path w="955675" h="519430">
                  <a:moveTo>
                    <a:pt x="0" y="86514"/>
                  </a:moveTo>
                  <a:lnTo>
                    <a:pt x="6798" y="52838"/>
                  </a:lnTo>
                  <a:lnTo>
                    <a:pt x="25339" y="25339"/>
                  </a:lnTo>
                  <a:lnTo>
                    <a:pt x="52838" y="6798"/>
                  </a:lnTo>
                  <a:lnTo>
                    <a:pt x="86514" y="0"/>
                  </a:lnTo>
                  <a:lnTo>
                    <a:pt x="869090" y="0"/>
                  </a:lnTo>
                  <a:lnTo>
                    <a:pt x="917088" y="14535"/>
                  </a:lnTo>
                  <a:lnTo>
                    <a:pt x="949019" y="53406"/>
                  </a:lnTo>
                  <a:lnTo>
                    <a:pt x="955604" y="86514"/>
                  </a:lnTo>
                  <a:lnTo>
                    <a:pt x="955604" y="432560"/>
                  </a:lnTo>
                  <a:lnTo>
                    <a:pt x="948806" y="466235"/>
                  </a:lnTo>
                  <a:lnTo>
                    <a:pt x="930265" y="493735"/>
                  </a:lnTo>
                  <a:lnTo>
                    <a:pt x="902765" y="512276"/>
                  </a:lnTo>
                  <a:lnTo>
                    <a:pt x="869090" y="519074"/>
                  </a:lnTo>
                  <a:lnTo>
                    <a:pt x="86514" y="519074"/>
                  </a:lnTo>
                  <a:lnTo>
                    <a:pt x="52838" y="512276"/>
                  </a:lnTo>
                  <a:lnTo>
                    <a:pt x="25339" y="493735"/>
                  </a:lnTo>
                  <a:lnTo>
                    <a:pt x="6798" y="466235"/>
                  </a:lnTo>
                  <a:lnTo>
                    <a:pt x="0" y="432560"/>
                  </a:lnTo>
                  <a:lnTo>
                    <a:pt x="0" y="86514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6798993" y="2478307"/>
            <a:ext cx="11912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3055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FFFFFF"/>
                </a:solidFill>
                <a:latin typeface="Roboto"/>
                <a:cs typeface="Roboto"/>
              </a:rPr>
              <a:t>kubelet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1827954" y="2362706"/>
            <a:ext cx="1279525" cy="443230"/>
          </a:xfrm>
          <a:custGeom>
            <a:avLst/>
            <a:gdLst/>
            <a:ahLst/>
            <a:cxnLst/>
            <a:rect l="l" t="t" r="r" b="b"/>
            <a:pathLst>
              <a:path w="1279525" h="443230">
                <a:moveTo>
                  <a:pt x="1057949" y="443099"/>
                </a:moveTo>
                <a:lnTo>
                  <a:pt x="1057949" y="361711"/>
                </a:lnTo>
                <a:lnTo>
                  <a:pt x="0" y="361711"/>
                </a:lnTo>
                <a:lnTo>
                  <a:pt x="0" y="81388"/>
                </a:lnTo>
                <a:lnTo>
                  <a:pt x="1057949" y="81388"/>
                </a:lnTo>
                <a:lnTo>
                  <a:pt x="1057949" y="0"/>
                </a:lnTo>
                <a:lnTo>
                  <a:pt x="1279499" y="221549"/>
                </a:lnTo>
                <a:lnTo>
                  <a:pt x="1057949" y="443099"/>
                </a:lnTo>
                <a:close/>
              </a:path>
            </a:pathLst>
          </a:custGeom>
          <a:solidFill>
            <a:srgbClr val="FACB4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2368923" y="2459669"/>
            <a:ext cx="29019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solidFill>
                  <a:srgbClr val="FFFFFF"/>
                </a:solidFill>
                <a:latin typeface="Roboto"/>
                <a:cs typeface="Roboto"/>
              </a:rPr>
              <a:t>CLI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1524096" y="1468593"/>
            <a:ext cx="1710055" cy="901700"/>
          </a:xfrm>
          <a:custGeom>
            <a:avLst/>
            <a:gdLst/>
            <a:ahLst/>
            <a:cxnLst/>
            <a:rect l="l" t="t" r="r" b="b"/>
            <a:pathLst>
              <a:path w="1710055" h="901700">
                <a:moveTo>
                  <a:pt x="290562" y="901499"/>
                </a:moveTo>
                <a:lnTo>
                  <a:pt x="0" y="901499"/>
                </a:lnTo>
                <a:lnTo>
                  <a:pt x="0" y="868906"/>
                </a:lnTo>
                <a:lnTo>
                  <a:pt x="1439" y="820853"/>
                </a:lnTo>
                <a:lnTo>
                  <a:pt x="5643" y="774227"/>
                </a:lnTo>
                <a:lnTo>
                  <a:pt x="5703" y="773563"/>
                </a:lnTo>
                <a:lnTo>
                  <a:pt x="12708" y="727116"/>
                </a:lnTo>
                <a:lnTo>
                  <a:pt x="22373" y="681595"/>
                </a:lnTo>
                <a:lnTo>
                  <a:pt x="34614" y="637084"/>
                </a:lnTo>
                <a:lnTo>
                  <a:pt x="49350" y="593664"/>
                </a:lnTo>
                <a:lnTo>
                  <a:pt x="66497" y="551417"/>
                </a:lnTo>
                <a:lnTo>
                  <a:pt x="85973" y="510428"/>
                </a:lnTo>
                <a:lnTo>
                  <a:pt x="107696" y="470777"/>
                </a:lnTo>
                <a:lnTo>
                  <a:pt x="131582" y="432548"/>
                </a:lnTo>
                <a:lnTo>
                  <a:pt x="157551" y="395823"/>
                </a:lnTo>
                <a:lnTo>
                  <a:pt x="185518" y="360684"/>
                </a:lnTo>
                <a:lnTo>
                  <a:pt x="215402" y="327214"/>
                </a:lnTo>
                <a:lnTo>
                  <a:pt x="247121" y="295496"/>
                </a:lnTo>
                <a:lnTo>
                  <a:pt x="280590" y="265612"/>
                </a:lnTo>
                <a:lnTo>
                  <a:pt x="315729" y="237645"/>
                </a:lnTo>
                <a:lnTo>
                  <a:pt x="352454" y="211676"/>
                </a:lnTo>
                <a:lnTo>
                  <a:pt x="390683" y="187789"/>
                </a:lnTo>
                <a:lnTo>
                  <a:pt x="430334" y="166067"/>
                </a:lnTo>
                <a:lnTo>
                  <a:pt x="471324" y="146590"/>
                </a:lnTo>
                <a:lnTo>
                  <a:pt x="513570" y="129443"/>
                </a:lnTo>
                <a:lnTo>
                  <a:pt x="556990" y="114708"/>
                </a:lnTo>
                <a:lnTo>
                  <a:pt x="601501" y="102467"/>
                </a:lnTo>
                <a:lnTo>
                  <a:pt x="647022" y="92802"/>
                </a:lnTo>
                <a:lnTo>
                  <a:pt x="693469" y="85797"/>
                </a:lnTo>
                <a:lnTo>
                  <a:pt x="740760" y="81533"/>
                </a:lnTo>
                <a:lnTo>
                  <a:pt x="788812" y="80093"/>
                </a:lnTo>
                <a:lnTo>
                  <a:pt x="1484624" y="80093"/>
                </a:lnTo>
                <a:lnTo>
                  <a:pt x="1484624" y="0"/>
                </a:lnTo>
                <a:lnTo>
                  <a:pt x="1709999" y="225374"/>
                </a:lnTo>
                <a:lnTo>
                  <a:pt x="1564718" y="370656"/>
                </a:lnTo>
                <a:lnTo>
                  <a:pt x="788812" y="370656"/>
                </a:lnTo>
                <a:lnTo>
                  <a:pt x="740827" y="372937"/>
                </a:lnTo>
                <a:lnTo>
                  <a:pt x="694133" y="379640"/>
                </a:lnTo>
                <a:lnTo>
                  <a:pt x="648938" y="390557"/>
                </a:lnTo>
                <a:lnTo>
                  <a:pt x="605451" y="405479"/>
                </a:lnTo>
                <a:lnTo>
                  <a:pt x="563881" y="424197"/>
                </a:lnTo>
                <a:lnTo>
                  <a:pt x="524437" y="446502"/>
                </a:lnTo>
                <a:lnTo>
                  <a:pt x="487327" y="472186"/>
                </a:lnTo>
                <a:lnTo>
                  <a:pt x="452760" y="501040"/>
                </a:lnTo>
                <a:lnTo>
                  <a:pt x="420946" y="532854"/>
                </a:lnTo>
                <a:lnTo>
                  <a:pt x="392092" y="567421"/>
                </a:lnTo>
                <a:lnTo>
                  <a:pt x="366409" y="604530"/>
                </a:lnTo>
                <a:lnTo>
                  <a:pt x="344103" y="643975"/>
                </a:lnTo>
                <a:lnTo>
                  <a:pt x="325385" y="685545"/>
                </a:lnTo>
                <a:lnTo>
                  <a:pt x="310463" y="729032"/>
                </a:lnTo>
                <a:lnTo>
                  <a:pt x="299546" y="774227"/>
                </a:lnTo>
                <a:lnTo>
                  <a:pt x="292853" y="820853"/>
                </a:lnTo>
                <a:lnTo>
                  <a:pt x="290562" y="868906"/>
                </a:lnTo>
                <a:lnTo>
                  <a:pt x="290562" y="901499"/>
                </a:lnTo>
                <a:close/>
              </a:path>
              <a:path w="1710055" h="901700">
                <a:moveTo>
                  <a:pt x="1484624" y="450749"/>
                </a:moveTo>
                <a:lnTo>
                  <a:pt x="1484624" y="370656"/>
                </a:lnTo>
                <a:lnTo>
                  <a:pt x="1564718" y="370656"/>
                </a:lnTo>
                <a:lnTo>
                  <a:pt x="1484624" y="450749"/>
                </a:lnTo>
                <a:close/>
              </a:path>
            </a:pathLst>
          </a:custGeom>
          <a:solidFill>
            <a:srgbClr val="FACB4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2330699" y="1591656"/>
            <a:ext cx="31178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solidFill>
                  <a:srgbClr val="FFFFFF"/>
                </a:solidFill>
                <a:latin typeface="Roboto"/>
                <a:cs typeface="Roboto"/>
              </a:rPr>
              <a:t>API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763792" y="4469852"/>
            <a:ext cx="1153795" cy="287655"/>
          </a:xfrm>
          <a:prstGeom prst="rect">
            <a:avLst/>
          </a:prstGeom>
          <a:solidFill>
            <a:srgbClr val="210000">
              <a:alpha val="3461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 marL="291465">
              <a:lnSpc>
                <a:spcPts val="2130"/>
              </a:lnSpc>
            </a:pPr>
            <a:r>
              <a:rPr dirty="0" sz="1800" spc="-10" b="1">
                <a:solidFill>
                  <a:srgbClr val="FFFFFF"/>
                </a:solidFill>
                <a:latin typeface="Roboto"/>
                <a:cs typeface="Roboto"/>
              </a:rPr>
              <a:t>users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3429592" y="4469852"/>
            <a:ext cx="1319530" cy="287655"/>
          </a:xfrm>
          <a:prstGeom prst="rect">
            <a:avLst/>
          </a:prstGeom>
          <a:solidFill>
            <a:srgbClr val="210000">
              <a:alpha val="3461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 marL="298450">
              <a:lnSpc>
                <a:spcPts val="2130"/>
              </a:lnSpc>
            </a:pPr>
            <a:r>
              <a:rPr dirty="0" sz="1800" spc="-10" b="1">
                <a:solidFill>
                  <a:srgbClr val="FFFFFF"/>
                </a:solidFill>
                <a:latin typeface="Roboto"/>
                <a:cs typeface="Roboto"/>
              </a:rPr>
              <a:t>master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6542941" y="4469852"/>
            <a:ext cx="1319530" cy="287655"/>
          </a:xfrm>
          <a:prstGeom prst="rect">
            <a:avLst/>
          </a:prstGeom>
          <a:solidFill>
            <a:srgbClr val="210000">
              <a:alpha val="3461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 marL="346075">
              <a:lnSpc>
                <a:spcPts val="2130"/>
              </a:lnSpc>
            </a:pPr>
            <a:r>
              <a:rPr dirty="0" sz="1800" spc="-10" b="1">
                <a:solidFill>
                  <a:srgbClr val="FFFFFF"/>
                </a:solidFill>
                <a:latin typeface="Roboto"/>
                <a:cs typeface="Roboto"/>
              </a:rPr>
              <a:t>nodes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3300639" y="1046343"/>
            <a:ext cx="5372100" cy="3166110"/>
            <a:chOff x="3300639" y="1046343"/>
            <a:chExt cx="5372100" cy="3166110"/>
          </a:xfrm>
        </p:grpSpPr>
        <p:sp>
          <p:nvSpPr>
            <p:cNvPr id="30" name="object 30" descr=""/>
            <p:cNvSpPr/>
            <p:nvPr/>
          </p:nvSpPr>
          <p:spPr>
            <a:xfrm>
              <a:off x="3319689" y="1509993"/>
              <a:ext cx="1334135" cy="2498725"/>
            </a:xfrm>
            <a:custGeom>
              <a:avLst/>
              <a:gdLst/>
              <a:ahLst/>
              <a:cxnLst/>
              <a:rect l="l" t="t" r="r" b="b"/>
              <a:pathLst>
                <a:path w="1334135" h="2498725">
                  <a:moveTo>
                    <a:pt x="1333799" y="2498399"/>
                  </a:moveTo>
                  <a:lnTo>
                    <a:pt x="0" y="2498399"/>
                  </a:lnTo>
                  <a:lnTo>
                    <a:pt x="0" y="0"/>
                  </a:lnTo>
                  <a:lnTo>
                    <a:pt x="1333799" y="0"/>
                  </a:lnTo>
                  <a:lnTo>
                    <a:pt x="1333799" y="2498399"/>
                  </a:lnTo>
                  <a:close/>
                </a:path>
              </a:pathLst>
            </a:custGeom>
            <a:solidFill>
              <a:srgbClr val="ED9D9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4653489" y="1065393"/>
              <a:ext cx="445134" cy="2943225"/>
            </a:xfrm>
            <a:custGeom>
              <a:avLst/>
              <a:gdLst/>
              <a:ahLst/>
              <a:cxnLst/>
              <a:rect l="l" t="t" r="r" b="b"/>
              <a:pathLst>
                <a:path w="445135" h="2943225">
                  <a:moveTo>
                    <a:pt x="0" y="2942999"/>
                  </a:moveTo>
                  <a:lnTo>
                    <a:pt x="0" y="444599"/>
                  </a:lnTo>
                  <a:lnTo>
                    <a:pt x="444599" y="0"/>
                  </a:lnTo>
                  <a:lnTo>
                    <a:pt x="444599" y="2498399"/>
                  </a:lnTo>
                  <a:lnTo>
                    <a:pt x="0" y="2942999"/>
                  </a:lnTo>
                  <a:close/>
                </a:path>
              </a:pathLst>
            </a:custGeom>
            <a:solidFill>
              <a:srgbClr val="BD7D7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3319689" y="1065393"/>
              <a:ext cx="1778635" cy="445134"/>
            </a:xfrm>
            <a:custGeom>
              <a:avLst/>
              <a:gdLst/>
              <a:ahLst/>
              <a:cxnLst/>
              <a:rect l="l" t="t" r="r" b="b"/>
              <a:pathLst>
                <a:path w="1778635" h="445134">
                  <a:moveTo>
                    <a:pt x="1333799" y="444599"/>
                  </a:moveTo>
                  <a:lnTo>
                    <a:pt x="0" y="444599"/>
                  </a:lnTo>
                  <a:lnTo>
                    <a:pt x="444599" y="0"/>
                  </a:lnTo>
                  <a:lnTo>
                    <a:pt x="1778399" y="0"/>
                  </a:lnTo>
                  <a:lnTo>
                    <a:pt x="1333799" y="444599"/>
                  </a:lnTo>
                  <a:close/>
                </a:path>
              </a:pathLst>
            </a:custGeom>
            <a:solidFill>
              <a:srgbClr val="F0B0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3319689" y="1065393"/>
              <a:ext cx="1778635" cy="2943225"/>
            </a:xfrm>
            <a:custGeom>
              <a:avLst/>
              <a:gdLst/>
              <a:ahLst/>
              <a:cxnLst/>
              <a:rect l="l" t="t" r="r" b="b"/>
              <a:pathLst>
                <a:path w="1778635" h="2943225">
                  <a:moveTo>
                    <a:pt x="0" y="444599"/>
                  </a:moveTo>
                  <a:lnTo>
                    <a:pt x="444599" y="0"/>
                  </a:lnTo>
                  <a:lnTo>
                    <a:pt x="1778399" y="0"/>
                  </a:lnTo>
                  <a:lnTo>
                    <a:pt x="1778399" y="2498399"/>
                  </a:lnTo>
                  <a:lnTo>
                    <a:pt x="1333799" y="2942999"/>
                  </a:lnTo>
                  <a:lnTo>
                    <a:pt x="0" y="2942999"/>
                  </a:lnTo>
                  <a:lnTo>
                    <a:pt x="0" y="444599"/>
                  </a:lnTo>
                  <a:close/>
                </a:path>
                <a:path w="1778635" h="2943225">
                  <a:moveTo>
                    <a:pt x="0" y="444599"/>
                  </a:moveTo>
                  <a:lnTo>
                    <a:pt x="1333799" y="444599"/>
                  </a:lnTo>
                  <a:lnTo>
                    <a:pt x="1778399" y="0"/>
                  </a:lnTo>
                </a:path>
                <a:path w="1778635" h="2943225">
                  <a:moveTo>
                    <a:pt x="1333799" y="444599"/>
                  </a:moveTo>
                  <a:lnTo>
                    <a:pt x="1333799" y="2942999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3428230" y="2211685"/>
              <a:ext cx="1130300" cy="443230"/>
            </a:xfrm>
            <a:custGeom>
              <a:avLst/>
              <a:gdLst/>
              <a:ahLst/>
              <a:cxnLst/>
              <a:rect l="l" t="t" r="r" b="b"/>
              <a:pathLst>
                <a:path w="1130300" h="443230">
                  <a:moveTo>
                    <a:pt x="1056248" y="443099"/>
                  </a:moveTo>
                  <a:lnTo>
                    <a:pt x="73851" y="443099"/>
                  </a:lnTo>
                  <a:lnTo>
                    <a:pt x="45105" y="437296"/>
                  </a:lnTo>
                  <a:lnTo>
                    <a:pt x="21630" y="421469"/>
                  </a:lnTo>
                  <a:lnTo>
                    <a:pt x="5803" y="397994"/>
                  </a:lnTo>
                  <a:lnTo>
                    <a:pt x="0" y="369248"/>
                  </a:lnTo>
                  <a:lnTo>
                    <a:pt x="0" y="73851"/>
                  </a:lnTo>
                  <a:lnTo>
                    <a:pt x="5705" y="45589"/>
                  </a:lnTo>
                  <a:lnTo>
                    <a:pt x="5803" y="45105"/>
                  </a:lnTo>
                  <a:lnTo>
                    <a:pt x="21630" y="21630"/>
                  </a:lnTo>
                  <a:lnTo>
                    <a:pt x="45105" y="5803"/>
                  </a:lnTo>
                  <a:lnTo>
                    <a:pt x="73851" y="0"/>
                  </a:lnTo>
                  <a:lnTo>
                    <a:pt x="1056248" y="0"/>
                  </a:lnTo>
                  <a:lnTo>
                    <a:pt x="1097221" y="12407"/>
                  </a:lnTo>
                  <a:lnTo>
                    <a:pt x="1124478" y="45589"/>
                  </a:lnTo>
                  <a:lnTo>
                    <a:pt x="1130099" y="73851"/>
                  </a:lnTo>
                  <a:lnTo>
                    <a:pt x="1130099" y="369248"/>
                  </a:lnTo>
                  <a:lnTo>
                    <a:pt x="1124296" y="397994"/>
                  </a:lnTo>
                  <a:lnTo>
                    <a:pt x="1108469" y="421469"/>
                  </a:lnTo>
                  <a:lnTo>
                    <a:pt x="1084995" y="437296"/>
                  </a:lnTo>
                  <a:lnTo>
                    <a:pt x="1056248" y="443099"/>
                  </a:lnTo>
                  <a:close/>
                </a:path>
              </a:pathLst>
            </a:custGeom>
            <a:solidFill>
              <a:srgbClr val="D844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3428230" y="2211685"/>
              <a:ext cx="1130300" cy="443230"/>
            </a:xfrm>
            <a:custGeom>
              <a:avLst/>
              <a:gdLst/>
              <a:ahLst/>
              <a:cxnLst/>
              <a:rect l="l" t="t" r="r" b="b"/>
              <a:pathLst>
                <a:path w="1130300" h="443230">
                  <a:moveTo>
                    <a:pt x="0" y="73851"/>
                  </a:moveTo>
                  <a:lnTo>
                    <a:pt x="5803" y="45105"/>
                  </a:lnTo>
                  <a:lnTo>
                    <a:pt x="21630" y="21630"/>
                  </a:lnTo>
                  <a:lnTo>
                    <a:pt x="45105" y="5803"/>
                  </a:lnTo>
                  <a:lnTo>
                    <a:pt x="73851" y="0"/>
                  </a:lnTo>
                  <a:lnTo>
                    <a:pt x="1056248" y="0"/>
                  </a:lnTo>
                  <a:lnTo>
                    <a:pt x="1097221" y="12407"/>
                  </a:lnTo>
                  <a:lnTo>
                    <a:pt x="1124478" y="45589"/>
                  </a:lnTo>
                  <a:lnTo>
                    <a:pt x="1130099" y="73851"/>
                  </a:lnTo>
                  <a:lnTo>
                    <a:pt x="1130099" y="369248"/>
                  </a:lnTo>
                  <a:lnTo>
                    <a:pt x="1124296" y="397994"/>
                  </a:lnTo>
                  <a:lnTo>
                    <a:pt x="1108469" y="421469"/>
                  </a:lnTo>
                  <a:lnTo>
                    <a:pt x="1084995" y="437296"/>
                  </a:lnTo>
                  <a:lnTo>
                    <a:pt x="1056248" y="443099"/>
                  </a:lnTo>
                  <a:lnTo>
                    <a:pt x="73851" y="443099"/>
                  </a:lnTo>
                  <a:lnTo>
                    <a:pt x="45105" y="437296"/>
                  </a:lnTo>
                  <a:lnTo>
                    <a:pt x="21630" y="421469"/>
                  </a:lnTo>
                  <a:lnTo>
                    <a:pt x="5803" y="397994"/>
                  </a:lnTo>
                  <a:lnTo>
                    <a:pt x="0" y="369248"/>
                  </a:lnTo>
                  <a:lnTo>
                    <a:pt x="0" y="73851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6531103" y="3480449"/>
              <a:ext cx="2141220" cy="713105"/>
            </a:xfrm>
            <a:custGeom>
              <a:avLst/>
              <a:gdLst/>
              <a:ahLst/>
              <a:cxnLst/>
              <a:rect l="l" t="t" r="r" b="b"/>
              <a:pathLst>
                <a:path w="2141220" h="713104">
                  <a:moveTo>
                    <a:pt x="1097376" y="712574"/>
                  </a:moveTo>
                  <a:lnTo>
                    <a:pt x="0" y="712574"/>
                  </a:lnTo>
                  <a:lnTo>
                    <a:pt x="1043843" y="0"/>
                  </a:lnTo>
                  <a:lnTo>
                    <a:pt x="2141220" y="0"/>
                  </a:lnTo>
                  <a:lnTo>
                    <a:pt x="1097376" y="712574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6385508" y="3361799"/>
              <a:ext cx="1210310" cy="831215"/>
            </a:xfrm>
            <a:custGeom>
              <a:avLst/>
              <a:gdLst/>
              <a:ahLst/>
              <a:cxnLst/>
              <a:rect l="l" t="t" r="r" b="b"/>
              <a:pathLst>
                <a:path w="1210309" h="831214">
                  <a:moveTo>
                    <a:pt x="1209939" y="831093"/>
                  </a:moveTo>
                  <a:lnTo>
                    <a:pt x="0" y="831093"/>
                  </a:lnTo>
                  <a:lnTo>
                    <a:pt x="0" y="0"/>
                  </a:lnTo>
                  <a:lnTo>
                    <a:pt x="1209939" y="0"/>
                  </a:lnTo>
                  <a:lnTo>
                    <a:pt x="1209939" y="831093"/>
                  </a:lnTo>
                  <a:close/>
                </a:path>
              </a:pathLst>
            </a:custGeom>
            <a:solidFill>
              <a:srgbClr val="7ACE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7595448" y="3084768"/>
              <a:ext cx="277495" cy="1108710"/>
            </a:xfrm>
            <a:custGeom>
              <a:avLst/>
              <a:gdLst/>
              <a:ahLst/>
              <a:cxnLst/>
              <a:rect l="l" t="t" r="r" b="b"/>
              <a:pathLst>
                <a:path w="277495" h="1108710">
                  <a:moveTo>
                    <a:pt x="0" y="1108124"/>
                  </a:moveTo>
                  <a:lnTo>
                    <a:pt x="0" y="277031"/>
                  </a:lnTo>
                  <a:lnTo>
                    <a:pt x="277031" y="0"/>
                  </a:lnTo>
                  <a:lnTo>
                    <a:pt x="277031" y="831093"/>
                  </a:lnTo>
                  <a:lnTo>
                    <a:pt x="0" y="1108124"/>
                  </a:lnTo>
                  <a:close/>
                </a:path>
              </a:pathLst>
            </a:custGeom>
            <a:solidFill>
              <a:srgbClr val="62A58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6385508" y="3084768"/>
              <a:ext cx="1487170" cy="277495"/>
            </a:xfrm>
            <a:custGeom>
              <a:avLst/>
              <a:gdLst/>
              <a:ahLst/>
              <a:cxnLst/>
              <a:rect l="l" t="t" r="r" b="b"/>
              <a:pathLst>
                <a:path w="1487170" h="277495">
                  <a:moveTo>
                    <a:pt x="1209939" y="277031"/>
                  </a:moveTo>
                  <a:lnTo>
                    <a:pt x="0" y="277031"/>
                  </a:lnTo>
                  <a:lnTo>
                    <a:pt x="277031" y="0"/>
                  </a:lnTo>
                  <a:lnTo>
                    <a:pt x="1486971" y="0"/>
                  </a:lnTo>
                  <a:lnTo>
                    <a:pt x="1209939" y="277031"/>
                  </a:lnTo>
                  <a:close/>
                </a:path>
              </a:pathLst>
            </a:custGeom>
            <a:solidFill>
              <a:srgbClr val="95D8B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6385508" y="3084768"/>
              <a:ext cx="1487170" cy="1108710"/>
            </a:xfrm>
            <a:custGeom>
              <a:avLst/>
              <a:gdLst/>
              <a:ahLst/>
              <a:cxnLst/>
              <a:rect l="l" t="t" r="r" b="b"/>
              <a:pathLst>
                <a:path w="1487170" h="1108710">
                  <a:moveTo>
                    <a:pt x="0" y="277031"/>
                  </a:moveTo>
                  <a:lnTo>
                    <a:pt x="277031" y="0"/>
                  </a:lnTo>
                  <a:lnTo>
                    <a:pt x="1486971" y="0"/>
                  </a:lnTo>
                  <a:lnTo>
                    <a:pt x="1486971" y="831093"/>
                  </a:lnTo>
                  <a:lnTo>
                    <a:pt x="1209939" y="1108124"/>
                  </a:lnTo>
                  <a:lnTo>
                    <a:pt x="0" y="1108124"/>
                  </a:lnTo>
                  <a:lnTo>
                    <a:pt x="0" y="277031"/>
                  </a:lnTo>
                  <a:close/>
                </a:path>
                <a:path w="1487170" h="1108710">
                  <a:moveTo>
                    <a:pt x="0" y="277031"/>
                  </a:moveTo>
                  <a:lnTo>
                    <a:pt x="1209939" y="277031"/>
                  </a:lnTo>
                  <a:lnTo>
                    <a:pt x="1486971" y="0"/>
                  </a:lnTo>
                </a:path>
                <a:path w="1487170" h="1108710">
                  <a:moveTo>
                    <a:pt x="1209939" y="277031"/>
                  </a:moveTo>
                  <a:lnTo>
                    <a:pt x="1209939" y="1108124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6517774" y="3510575"/>
              <a:ext cx="955675" cy="519430"/>
            </a:xfrm>
            <a:custGeom>
              <a:avLst/>
              <a:gdLst/>
              <a:ahLst/>
              <a:cxnLst/>
              <a:rect l="l" t="t" r="r" b="b"/>
              <a:pathLst>
                <a:path w="955675" h="519429">
                  <a:moveTo>
                    <a:pt x="869090" y="519074"/>
                  </a:moveTo>
                  <a:lnTo>
                    <a:pt x="86514" y="519074"/>
                  </a:lnTo>
                  <a:lnTo>
                    <a:pt x="52839" y="512276"/>
                  </a:lnTo>
                  <a:lnTo>
                    <a:pt x="25339" y="493735"/>
                  </a:lnTo>
                  <a:lnTo>
                    <a:pt x="6798" y="466236"/>
                  </a:lnTo>
                  <a:lnTo>
                    <a:pt x="0" y="432560"/>
                  </a:lnTo>
                  <a:lnTo>
                    <a:pt x="0" y="86514"/>
                  </a:lnTo>
                  <a:lnTo>
                    <a:pt x="6798" y="52839"/>
                  </a:lnTo>
                  <a:lnTo>
                    <a:pt x="25339" y="25339"/>
                  </a:lnTo>
                  <a:lnTo>
                    <a:pt x="52839" y="6798"/>
                  </a:lnTo>
                  <a:lnTo>
                    <a:pt x="86514" y="0"/>
                  </a:lnTo>
                  <a:lnTo>
                    <a:pt x="869090" y="0"/>
                  </a:lnTo>
                  <a:lnTo>
                    <a:pt x="917088" y="14535"/>
                  </a:lnTo>
                  <a:lnTo>
                    <a:pt x="949019" y="53406"/>
                  </a:lnTo>
                  <a:lnTo>
                    <a:pt x="955605" y="86514"/>
                  </a:lnTo>
                  <a:lnTo>
                    <a:pt x="955605" y="432560"/>
                  </a:lnTo>
                  <a:lnTo>
                    <a:pt x="948806" y="466236"/>
                  </a:lnTo>
                  <a:lnTo>
                    <a:pt x="930265" y="493735"/>
                  </a:lnTo>
                  <a:lnTo>
                    <a:pt x="902765" y="512276"/>
                  </a:lnTo>
                  <a:lnTo>
                    <a:pt x="869090" y="519074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6517774" y="3510575"/>
              <a:ext cx="955675" cy="519430"/>
            </a:xfrm>
            <a:custGeom>
              <a:avLst/>
              <a:gdLst/>
              <a:ahLst/>
              <a:cxnLst/>
              <a:rect l="l" t="t" r="r" b="b"/>
              <a:pathLst>
                <a:path w="955675" h="519429">
                  <a:moveTo>
                    <a:pt x="0" y="86514"/>
                  </a:moveTo>
                  <a:lnTo>
                    <a:pt x="6798" y="52839"/>
                  </a:lnTo>
                  <a:lnTo>
                    <a:pt x="25339" y="25339"/>
                  </a:lnTo>
                  <a:lnTo>
                    <a:pt x="52839" y="6798"/>
                  </a:lnTo>
                  <a:lnTo>
                    <a:pt x="86514" y="0"/>
                  </a:lnTo>
                  <a:lnTo>
                    <a:pt x="869090" y="0"/>
                  </a:lnTo>
                  <a:lnTo>
                    <a:pt x="917088" y="14535"/>
                  </a:lnTo>
                  <a:lnTo>
                    <a:pt x="949019" y="53406"/>
                  </a:lnTo>
                  <a:lnTo>
                    <a:pt x="955605" y="86514"/>
                  </a:lnTo>
                  <a:lnTo>
                    <a:pt x="955605" y="432560"/>
                  </a:lnTo>
                  <a:lnTo>
                    <a:pt x="948806" y="466236"/>
                  </a:lnTo>
                  <a:lnTo>
                    <a:pt x="930265" y="493735"/>
                  </a:lnTo>
                  <a:lnTo>
                    <a:pt x="902765" y="512276"/>
                  </a:lnTo>
                  <a:lnTo>
                    <a:pt x="869090" y="519074"/>
                  </a:lnTo>
                  <a:lnTo>
                    <a:pt x="86514" y="519074"/>
                  </a:lnTo>
                  <a:lnTo>
                    <a:pt x="52839" y="512276"/>
                  </a:lnTo>
                  <a:lnTo>
                    <a:pt x="25339" y="493735"/>
                  </a:lnTo>
                  <a:lnTo>
                    <a:pt x="6798" y="466236"/>
                  </a:lnTo>
                  <a:lnTo>
                    <a:pt x="0" y="432560"/>
                  </a:lnTo>
                  <a:lnTo>
                    <a:pt x="0" y="86514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 descr=""/>
          <p:cNvSpPr txBox="1"/>
          <p:nvPr/>
        </p:nvSpPr>
        <p:spPr>
          <a:xfrm>
            <a:off x="6385508" y="3645526"/>
            <a:ext cx="11912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3055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FFFFFF"/>
                </a:solidFill>
                <a:latin typeface="Roboto"/>
                <a:cs typeface="Roboto"/>
              </a:rPr>
              <a:t>kubelet</a:t>
            </a:r>
            <a:endParaRPr sz="1400">
              <a:latin typeface="Roboto"/>
              <a:cs typeface="Roboto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179008" y="1707190"/>
            <a:ext cx="1948814" cy="1595755"/>
            <a:chOff x="179008" y="1707190"/>
            <a:chExt cx="1948814" cy="1595755"/>
          </a:xfrm>
        </p:grpSpPr>
        <p:sp>
          <p:nvSpPr>
            <p:cNvPr id="45" name="object 45" descr=""/>
            <p:cNvSpPr/>
            <p:nvPr/>
          </p:nvSpPr>
          <p:spPr>
            <a:xfrm>
              <a:off x="217108" y="2350291"/>
              <a:ext cx="1015365" cy="400050"/>
            </a:xfrm>
            <a:custGeom>
              <a:avLst/>
              <a:gdLst/>
              <a:ahLst/>
              <a:cxnLst/>
              <a:rect l="l" t="t" r="r" b="b"/>
              <a:pathLst>
                <a:path w="1015365" h="400050">
                  <a:moveTo>
                    <a:pt x="1015243" y="399544"/>
                  </a:moveTo>
                  <a:lnTo>
                    <a:pt x="0" y="399544"/>
                  </a:lnTo>
                  <a:lnTo>
                    <a:pt x="0" y="199772"/>
                  </a:lnTo>
                  <a:lnTo>
                    <a:pt x="18132" y="146664"/>
                  </a:lnTo>
                  <a:lnTo>
                    <a:pt x="69305" y="98943"/>
                  </a:lnTo>
                  <a:lnTo>
                    <a:pt x="105769" y="77697"/>
                  </a:lnTo>
                  <a:lnTo>
                    <a:pt x="148678" y="58511"/>
                  </a:lnTo>
                  <a:lnTo>
                    <a:pt x="197429" y="41625"/>
                  </a:lnTo>
                  <a:lnTo>
                    <a:pt x="251415" y="27274"/>
                  </a:lnTo>
                  <a:lnTo>
                    <a:pt x="310032" y="15699"/>
                  </a:lnTo>
                  <a:lnTo>
                    <a:pt x="372675" y="7136"/>
                  </a:lnTo>
                  <a:lnTo>
                    <a:pt x="438740" y="1823"/>
                  </a:lnTo>
                  <a:lnTo>
                    <a:pt x="507621" y="0"/>
                  </a:lnTo>
                  <a:lnTo>
                    <a:pt x="576503" y="1823"/>
                  </a:lnTo>
                  <a:lnTo>
                    <a:pt x="642567" y="7136"/>
                  </a:lnTo>
                  <a:lnTo>
                    <a:pt x="705211" y="15699"/>
                  </a:lnTo>
                  <a:lnTo>
                    <a:pt x="763828" y="27274"/>
                  </a:lnTo>
                  <a:lnTo>
                    <a:pt x="817814" y="41625"/>
                  </a:lnTo>
                  <a:lnTo>
                    <a:pt x="866564" y="58511"/>
                  </a:lnTo>
                  <a:lnTo>
                    <a:pt x="909474" y="77697"/>
                  </a:lnTo>
                  <a:lnTo>
                    <a:pt x="945938" y="98943"/>
                  </a:lnTo>
                  <a:lnTo>
                    <a:pt x="997110" y="146664"/>
                  </a:lnTo>
                  <a:lnTo>
                    <a:pt x="1015243" y="199772"/>
                  </a:lnTo>
                  <a:lnTo>
                    <a:pt x="1015243" y="399544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217108" y="2350291"/>
              <a:ext cx="1015365" cy="400050"/>
            </a:xfrm>
            <a:custGeom>
              <a:avLst/>
              <a:gdLst/>
              <a:ahLst/>
              <a:cxnLst/>
              <a:rect l="l" t="t" r="r" b="b"/>
              <a:pathLst>
                <a:path w="1015365" h="400050">
                  <a:moveTo>
                    <a:pt x="0" y="399544"/>
                  </a:moveTo>
                  <a:lnTo>
                    <a:pt x="0" y="199772"/>
                  </a:lnTo>
                  <a:lnTo>
                    <a:pt x="4633" y="172664"/>
                  </a:lnTo>
                  <a:lnTo>
                    <a:pt x="18132" y="146664"/>
                  </a:lnTo>
                  <a:lnTo>
                    <a:pt x="69305" y="98943"/>
                  </a:lnTo>
                  <a:lnTo>
                    <a:pt x="105769" y="77697"/>
                  </a:lnTo>
                  <a:lnTo>
                    <a:pt x="148678" y="58511"/>
                  </a:lnTo>
                  <a:lnTo>
                    <a:pt x="197429" y="41625"/>
                  </a:lnTo>
                  <a:lnTo>
                    <a:pt x="251415" y="27274"/>
                  </a:lnTo>
                  <a:lnTo>
                    <a:pt x="310032" y="15699"/>
                  </a:lnTo>
                  <a:lnTo>
                    <a:pt x="372675" y="7136"/>
                  </a:lnTo>
                  <a:lnTo>
                    <a:pt x="438740" y="1823"/>
                  </a:lnTo>
                  <a:lnTo>
                    <a:pt x="507621" y="0"/>
                  </a:lnTo>
                  <a:lnTo>
                    <a:pt x="576503" y="1823"/>
                  </a:lnTo>
                  <a:lnTo>
                    <a:pt x="642567" y="7136"/>
                  </a:lnTo>
                  <a:lnTo>
                    <a:pt x="705211" y="15699"/>
                  </a:lnTo>
                  <a:lnTo>
                    <a:pt x="763828" y="27274"/>
                  </a:lnTo>
                  <a:lnTo>
                    <a:pt x="817814" y="41625"/>
                  </a:lnTo>
                  <a:lnTo>
                    <a:pt x="866564" y="58511"/>
                  </a:lnTo>
                  <a:lnTo>
                    <a:pt x="909474" y="77697"/>
                  </a:lnTo>
                  <a:lnTo>
                    <a:pt x="945938" y="98943"/>
                  </a:lnTo>
                  <a:lnTo>
                    <a:pt x="997110" y="146664"/>
                  </a:lnTo>
                  <a:lnTo>
                    <a:pt x="1015243" y="199772"/>
                  </a:lnTo>
                  <a:lnTo>
                    <a:pt x="1015243" y="399544"/>
                  </a:lnTo>
                  <a:lnTo>
                    <a:pt x="0" y="399544"/>
                  </a:lnTo>
                  <a:close/>
                </a:path>
              </a:pathLst>
            </a:custGeom>
            <a:ln w="761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390779" y="1745290"/>
              <a:ext cx="668020" cy="668020"/>
            </a:xfrm>
            <a:custGeom>
              <a:avLst/>
              <a:gdLst/>
              <a:ahLst/>
              <a:cxnLst/>
              <a:rect l="l" t="t" r="r" b="b"/>
              <a:pathLst>
                <a:path w="668019" h="668019">
                  <a:moveTo>
                    <a:pt x="333950" y="667735"/>
                  </a:moveTo>
                  <a:lnTo>
                    <a:pt x="284601" y="664115"/>
                  </a:lnTo>
                  <a:lnTo>
                    <a:pt x="237501" y="653599"/>
                  </a:lnTo>
                  <a:lnTo>
                    <a:pt x="193165" y="636704"/>
                  </a:lnTo>
                  <a:lnTo>
                    <a:pt x="152111" y="613947"/>
                  </a:lnTo>
                  <a:lnTo>
                    <a:pt x="114854" y="585843"/>
                  </a:lnTo>
                  <a:lnTo>
                    <a:pt x="81912" y="552909"/>
                  </a:lnTo>
                  <a:lnTo>
                    <a:pt x="53801" y="515662"/>
                  </a:lnTo>
                  <a:lnTo>
                    <a:pt x="31038" y="474617"/>
                  </a:lnTo>
                  <a:lnTo>
                    <a:pt x="14139" y="430292"/>
                  </a:lnTo>
                  <a:lnTo>
                    <a:pt x="3620" y="383204"/>
                  </a:lnTo>
                  <a:lnTo>
                    <a:pt x="0" y="333867"/>
                  </a:lnTo>
                  <a:lnTo>
                    <a:pt x="3620" y="284530"/>
                  </a:lnTo>
                  <a:lnTo>
                    <a:pt x="14139" y="237442"/>
                  </a:lnTo>
                  <a:lnTo>
                    <a:pt x="31038" y="193117"/>
                  </a:lnTo>
                  <a:lnTo>
                    <a:pt x="53801" y="152073"/>
                  </a:lnTo>
                  <a:lnTo>
                    <a:pt x="81912" y="114825"/>
                  </a:lnTo>
                  <a:lnTo>
                    <a:pt x="114854" y="81892"/>
                  </a:lnTo>
                  <a:lnTo>
                    <a:pt x="152111" y="53788"/>
                  </a:lnTo>
                  <a:lnTo>
                    <a:pt x="193165" y="31030"/>
                  </a:lnTo>
                  <a:lnTo>
                    <a:pt x="237501" y="14135"/>
                  </a:lnTo>
                  <a:lnTo>
                    <a:pt x="284601" y="3619"/>
                  </a:lnTo>
                  <a:lnTo>
                    <a:pt x="333950" y="0"/>
                  </a:lnTo>
                  <a:lnTo>
                    <a:pt x="386507" y="4159"/>
                  </a:lnTo>
                  <a:lnTo>
                    <a:pt x="437296" y="16388"/>
                  </a:lnTo>
                  <a:lnTo>
                    <a:pt x="485421" y="36317"/>
                  </a:lnTo>
                  <a:lnTo>
                    <a:pt x="529984" y="63574"/>
                  </a:lnTo>
                  <a:lnTo>
                    <a:pt x="570089" y="97787"/>
                  </a:lnTo>
                  <a:lnTo>
                    <a:pt x="604310" y="137882"/>
                  </a:lnTo>
                  <a:lnTo>
                    <a:pt x="631574" y="182434"/>
                  </a:lnTo>
                  <a:lnTo>
                    <a:pt x="651508" y="230547"/>
                  </a:lnTo>
                  <a:lnTo>
                    <a:pt x="663741" y="281323"/>
                  </a:lnTo>
                  <a:lnTo>
                    <a:pt x="667901" y="333867"/>
                  </a:lnTo>
                  <a:lnTo>
                    <a:pt x="664280" y="383204"/>
                  </a:lnTo>
                  <a:lnTo>
                    <a:pt x="653762" y="430292"/>
                  </a:lnTo>
                  <a:lnTo>
                    <a:pt x="636863" y="474617"/>
                  </a:lnTo>
                  <a:lnTo>
                    <a:pt x="614099" y="515662"/>
                  </a:lnTo>
                  <a:lnTo>
                    <a:pt x="585988" y="552909"/>
                  </a:lnTo>
                  <a:lnTo>
                    <a:pt x="553046" y="585843"/>
                  </a:lnTo>
                  <a:lnTo>
                    <a:pt x="515790" y="613947"/>
                  </a:lnTo>
                  <a:lnTo>
                    <a:pt x="474735" y="636704"/>
                  </a:lnTo>
                  <a:lnTo>
                    <a:pt x="430399" y="653599"/>
                  </a:lnTo>
                  <a:lnTo>
                    <a:pt x="383299" y="664115"/>
                  </a:lnTo>
                  <a:lnTo>
                    <a:pt x="333950" y="667735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390779" y="1745290"/>
              <a:ext cx="668020" cy="668020"/>
            </a:xfrm>
            <a:custGeom>
              <a:avLst/>
              <a:gdLst/>
              <a:ahLst/>
              <a:cxnLst/>
              <a:rect l="l" t="t" r="r" b="b"/>
              <a:pathLst>
                <a:path w="668019" h="668019">
                  <a:moveTo>
                    <a:pt x="0" y="333867"/>
                  </a:moveTo>
                  <a:lnTo>
                    <a:pt x="3620" y="284530"/>
                  </a:lnTo>
                  <a:lnTo>
                    <a:pt x="14139" y="237442"/>
                  </a:lnTo>
                  <a:lnTo>
                    <a:pt x="31038" y="193117"/>
                  </a:lnTo>
                  <a:lnTo>
                    <a:pt x="53801" y="152073"/>
                  </a:lnTo>
                  <a:lnTo>
                    <a:pt x="81912" y="114825"/>
                  </a:lnTo>
                  <a:lnTo>
                    <a:pt x="114854" y="81892"/>
                  </a:lnTo>
                  <a:lnTo>
                    <a:pt x="152111" y="53788"/>
                  </a:lnTo>
                  <a:lnTo>
                    <a:pt x="193165" y="31030"/>
                  </a:lnTo>
                  <a:lnTo>
                    <a:pt x="237501" y="14135"/>
                  </a:lnTo>
                  <a:lnTo>
                    <a:pt x="284601" y="3619"/>
                  </a:lnTo>
                  <a:lnTo>
                    <a:pt x="333950" y="0"/>
                  </a:lnTo>
                  <a:lnTo>
                    <a:pt x="386507" y="4159"/>
                  </a:lnTo>
                  <a:lnTo>
                    <a:pt x="437296" y="16388"/>
                  </a:lnTo>
                  <a:lnTo>
                    <a:pt x="485421" y="36317"/>
                  </a:lnTo>
                  <a:lnTo>
                    <a:pt x="529984" y="63574"/>
                  </a:lnTo>
                  <a:lnTo>
                    <a:pt x="570089" y="97787"/>
                  </a:lnTo>
                  <a:lnTo>
                    <a:pt x="604310" y="137882"/>
                  </a:lnTo>
                  <a:lnTo>
                    <a:pt x="631574" y="182434"/>
                  </a:lnTo>
                  <a:lnTo>
                    <a:pt x="651508" y="230547"/>
                  </a:lnTo>
                  <a:lnTo>
                    <a:pt x="663741" y="281323"/>
                  </a:lnTo>
                  <a:lnTo>
                    <a:pt x="667901" y="333867"/>
                  </a:lnTo>
                  <a:lnTo>
                    <a:pt x="664280" y="383204"/>
                  </a:lnTo>
                  <a:lnTo>
                    <a:pt x="653762" y="430292"/>
                  </a:lnTo>
                  <a:lnTo>
                    <a:pt x="636863" y="474617"/>
                  </a:lnTo>
                  <a:lnTo>
                    <a:pt x="614099" y="515662"/>
                  </a:lnTo>
                  <a:lnTo>
                    <a:pt x="585988" y="552909"/>
                  </a:lnTo>
                  <a:lnTo>
                    <a:pt x="553046" y="585843"/>
                  </a:lnTo>
                  <a:lnTo>
                    <a:pt x="515790" y="613947"/>
                  </a:lnTo>
                  <a:lnTo>
                    <a:pt x="474735" y="636704"/>
                  </a:lnTo>
                  <a:lnTo>
                    <a:pt x="430399" y="653599"/>
                  </a:lnTo>
                  <a:lnTo>
                    <a:pt x="383299" y="664115"/>
                  </a:lnTo>
                  <a:lnTo>
                    <a:pt x="333950" y="667735"/>
                  </a:lnTo>
                  <a:lnTo>
                    <a:pt x="284601" y="664115"/>
                  </a:lnTo>
                  <a:lnTo>
                    <a:pt x="237501" y="653599"/>
                  </a:lnTo>
                  <a:lnTo>
                    <a:pt x="193165" y="636704"/>
                  </a:lnTo>
                  <a:lnTo>
                    <a:pt x="152111" y="613947"/>
                  </a:lnTo>
                  <a:lnTo>
                    <a:pt x="114854" y="585843"/>
                  </a:lnTo>
                  <a:lnTo>
                    <a:pt x="81912" y="552909"/>
                  </a:lnTo>
                  <a:lnTo>
                    <a:pt x="53801" y="515662"/>
                  </a:lnTo>
                  <a:lnTo>
                    <a:pt x="31038" y="474617"/>
                  </a:lnTo>
                  <a:lnTo>
                    <a:pt x="14139" y="430292"/>
                  </a:lnTo>
                  <a:lnTo>
                    <a:pt x="3620" y="383204"/>
                  </a:lnTo>
                  <a:lnTo>
                    <a:pt x="0" y="333867"/>
                  </a:lnTo>
                  <a:close/>
                </a:path>
              </a:pathLst>
            </a:custGeom>
            <a:ln w="761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073928" y="2447407"/>
              <a:ext cx="1015365" cy="400050"/>
            </a:xfrm>
            <a:custGeom>
              <a:avLst/>
              <a:gdLst/>
              <a:ahLst/>
              <a:cxnLst/>
              <a:rect l="l" t="t" r="r" b="b"/>
              <a:pathLst>
                <a:path w="1015364" h="400050">
                  <a:moveTo>
                    <a:pt x="1015243" y="399544"/>
                  </a:moveTo>
                  <a:lnTo>
                    <a:pt x="0" y="399544"/>
                  </a:lnTo>
                  <a:lnTo>
                    <a:pt x="0" y="199772"/>
                  </a:lnTo>
                  <a:lnTo>
                    <a:pt x="18132" y="146665"/>
                  </a:lnTo>
                  <a:lnTo>
                    <a:pt x="69305" y="98943"/>
                  </a:lnTo>
                  <a:lnTo>
                    <a:pt x="105769" y="77697"/>
                  </a:lnTo>
                  <a:lnTo>
                    <a:pt x="148678" y="58512"/>
                  </a:lnTo>
                  <a:lnTo>
                    <a:pt x="197429" y="41625"/>
                  </a:lnTo>
                  <a:lnTo>
                    <a:pt x="251415" y="27274"/>
                  </a:lnTo>
                  <a:lnTo>
                    <a:pt x="310032" y="15699"/>
                  </a:lnTo>
                  <a:lnTo>
                    <a:pt x="372675" y="7136"/>
                  </a:lnTo>
                  <a:lnTo>
                    <a:pt x="438740" y="1823"/>
                  </a:lnTo>
                  <a:lnTo>
                    <a:pt x="507621" y="0"/>
                  </a:lnTo>
                  <a:lnTo>
                    <a:pt x="576503" y="1823"/>
                  </a:lnTo>
                  <a:lnTo>
                    <a:pt x="642567" y="7136"/>
                  </a:lnTo>
                  <a:lnTo>
                    <a:pt x="705211" y="15699"/>
                  </a:lnTo>
                  <a:lnTo>
                    <a:pt x="763828" y="27274"/>
                  </a:lnTo>
                  <a:lnTo>
                    <a:pt x="817814" y="41625"/>
                  </a:lnTo>
                  <a:lnTo>
                    <a:pt x="866564" y="58512"/>
                  </a:lnTo>
                  <a:lnTo>
                    <a:pt x="909474" y="77697"/>
                  </a:lnTo>
                  <a:lnTo>
                    <a:pt x="945938" y="98943"/>
                  </a:lnTo>
                  <a:lnTo>
                    <a:pt x="997110" y="146665"/>
                  </a:lnTo>
                  <a:lnTo>
                    <a:pt x="1015243" y="199772"/>
                  </a:lnTo>
                  <a:lnTo>
                    <a:pt x="1015243" y="399544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073928" y="2447407"/>
              <a:ext cx="1015365" cy="400050"/>
            </a:xfrm>
            <a:custGeom>
              <a:avLst/>
              <a:gdLst/>
              <a:ahLst/>
              <a:cxnLst/>
              <a:rect l="l" t="t" r="r" b="b"/>
              <a:pathLst>
                <a:path w="1015364" h="400050">
                  <a:moveTo>
                    <a:pt x="0" y="399544"/>
                  </a:moveTo>
                  <a:lnTo>
                    <a:pt x="0" y="199772"/>
                  </a:lnTo>
                  <a:lnTo>
                    <a:pt x="4633" y="172664"/>
                  </a:lnTo>
                  <a:lnTo>
                    <a:pt x="18132" y="146665"/>
                  </a:lnTo>
                  <a:lnTo>
                    <a:pt x="69305" y="98943"/>
                  </a:lnTo>
                  <a:lnTo>
                    <a:pt x="105769" y="77697"/>
                  </a:lnTo>
                  <a:lnTo>
                    <a:pt x="148678" y="58512"/>
                  </a:lnTo>
                  <a:lnTo>
                    <a:pt x="197429" y="41625"/>
                  </a:lnTo>
                  <a:lnTo>
                    <a:pt x="251415" y="27274"/>
                  </a:lnTo>
                  <a:lnTo>
                    <a:pt x="310032" y="15699"/>
                  </a:lnTo>
                  <a:lnTo>
                    <a:pt x="372675" y="7136"/>
                  </a:lnTo>
                  <a:lnTo>
                    <a:pt x="438740" y="1823"/>
                  </a:lnTo>
                  <a:lnTo>
                    <a:pt x="507621" y="0"/>
                  </a:lnTo>
                  <a:lnTo>
                    <a:pt x="576503" y="1823"/>
                  </a:lnTo>
                  <a:lnTo>
                    <a:pt x="642567" y="7136"/>
                  </a:lnTo>
                  <a:lnTo>
                    <a:pt x="705211" y="15699"/>
                  </a:lnTo>
                  <a:lnTo>
                    <a:pt x="763828" y="27274"/>
                  </a:lnTo>
                  <a:lnTo>
                    <a:pt x="817814" y="41625"/>
                  </a:lnTo>
                  <a:lnTo>
                    <a:pt x="866564" y="58512"/>
                  </a:lnTo>
                  <a:lnTo>
                    <a:pt x="909474" y="77697"/>
                  </a:lnTo>
                  <a:lnTo>
                    <a:pt x="945938" y="98943"/>
                  </a:lnTo>
                  <a:lnTo>
                    <a:pt x="997110" y="146665"/>
                  </a:lnTo>
                  <a:lnTo>
                    <a:pt x="1015243" y="199772"/>
                  </a:lnTo>
                  <a:lnTo>
                    <a:pt x="1015243" y="399544"/>
                  </a:lnTo>
                  <a:lnTo>
                    <a:pt x="0" y="399544"/>
                  </a:lnTo>
                  <a:close/>
                </a:path>
              </a:pathLst>
            </a:custGeom>
            <a:ln w="761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247599" y="1842406"/>
              <a:ext cx="668020" cy="668020"/>
            </a:xfrm>
            <a:custGeom>
              <a:avLst/>
              <a:gdLst/>
              <a:ahLst/>
              <a:cxnLst/>
              <a:rect l="l" t="t" r="r" b="b"/>
              <a:pathLst>
                <a:path w="668019" h="668019">
                  <a:moveTo>
                    <a:pt x="333950" y="667735"/>
                  </a:moveTo>
                  <a:lnTo>
                    <a:pt x="284601" y="664115"/>
                  </a:lnTo>
                  <a:lnTo>
                    <a:pt x="237501" y="653599"/>
                  </a:lnTo>
                  <a:lnTo>
                    <a:pt x="193165" y="636704"/>
                  </a:lnTo>
                  <a:lnTo>
                    <a:pt x="152110" y="613947"/>
                  </a:lnTo>
                  <a:lnTo>
                    <a:pt x="114854" y="585843"/>
                  </a:lnTo>
                  <a:lnTo>
                    <a:pt x="81912" y="552909"/>
                  </a:lnTo>
                  <a:lnTo>
                    <a:pt x="53801" y="515662"/>
                  </a:lnTo>
                  <a:lnTo>
                    <a:pt x="31038" y="474617"/>
                  </a:lnTo>
                  <a:lnTo>
                    <a:pt x="14139" y="430293"/>
                  </a:lnTo>
                  <a:lnTo>
                    <a:pt x="3620" y="383204"/>
                  </a:lnTo>
                  <a:lnTo>
                    <a:pt x="0" y="333867"/>
                  </a:lnTo>
                  <a:lnTo>
                    <a:pt x="3620" y="284531"/>
                  </a:lnTo>
                  <a:lnTo>
                    <a:pt x="14139" y="237442"/>
                  </a:lnTo>
                  <a:lnTo>
                    <a:pt x="31038" y="193117"/>
                  </a:lnTo>
                  <a:lnTo>
                    <a:pt x="53801" y="152073"/>
                  </a:lnTo>
                  <a:lnTo>
                    <a:pt x="81912" y="114826"/>
                  </a:lnTo>
                  <a:lnTo>
                    <a:pt x="114854" y="81892"/>
                  </a:lnTo>
                  <a:lnTo>
                    <a:pt x="152110" y="53788"/>
                  </a:lnTo>
                  <a:lnTo>
                    <a:pt x="193165" y="31030"/>
                  </a:lnTo>
                  <a:lnTo>
                    <a:pt x="237501" y="14135"/>
                  </a:lnTo>
                  <a:lnTo>
                    <a:pt x="284601" y="3619"/>
                  </a:lnTo>
                  <a:lnTo>
                    <a:pt x="333950" y="0"/>
                  </a:lnTo>
                  <a:lnTo>
                    <a:pt x="386507" y="4159"/>
                  </a:lnTo>
                  <a:lnTo>
                    <a:pt x="437296" y="16388"/>
                  </a:lnTo>
                  <a:lnTo>
                    <a:pt x="485421" y="36317"/>
                  </a:lnTo>
                  <a:lnTo>
                    <a:pt x="529984" y="63574"/>
                  </a:lnTo>
                  <a:lnTo>
                    <a:pt x="570089" y="97787"/>
                  </a:lnTo>
                  <a:lnTo>
                    <a:pt x="604310" y="137882"/>
                  </a:lnTo>
                  <a:lnTo>
                    <a:pt x="631574" y="182434"/>
                  </a:lnTo>
                  <a:lnTo>
                    <a:pt x="651508" y="230547"/>
                  </a:lnTo>
                  <a:lnTo>
                    <a:pt x="663741" y="281324"/>
                  </a:lnTo>
                  <a:lnTo>
                    <a:pt x="667901" y="333867"/>
                  </a:lnTo>
                  <a:lnTo>
                    <a:pt x="664280" y="383204"/>
                  </a:lnTo>
                  <a:lnTo>
                    <a:pt x="653762" y="430293"/>
                  </a:lnTo>
                  <a:lnTo>
                    <a:pt x="636863" y="474617"/>
                  </a:lnTo>
                  <a:lnTo>
                    <a:pt x="614099" y="515662"/>
                  </a:lnTo>
                  <a:lnTo>
                    <a:pt x="585988" y="552909"/>
                  </a:lnTo>
                  <a:lnTo>
                    <a:pt x="553046" y="585843"/>
                  </a:lnTo>
                  <a:lnTo>
                    <a:pt x="515790" y="613947"/>
                  </a:lnTo>
                  <a:lnTo>
                    <a:pt x="474735" y="636704"/>
                  </a:lnTo>
                  <a:lnTo>
                    <a:pt x="430399" y="653599"/>
                  </a:lnTo>
                  <a:lnTo>
                    <a:pt x="383299" y="664115"/>
                  </a:lnTo>
                  <a:lnTo>
                    <a:pt x="333950" y="667735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247599" y="1842406"/>
              <a:ext cx="668020" cy="668020"/>
            </a:xfrm>
            <a:custGeom>
              <a:avLst/>
              <a:gdLst/>
              <a:ahLst/>
              <a:cxnLst/>
              <a:rect l="l" t="t" r="r" b="b"/>
              <a:pathLst>
                <a:path w="668019" h="668019">
                  <a:moveTo>
                    <a:pt x="0" y="333867"/>
                  </a:moveTo>
                  <a:lnTo>
                    <a:pt x="3620" y="284531"/>
                  </a:lnTo>
                  <a:lnTo>
                    <a:pt x="14139" y="237442"/>
                  </a:lnTo>
                  <a:lnTo>
                    <a:pt x="31038" y="193117"/>
                  </a:lnTo>
                  <a:lnTo>
                    <a:pt x="53801" y="152073"/>
                  </a:lnTo>
                  <a:lnTo>
                    <a:pt x="81912" y="114826"/>
                  </a:lnTo>
                  <a:lnTo>
                    <a:pt x="114854" y="81892"/>
                  </a:lnTo>
                  <a:lnTo>
                    <a:pt x="152110" y="53788"/>
                  </a:lnTo>
                  <a:lnTo>
                    <a:pt x="193165" y="31030"/>
                  </a:lnTo>
                  <a:lnTo>
                    <a:pt x="237501" y="14135"/>
                  </a:lnTo>
                  <a:lnTo>
                    <a:pt x="284601" y="3619"/>
                  </a:lnTo>
                  <a:lnTo>
                    <a:pt x="333950" y="0"/>
                  </a:lnTo>
                  <a:lnTo>
                    <a:pt x="386507" y="4159"/>
                  </a:lnTo>
                  <a:lnTo>
                    <a:pt x="437296" y="16388"/>
                  </a:lnTo>
                  <a:lnTo>
                    <a:pt x="485421" y="36317"/>
                  </a:lnTo>
                  <a:lnTo>
                    <a:pt x="529984" y="63574"/>
                  </a:lnTo>
                  <a:lnTo>
                    <a:pt x="570089" y="97787"/>
                  </a:lnTo>
                  <a:lnTo>
                    <a:pt x="604310" y="137882"/>
                  </a:lnTo>
                  <a:lnTo>
                    <a:pt x="631574" y="182434"/>
                  </a:lnTo>
                  <a:lnTo>
                    <a:pt x="651508" y="230547"/>
                  </a:lnTo>
                  <a:lnTo>
                    <a:pt x="663741" y="281324"/>
                  </a:lnTo>
                  <a:lnTo>
                    <a:pt x="667901" y="333867"/>
                  </a:lnTo>
                  <a:lnTo>
                    <a:pt x="664280" y="383204"/>
                  </a:lnTo>
                  <a:lnTo>
                    <a:pt x="653762" y="430293"/>
                  </a:lnTo>
                  <a:lnTo>
                    <a:pt x="636863" y="474617"/>
                  </a:lnTo>
                  <a:lnTo>
                    <a:pt x="614099" y="515662"/>
                  </a:lnTo>
                  <a:lnTo>
                    <a:pt x="585988" y="552909"/>
                  </a:lnTo>
                  <a:lnTo>
                    <a:pt x="553046" y="585843"/>
                  </a:lnTo>
                  <a:lnTo>
                    <a:pt x="515790" y="613947"/>
                  </a:lnTo>
                  <a:lnTo>
                    <a:pt x="474735" y="636704"/>
                  </a:lnTo>
                  <a:lnTo>
                    <a:pt x="430399" y="653599"/>
                  </a:lnTo>
                  <a:lnTo>
                    <a:pt x="383299" y="664115"/>
                  </a:lnTo>
                  <a:lnTo>
                    <a:pt x="333950" y="667735"/>
                  </a:lnTo>
                  <a:lnTo>
                    <a:pt x="284601" y="664115"/>
                  </a:lnTo>
                  <a:lnTo>
                    <a:pt x="237501" y="653599"/>
                  </a:lnTo>
                  <a:lnTo>
                    <a:pt x="193165" y="636704"/>
                  </a:lnTo>
                  <a:lnTo>
                    <a:pt x="152110" y="613947"/>
                  </a:lnTo>
                  <a:lnTo>
                    <a:pt x="114854" y="585843"/>
                  </a:lnTo>
                  <a:lnTo>
                    <a:pt x="81912" y="552909"/>
                  </a:lnTo>
                  <a:lnTo>
                    <a:pt x="53801" y="515662"/>
                  </a:lnTo>
                  <a:lnTo>
                    <a:pt x="31038" y="474617"/>
                  </a:lnTo>
                  <a:lnTo>
                    <a:pt x="14139" y="430293"/>
                  </a:lnTo>
                  <a:lnTo>
                    <a:pt x="3620" y="383204"/>
                  </a:lnTo>
                  <a:lnTo>
                    <a:pt x="0" y="333867"/>
                  </a:lnTo>
                  <a:close/>
                </a:path>
              </a:pathLst>
            </a:custGeom>
            <a:ln w="761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631504" y="2865035"/>
              <a:ext cx="1015365" cy="400050"/>
            </a:xfrm>
            <a:custGeom>
              <a:avLst/>
              <a:gdLst/>
              <a:ahLst/>
              <a:cxnLst/>
              <a:rect l="l" t="t" r="r" b="b"/>
              <a:pathLst>
                <a:path w="1015364" h="400050">
                  <a:moveTo>
                    <a:pt x="1015243" y="399544"/>
                  </a:moveTo>
                  <a:lnTo>
                    <a:pt x="0" y="399544"/>
                  </a:lnTo>
                  <a:lnTo>
                    <a:pt x="0" y="199772"/>
                  </a:lnTo>
                  <a:lnTo>
                    <a:pt x="18132" y="146664"/>
                  </a:lnTo>
                  <a:lnTo>
                    <a:pt x="69305" y="98943"/>
                  </a:lnTo>
                  <a:lnTo>
                    <a:pt x="105769" y="77697"/>
                  </a:lnTo>
                  <a:lnTo>
                    <a:pt x="148678" y="58511"/>
                  </a:lnTo>
                  <a:lnTo>
                    <a:pt x="197429" y="41625"/>
                  </a:lnTo>
                  <a:lnTo>
                    <a:pt x="251415" y="27274"/>
                  </a:lnTo>
                  <a:lnTo>
                    <a:pt x="310032" y="15699"/>
                  </a:lnTo>
                  <a:lnTo>
                    <a:pt x="372675" y="7136"/>
                  </a:lnTo>
                  <a:lnTo>
                    <a:pt x="438740" y="1823"/>
                  </a:lnTo>
                  <a:lnTo>
                    <a:pt x="507621" y="0"/>
                  </a:lnTo>
                  <a:lnTo>
                    <a:pt x="576503" y="1823"/>
                  </a:lnTo>
                  <a:lnTo>
                    <a:pt x="642567" y="7136"/>
                  </a:lnTo>
                  <a:lnTo>
                    <a:pt x="705211" y="15699"/>
                  </a:lnTo>
                  <a:lnTo>
                    <a:pt x="763828" y="27274"/>
                  </a:lnTo>
                  <a:lnTo>
                    <a:pt x="817814" y="41625"/>
                  </a:lnTo>
                  <a:lnTo>
                    <a:pt x="866564" y="58511"/>
                  </a:lnTo>
                  <a:lnTo>
                    <a:pt x="909474" y="77697"/>
                  </a:lnTo>
                  <a:lnTo>
                    <a:pt x="945938" y="98943"/>
                  </a:lnTo>
                  <a:lnTo>
                    <a:pt x="997110" y="146664"/>
                  </a:lnTo>
                  <a:lnTo>
                    <a:pt x="1015243" y="199772"/>
                  </a:lnTo>
                  <a:lnTo>
                    <a:pt x="1015243" y="399544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631504" y="2865035"/>
              <a:ext cx="1015365" cy="400050"/>
            </a:xfrm>
            <a:custGeom>
              <a:avLst/>
              <a:gdLst/>
              <a:ahLst/>
              <a:cxnLst/>
              <a:rect l="l" t="t" r="r" b="b"/>
              <a:pathLst>
                <a:path w="1015364" h="400050">
                  <a:moveTo>
                    <a:pt x="0" y="399544"/>
                  </a:moveTo>
                  <a:lnTo>
                    <a:pt x="0" y="199772"/>
                  </a:lnTo>
                  <a:lnTo>
                    <a:pt x="4633" y="172664"/>
                  </a:lnTo>
                  <a:lnTo>
                    <a:pt x="18132" y="146664"/>
                  </a:lnTo>
                  <a:lnTo>
                    <a:pt x="69305" y="98943"/>
                  </a:lnTo>
                  <a:lnTo>
                    <a:pt x="105769" y="77697"/>
                  </a:lnTo>
                  <a:lnTo>
                    <a:pt x="148678" y="58511"/>
                  </a:lnTo>
                  <a:lnTo>
                    <a:pt x="197429" y="41625"/>
                  </a:lnTo>
                  <a:lnTo>
                    <a:pt x="251415" y="27274"/>
                  </a:lnTo>
                  <a:lnTo>
                    <a:pt x="310032" y="15699"/>
                  </a:lnTo>
                  <a:lnTo>
                    <a:pt x="372675" y="7136"/>
                  </a:lnTo>
                  <a:lnTo>
                    <a:pt x="438740" y="1823"/>
                  </a:lnTo>
                  <a:lnTo>
                    <a:pt x="507621" y="0"/>
                  </a:lnTo>
                  <a:lnTo>
                    <a:pt x="576503" y="1823"/>
                  </a:lnTo>
                  <a:lnTo>
                    <a:pt x="642567" y="7136"/>
                  </a:lnTo>
                  <a:lnTo>
                    <a:pt x="705211" y="15699"/>
                  </a:lnTo>
                  <a:lnTo>
                    <a:pt x="763828" y="27274"/>
                  </a:lnTo>
                  <a:lnTo>
                    <a:pt x="817814" y="41625"/>
                  </a:lnTo>
                  <a:lnTo>
                    <a:pt x="866564" y="58511"/>
                  </a:lnTo>
                  <a:lnTo>
                    <a:pt x="909474" y="77697"/>
                  </a:lnTo>
                  <a:lnTo>
                    <a:pt x="945938" y="98943"/>
                  </a:lnTo>
                  <a:lnTo>
                    <a:pt x="997110" y="146664"/>
                  </a:lnTo>
                  <a:lnTo>
                    <a:pt x="1015243" y="199772"/>
                  </a:lnTo>
                  <a:lnTo>
                    <a:pt x="1015243" y="399544"/>
                  </a:lnTo>
                  <a:lnTo>
                    <a:pt x="0" y="399544"/>
                  </a:lnTo>
                  <a:close/>
                </a:path>
              </a:pathLst>
            </a:custGeom>
            <a:ln w="761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805175" y="2260033"/>
              <a:ext cx="668020" cy="668020"/>
            </a:xfrm>
            <a:custGeom>
              <a:avLst/>
              <a:gdLst/>
              <a:ahLst/>
              <a:cxnLst/>
              <a:rect l="l" t="t" r="r" b="b"/>
              <a:pathLst>
                <a:path w="668019" h="668019">
                  <a:moveTo>
                    <a:pt x="333950" y="667735"/>
                  </a:moveTo>
                  <a:lnTo>
                    <a:pt x="284601" y="664115"/>
                  </a:lnTo>
                  <a:lnTo>
                    <a:pt x="237501" y="653599"/>
                  </a:lnTo>
                  <a:lnTo>
                    <a:pt x="193165" y="636704"/>
                  </a:lnTo>
                  <a:lnTo>
                    <a:pt x="152111" y="613947"/>
                  </a:lnTo>
                  <a:lnTo>
                    <a:pt x="114854" y="585843"/>
                  </a:lnTo>
                  <a:lnTo>
                    <a:pt x="81912" y="552909"/>
                  </a:lnTo>
                  <a:lnTo>
                    <a:pt x="53801" y="515662"/>
                  </a:lnTo>
                  <a:lnTo>
                    <a:pt x="31038" y="474617"/>
                  </a:lnTo>
                  <a:lnTo>
                    <a:pt x="14139" y="430293"/>
                  </a:lnTo>
                  <a:lnTo>
                    <a:pt x="3620" y="383204"/>
                  </a:lnTo>
                  <a:lnTo>
                    <a:pt x="0" y="333867"/>
                  </a:lnTo>
                  <a:lnTo>
                    <a:pt x="3620" y="284531"/>
                  </a:lnTo>
                  <a:lnTo>
                    <a:pt x="14139" y="237442"/>
                  </a:lnTo>
                  <a:lnTo>
                    <a:pt x="31038" y="193117"/>
                  </a:lnTo>
                  <a:lnTo>
                    <a:pt x="53801" y="152073"/>
                  </a:lnTo>
                  <a:lnTo>
                    <a:pt x="81912" y="114826"/>
                  </a:lnTo>
                  <a:lnTo>
                    <a:pt x="114854" y="81892"/>
                  </a:lnTo>
                  <a:lnTo>
                    <a:pt x="152111" y="53788"/>
                  </a:lnTo>
                  <a:lnTo>
                    <a:pt x="193165" y="31030"/>
                  </a:lnTo>
                  <a:lnTo>
                    <a:pt x="237501" y="14135"/>
                  </a:lnTo>
                  <a:lnTo>
                    <a:pt x="284601" y="3619"/>
                  </a:lnTo>
                  <a:lnTo>
                    <a:pt x="333950" y="0"/>
                  </a:lnTo>
                  <a:lnTo>
                    <a:pt x="386507" y="4159"/>
                  </a:lnTo>
                  <a:lnTo>
                    <a:pt x="437296" y="16388"/>
                  </a:lnTo>
                  <a:lnTo>
                    <a:pt x="485421" y="36317"/>
                  </a:lnTo>
                  <a:lnTo>
                    <a:pt x="529984" y="63574"/>
                  </a:lnTo>
                  <a:lnTo>
                    <a:pt x="570089" y="97787"/>
                  </a:lnTo>
                  <a:lnTo>
                    <a:pt x="604310" y="137882"/>
                  </a:lnTo>
                  <a:lnTo>
                    <a:pt x="631574" y="182434"/>
                  </a:lnTo>
                  <a:lnTo>
                    <a:pt x="651508" y="230547"/>
                  </a:lnTo>
                  <a:lnTo>
                    <a:pt x="663741" y="281324"/>
                  </a:lnTo>
                  <a:lnTo>
                    <a:pt x="667901" y="333867"/>
                  </a:lnTo>
                  <a:lnTo>
                    <a:pt x="664280" y="383204"/>
                  </a:lnTo>
                  <a:lnTo>
                    <a:pt x="653762" y="430293"/>
                  </a:lnTo>
                  <a:lnTo>
                    <a:pt x="636862" y="474617"/>
                  </a:lnTo>
                  <a:lnTo>
                    <a:pt x="614099" y="515662"/>
                  </a:lnTo>
                  <a:lnTo>
                    <a:pt x="585988" y="552909"/>
                  </a:lnTo>
                  <a:lnTo>
                    <a:pt x="553046" y="585843"/>
                  </a:lnTo>
                  <a:lnTo>
                    <a:pt x="515790" y="613947"/>
                  </a:lnTo>
                  <a:lnTo>
                    <a:pt x="474735" y="636704"/>
                  </a:lnTo>
                  <a:lnTo>
                    <a:pt x="430399" y="653599"/>
                  </a:lnTo>
                  <a:lnTo>
                    <a:pt x="383299" y="664115"/>
                  </a:lnTo>
                  <a:lnTo>
                    <a:pt x="333950" y="667735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805175" y="2260033"/>
              <a:ext cx="668020" cy="668020"/>
            </a:xfrm>
            <a:custGeom>
              <a:avLst/>
              <a:gdLst/>
              <a:ahLst/>
              <a:cxnLst/>
              <a:rect l="l" t="t" r="r" b="b"/>
              <a:pathLst>
                <a:path w="668019" h="668019">
                  <a:moveTo>
                    <a:pt x="0" y="333867"/>
                  </a:moveTo>
                  <a:lnTo>
                    <a:pt x="3620" y="284531"/>
                  </a:lnTo>
                  <a:lnTo>
                    <a:pt x="14139" y="237442"/>
                  </a:lnTo>
                  <a:lnTo>
                    <a:pt x="31038" y="193117"/>
                  </a:lnTo>
                  <a:lnTo>
                    <a:pt x="53801" y="152073"/>
                  </a:lnTo>
                  <a:lnTo>
                    <a:pt x="81912" y="114826"/>
                  </a:lnTo>
                  <a:lnTo>
                    <a:pt x="114854" y="81892"/>
                  </a:lnTo>
                  <a:lnTo>
                    <a:pt x="152111" y="53788"/>
                  </a:lnTo>
                  <a:lnTo>
                    <a:pt x="193165" y="31030"/>
                  </a:lnTo>
                  <a:lnTo>
                    <a:pt x="237501" y="14135"/>
                  </a:lnTo>
                  <a:lnTo>
                    <a:pt x="284601" y="3619"/>
                  </a:lnTo>
                  <a:lnTo>
                    <a:pt x="333950" y="0"/>
                  </a:lnTo>
                  <a:lnTo>
                    <a:pt x="386507" y="4159"/>
                  </a:lnTo>
                  <a:lnTo>
                    <a:pt x="437296" y="16388"/>
                  </a:lnTo>
                  <a:lnTo>
                    <a:pt x="485421" y="36317"/>
                  </a:lnTo>
                  <a:lnTo>
                    <a:pt x="529984" y="63574"/>
                  </a:lnTo>
                  <a:lnTo>
                    <a:pt x="570089" y="97787"/>
                  </a:lnTo>
                  <a:lnTo>
                    <a:pt x="604310" y="137882"/>
                  </a:lnTo>
                  <a:lnTo>
                    <a:pt x="631574" y="182434"/>
                  </a:lnTo>
                  <a:lnTo>
                    <a:pt x="651508" y="230547"/>
                  </a:lnTo>
                  <a:lnTo>
                    <a:pt x="663741" y="281324"/>
                  </a:lnTo>
                  <a:lnTo>
                    <a:pt x="667901" y="333867"/>
                  </a:lnTo>
                  <a:lnTo>
                    <a:pt x="664280" y="383204"/>
                  </a:lnTo>
                  <a:lnTo>
                    <a:pt x="653762" y="430293"/>
                  </a:lnTo>
                  <a:lnTo>
                    <a:pt x="636862" y="474617"/>
                  </a:lnTo>
                  <a:lnTo>
                    <a:pt x="614099" y="515662"/>
                  </a:lnTo>
                  <a:lnTo>
                    <a:pt x="585988" y="552909"/>
                  </a:lnTo>
                  <a:lnTo>
                    <a:pt x="553046" y="585843"/>
                  </a:lnTo>
                  <a:lnTo>
                    <a:pt x="515790" y="613947"/>
                  </a:lnTo>
                  <a:lnTo>
                    <a:pt x="474735" y="636704"/>
                  </a:lnTo>
                  <a:lnTo>
                    <a:pt x="430399" y="653599"/>
                  </a:lnTo>
                  <a:lnTo>
                    <a:pt x="383299" y="664115"/>
                  </a:lnTo>
                  <a:lnTo>
                    <a:pt x="333950" y="667735"/>
                  </a:lnTo>
                  <a:lnTo>
                    <a:pt x="284601" y="664115"/>
                  </a:lnTo>
                  <a:lnTo>
                    <a:pt x="237501" y="653599"/>
                  </a:lnTo>
                  <a:lnTo>
                    <a:pt x="193165" y="636704"/>
                  </a:lnTo>
                  <a:lnTo>
                    <a:pt x="152111" y="613947"/>
                  </a:lnTo>
                  <a:lnTo>
                    <a:pt x="114854" y="585843"/>
                  </a:lnTo>
                  <a:lnTo>
                    <a:pt x="81912" y="552909"/>
                  </a:lnTo>
                  <a:lnTo>
                    <a:pt x="53801" y="515662"/>
                  </a:lnTo>
                  <a:lnTo>
                    <a:pt x="31038" y="474617"/>
                  </a:lnTo>
                  <a:lnTo>
                    <a:pt x="14139" y="430293"/>
                  </a:lnTo>
                  <a:lnTo>
                    <a:pt x="3620" y="383204"/>
                  </a:lnTo>
                  <a:lnTo>
                    <a:pt x="0" y="333867"/>
                  </a:lnTo>
                  <a:close/>
                </a:path>
              </a:pathLst>
            </a:custGeom>
            <a:ln w="761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7" name="object 57" descr=""/>
          <p:cNvGrpSpPr/>
          <p:nvPr/>
        </p:nvGrpSpPr>
        <p:grpSpPr>
          <a:xfrm>
            <a:off x="3418705" y="1556874"/>
            <a:ext cx="3321685" cy="2295525"/>
            <a:chOff x="3418705" y="1556874"/>
            <a:chExt cx="3321685" cy="2295525"/>
          </a:xfrm>
        </p:grpSpPr>
        <p:sp>
          <p:nvSpPr>
            <p:cNvPr id="58" name="object 58" descr=""/>
            <p:cNvSpPr/>
            <p:nvPr/>
          </p:nvSpPr>
          <p:spPr>
            <a:xfrm>
              <a:off x="5177764" y="1556874"/>
              <a:ext cx="1039494" cy="762000"/>
            </a:xfrm>
            <a:custGeom>
              <a:avLst/>
              <a:gdLst/>
              <a:ahLst/>
              <a:cxnLst/>
              <a:rect l="l" t="t" r="r" b="b"/>
              <a:pathLst>
                <a:path w="1039495" h="762000">
                  <a:moveTo>
                    <a:pt x="302793" y="761424"/>
                  </a:moveTo>
                  <a:lnTo>
                    <a:pt x="0" y="680262"/>
                  </a:lnTo>
                  <a:lnTo>
                    <a:pt x="81093" y="377724"/>
                  </a:lnTo>
                  <a:lnTo>
                    <a:pt x="121308" y="447325"/>
                  </a:lnTo>
                  <a:lnTo>
                    <a:pt x="776321" y="69601"/>
                  </a:lnTo>
                  <a:lnTo>
                    <a:pt x="736106" y="0"/>
                  </a:lnTo>
                  <a:lnTo>
                    <a:pt x="1038899" y="81162"/>
                  </a:lnTo>
                  <a:lnTo>
                    <a:pt x="957806" y="383699"/>
                  </a:lnTo>
                  <a:lnTo>
                    <a:pt x="917590" y="314098"/>
                  </a:lnTo>
                  <a:lnTo>
                    <a:pt x="262578" y="691823"/>
                  </a:lnTo>
                  <a:lnTo>
                    <a:pt x="302793" y="761424"/>
                  </a:lnTo>
                  <a:close/>
                </a:path>
              </a:pathLst>
            </a:custGeom>
            <a:solidFill>
              <a:srgbClr val="FACB4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3428230" y="2805510"/>
              <a:ext cx="1130300" cy="443230"/>
            </a:xfrm>
            <a:custGeom>
              <a:avLst/>
              <a:gdLst/>
              <a:ahLst/>
              <a:cxnLst/>
              <a:rect l="l" t="t" r="r" b="b"/>
              <a:pathLst>
                <a:path w="1130300" h="443230">
                  <a:moveTo>
                    <a:pt x="1056248" y="443099"/>
                  </a:moveTo>
                  <a:lnTo>
                    <a:pt x="73851" y="443099"/>
                  </a:lnTo>
                  <a:lnTo>
                    <a:pt x="45105" y="437296"/>
                  </a:lnTo>
                  <a:lnTo>
                    <a:pt x="21630" y="421469"/>
                  </a:lnTo>
                  <a:lnTo>
                    <a:pt x="5803" y="397994"/>
                  </a:lnTo>
                  <a:lnTo>
                    <a:pt x="0" y="369248"/>
                  </a:lnTo>
                  <a:lnTo>
                    <a:pt x="0" y="73851"/>
                  </a:lnTo>
                  <a:lnTo>
                    <a:pt x="5705" y="45589"/>
                  </a:lnTo>
                  <a:lnTo>
                    <a:pt x="5803" y="45105"/>
                  </a:lnTo>
                  <a:lnTo>
                    <a:pt x="21630" y="21630"/>
                  </a:lnTo>
                  <a:lnTo>
                    <a:pt x="45105" y="5803"/>
                  </a:lnTo>
                  <a:lnTo>
                    <a:pt x="73851" y="0"/>
                  </a:lnTo>
                  <a:lnTo>
                    <a:pt x="1056248" y="0"/>
                  </a:lnTo>
                  <a:lnTo>
                    <a:pt x="1097221" y="12407"/>
                  </a:lnTo>
                  <a:lnTo>
                    <a:pt x="1124478" y="45589"/>
                  </a:lnTo>
                  <a:lnTo>
                    <a:pt x="1130099" y="73851"/>
                  </a:lnTo>
                  <a:lnTo>
                    <a:pt x="1130099" y="369248"/>
                  </a:lnTo>
                  <a:lnTo>
                    <a:pt x="1124296" y="397994"/>
                  </a:lnTo>
                  <a:lnTo>
                    <a:pt x="1108469" y="421469"/>
                  </a:lnTo>
                  <a:lnTo>
                    <a:pt x="1084995" y="437296"/>
                  </a:lnTo>
                  <a:lnTo>
                    <a:pt x="1056248" y="443099"/>
                  </a:lnTo>
                  <a:close/>
                </a:path>
              </a:pathLst>
            </a:custGeom>
            <a:solidFill>
              <a:srgbClr val="D844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3428230" y="2805510"/>
              <a:ext cx="1130300" cy="443230"/>
            </a:xfrm>
            <a:custGeom>
              <a:avLst/>
              <a:gdLst/>
              <a:ahLst/>
              <a:cxnLst/>
              <a:rect l="l" t="t" r="r" b="b"/>
              <a:pathLst>
                <a:path w="1130300" h="443230">
                  <a:moveTo>
                    <a:pt x="0" y="73851"/>
                  </a:moveTo>
                  <a:lnTo>
                    <a:pt x="5803" y="45105"/>
                  </a:lnTo>
                  <a:lnTo>
                    <a:pt x="21630" y="21630"/>
                  </a:lnTo>
                  <a:lnTo>
                    <a:pt x="45105" y="5803"/>
                  </a:lnTo>
                  <a:lnTo>
                    <a:pt x="73851" y="0"/>
                  </a:lnTo>
                  <a:lnTo>
                    <a:pt x="1056248" y="0"/>
                  </a:lnTo>
                  <a:lnTo>
                    <a:pt x="1097221" y="12407"/>
                  </a:lnTo>
                  <a:lnTo>
                    <a:pt x="1124478" y="45589"/>
                  </a:lnTo>
                  <a:lnTo>
                    <a:pt x="1130099" y="73851"/>
                  </a:lnTo>
                  <a:lnTo>
                    <a:pt x="1130099" y="369248"/>
                  </a:lnTo>
                  <a:lnTo>
                    <a:pt x="1124296" y="397994"/>
                  </a:lnTo>
                  <a:lnTo>
                    <a:pt x="1108469" y="421469"/>
                  </a:lnTo>
                  <a:lnTo>
                    <a:pt x="1084995" y="437296"/>
                  </a:lnTo>
                  <a:lnTo>
                    <a:pt x="1056248" y="443099"/>
                  </a:lnTo>
                  <a:lnTo>
                    <a:pt x="73851" y="443099"/>
                  </a:lnTo>
                  <a:lnTo>
                    <a:pt x="45105" y="437296"/>
                  </a:lnTo>
                  <a:lnTo>
                    <a:pt x="21630" y="421469"/>
                  </a:lnTo>
                  <a:lnTo>
                    <a:pt x="5803" y="397994"/>
                  </a:lnTo>
                  <a:lnTo>
                    <a:pt x="0" y="369248"/>
                  </a:lnTo>
                  <a:lnTo>
                    <a:pt x="0" y="73851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3428230" y="3399336"/>
              <a:ext cx="1130300" cy="443230"/>
            </a:xfrm>
            <a:custGeom>
              <a:avLst/>
              <a:gdLst/>
              <a:ahLst/>
              <a:cxnLst/>
              <a:rect l="l" t="t" r="r" b="b"/>
              <a:pathLst>
                <a:path w="1130300" h="443229">
                  <a:moveTo>
                    <a:pt x="1056248" y="443099"/>
                  </a:moveTo>
                  <a:lnTo>
                    <a:pt x="73851" y="443099"/>
                  </a:lnTo>
                  <a:lnTo>
                    <a:pt x="45105" y="437296"/>
                  </a:lnTo>
                  <a:lnTo>
                    <a:pt x="21630" y="421469"/>
                  </a:lnTo>
                  <a:lnTo>
                    <a:pt x="5803" y="397994"/>
                  </a:lnTo>
                  <a:lnTo>
                    <a:pt x="0" y="369248"/>
                  </a:lnTo>
                  <a:lnTo>
                    <a:pt x="0" y="73850"/>
                  </a:lnTo>
                  <a:lnTo>
                    <a:pt x="5705" y="45589"/>
                  </a:lnTo>
                  <a:lnTo>
                    <a:pt x="5803" y="45104"/>
                  </a:lnTo>
                  <a:lnTo>
                    <a:pt x="21630" y="21630"/>
                  </a:lnTo>
                  <a:lnTo>
                    <a:pt x="45105" y="5803"/>
                  </a:lnTo>
                  <a:lnTo>
                    <a:pt x="73851" y="0"/>
                  </a:lnTo>
                  <a:lnTo>
                    <a:pt x="1056248" y="0"/>
                  </a:lnTo>
                  <a:lnTo>
                    <a:pt x="1097221" y="12407"/>
                  </a:lnTo>
                  <a:lnTo>
                    <a:pt x="1124478" y="45589"/>
                  </a:lnTo>
                  <a:lnTo>
                    <a:pt x="1130099" y="73850"/>
                  </a:lnTo>
                  <a:lnTo>
                    <a:pt x="1130099" y="369248"/>
                  </a:lnTo>
                  <a:lnTo>
                    <a:pt x="1124296" y="397994"/>
                  </a:lnTo>
                  <a:lnTo>
                    <a:pt x="1108469" y="421469"/>
                  </a:lnTo>
                  <a:lnTo>
                    <a:pt x="1084995" y="437296"/>
                  </a:lnTo>
                  <a:lnTo>
                    <a:pt x="1056248" y="443099"/>
                  </a:lnTo>
                  <a:close/>
                </a:path>
              </a:pathLst>
            </a:custGeom>
            <a:solidFill>
              <a:srgbClr val="D844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3428230" y="3399336"/>
              <a:ext cx="1130300" cy="443230"/>
            </a:xfrm>
            <a:custGeom>
              <a:avLst/>
              <a:gdLst/>
              <a:ahLst/>
              <a:cxnLst/>
              <a:rect l="l" t="t" r="r" b="b"/>
              <a:pathLst>
                <a:path w="1130300" h="443229">
                  <a:moveTo>
                    <a:pt x="0" y="73850"/>
                  </a:moveTo>
                  <a:lnTo>
                    <a:pt x="5803" y="45104"/>
                  </a:lnTo>
                  <a:lnTo>
                    <a:pt x="21630" y="21630"/>
                  </a:lnTo>
                  <a:lnTo>
                    <a:pt x="45105" y="5803"/>
                  </a:lnTo>
                  <a:lnTo>
                    <a:pt x="73851" y="0"/>
                  </a:lnTo>
                  <a:lnTo>
                    <a:pt x="1056248" y="0"/>
                  </a:lnTo>
                  <a:lnTo>
                    <a:pt x="1097221" y="12407"/>
                  </a:lnTo>
                  <a:lnTo>
                    <a:pt x="1124478" y="45589"/>
                  </a:lnTo>
                  <a:lnTo>
                    <a:pt x="1130099" y="73850"/>
                  </a:lnTo>
                  <a:lnTo>
                    <a:pt x="1130099" y="369248"/>
                  </a:lnTo>
                  <a:lnTo>
                    <a:pt x="1124296" y="397994"/>
                  </a:lnTo>
                  <a:lnTo>
                    <a:pt x="1108469" y="421469"/>
                  </a:lnTo>
                  <a:lnTo>
                    <a:pt x="1084995" y="437296"/>
                  </a:lnTo>
                  <a:lnTo>
                    <a:pt x="1056248" y="443099"/>
                  </a:lnTo>
                  <a:lnTo>
                    <a:pt x="73851" y="443099"/>
                  </a:lnTo>
                  <a:lnTo>
                    <a:pt x="45105" y="437296"/>
                  </a:lnTo>
                  <a:lnTo>
                    <a:pt x="21630" y="421469"/>
                  </a:lnTo>
                  <a:lnTo>
                    <a:pt x="5803" y="397994"/>
                  </a:lnTo>
                  <a:lnTo>
                    <a:pt x="0" y="369248"/>
                  </a:lnTo>
                  <a:lnTo>
                    <a:pt x="0" y="73850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5161229" y="2435758"/>
              <a:ext cx="1579245" cy="1400175"/>
            </a:xfrm>
            <a:custGeom>
              <a:avLst/>
              <a:gdLst/>
              <a:ahLst/>
              <a:cxnLst/>
              <a:rect l="l" t="t" r="r" b="b"/>
              <a:pathLst>
                <a:path w="1579245" h="1400175">
                  <a:moveTo>
                    <a:pt x="1158328" y="1318742"/>
                  </a:moveTo>
                  <a:lnTo>
                    <a:pt x="1077150" y="1016241"/>
                  </a:lnTo>
                  <a:lnTo>
                    <a:pt x="1036993" y="1085850"/>
                  </a:lnTo>
                  <a:lnTo>
                    <a:pt x="291846" y="656145"/>
                  </a:lnTo>
                  <a:lnTo>
                    <a:pt x="332016" y="586549"/>
                  </a:lnTo>
                  <a:lnTo>
                    <a:pt x="29438" y="667753"/>
                  </a:lnTo>
                  <a:lnTo>
                    <a:pt x="110617" y="970254"/>
                  </a:lnTo>
                  <a:lnTo>
                    <a:pt x="150774" y="900645"/>
                  </a:lnTo>
                  <a:lnTo>
                    <a:pt x="895908" y="1330350"/>
                  </a:lnTo>
                  <a:lnTo>
                    <a:pt x="855751" y="1399946"/>
                  </a:lnTo>
                  <a:lnTo>
                    <a:pt x="1158328" y="1318742"/>
                  </a:lnTo>
                  <a:close/>
                </a:path>
                <a:path w="1579245" h="1400175">
                  <a:moveTo>
                    <a:pt x="1578902" y="221551"/>
                  </a:moveTo>
                  <a:lnTo>
                    <a:pt x="1357350" y="0"/>
                  </a:lnTo>
                  <a:lnTo>
                    <a:pt x="1357350" y="80378"/>
                  </a:lnTo>
                  <a:lnTo>
                    <a:pt x="221551" y="80378"/>
                  </a:lnTo>
                  <a:lnTo>
                    <a:pt x="221551" y="0"/>
                  </a:lnTo>
                  <a:lnTo>
                    <a:pt x="0" y="221551"/>
                  </a:lnTo>
                  <a:lnTo>
                    <a:pt x="221551" y="443103"/>
                  </a:lnTo>
                  <a:lnTo>
                    <a:pt x="221551" y="362724"/>
                  </a:lnTo>
                  <a:lnTo>
                    <a:pt x="1357350" y="362724"/>
                  </a:lnTo>
                  <a:lnTo>
                    <a:pt x="1357350" y="443103"/>
                  </a:lnTo>
                  <a:lnTo>
                    <a:pt x="1578902" y="221551"/>
                  </a:lnTo>
                  <a:close/>
                </a:path>
              </a:pathLst>
            </a:custGeom>
            <a:solidFill>
              <a:srgbClr val="FACB4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3428230" y="1675010"/>
              <a:ext cx="1130300" cy="443230"/>
            </a:xfrm>
            <a:custGeom>
              <a:avLst/>
              <a:gdLst/>
              <a:ahLst/>
              <a:cxnLst/>
              <a:rect l="l" t="t" r="r" b="b"/>
              <a:pathLst>
                <a:path w="1130300" h="443230">
                  <a:moveTo>
                    <a:pt x="1056248" y="443099"/>
                  </a:moveTo>
                  <a:lnTo>
                    <a:pt x="73851" y="443099"/>
                  </a:lnTo>
                  <a:lnTo>
                    <a:pt x="45105" y="437296"/>
                  </a:lnTo>
                  <a:lnTo>
                    <a:pt x="21630" y="421469"/>
                  </a:lnTo>
                  <a:lnTo>
                    <a:pt x="5803" y="397994"/>
                  </a:lnTo>
                  <a:lnTo>
                    <a:pt x="0" y="369248"/>
                  </a:lnTo>
                  <a:lnTo>
                    <a:pt x="0" y="73851"/>
                  </a:lnTo>
                  <a:lnTo>
                    <a:pt x="21630" y="21630"/>
                  </a:lnTo>
                  <a:lnTo>
                    <a:pt x="73851" y="0"/>
                  </a:lnTo>
                  <a:lnTo>
                    <a:pt x="1056248" y="0"/>
                  </a:lnTo>
                  <a:lnTo>
                    <a:pt x="1097221" y="12407"/>
                  </a:lnTo>
                  <a:lnTo>
                    <a:pt x="1124478" y="45589"/>
                  </a:lnTo>
                  <a:lnTo>
                    <a:pt x="1130099" y="73851"/>
                  </a:lnTo>
                  <a:lnTo>
                    <a:pt x="1130099" y="369248"/>
                  </a:lnTo>
                  <a:lnTo>
                    <a:pt x="1124296" y="397994"/>
                  </a:lnTo>
                  <a:lnTo>
                    <a:pt x="1108469" y="421469"/>
                  </a:lnTo>
                  <a:lnTo>
                    <a:pt x="1084995" y="437296"/>
                  </a:lnTo>
                  <a:lnTo>
                    <a:pt x="1056248" y="443099"/>
                  </a:lnTo>
                  <a:close/>
                </a:path>
              </a:pathLst>
            </a:custGeom>
            <a:solidFill>
              <a:srgbClr val="D844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3428230" y="1675010"/>
              <a:ext cx="1130300" cy="443230"/>
            </a:xfrm>
            <a:custGeom>
              <a:avLst/>
              <a:gdLst/>
              <a:ahLst/>
              <a:cxnLst/>
              <a:rect l="l" t="t" r="r" b="b"/>
              <a:pathLst>
                <a:path w="1130300" h="443230">
                  <a:moveTo>
                    <a:pt x="0" y="73851"/>
                  </a:moveTo>
                  <a:lnTo>
                    <a:pt x="5803" y="45105"/>
                  </a:lnTo>
                  <a:lnTo>
                    <a:pt x="21630" y="21630"/>
                  </a:lnTo>
                  <a:lnTo>
                    <a:pt x="45105" y="5803"/>
                  </a:lnTo>
                  <a:lnTo>
                    <a:pt x="73851" y="0"/>
                  </a:lnTo>
                  <a:lnTo>
                    <a:pt x="1056248" y="0"/>
                  </a:lnTo>
                  <a:lnTo>
                    <a:pt x="1097221" y="12407"/>
                  </a:lnTo>
                  <a:lnTo>
                    <a:pt x="1124478" y="45589"/>
                  </a:lnTo>
                  <a:lnTo>
                    <a:pt x="1130099" y="73851"/>
                  </a:lnTo>
                  <a:lnTo>
                    <a:pt x="1130099" y="369248"/>
                  </a:lnTo>
                  <a:lnTo>
                    <a:pt x="1124296" y="397994"/>
                  </a:lnTo>
                  <a:lnTo>
                    <a:pt x="1108469" y="421469"/>
                  </a:lnTo>
                  <a:lnTo>
                    <a:pt x="1084995" y="437296"/>
                  </a:lnTo>
                  <a:lnTo>
                    <a:pt x="1056248" y="443099"/>
                  </a:lnTo>
                  <a:lnTo>
                    <a:pt x="73851" y="443099"/>
                  </a:lnTo>
                  <a:lnTo>
                    <a:pt x="45105" y="437296"/>
                  </a:lnTo>
                  <a:lnTo>
                    <a:pt x="21630" y="421469"/>
                  </a:lnTo>
                  <a:lnTo>
                    <a:pt x="5803" y="397994"/>
                  </a:lnTo>
                  <a:lnTo>
                    <a:pt x="0" y="369248"/>
                  </a:lnTo>
                  <a:lnTo>
                    <a:pt x="0" y="73851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 descr=""/>
          <p:cNvSpPr txBox="1"/>
          <p:nvPr/>
        </p:nvSpPr>
        <p:spPr>
          <a:xfrm>
            <a:off x="3319689" y="1771973"/>
            <a:ext cx="1315085" cy="1963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1115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FFFFFF"/>
                </a:solidFill>
                <a:latin typeface="Roboto"/>
                <a:cs typeface="Roboto"/>
              </a:rPr>
              <a:t>apiserver</a:t>
            </a:r>
            <a:endParaRPr sz="1400">
              <a:latin typeface="Roboto"/>
              <a:cs typeface="Roboto"/>
            </a:endParaRPr>
          </a:p>
          <a:p>
            <a:pPr algn="ctr" marL="241300" marR="200660" indent="-635">
              <a:lnSpc>
                <a:spcPts val="4680"/>
              </a:lnSpc>
            </a:pPr>
            <a:r>
              <a:rPr dirty="0" sz="1400" spc="-20" b="1">
                <a:solidFill>
                  <a:srgbClr val="FFFFFF"/>
                </a:solidFill>
                <a:latin typeface="Roboto"/>
                <a:cs typeface="Roboto"/>
              </a:rPr>
              <a:t>etcd </a:t>
            </a:r>
            <a:r>
              <a:rPr dirty="0" sz="1400" spc="-10" b="1">
                <a:solidFill>
                  <a:srgbClr val="FFFFFF"/>
                </a:solidFill>
                <a:latin typeface="Roboto"/>
                <a:cs typeface="Roboto"/>
              </a:rPr>
              <a:t>scheduler controllers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9" name="object 6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67" name="object 6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40"/>
              <a:t> </a:t>
            </a:r>
            <a:r>
              <a:rPr dirty="0"/>
              <a:t>10000</a:t>
            </a:r>
            <a:r>
              <a:rPr dirty="0" spc="-35"/>
              <a:t> </a:t>
            </a:r>
            <a:r>
              <a:rPr dirty="0"/>
              <a:t>foot</a:t>
            </a:r>
            <a:r>
              <a:rPr dirty="0" spc="-35"/>
              <a:t> </a:t>
            </a:r>
            <a:r>
              <a:rPr dirty="0" spc="-20"/>
              <a:t>view</a:t>
            </a:r>
          </a:p>
        </p:txBody>
      </p:sp>
      <p:sp>
        <p:nvSpPr>
          <p:cNvPr id="68" name="object 68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555236" y="2395542"/>
            <a:ext cx="76073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25" b="1">
                <a:solidFill>
                  <a:srgbClr val="FFFFFF"/>
                </a:solidFill>
                <a:latin typeface="Roboto"/>
                <a:cs typeface="Roboto"/>
              </a:rPr>
              <a:t>API</a:t>
            </a:r>
            <a:endParaRPr sz="3600">
              <a:latin typeface="Roboto"/>
              <a:cs typeface="Roboto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224549" y="1946249"/>
            <a:ext cx="2449830" cy="1259205"/>
          </a:xfrm>
          <a:custGeom>
            <a:avLst/>
            <a:gdLst/>
            <a:ahLst/>
            <a:cxnLst/>
            <a:rect l="l" t="t" r="r" b="b"/>
            <a:pathLst>
              <a:path w="2449829" h="1259205">
                <a:moveTo>
                  <a:pt x="2449385" y="629335"/>
                </a:moveTo>
                <a:lnTo>
                  <a:pt x="2447404" y="579501"/>
                </a:lnTo>
                <a:lnTo>
                  <a:pt x="2441537" y="530288"/>
                </a:lnTo>
                <a:lnTo>
                  <a:pt x="2431872" y="481914"/>
                </a:lnTo>
                <a:lnTo>
                  <a:pt x="2418486" y="434581"/>
                </a:lnTo>
                <a:lnTo>
                  <a:pt x="2401481" y="388493"/>
                </a:lnTo>
                <a:lnTo>
                  <a:pt x="2380919" y="343890"/>
                </a:lnTo>
                <a:lnTo>
                  <a:pt x="2356916" y="300951"/>
                </a:lnTo>
                <a:lnTo>
                  <a:pt x="2329548" y="259905"/>
                </a:lnTo>
                <a:lnTo>
                  <a:pt x="2298903" y="220967"/>
                </a:lnTo>
                <a:lnTo>
                  <a:pt x="2265057" y="184327"/>
                </a:lnTo>
                <a:lnTo>
                  <a:pt x="2228418" y="150495"/>
                </a:lnTo>
                <a:lnTo>
                  <a:pt x="2189480" y="119837"/>
                </a:lnTo>
                <a:lnTo>
                  <a:pt x="2148433" y="92468"/>
                </a:lnTo>
                <a:lnTo>
                  <a:pt x="2105495" y="68465"/>
                </a:lnTo>
                <a:lnTo>
                  <a:pt x="2060892" y="47917"/>
                </a:lnTo>
                <a:lnTo>
                  <a:pt x="2014804" y="30899"/>
                </a:lnTo>
                <a:lnTo>
                  <a:pt x="1967471" y="17513"/>
                </a:lnTo>
                <a:lnTo>
                  <a:pt x="1919097" y="7848"/>
                </a:lnTo>
                <a:lnTo>
                  <a:pt x="1869884" y="1981"/>
                </a:lnTo>
                <a:lnTo>
                  <a:pt x="1820049" y="0"/>
                </a:lnTo>
                <a:lnTo>
                  <a:pt x="664794" y="0"/>
                </a:lnTo>
                <a:lnTo>
                  <a:pt x="617816" y="1727"/>
                </a:lnTo>
                <a:lnTo>
                  <a:pt x="571792" y="6832"/>
                </a:lnTo>
                <a:lnTo>
                  <a:pt x="526821" y="15176"/>
                </a:lnTo>
                <a:lnTo>
                  <a:pt x="483031" y="26657"/>
                </a:lnTo>
                <a:lnTo>
                  <a:pt x="440537" y="41135"/>
                </a:lnTo>
                <a:lnTo>
                  <a:pt x="399478" y="58496"/>
                </a:lnTo>
                <a:lnTo>
                  <a:pt x="359968" y="78625"/>
                </a:lnTo>
                <a:lnTo>
                  <a:pt x="322110" y="101396"/>
                </a:lnTo>
                <a:lnTo>
                  <a:pt x="286054" y="126682"/>
                </a:lnTo>
                <a:lnTo>
                  <a:pt x="251904" y="154368"/>
                </a:lnTo>
                <a:lnTo>
                  <a:pt x="219786" y="184327"/>
                </a:lnTo>
                <a:lnTo>
                  <a:pt x="189826" y="216446"/>
                </a:lnTo>
                <a:lnTo>
                  <a:pt x="162140" y="250596"/>
                </a:lnTo>
                <a:lnTo>
                  <a:pt x="136855" y="286651"/>
                </a:lnTo>
                <a:lnTo>
                  <a:pt x="114084" y="324510"/>
                </a:lnTo>
                <a:lnTo>
                  <a:pt x="93954" y="364020"/>
                </a:lnTo>
                <a:lnTo>
                  <a:pt x="76593" y="405091"/>
                </a:lnTo>
                <a:lnTo>
                  <a:pt x="62103" y="447573"/>
                </a:lnTo>
                <a:lnTo>
                  <a:pt x="50634" y="491363"/>
                </a:lnTo>
                <a:lnTo>
                  <a:pt x="42291" y="536333"/>
                </a:lnTo>
                <a:lnTo>
                  <a:pt x="37185" y="582358"/>
                </a:lnTo>
                <a:lnTo>
                  <a:pt x="35458" y="629335"/>
                </a:lnTo>
                <a:lnTo>
                  <a:pt x="37185" y="676300"/>
                </a:lnTo>
                <a:lnTo>
                  <a:pt x="42291" y="722325"/>
                </a:lnTo>
                <a:lnTo>
                  <a:pt x="50634" y="767295"/>
                </a:lnTo>
                <a:lnTo>
                  <a:pt x="62103" y="811085"/>
                </a:lnTo>
                <a:lnTo>
                  <a:pt x="65824" y="822032"/>
                </a:lnTo>
                <a:lnTo>
                  <a:pt x="0" y="822032"/>
                </a:lnTo>
                <a:lnTo>
                  <a:pt x="0" y="1258557"/>
                </a:lnTo>
                <a:lnTo>
                  <a:pt x="662025" y="1258557"/>
                </a:lnTo>
                <a:lnTo>
                  <a:pt x="664794" y="1258658"/>
                </a:lnTo>
                <a:lnTo>
                  <a:pt x="1820049" y="1258658"/>
                </a:lnTo>
                <a:lnTo>
                  <a:pt x="1822805" y="1258557"/>
                </a:lnTo>
                <a:lnTo>
                  <a:pt x="2323223" y="1258557"/>
                </a:lnTo>
                <a:lnTo>
                  <a:pt x="2323223" y="1007325"/>
                </a:lnTo>
                <a:lnTo>
                  <a:pt x="2347988" y="972007"/>
                </a:lnTo>
                <a:lnTo>
                  <a:pt x="2370759" y="934161"/>
                </a:lnTo>
                <a:lnTo>
                  <a:pt x="2390889" y="894638"/>
                </a:lnTo>
                <a:lnTo>
                  <a:pt x="2408250" y="853579"/>
                </a:lnTo>
                <a:lnTo>
                  <a:pt x="2422741" y="811085"/>
                </a:lnTo>
                <a:lnTo>
                  <a:pt x="2434209" y="767295"/>
                </a:lnTo>
                <a:lnTo>
                  <a:pt x="2442553" y="722325"/>
                </a:lnTo>
                <a:lnTo>
                  <a:pt x="2447658" y="676300"/>
                </a:lnTo>
                <a:lnTo>
                  <a:pt x="2449385" y="629335"/>
                </a:lnTo>
                <a:close/>
              </a:path>
            </a:pathLst>
          </a:custGeom>
          <a:solidFill>
            <a:srgbClr val="0F9D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6619073" y="2090435"/>
            <a:ext cx="169354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1140" marR="5080" indent="-219075">
              <a:lnSpc>
                <a:spcPct val="100000"/>
              </a:lnSpc>
              <a:spcBef>
                <a:spcPts val="100"/>
              </a:spcBef>
            </a:pPr>
            <a:r>
              <a:rPr dirty="0" sz="3000" spc="-10" b="1">
                <a:solidFill>
                  <a:srgbClr val="FFFFFF"/>
                </a:solidFill>
                <a:latin typeface="Roboto"/>
                <a:cs typeface="Roboto"/>
              </a:rPr>
              <a:t>Container Cluster</a:t>
            </a:r>
            <a:endParaRPr sz="3000">
              <a:latin typeface="Roboto"/>
              <a:cs typeface="Roboto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264479" y="50758"/>
            <a:ext cx="3649979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>
                <a:solidFill>
                  <a:srgbClr val="FFFFFF"/>
                </a:solidFill>
                <a:latin typeface="Roboto"/>
                <a:cs typeface="Roboto"/>
              </a:rPr>
              <a:t>All</a:t>
            </a:r>
            <a:r>
              <a:rPr dirty="0" sz="270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700">
                <a:solidFill>
                  <a:srgbClr val="FFFFFF"/>
                </a:solidFill>
                <a:latin typeface="Roboto"/>
                <a:cs typeface="Roboto"/>
              </a:rPr>
              <a:t>you</a:t>
            </a:r>
            <a:r>
              <a:rPr dirty="0" sz="2700" spc="-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700">
                <a:solidFill>
                  <a:srgbClr val="FFFFFF"/>
                </a:solidFill>
                <a:latin typeface="Roboto"/>
                <a:cs typeface="Roboto"/>
              </a:rPr>
              <a:t>really</a:t>
            </a:r>
            <a:r>
              <a:rPr dirty="0" sz="2700" spc="-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700">
                <a:solidFill>
                  <a:srgbClr val="FFFFFF"/>
                </a:solidFill>
                <a:latin typeface="Roboto"/>
                <a:cs typeface="Roboto"/>
              </a:rPr>
              <a:t>care</a:t>
            </a:r>
            <a:r>
              <a:rPr dirty="0" sz="2700" spc="-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700" spc="-10">
                <a:solidFill>
                  <a:srgbClr val="FFFFFF"/>
                </a:solidFill>
                <a:latin typeface="Roboto"/>
                <a:cs typeface="Roboto"/>
              </a:rPr>
              <a:t>about</a:t>
            </a:r>
            <a:endParaRPr sz="2700">
              <a:latin typeface="Roboto"/>
              <a:cs typeface="Roboto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6484" y="1043644"/>
            <a:ext cx="7386320" cy="3350260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410209" indent="-397510">
              <a:lnSpc>
                <a:spcPct val="100000"/>
              </a:lnSpc>
              <a:spcBef>
                <a:spcPts val="620"/>
              </a:spcBef>
              <a:buAutoNum type="arabicPeriod"/>
              <a:tabLst>
                <a:tab pos="410209" algn="l"/>
              </a:tabLst>
            </a:pPr>
            <a:r>
              <a:rPr dirty="0" sz="2300" b="1">
                <a:solidFill>
                  <a:srgbClr val="666666"/>
                </a:solidFill>
                <a:latin typeface="Roboto"/>
                <a:cs typeface="Roboto"/>
              </a:rPr>
              <a:t>Setting</a:t>
            </a:r>
            <a:r>
              <a:rPr dirty="0" sz="2300" spc="-30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2300" b="1">
                <a:solidFill>
                  <a:srgbClr val="666666"/>
                </a:solidFill>
                <a:latin typeface="Roboto"/>
                <a:cs typeface="Roboto"/>
              </a:rPr>
              <a:t>up</a:t>
            </a:r>
            <a:r>
              <a:rPr dirty="0" sz="2300" spc="-30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2300" b="1">
                <a:solidFill>
                  <a:srgbClr val="666666"/>
                </a:solidFill>
                <a:latin typeface="Roboto"/>
                <a:cs typeface="Roboto"/>
              </a:rPr>
              <a:t>the</a:t>
            </a:r>
            <a:r>
              <a:rPr dirty="0" sz="2300" spc="-30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2300" spc="-10" b="1">
                <a:solidFill>
                  <a:srgbClr val="666666"/>
                </a:solidFill>
                <a:latin typeface="Roboto"/>
                <a:cs typeface="Roboto"/>
              </a:rPr>
              <a:t>cluster</a:t>
            </a:r>
            <a:endParaRPr sz="2300">
              <a:latin typeface="Roboto"/>
              <a:cs typeface="Roboto"/>
            </a:endParaRPr>
          </a:p>
          <a:p>
            <a:pPr lvl="1" marL="354965" indent="-241935">
              <a:lnSpc>
                <a:spcPct val="100000"/>
              </a:lnSpc>
              <a:spcBef>
                <a:spcPts val="409"/>
              </a:spcBef>
              <a:buChar char="•"/>
              <a:tabLst>
                <a:tab pos="354965" algn="l"/>
              </a:tabLst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Choose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cloud: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GCE,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AWS,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Azure,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Rackspace, 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on-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premises,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...</a:t>
            </a:r>
            <a:endParaRPr sz="1800">
              <a:latin typeface="Roboto"/>
              <a:cs typeface="Roboto"/>
            </a:endParaRPr>
          </a:p>
          <a:p>
            <a:pPr lvl="1" marL="354965" indent="-241935">
              <a:lnSpc>
                <a:spcPct val="100000"/>
              </a:lnSpc>
              <a:spcBef>
                <a:spcPts val="315"/>
              </a:spcBef>
              <a:buChar char="•"/>
              <a:tabLst>
                <a:tab pos="354965" algn="l"/>
              </a:tabLst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Choose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node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OS: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CoreOS,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Atomic,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RHEL,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Debian,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CentOS,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Ubuntu,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...</a:t>
            </a:r>
            <a:endParaRPr sz="1800">
              <a:latin typeface="Roboto"/>
              <a:cs typeface="Roboto"/>
            </a:endParaRPr>
          </a:p>
          <a:p>
            <a:pPr lvl="1" marL="354965" indent="-241935">
              <a:lnSpc>
                <a:spcPct val="100000"/>
              </a:lnSpc>
              <a:spcBef>
                <a:spcPts val="315"/>
              </a:spcBef>
              <a:buChar char="•"/>
              <a:tabLst>
                <a:tab pos="354965" algn="l"/>
              </a:tabLst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Provision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machines: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Boot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VMs,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install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and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run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kube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components,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...</a:t>
            </a:r>
            <a:endParaRPr sz="1800">
              <a:latin typeface="Roboto"/>
              <a:cs typeface="Roboto"/>
            </a:endParaRPr>
          </a:p>
          <a:p>
            <a:pPr lvl="1" marL="354965" indent="-241935">
              <a:lnSpc>
                <a:spcPct val="100000"/>
              </a:lnSpc>
              <a:spcBef>
                <a:spcPts val="315"/>
              </a:spcBef>
              <a:buChar char="•"/>
              <a:tabLst>
                <a:tab pos="354965" algn="l"/>
              </a:tabLst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Configure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networking: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IP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ranges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for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Pods,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Services,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SDN,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...</a:t>
            </a:r>
            <a:endParaRPr sz="1800">
              <a:latin typeface="Roboto"/>
              <a:cs typeface="Roboto"/>
            </a:endParaRPr>
          </a:p>
          <a:p>
            <a:pPr lvl="1" marL="354965" indent="-241935">
              <a:lnSpc>
                <a:spcPct val="100000"/>
              </a:lnSpc>
              <a:spcBef>
                <a:spcPts val="315"/>
              </a:spcBef>
              <a:buChar char="•"/>
              <a:tabLst>
                <a:tab pos="354965" algn="l"/>
              </a:tabLst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Start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cluster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services: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DNS,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logging,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monitoring,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...</a:t>
            </a:r>
            <a:endParaRPr sz="1800">
              <a:latin typeface="Roboto"/>
              <a:cs typeface="Roboto"/>
            </a:endParaRPr>
          </a:p>
          <a:p>
            <a:pPr lvl="1" marL="354965" indent="-241935">
              <a:lnSpc>
                <a:spcPct val="100000"/>
              </a:lnSpc>
              <a:spcBef>
                <a:spcPts val="315"/>
              </a:spcBef>
              <a:buChar char="•"/>
              <a:tabLst>
                <a:tab pos="354965" algn="l"/>
              </a:tabLst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Manage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nodes: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kernel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upgrades,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OS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updates,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hardware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failures...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814"/>
              </a:spcBef>
            </a:pP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Not</a:t>
            </a:r>
            <a:r>
              <a:rPr dirty="0" sz="1800" spc="-25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the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easy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or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fun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part,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but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unavoidable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814"/>
              </a:spcBef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This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is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where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things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like</a:t>
            </a:r>
            <a:r>
              <a:rPr dirty="0" sz="1800" spc="-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Google</a:t>
            </a:r>
            <a:r>
              <a:rPr dirty="0" sz="1800" spc="-35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 b="1">
                <a:solidFill>
                  <a:srgbClr val="666666"/>
                </a:solidFill>
                <a:latin typeface="Roboto"/>
                <a:cs typeface="Roboto"/>
              </a:rPr>
              <a:t>Container</a:t>
            </a:r>
            <a:r>
              <a:rPr dirty="0" sz="1800" spc="-35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Engine</a:t>
            </a:r>
            <a:r>
              <a:rPr dirty="0" sz="1800" spc="-35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(GKE)</a:t>
            </a:r>
            <a:r>
              <a:rPr dirty="0" sz="1800" spc="-15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really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help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Container</a:t>
            </a:r>
            <a:r>
              <a:rPr dirty="0" spc="-30"/>
              <a:t> </a:t>
            </a:r>
            <a:r>
              <a:rPr dirty="0"/>
              <a:t>clusters:</a:t>
            </a:r>
            <a:r>
              <a:rPr dirty="0" spc="-25"/>
              <a:t> </a:t>
            </a:r>
            <a:r>
              <a:rPr dirty="0"/>
              <a:t>A</a:t>
            </a:r>
            <a:r>
              <a:rPr dirty="0" spc="-30"/>
              <a:t> </a:t>
            </a:r>
            <a:r>
              <a:rPr dirty="0"/>
              <a:t>story</a:t>
            </a:r>
            <a:r>
              <a:rPr dirty="0" spc="-25"/>
              <a:t> </a:t>
            </a:r>
            <a:r>
              <a:rPr dirty="0"/>
              <a:t>in</a:t>
            </a:r>
            <a:r>
              <a:rPr dirty="0" spc="-30"/>
              <a:t> </a:t>
            </a:r>
            <a:r>
              <a:rPr dirty="0"/>
              <a:t>two</a:t>
            </a:r>
            <a:r>
              <a:rPr dirty="0" spc="-25"/>
              <a:t> </a:t>
            </a:r>
            <a:r>
              <a:rPr dirty="0" spc="-10"/>
              <a:t>parts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5081" y="0"/>
            <a:ext cx="9154795" cy="5034280"/>
            <a:chOff x="-5081" y="0"/>
            <a:chExt cx="9154795" cy="5034280"/>
          </a:xfrm>
        </p:grpSpPr>
        <p:sp>
          <p:nvSpPr>
            <p:cNvPr id="3" name="object 3" descr=""/>
            <p:cNvSpPr/>
            <p:nvPr/>
          </p:nvSpPr>
          <p:spPr>
            <a:xfrm>
              <a:off x="684926" y="4999213"/>
              <a:ext cx="242570" cy="34925"/>
            </a:xfrm>
            <a:custGeom>
              <a:avLst/>
              <a:gdLst/>
              <a:ahLst/>
              <a:cxnLst/>
              <a:rect l="l" t="t" r="r" b="b"/>
              <a:pathLst>
                <a:path w="242569" h="34925">
                  <a:moveTo>
                    <a:pt x="242090" y="34620"/>
                  </a:moveTo>
                  <a:lnTo>
                    <a:pt x="0" y="34620"/>
                  </a:lnTo>
                  <a:lnTo>
                    <a:pt x="0" y="0"/>
                  </a:lnTo>
                  <a:lnTo>
                    <a:pt x="242090" y="0"/>
                  </a:lnTo>
                  <a:lnTo>
                    <a:pt x="242090" y="34620"/>
                  </a:lnTo>
                  <a:close/>
                </a:path>
              </a:pathLst>
            </a:custGeom>
            <a:solidFill>
              <a:srgbClr val="D844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926925" y="4999213"/>
              <a:ext cx="240029" cy="34925"/>
            </a:xfrm>
            <a:custGeom>
              <a:avLst/>
              <a:gdLst/>
              <a:ahLst/>
              <a:cxnLst/>
              <a:rect l="l" t="t" r="r" b="b"/>
              <a:pathLst>
                <a:path w="240030" h="34925">
                  <a:moveTo>
                    <a:pt x="239997" y="34620"/>
                  </a:moveTo>
                  <a:lnTo>
                    <a:pt x="0" y="34620"/>
                  </a:lnTo>
                  <a:lnTo>
                    <a:pt x="0" y="0"/>
                  </a:lnTo>
                  <a:lnTo>
                    <a:pt x="239997" y="0"/>
                  </a:lnTo>
                  <a:lnTo>
                    <a:pt x="239997" y="34620"/>
                  </a:lnTo>
                  <a:close/>
                </a:path>
              </a:pathLst>
            </a:custGeom>
            <a:solidFill>
              <a:srgbClr val="F4B4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166927" y="4999213"/>
              <a:ext cx="240665" cy="34925"/>
            </a:xfrm>
            <a:custGeom>
              <a:avLst/>
              <a:gdLst/>
              <a:ahLst/>
              <a:cxnLst/>
              <a:rect l="l" t="t" r="r" b="b"/>
              <a:pathLst>
                <a:path w="240665" h="34925">
                  <a:moveTo>
                    <a:pt x="240258" y="34620"/>
                  </a:moveTo>
                  <a:lnTo>
                    <a:pt x="0" y="34620"/>
                  </a:lnTo>
                  <a:lnTo>
                    <a:pt x="0" y="0"/>
                  </a:lnTo>
                  <a:lnTo>
                    <a:pt x="240258" y="0"/>
                  </a:lnTo>
                  <a:lnTo>
                    <a:pt x="240258" y="34620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-50" y="0"/>
              <a:ext cx="9144000" cy="5034280"/>
            </a:xfrm>
            <a:custGeom>
              <a:avLst/>
              <a:gdLst/>
              <a:ahLst/>
              <a:cxnLst/>
              <a:rect l="l" t="t" r="r" b="b"/>
              <a:pathLst>
                <a:path w="9144000" h="5034280">
                  <a:moveTo>
                    <a:pt x="693508" y="4999215"/>
                  </a:moveTo>
                  <a:lnTo>
                    <a:pt x="451421" y="4999215"/>
                  </a:lnTo>
                  <a:lnTo>
                    <a:pt x="451421" y="5033835"/>
                  </a:lnTo>
                  <a:lnTo>
                    <a:pt x="693508" y="5033835"/>
                  </a:lnTo>
                  <a:lnTo>
                    <a:pt x="693508" y="4999215"/>
                  </a:lnTo>
                  <a:close/>
                </a:path>
                <a:path w="9144000" h="5034280">
                  <a:moveTo>
                    <a:pt x="9143987" y="0"/>
                  </a:moveTo>
                  <a:lnTo>
                    <a:pt x="0" y="0"/>
                  </a:lnTo>
                  <a:lnTo>
                    <a:pt x="0" y="564007"/>
                  </a:lnTo>
                  <a:lnTo>
                    <a:pt x="9143987" y="564007"/>
                  </a:lnTo>
                  <a:lnTo>
                    <a:pt x="9143987" y="0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-888" y="564248"/>
              <a:ext cx="9144000" cy="92710"/>
            </a:xfrm>
            <a:custGeom>
              <a:avLst/>
              <a:gdLst/>
              <a:ahLst/>
              <a:cxnLst/>
              <a:rect l="l" t="t" r="r" b="b"/>
              <a:pathLst>
                <a:path w="9144000" h="92709">
                  <a:moveTo>
                    <a:pt x="9143987" y="0"/>
                  </a:moveTo>
                  <a:lnTo>
                    <a:pt x="0" y="0"/>
                  </a:lnTo>
                  <a:lnTo>
                    <a:pt x="0" y="38"/>
                  </a:lnTo>
                  <a:lnTo>
                    <a:pt x="0" y="92138"/>
                  </a:lnTo>
                  <a:lnTo>
                    <a:pt x="9143987" y="92138"/>
                  </a:lnTo>
                  <a:lnTo>
                    <a:pt x="9143987" y="12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-318" y="566737"/>
              <a:ext cx="9145270" cy="0"/>
            </a:xfrm>
            <a:custGeom>
              <a:avLst/>
              <a:gdLst/>
              <a:ahLst/>
              <a:cxnLst/>
              <a:rect l="l" t="t" r="r" b="b"/>
              <a:pathLst>
                <a:path w="9145270" h="0">
                  <a:moveTo>
                    <a:pt x="914489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B7B7B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Kubernetes</a:t>
            </a:r>
            <a:r>
              <a:rPr dirty="0" spc="-45"/>
              <a:t> </a:t>
            </a:r>
            <a:r>
              <a:rPr dirty="0"/>
              <a:t>cluster</a:t>
            </a:r>
            <a:r>
              <a:rPr dirty="0" spc="-30"/>
              <a:t> </a:t>
            </a:r>
            <a:r>
              <a:rPr dirty="0"/>
              <a:t>on</a:t>
            </a:r>
            <a:r>
              <a:rPr dirty="0" spc="-30"/>
              <a:t> </a:t>
            </a:r>
            <a:r>
              <a:rPr dirty="0" spc="-25"/>
              <a:t>GKE</a:t>
            </a:r>
          </a:p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2600" y="538450"/>
            <a:ext cx="6857999" cy="4605049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" y="2790506"/>
            <a:ext cx="2934124" cy="2200593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-742" y="1926806"/>
            <a:ext cx="8748395" cy="810895"/>
            <a:chOff x="-742" y="1926806"/>
            <a:chExt cx="8748395" cy="810895"/>
          </a:xfrm>
        </p:grpSpPr>
        <p:sp>
          <p:nvSpPr>
            <p:cNvPr id="4" name="object 4" descr=""/>
            <p:cNvSpPr/>
            <p:nvPr/>
          </p:nvSpPr>
          <p:spPr>
            <a:xfrm>
              <a:off x="-355" y="1999716"/>
              <a:ext cx="8747760" cy="737870"/>
            </a:xfrm>
            <a:custGeom>
              <a:avLst/>
              <a:gdLst/>
              <a:ahLst/>
              <a:cxnLst/>
              <a:rect l="l" t="t" r="r" b="b"/>
              <a:pathLst>
                <a:path w="8747760" h="737869">
                  <a:moveTo>
                    <a:pt x="8747481" y="0"/>
                  </a:moveTo>
                  <a:lnTo>
                    <a:pt x="381" y="0"/>
                  </a:lnTo>
                  <a:lnTo>
                    <a:pt x="0" y="76"/>
                  </a:lnTo>
                  <a:lnTo>
                    <a:pt x="0" y="666076"/>
                  </a:lnTo>
                  <a:lnTo>
                    <a:pt x="0" y="704545"/>
                  </a:lnTo>
                  <a:lnTo>
                    <a:pt x="381" y="704545"/>
                  </a:lnTo>
                  <a:lnTo>
                    <a:pt x="381" y="737400"/>
                  </a:lnTo>
                  <a:lnTo>
                    <a:pt x="8747481" y="737400"/>
                  </a:lnTo>
                  <a:lnTo>
                    <a:pt x="8747481" y="0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12" y="2638106"/>
              <a:ext cx="8643620" cy="8255"/>
            </a:xfrm>
            <a:custGeom>
              <a:avLst/>
              <a:gdLst/>
              <a:ahLst/>
              <a:cxnLst/>
              <a:rect l="l" t="t" r="r" b="b"/>
              <a:pathLst>
                <a:path w="8643620" h="8255">
                  <a:moveTo>
                    <a:pt x="0" y="7874"/>
                  </a:moveTo>
                  <a:lnTo>
                    <a:pt x="8643299" y="7874"/>
                  </a:lnTo>
                  <a:lnTo>
                    <a:pt x="8643299" y="0"/>
                  </a:lnTo>
                  <a:lnTo>
                    <a:pt x="0" y="0"/>
                  </a:lnTo>
                  <a:lnTo>
                    <a:pt x="0" y="7874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-742" y="1926806"/>
              <a:ext cx="8637270" cy="711835"/>
            </a:xfrm>
            <a:custGeom>
              <a:avLst/>
              <a:gdLst/>
              <a:ahLst/>
              <a:cxnLst/>
              <a:rect l="l" t="t" r="r" b="b"/>
              <a:pathLst>
                <a:path w="8637270" h="711835">
                  <a:moveTo>
                    <a:pt x="8636699" y="711299"/>
                  </a:moveTo>
                  <a:lnTo>
                    <a:pt x="0" y="711299"/>
                  </a:lnTo>
                  <a:lnTo>
                    <a:pt x="0" y="0"/>
                  </a:lnTo>
                  <a:lnTo>
                    <a:pt x="8636699" y="0"/>
                  </a:lnTo>
                  <a:lnTo>
                    <a:pt x="8636699" y="71129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9694" y="1975243"/>
            <a:ext cx="670496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Demo:</a:t>
            </a:r>
            <a:r>
              <a:rPr dirty="0" sz="3600" spc="-135"/>
              <a:t> </a:t>
            </a:r>
            <a:r>
              <a:rPr dirty="0" sz="3600"/>
              <a:t>Create</a:t>
            </a:r>
            <a:r>
              <a:rPr dirty="0" sz="3600" spc="-130"/>
              <a:t> </a:t>
            </a:r>
            <a:r>
              <a:rPr dirty="0" sz="3600" spc="-10"/>
              <a:t>Kubernetes</a:t>
            </a:r>
            <a:r>
              <a:rPr dirty="0" sz="3600" spc="-135"/>
              <a:t> </a:t>
            </a:r>
            <a:r>
              <a:rPr dirty="0" sz="3600" spc="-10"/>
              <a:t>cluster</a:t>
            </a:r>
            <a:endParaRPr sz="3600"/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7765384" y="412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737373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6484" y="1043644"/>
            <a:ext cx="7256780" cy="358838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410209" indent="-397510">
              <a:lnSpc>
                <a:spcPct val="100000"/>
              </a:lnSpc>
              <a:spcBef>
                <a:spcPts val="620"/>
              </a:spcBef>
              <a:buAutoNum type="arabicPeriod" startAt="2"/>
              <a:tabLst>
                <a:tab pos="410209" algn="l"/>
              </a:tabLst>
            </a:pPr>
            <a:r>
              <a:rPr dirty="0" sz="2300" b="1">
                <a:solidFill>
                  <a:srgbClr val="666666"/>
                </a:solidFill>
                <a:latin typeface="Roboto"/>
                <a:cs typeface="Roboto"/>
              </a:rPr>
              <a:t>Using</a:t>
            </a:r>
            <a:r>
              <a:rPr dirty="0" sz="2300" spc="-50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2300" b="1">
                <a:solidFill>
                  <a:srgbClr val="666666"/>
                </a:solidFill>
                <a:latin typeface="Roboto"/>
                <a:cs typeface="Roboto"/>
              </a:rPr>
              <a:t>the</a:t>
            </a:r>
            <a:r>
              <a:rPr dirty="0" sz="2300" spc="-50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2300" spc="-10" b="1">
                <a:solidFill>
                  <a:srgbClr val="666666"/>
                </a:solidFill>
                <a:latin typeface="Roboto"/>
                <a:cs typeface="Roboto"/>
              </a:rPr>
              <a:t>cluster</a:t>
            </a:r>
            <a:endParaRPr sz="2300">
              <a:latin typeface="Roboto"/>
              <a:cs typeface="Roboto"/>
            </a:endParaRPr>
          </a:p>
          <a:p>
            <a:pPr lvl="1" marL="354965" indent="-241935">
              <a:lnSpc>
                <a:spcPct val="100000"/>
              </a:lnSpc>
              <a:spcBef>
                <a:spcPts val="409"/>
              </a:spcBef>
              <a:buChar char="•"/>
              <a:tabLst>
                <a:tab pos="354965" algn="l"/>
              </a:tabLst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Run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Pods</a:t>
            </a:r>
            <a:r>
              <a:rPr dirty="0" sz="1800" spc="-1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&amp;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Containers</a:t>
            </a:r>
            <a:endParaRPr sz="1800">
              <a:latin typeface="Roboto"/>
              <a:cs typeface="Roboto"/>
            </a:endParaRPr>
          </a:p>
          <a:p>
            <a:pPr lvl="1" marL="354965" indent="-241935">
              <a:lnSpc>
                <a:spcPct val="100000"/>
              </a:lnSpc>
              <a:spcBef>
                <a:spcPts val="315"/>
              </a:spcBef>
              <a:buChar char="•"/>
              <a:tabLst>
                <a:tab pos="354965" algn="l"/>
              </a:tabLst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Replica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Sets</a:t>
            </a:r>
            <a:endParaRPr sz="1800">
              <a:latin typeface="Roboto"/>
              <a:cs typeface="Roboto"/>
            </a:endParaRPr>
          </a:p>
          <a:p>
            <a:pPr lvl="1" marL="354965" indent="-241935">
              <a:lnSpc>
                <a:spcPct val="100000"/>
              </a:lnSpc>
              <a:spcBef>
                <a:spcPts val="315"/>
              </a:spcBef>
              <a:buChar char="•"/>
              <a:tabLst>
                <a:tab pos="354965" algn="l"/>
              </a:tabLst>
            </a:pP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Services</a:t>
            </a:r>
            <a:endParaRPr sz="1800">
              <a:latin typeface="Roboto"/>
              <a:cs typeface="Roboto"/>
            </a:endParaRPr>
          </a:p>
          <a:p>
            <a:pPr lvl="1" marL="354965" indent="-241935">
              <a:lnSpc>
                <a:spcPct val="100000"/>
              </a:lnSpc>
              <a:spcBef>
                <a:spcPts val="315"/>
              </a:spcBef>
              <a:buChar char="•"/>
              <a:tabLst>
                <a:tab pos="354965" algn="l"/>
              </a:tabLst>
            </a:pP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Volumes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814"/>
              </a:spcBef>
            </a:pPr>
            <a:r>
              <a:rPr dirty="0" u="heavy" sz="1800">
                <a:solidFill>
                  <a:srgbClr val="666666"/>
                </a:solidFill>
                <a:uFill>
                  <a:solidFill>
                    <a:srgbClr val="666666"/>
                  </a:solidFill>
                </a:uFill>
                <a:latin typeface="Roboto"/>
                <a:cs typeface="Roboto"/>
              </a:rPr>
              <a:t>This</a:t>
            </a:r>
            <a:r>
              <a:rPr dirty="0" u="heavy" sz="1800" spc="-20">
                <a:solidFill>
                  <a:srgbClr val="666666"/>
                </a:solidFill>
                <a:uFill>
                  <a:solidFill>
                    <a:srgbClr val="666666"/>
                  </a:solidFill>
                </a:uFill>
                <a:latin typeface="Roboto"/>
                <a:cs typeface="Roboto"/>
              </a:rPr>
              <a:t> </a:t>
            </a:r>
            <a:r>
              <a:rPr dirty="0" u="heavy" sz="1800">
                <a:solidFill>
                  <a:srgbClr val="666666"/>
                </a:solidFill>
                <a:uFill>
                  <a:solidFill>
                    <a:srgbClr val="666666"/>
                  </a:solidFill>
                </a:uFill>
                <a:latin typeface="Roboto"/>
                <a:cs typeface="Roboto"/>
              </a:rPr>
              <a:t>is</a:t>
            </a:r>
            <a:r>
              <a:rPr dirty="0" u="heavy" sz="1800" spc="-15">
                <a:solidFill>
                  <a:srgbClr val="666666"/>
                </a:solidFill>
                <a:uFill>
                  <a:solidFill>
                    <a:srgbClr val="666666"/>
                  </a:solidFill>
                </a:uFill>
                <a:latin typeface="Roboto"/>
                <a:cs typeface="Roboto"/>
              </a:rPr>
              <a:t> </a:t>
            </a:r>
            <a:r>
              <a:rPr dirty="0" u="heavy" sz="1800">
                <a:solidFill>
                  <a:srgbClr val="666666"/>
                </a:solidFill>
                <a:uFill>
                  <a:solidFill>
                    <a:srgbClr val="666666"/>
                  </a:solidFill>
                </a:uFill>
                <a:latin typeface="Roboto"/>
                <a:cs typeface="Roboto"/>
              </a:rPr>
              <a:t>the</a:t>
            </a:r>
            <a:r>
              <a:rPr dirty="0" u="heavy" sz="1800" spc="-15">
                <a:solidFill>
                  <a:srgbClr val="666666"/>
                </a:solidFill>
                <a:uFill>
                  <a:solidFill>
                    <a:srgbClr val="666666"/>
                  </a:solidFill>
                </a:uFill>
                <a:latin typeface="Roboto"/>
                <a:cs typeface="Roboto"/>
              </a:rPr>
              <a:t> </a:t>
            </a:r>
            <a:r>
              <a:rPr dirty="0" u="heavy" sz="1800">
                <a:solidFill>
                  <a:srgbClr val="666666"/>
                </a:solidFill>
                <a:uFill>
                  <a:solidFill>
                    <a:srgbClr val="666666"/>
                  </a:solidFill>
                </a:uFill>
                <a:latin typeface="Roboto"/>
                <a:cs typeface="Roboto"/>
              </a:rPr>
              <a:t>fun</a:t>
            </a:r>
            <a:r>
              <a:rPr dirty="0" u="heavy" sz="1800" spc="-15">
                <a:solidFill>
                  <a:srgbClr val="666666"/>
                </a:solidFill>
                <a:uFill>
                  <a:solidFill>
                    <a:srgbClr val="666666"/>
                  </a:solidFill>
                </a:uFill>
                <a:latin typeface="Roboto"/>
                <a:cs typeface="Roboto"/>
              </a:rPr>
              <a:t> </a:t>
            </a:r>
            <a:r>
              <a:rPr dirty="0" u="heavy" sz="1800" spc="-20">
                <a:solidFill>
                  <a:srgbClr val="666666"/>
                </a:solidFill>
                <a:uFill>
                  <a:solidFill>
                    <a:srgbClr val="666666"/>
                  </a:solidFill>
                </a:uFill>
                <a:latin typeface="Roboto"/>
                <a:cs typeface="Roboto"/>
              </a:rPr>
              <a:t>part!</a:t>
            </a:r>
            <a:endParaRPr sz="1800">
              <a:latin typeface="Roboto"/>
              <a:cs typeface="Roboto"/>
            </a:endParaRPr>
          </a:p>
          <a:p>
            <a:pPr marL="12700" marR="875665">
              <a:lnSpc>
                <a:spcPct val="166700"/>
              </a:lnSpc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distinct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set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of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problems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from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cluster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setup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and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management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Don’t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make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developers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deal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with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cluster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administration!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Accelerate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development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by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focusing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on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the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applications,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not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the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cluster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Container</a:t>
            </a:r>
            <a:r>
              <a:rPr dirty="0" spc="-30"/>
              <a:t> </a:t>
            </a:r>
            <a:r>
              <a:rPr dirty="0"/>
              <a:t>clusters:</a:t>
            </a:r>
            <a:r>
              <a:rPr dirty="0" spc="-25"/>
              <a:t> </a:t>
            </a:r>
            <a:r>
              <a:rPr dirty="0"/>
              <a:t>A</a:t>
            </a:r>
            <a:r>
              <a:rPr dirty="0" spc="-30"/>
              <a:t> </a:t>
            </a:r>
            <a:r>
              <a:rPr dirty="0"/>
              <a:t>story</a:t>
            </a:r>
            <a:r>
              <a:rPr dirty="0" spc="-25"/>
              <a:t> </a:t>
            </a:r>
            <a:r>
              <a:rPr dirty="0"/>
              <a:t>in</a:t>
            </a:r>
            <a:r>
              <a:rPr dirty="0" spc="-30"/>
              <a:t> </a:t>
            </a:r>
            <a:r>
              <a:rPr dirty="0"/>
              <a:t>two</a:t>
            </a:r>
            <a:r>
              <a:rPr dirty="0" spc="-25"/>
              <a:t> </a:t>
            </a:r>
            <a:r>
              <a:rPr dirty="0" spc="-10"/>
              <a:t>parts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742" y="1926806"/>
            <a:ext cx="8748395" cy="810895"/>
            <a:chOff x="-742" y="1926806"/>
            <a:chExt cx="8748395" cy="810895"/>
          </a:xfrm>
        </p:grpSpPr>
        <p:sp>
          <p:nvSpPr>
            <p:cNvPr id="3" name="object 3" descr=""/>
            <p:cNvSpPr/>
            <p:nvPr/>
          </p:nvSpPr>
          <p:spPr>
            <a:xfrm>
              <a:off x="-355" y="1999716"/>
              <a:ext cx="8747760" cy="737870"/>
            </a:xfrm>
            <a:custGeom>
              <a:avLst/>
              <a:gdLst/>
              <a:ahLst/>
              <a:cxnLst/>
              <a:rect l="l" t="t" r="r" b="b"/>
              <a:pathLst>
                <a:path w="8747760" h="737869">
                  <a:moveTo>
                    <a:pt x="8747481" y="0"/>
                  </a:moveTo>
                  <a:lnTo>
                    <a:pt x="381" y="0"/>
                  </a:lnTo>
                  <a:lnTo>
                    <a:pt x="0" y="76"/>
                  </a:lnTo>
                  <a:lnTo>
                    <a:pt x="0" y="666076"/>
                  </a:lnTo>
                  <a:lnTo>
                    <a:pt x="0" y="704545"/>
                  </a:lnTo>
                  <a:lnTo>
                    <a:pt x="381" y="704545"/>
                  </a:lnTo>
                  <a:lnTo>
                    <a:pt x="381" y="737400"/>
                  </a:lnTo>
                  <a:lnTo>
                    <a:pt x="8747481" y="737400"/>
                  </a:lnTo>
                  <a:lnTo>
                    <a:pt x="8747481" y="0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12" y="2638106"/>
              <a:ext cx="8643620" cy="8255"/>
            </a:xfrm>
            <a:custGeom>
              <a:avLst/>
              <a:gdLst/>
              <a:ahLst/>
              <a:cxnLst/>
              <a:rect l="l" t="t" r="r" b="b"/>
              <a:pathLst>
                <a:path w="8643620" h="8255">
                  <a:moveTo>
                    <a:pt x="0" y="7874"/>
                  </a:moveTo>
                  <a:lnTo>
                    <a:pt x="8643299" y="7874"/>
                  </a:lnTo>
                  <a:lnTo>
                    <a:pt x="8643299" y="0"/>
                  </a:lnTo>
                  <a:lnTo>
                    <a:pt x="0" y="0"/>
                  </a:lnTo>
                  <a:lnTo>
                    <a:pt x="0" y="7874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-742" y="1926806"/>
              <a:ext cx="8637270" cy="711835"/>
            </a:xfrm>
            <a:custGeom>
              <a:avLst/>
              <a:gdLst/>
              <a:ahLst/>
              <a:cxnLst/>
              <a:rect l="l" t="t" r="r" b="b"/>
              <a:pathLst>
                <a:path w="8637270" h="711835">
                  <a:moveTo>
                    <a:pt x="8636699" y="711299"/>
                  </a:moveTo>
                  <a:lnTo>
                    <a:pt x="0" y="711299"/>
                  </a:lnTo>
                  <a:lnTo>
                    <a:pt x="0" y="0"/>
                  </a:lnTo>
                  <a:lnTo>
                    <a:pt x="8636699" y="0"/>
                  </a:lnTo>
                  <a:lnTo>
                    <a:pt x="8636699" y="71129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9694" y="1975243"/>
            <a:ext cx="556006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/>
              <a:t>Kubernetes</a:t>
            </a:r>
            <a:r>
              <a:rPr dirty="0" sz="3600" spc="-155"/>
              <a:t> </a:t>
            </a:r>
            <a:r>
              <a:rPr dirty="0" sz="3600"/>
              <a:t>Building</a:t>
            </a:r>
            <a:r>
              <a:rPr dirty="0" sz="3600" spc="-150"/>
              <a:t> </a:t>
            </a:r>
            <a:r>
              <a:rPr dirty="0" sz="3600" spc="-10"/>
              <a:t>Blocks</a:t>
            </a:r>
            <a:endParaRPr sz="3600"/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7765384" y="412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737373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470932" y="1111074"/>
          <a:ext cx="6804659" cy="26555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83105"/>
                <a:gridCol w="2965449"/>
                <a:gridCol w="1780539"/>
              </a:tblGrid>
              <a:tr h="44195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Deployment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4604"/>
                </a:tc>
                <a:tc>
                  <a:txBody>
                    <a:bodyPr/>
                    <a:lstStyle/>
                    <a:p>
                      <a:pPr marL="71564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ReplicaSet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4604"/>
                </a:tc>
                <a:tc>
                  <a:txBody>
                    <a:bodyPr/>
                    <a:lstStyle/>
                    <a:p>
                      <a:pPr marL="57023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DaemonSet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4604"/>
                </a:tc>
              </a:tr>
              <a:tr h="5905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25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Pod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 marL="71564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Liveness</a:t>
                      </a:r>
                      <a:r>
                        <a:rPr dirty="0" sz="1700" spc="-4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Probe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 marL="57023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25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Job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</a:tr>
              <a:tr h="5905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Volume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 marL="71564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Readiness</a:t>
                      </a:r>
                      <a:r>
                        <a:rPr dirty="0" sz="1700" spc="-45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Probe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 marL="57023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StatefulSet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</a:tr>
              <a:tr h="5905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Label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 marL="71564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Service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 marL="57023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ConfigMap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</a:tr>
              <a:tr h="44195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Selector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7023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Secret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</a:tr>
            </a:tbl>
          </a:graphicData>
        </a:graphic>
      </p:graphicFrame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Kubernetes</a:t>
            </a:r>
            <a:r>
              <a:rPr dirty="0" spc="-50"/>
              <a:t> </a:t>
            </a:r>
            <a:r>
              <a:rPr dirty="0" spc="-10"/>
              <a:t>Terminology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5" y="4876370"/>
            <a:ext cx="9144000" cy="267335"/>
            <a:chOff x="65" y="4876370"/>
            <a:chExt cx="9144000" cy="267335"/>
          </a:xfrm>
        </p:grpSpPr>
        <p:sp>
          <p:nvSpPr>
            <p:cNvPr id="3" name="object 3" descr=""/>
            <p:cNvSpPr/>
            <p:nvPr/>
          </p:nvSpPr>
          <p:spPr>
            <a:xfrm>
              <a:off x="65" y="4914640"/>
              <a:ext cx="9144000" cy="0"/>
            </a:xfrm>
            <a:custGeom>
              <a:avLst/>
              <a:gdLst/>
              <a:ahLst/>
              <a:cxnLst/>
              <a:rect l="l" t="t" r="r" b="b"/>
              <a:pathLst>
                <a:path w="9144000" h="0">
                  <a:moveTo>
                    <a:pt x="914399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8132142" y="4891684"/>
              <a:ext cx="208279" cy="26670"/>
            </a:xfrm>
            <a:custGeom>
              <a:avLst/>
              <a:gdLst/>
              <a:ahLst/>
              <a:cxnLst/>
              <a:rect l="l" t="t" r="r" b="b"/>
              <a:pathLst>
                <a:path w="208279" h="26670">
                  <a:moveTo>
                    <a:pt x="208181" y="26549"/>
                  </a:moveTo>
                  <a:lnTo>
                    <a:pt x="0" y="26549"/>
                  </a:lnTo>
                  <a:lnTo>
                    <a:pt x="0" y="0"/>
                  </a:lnTo>
                  <a:lnTo>
                    <a:pt x="208181" y="0"/>
                  </a:lnTo>
                  <a:lnTo>
                    <a:pt x="208181" y="26549"/>
                  </a:lnTo>
                  <a:close/>
                </a:path>
              </a:pathLst>
            </a:custGeom>
            <a:solidFill>
              <a:srgbClr val="D844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340244" y="4891684"/>
              <a:ext cx="206375" cy="26670"/>
            </a:xfrm>
            <a:custGeom>
              <a:avLst/>
              <a:gdLst/>
              <a:ahLst/>
              <a:cxnLst/>
              <a:rect l="l" t="t" r="r" b="b"/>
              <a:pathLst>
                <a:path w="206375" h="26670">
                  <a:moveTo>
                    <a:pt x="206380" y="26549"/>
                  </a:moveTo>
                  <a:lnTo>
                    <a:pt x="0" y="26549"/>
                  </a:lnTo>
                  <a:lnTo>
                    <a:pt x="0" y="0"/>
                  </a:lnTo>
                  <a:lnTo>
                    <a:pt x="206380" y="0"/>
                  </a:lnTo>
                  <a:lnTo>
                    <a:pt x="206380" y="26549"/>
                  </a:lnTo>
                  <a:close/>
                </a:path>
              </a:pathLst>
            </a:custGeom>
            <a:solidFill>
              <a:srgbClr val="F4B4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546629" y="4891684"/>
              <a:ext cx="207010" cy="26670"/>
            </a:xfrm>
            <a:custGeom>
              <a:avLst/>
              <a:gdLst/>
              <a:ahLst/>
              <a:cxnLst/>
              <a:rect l="l" t="t" r="r" b="b"/>
              <a:pathLst>
                <a:path w="207009" h="26670">
                  <a:moveTo>
                    <a:pt x="206604" y="26549"/>
                  </a:moveTo>
                  <a:lnTo>
                    <a:pt x="0" y="26549"/>
                  </a:lnTo>
                  <a:lnTo>
                    <a:pt x="0" y="0"/>
                  </a:lnTo>
                  <a:lnTo>
                    <a:pt x="206604" y="0"/>
                  </a:lnTo>
                  <a:lnTo>
                    <a:pt x="206604" y="26549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931303" y="4891684"/>
              <a:ext cx="208279" cy="26670"/>
            </a:xfrm>
            <a:custGeom>
              <a:avLst/>
              <a:gdLst/>
              <a:ahLst/>
              <a:cxnLst/>
              <a:rect l="l" t="t" r="r" b="b"/>
              <a:pathLst>
                <a:path w="208279" h="26670">
                  <a:moveTo>
                    <a:pt x="208180" y="26549"/>
                  </a:moveTo>
                  <a:lnTo>
                    <a:pt x="0" y="26549"/>
                  </a:lnTo>
                  <a:lnTo>
                    <a:pt x="0" y="0"/>
                  </a:lnTo>
                  <a:lnTo>
                    <a:pt x="208180" y="0"/>
                  </a:lnTo>
                  <a:lnTo>
                    <a:pt x="208180" y="2654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996" y="4876370"/>
              <a:ext cx="1274404" cy="267129"/>
            </a:xfrm>
            <a:prstGeom prst="rect">
              <a:avLst/>
            </a:prstGeom>
          </p:spPr>
        </p:pic>
      </p:grpSp>
      <p:grpSp>
        <p:nvGrpSpPr>
          <p:cNvPr id="9" name="object 9" descr=""/>
          <p:cNvGrpSpPr/>
          <p:nvPr/>
        </p:nvGrpSpPr>
        <p:grpSpPr>
          <a:xfrm>
            <a:off x="437026" y="984693"/>
            <a:ext cx="6450330" cy="3265170"/>
            <a:chOff x="437026" y="984693"/>
            <a:chExt cx="6450330" cy="3265170"/>
          </a:xfrm>
        </p:grpSpPr>
        <p:sp>
          <p:nvSpPr>
            <p:cNvPr id="10" name="object 10" descr=""/>
            <p:cNvSpPr/>
            <p:nvPr/>
          </p:nvSpPr>
          <p:spPr>
            <a:xfrm>
              <a:off x="2208500" y="994218"/>
              <a:ext cx="4669155" cy="3246120"/>
            </a:xfrm>
            <a:custGeom>
              <a:avLst/>
              <a:gdLst/>
              <a:ahLst/>
              <a:cxnLst/>
              <a:rect l="l" t="t" r="r" b="b"/>
              <a:pathLst>
                <a:path w="4669155" h="3246120">
                  <a:moveTo>
                    <a:pt x="0" y="541010"/>
                  </a:moveTo>
                  <a:lnTo>
                    <a:pt x="1985" y="494330"/>
                  </a:lnTo>
                  <a:lnTo>
                    <a:pt x="7835" y="448752"/>
                  </a:lnTo>
                  <a:lnTo>
                    <a:pt x="17385" y="404439"/>
                  </a:lnTo>
                  <a:lnTo>
                    <a:pt x="30474" y="361554"/>
                  </a:lnTo>
                  <a:lnTo>
                    <a:pt x="46939" y="320259"/>
                  </a:lnTo>
                  <a:lnTo>
                    <a:pt x="66618" y="280715"/>
                  </a:lnTo>
                  <a:lnTo>
                    <a:pt x="89348" y="243087"/>
                  </a:lnTo>
                  <a:lnTo>
                    <a:pt x="114967" y="207535"/>
                  </a:lnTo>
                  <a:lnTo>
                    <a:pt x="143313" y="174223"/>
                  </a:lnTo>
                  <a:lnTo>
                    <a:pt x="174223" y="143313"/>
                  </a:lnTo>
                  <a:lnTo>
                    <a:pt x="207535" y="114967"/>
                  </a:lnTo>
                  <a:lnTo>
                    <a:pt x="243087" y="89348"/>
                  </a:lnTo>
                  <a:lnTo>
                    <a:pt x="280715" y="66618"/>
                  </a:lnTo>
                  <a:lnTo>
                    <a:pt x="320259" y="46939"/>
                  </a:lnTo>
                  <a:lnTo>
                    <a:pt x="361554" y="30474"/>
                  </a:lnTo>
                  <a:lnTo>
                    <a:pt x="404439" y="17385"/>
                  </a:lnTo>
                  <a:lnTo>
                    <a:pt x="448752" y="7835"/>
                  </a:lnTo>
                  <a:lnTo>
                    <a:pt x="494330" y="1985"/>
                  </a:lnTo>
                  <a:lnTo>
                    <a:pt x="541010" y="0"/>
                  </a:lnTo>
                  <a:lnTo>
                    <a:pt x="4127889" y="0"/>
                  </a:lnTo>
                  <a:lnTo>
                    <a:pt x="4175458" y="2093"/>
                  </a:lnTo>
                  <a:lnTo>
                    <a:pt x="4222342" y="8306"/>
                  </a:lnTo>
                  <a:lnTo>
                    <a:pt x="4268293" y="18535"/>
                  </a:lnTo>
                  <a:lnTo>
                    <a:pt x="4313062" y="32676"/>
                  </a:lnTo>
                  <a:lnTo>
                    <a:pt x="4356398" y="50626"/>
                  </a:lnTo>
                  <a:lnTo>
                    <a:pt x="4398053" y="72283"/>
                  </a:lnTo>
                  <a:lnTo>
                    <a:pt x="4437778" y="97543"/>
                  </a:lnTo>
                  <a:lnTo>
                    <a:pt x="4475324" y="126302"/>
                  </a:lnTo>
                  <a:lnTo>
                    <a:pt x="4510441" y="158458"/>
                  </a:lnTo>
                  <a:lnTo>
                    <a:pt x="4542597" y="193575"/>
                  </a:lnTo>
                  <a:lnTo>
                    <a:pt x="4571356" y="231121"/>
                  </a:lnTo>
                  <a:lnTo>
                    <a:pt x="4596616" y="270846"/>
                  </a:lnTo>
                  <a:lnTo>
                    <a:pt x="4618272" y="312501"/>
                  </a:lnTo>
                  <a:lnTo>
                    <a:pt x="4636223" y="355837"/>
                  </a:lnTo>
                  <a:lnTo>
                    <a:pt x="4650364" y="400605"/>
                  </a:lnTo>
                  <a:lnTo>
                    <a:pt x="4660593" y="446556"/>
                  </a:lnTo>
                  <a:lnTo>
                    <a:pt x="4666805" y="493441"/>
                  </a:lnTo>
                  <a:lnTo>
                    <a:pt x="4668899" y="541010"/>
                  </a:lnTo>
                  <a:lnTo>
                    <a:pt x="4668899" y="2704988"/>
                  </a:lnTo>
                  <a:lnTo>
                    <a:pt x="4666913" y="2751669"/>
                  </a:lnTo>
                  <a:lnTo>
                    <a:pt x="4661064" y="2797247"/>
                  </a:lnTo>
                  <a:lnTo>
                    <a:pt x="4651514" y="2841560"/>
                  </a:lnTo>
                  <a:lnTo>
                    <a:pt x="4638425" y="2884445"/>
                  </a:lnTo>
                  <a:lnTo>
                    <a:pt x="4621960" y="2925740"/>
                  </a:lnTo>
                  <a:lnTo>
                    <a:pt x="4602281" y="2965284"/>
                  </a:lnTo>
                  <a:lnTo>
                    <a:pt x="4579551" y="3002912"/>
                  </a:lnTo>
                  <a:lnTo>
                    <a:pt x="4553932" y="3038464"/>
                  </a:lnTo>
                  <a:lnTo>
                    <a:pt x="4525586" y="3071776"/>
                  </a:lnTo>
                  <a:lnTo>
                    <a:pt x="4494675" y="3102686"/>
                  </a:lnTo>
                  <a:lnTo>
                    <a:pt x="4461363" y="3131032"/>
                  </a:lnTo>
                  <a:lnTo>
                    <a:pt x="4425812" y="3156651"/>
                  </a:lnTo>
                  <a:lnTo>
                    <a:pt x="4388183" y="3179381"/>
                  </a:lnTo>
                  <a:lnTo>
                    <a:pt x="4348640" y="3199060"/>
                  </a:lnTo>
                  <a:lnTo>
                    <a:pt x="4307345" y="3215525"/>
                  </a:lnTo>
                  <a:lnTo>
                    <a:pt x="4264460" y="3228614"/>
                  </a:lnTo>
                  <a:lnTo>
                    <a:pt x="4220147" y="3238164"/>
                  </a:lnTo>
                  <a:lnTo>
                    <a:pt x="4174569" y="3244014"/>
                  </a:lnTo>
                  <a:lnTo>
                    <a:pt x="4127889" y="3245999"/>
                  </a:lnTo>
                  <a:lnTo>
                    <a:pt x="541010" y="3245999"/>
                  </a:lnTo>
                  <a:lnTo>
                    <a:pt x="494330" y="3244014"/>
                  </a:lnTo>
                  <a:lnTo>
                    <a:pt x="448752" y="3238164"/>
                  </a:lnTo>
                  <a:lnTo>
                    <a:pt x="404439" y="3228614"/>
                  </a:lnTo>
                  <a:lnTo>
                    <a:pt x="361554" y="3215525"/>
                  </a:lnTo>
                  <a:lnTo>
                    <a:pt x="320259" y="3199060"/>
                  </a:lnTo>
                  <a:lnTo>
                    <a:pt x="280715" y="3179381"/>
                  </a:lnTo>
                  <a:lnTo>
                    <a:pt x="243087" y="3156651"/>
                  </a:lnTo>
                  <a:lnTo>
                    <a:pt x="207535" y="3131032"/>
                  </a:lnTo>
                  <a:lnTo>
                    <a:pt x="174223" y="3102686"/>
                  </a:lnTo>
                  <a:lnTo>
                    <a:pt x="143313" y="3071776"/>
                  </a:lnTo>
                  <a:lnTo>
                    <a:pt x="114967" y="3038464"/>
                  </a:lnTo>
                  <a:lnTo>
                    <a:pt x="89348" y="3002912"/>
                  </a:lnTo>
                  <a:lnTo>
                    <a:pt x="66618" y="2965284"/>
                  </a:lnTo>
                  <a:lnTo>
                    <a:pt x="46939" y="2925740"/>
                  </a:lnTo>
                  <a:lnTo>
                    <a:pt x="30474" y="2884445"/>
                  </a:lnTo>
                  <a:lnTo>
                    <a:pt x="17385" y="2841560"/>
                  </a:lnTo>
                  <a:lnTo>
                    <a:pt x="7835" y="2797247"/>
                  </a:lnTo>
                  <a:lnTo>
                    <a:pt x="1985" y="2751669"/>
                  </a:lnTo>
                  <a:lnTo>
                    <a:pt x="0" y="2704988"/>
                  </a:lnTo>
                  <a:lnTo>
                    <a:pt x="0" y="541010"/>
                  </a:lnTo>
                  <a:close/>
                </a:path>
              </a:pathLst>
            </a:custGeom>
            <a:ln w="19049">
              <a:solidFill>
                <a:srgbClr val="00992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27583" y="3094500"/>
              <a:ext cx="575945" cy="551998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7026" y="2543330"/>
              <a:ext cx="450394" cy="451593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5763" y="3034515"/>
              <a:ext cx="450394" cy="451593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7026" y="3034515"/>
              <a:ext cx="450394" cy="451593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5763" y="2543330"/>
              <a:ext cx="450394" cy="451593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26136" y="3106802"/>
              <a:ext cx="575945" cy="551998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54229" y="3106802"/>
              <a:ext cx="575945" cy="551998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0" y="271462"/>
            <a:ext cx="3112770" cy="564515"/>
          </a:xfrm>
          <a:prstGeom prst="rect">
            <a:avLst/>
          </a:prstGeom>
          <a:solidFill>
            <a:srgbClr val="4285F4"/>
          </a:solidFill>
        </p:spPr>
        <p:txBody>
          <a:bodyPr wrap="square" lIns="0" tIns="85725" rIns="0" bIns="0" rtlCol="0" vert="horz">
            <a:spAutoFit/>
          </a:bodyPr>
          <a:lstStyle/>
          <a:p>
            <a:pPr marL="523875">
              <a:lnSpc>
                <a:spcPct val="100000"/>
              </a:lnSpc>
              <a:spcBef>
                <a:spcPts val="675"/>
              </a:spcBef>
            </a:pPr>
            <a:r>
              <a:rPr dirty="0" sz="2400">
                <a:solidFill>
                  <a:srgbClr val="FFFFFF"/>
                </a:solidFill>
                <a:latin typeface="Open Sans"/>
                <a:cs typeface="Open Sans"/>
              </a:rPr>
              <a:t>Container</a:t>
            </a:r>
            <a:r>
              <a:rPr dirty="0" sz="2400" spc="-1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Open Sans"/>
                <a:cs typeface="Open Sans"/>
              </a:rPr>
              <a:t>cluster</a:t>
            </a:r>
            <a:endParaRPr sz="2400">
              <a:latin typeface="Open Sans"/>
              <a:cs typeface="Open Sans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06969" y="2333320"/>
            <a:ext cx="710647" cy="856959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4289859" y="2528333"/>
            <a:ext cx="36449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latin typeface="Arial"/>
                <a:cs typeface="Arial"/>
              </a:rPr>
              <a:t>Service</a:t>
            </a:r>
            <a:endParaRPr sz="80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5172529" y="3442020"/>
            <a:ext cx="25717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latin typeface="Arial"/>
                <a:cs typeface="Arial"/>
              </a:rPr>
              <a:t>Pods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287533" y="1717143"/>
            <a:ext cx="5352415" cy="1824355"/>
            <a:chOff x="287533" y="1717143"/>
            <a:chExt cx="5352415" cy="1824355"/>
          </a:xfrm>
        </p:grpSpPr>
        <p:sp>
          <p:nvSpPr>
            <p:cNvPr id="23" name="object 23" descr=""/>
            <p:cNvSpPr/>
            <p:nvPr/>
          </p:nvSpPr>
          <p:spPr>
            <a:xfrm>
              <a:off x="1620672" y="3044559"/>
              <a:ext cx="1163955" cy="347980"/>
            </a:xfrm>
            <a:custGeom>
              <a:avLst/>
              <a:gdLst/>
              <a:ahLst/>
              <a:cxnLst/>
              <a:rect l="l" t="t" r="r" b="b"/>
              <a:pathLst>
                <a:path w="1163955" h="347979">
                  <a:moveTo>
                    <a:pt x="1163385" y="347672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28316" y="3004886"/>
              <a:ext cx="110890" cy="79345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297058" y="2491781"/>
              <a:ext cx="1214120" cy="1040130"/>
            </a:xfrm>
            <a:custGeom>
              <a:avLst/>
              <a:gdLst/>
              <a:ahLst/>
              <a:cxnLst/>
              <a:rect l="l" t="t" r="r" b="b"/>
              <a:pathLst>
                <a:path w="1214120" h="1040129">
                  <a:moveTo>
                    <a:pt x="0" y="0"/>
                  </a:moveTo>
                  <a:lnTo>
                    <a:pt x="1214099" y="0"/>
                  </a:lnTo>
                  <a:lnTo>
                    <a:pt x="1214099" y="1040099"/>
                  </a:lnTo>
                  <a:lnTo>
                    <a:pt x="0" y="10400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368E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442550" y="2809613"/>
              <a:ext cx="1099185" cy="0"/>
            </a:xfrm>
            <a:custGeom>
              <a:avLst/>
              <a:gdLst/>
              <a:ahLst/>
              <a:cxnLst/>
              <a:rect l="l" t="t" r="r" b="b"/>
              <a:pathLst>
                <a:path w="1099185" h="0">
                  <a:moveTo>
                    <a:pt x="0" y="0"/>
                  </a:moveTo>
                  <a:lnTo>
                    <a:pt x="1099173" y="0"/>
                  </a:lnTo>
                </a:path>
              </a:pathLst>
            </a:custGeom>
            <a:ln w="19049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02033" y="2807954"/>
              <a:ext cx="81724" cy="206549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00079" y="2807954"/>
              <a:ext cx="81724" cy="206549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3990706" y="2599220"/>
              <a:ext cx="0" cy="206375"/>
            </a:xfrm>
            <a:custGeom>
              <a:avLst/>
              <a:gdLst/>
              <a:ahLst/>
              <a:cxnLst/>
              <a:rect l="l" t="t" r="r" b="b"/>
              <a:pathLst>
                <a:path w="0" h="206375">
                  <a:moveTo>
                    <a:pt x="0" y="205874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74801" y="1717143"/>
              <a:ext cx="164746" cy="164599"/>
            </a:xfrm>
            <a:prstGeom prst="rect">
              <a:avLst/>
            </a:prstGeom>
          </p:spPr>
        </p:pic>
      </p:grpSp>
      <p:sp>
        <p:nvSpPr>
          <p:cNvPr id="31" name="object 31" descr=""/>
          <p:cNvSpPr txBox="1"/>
          <p:nvPr/>
        </p:nvSpPr>
        <p:spPr>
          <a:xfrm>
            <a:off x="351108" y="3642654"/>
            <a:ext cx="1069975" cy="27114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85"/>
              </a:spcBef>
            </a:pPr>
            <a:r>
              <a:rPr dirty="0" sz="800">
                <a:latin typeface="Arial"/>
                <a:cs typeface="Arial"/>
              </a:rPr>
              <a:t>Each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pod</a:t>
            </a:r>
            <a:r>
              <a:rPr dirty="0" sz="800" spc="-4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containers </a:t>
            </a:r>
            <a:r>
              <a:rPr dirty="0" sz="800">
                <a:latin typeface="Arial"/>
                <a:cs typeface="Arial"/>
              </a:rPr>
              <a:t>one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or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more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containers</a:t>
            </a:r>
            <a:endParaRPr sz="800">
              <a:latin typeface="Arial"/>
              <a:cs typeface="Arial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5136726" y="4434626"/>
            <a:ext cx="31940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latin typeface="Arial"/>
                <a:cs typeface="Arial"/>
              </a:rPr>
              <a:t>Nodes</a:t>
            </a:r>
            <a:endParaRPr sz="800">
              <a:latin typeface="Arial"/>
              <a:cs typeface="Arial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5685042" y="1733569"/>
            <a:ext cx="722630" cy="130175"/>
          </a:xfrm>
          <a:prstGeom prst="rect">
            <a:avLst/>
          </a:prstGeom>
          <a:solidFill>
            <a:srgbClr val="D84437">
              <a:alpha val="10769"/>
            </a:srgbClr>
          </a:solidFill>
        </p:spPr>
        <p:txBody>
          <a:bodyPr wrap="square" lIns="0" tIns="13970" rIns="0" bIns="0" rtlCol="0" vert="horz">
            <a:spAutoFit/>
          </a:bodyPr>
          <a:lstStyle/>
          <a:p>
            <a:pPr marL="66675">
              <a:lnSpc>
                <a:spcPct val="100000"/>
              </a:lnSpc>
              <a:spcBef>
                <a:spcPts val="110"/>
              </a:spcBef>
            </a:pPr>
            <a:r>
              <a:rPr dirty="0" sz="600">
                <a:latin typeface="Arial"/>
                <a:cs typeface="Arial"/>
              </a:rPr>
              <a:t>Role:</a:t>
            </a:r>
            <a:r>
              <a:rPr dirty="0" sz="600" spc="-4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frontend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2664176" y="1764333"/>
            <a:ext cx="3021330" cy="2149475"/>
            <a:chOff x="2664176" y="1764333"/>
            <a:chExt cx="3021330" cy="2149475"/>
          </a:xfrm>
        </p:grpSpPr>
        <p:sp>
          <p:nvSpPr>
            <p:cNvPr id="35" name="object 35" descr=""/>
            <p:cNvSpPr/>
            <p:nvPr/>
          </p:nvSpPr>
          <p:spPr>
            <a:xfrm>
              <a:off x="5650773" y="1764333"/>
              <a:ext cx="34290" cy="68580"/>
            </a:xfrm>
            <a:custGeom>
              <a:avLst/>
              <a:gdLst/>
              <a:ahLst/>
              <a:cxnLst/>
              <a:rect l="l" t="t" r="r" b="b"/>
              <a:pathLst>
                <a:path w="34289" h="68580">
                  <a:moveTo>
                    <a:pt x="34287" y="68557"/>
                  </a:moveTo>
                  <a:lnTo>
                    <a:pt x="0" y="32764"/>
                  </a:lnTo>
                  <a:lnTo>
                    <a:pt x="34287" y="0"/>
                  </a:lnTo>
                  <a:lnTo>
                    <a:pt x="34287" y="68557"/>
                  </a:lnTo>
                  <a:close/>
                </a:path>
              </a:pathLst>
            </a:custGeom>
            <a:solidFill>
              <a:srgbClr val="D84437">
                <a:alpha val="1076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64176" y="3748855"/>
              <a:ext cx="164746" cy="164599"/>
            </a:xfrm>
            <a:prstGeom prst="rect">
              <a:avLst/>
            </a:prstGeom>
          </p:spPr>
        </p:pic>
      </p:grpSp>
      <p:sp>
        <p:nvSpPr>
          <p:cNvPr id="37" name="object 37" descr=""/>
          <p:cNvSpPr txBox="1"/>
          <p:nvPr/>
        </p:nvSpPr>
        <p:spPr>
          <a:xfrm>
            <a:off x="2874417" y="3765281"/>
            <a:ext cx="722630" cy="130175"/>
          </a:xfrm>
          <a:prstGeom prst="rect">
            <a:avLst/>
          </a:prstGeom>
          <a:solidFill>
            <a:srgbClr val="D84437">
              <a:alpha val="10769"/>
            </a:srgbClr>
          </a:solidFill>
        </p:spPr>
        <p:txBody>
          <a:bodyPr wrap="square" lIns="0" tIns="13970" rIns="0" bIns="0" rtlCol="0" vert="horz">
            <a:spAutoFit/>
          </a:bodyPr>
          <a:lstStyle/>
          <a:p>
            <a:pPr marL="66040">
              <a:lnSpc>
                <a:spcPct val="100000"/>
              </a:lnSpc>
              <a:spcBef>
                <a:spcPts val="110"/>
              </a:spcBef>
            </a:pPr>
            <a:r>
              <a:rPr dirty="0" sz="600">
                <a:latin typeface="Arial"/>
                <a:cs typeface="Arial"/>
              </a:rPr>
              <a:t>Role:</a:t>
            </a:r>
            <a:r>
              <a:rPr dirty="0" sz="600" spc="-4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frontend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2840147" y="3748855"/>
            <a:ext cx="972819" cy="165100"/>
            <a:chOff x="2840147" y="3748855"/>
            <a:chExt cx="972819" cy="165100"/>
          </a:xfrm>
        </p:grpSpPr>
        <p:sp>
          <p:nvSpPr>
            <p:cNvPr id="39" name="object 39" descr=""/>
            <p:cNvSpPr/>
            <p:nvPr/>
          </p:nvSpPr>
          <p:spPr>
            <a:xfrm>
              <a:off x="2840147" y="3796045"/>
              <a:ext cx="34290" cy="68580"/>
            </a:xfrm>
            <a:custGeom>
              <a:avLst/>
              <a:gdLst/>
              <a:ahLst/>
              <a:cxnLst/>
              <a:rect l="l" t="t" r="r" b="b"/>
              <a:pathLst>
                <a:path w="34289" h="68579">
                  <a:moveTo>
                    <a:pt x="34287" y="68557"/>
                  </a:moveTo>
                  <a:lnTo>
                    <a:pt x="0" y="32764"/>
                  </a:lnTo>
                  <a:lnTo>
                    <a:pt x="34287" y="0"/>
                  </a:lnTo>
                  <a:lnTo>
                    <a:pt x="34287" y="68557"/>
                  </a:lnTo>
                  <a:close/>
                </a:path>
              </a:pathLst>
            </a:custGeom>
            <a:solidFill>
              <a:srgbClr val="D84437">
                <a:alpha val="1076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47701" y="3748855"/>
              <a:ext cx="164746" cy="164599"/>
            </a:xfrm>
            <a:prstGeom prst="rect">
              <a:avLst/>
            </a:prstGeom>
          </p:spPr>
        </p:pic>
      </p:grpSp>
      <p:sp>
        <p:nvSpPr>
          <p:cNvPr id="41" name="object 41" descr=""/>
          <p:cNvSpPr txBox="1"/>
          <p:nvPr/>
        </p:nvSpPr>
        <p:spPr>
          <a:xfrm>
            <a:off x="3857942" y="3765281"/>
            <a:ext cx="722630" cy="130175"/>
          </a:xfrm>
          <a:prstGeom prst="rect">
            <a:avLst/>
          </a:prstGeom>
          <a:solidFill>
            <a:srgbClr val="D84437">
              <a:alpha val="10769"/>
            </a:srgbClr>
          </a:solidFill>
        </p:spPr>
        <p:txBody>
          <a:bodyPr wrap="square" lIns="0" tIns="13970" rIns="0" bIns="0" rtlCol="0" vert="horz">
            <a:spAutoFit/>
          </a:bodyPr>
          <a:lstStyle/>
          <a:p>
            <a:pPr marL="66675">
              <a:lnSpc>
                <a:spcPct val="100000"/>
              </a:lnSpc>
              <a:spcBef>
                <a:spcPts val="110"/>
              </a:spcBef>
            </a:pPr>
            <a:r>
              <a:rPr dirty="0" sz="600">
                <a:latin typeface="Arial"/>
                <a:cs typeface="Arial"/>
              </a:rPr>
              <a:t>Role:</a:t>
            </a:r>
            <a:r>
              <a:rPr dirty="0" sz="600" spc="-4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frontend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3823672" y="3748855"/>
            <a:ext cx="972819" cy="165100"/>
            <a:chOff x="3823672" y="3748855"/>
            <a:chExt cx="972819" cy="165100"/>
          </a:xfrm>
        </p:grpSpPr>
        <p:sp>
          <p:nvSpPr>
            <p:cNvPr id="43" name="object 43" descr=""/>
            <p:cNvSpPr/>
            <p:nvPr/>
          </p:nvSpPr>
          <p:spPr>
            <a:xfrm>
              <a:off x="3823672" y="3796045"/>
              <a:ext cx="34290" cy="68580"/>
            </a:xfrm>
            <a:custGeom>
              <a:avLst/>
              <a:gdLst/>
              <a:ahLst/>
              <a:cxnLst/>
              <a:rect l="l" t="t" r="r" b="b"/>
              <a:pathLst>
                <a:path w="34289" h="68579">
                  <a:moveTo>
                    <a:pt x="34287" y="68557"/>
                  </a:moveTo>
                  <a:lnTo>
                    <a:pt x="0" y="32764"/>
                  </a:lnTo>
                  <a:lnTo>
                    <a:pt x="34287" y="0"/>
                  </a:lnTo>
                  <a:lnTo>
                    <a:pt x="34287" y="68557"/>
                  </a:lnTo>
                  <a:close/>
                </a:path>
              </a:pathLst>
            </a:custGeom>
            <a:solidFill>
              <a:srgbClr val="D84437">
                <a:alpha val="1076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31225" y="3748855"/>
              <a:ext cx="164746" cy="164599"/>
            </a:xfrm>
            <a:prstGeom prst="rect">
              <a:avLst/>
            </a:prstGeom>
          </p:spPr>
        </p:pic>
      </p:grpSp>
      <p:sp>
        <p:nvSpPr>
          <p:cNvPr id="45" name="object 45" descr=""/>
          <p:cNvSpPr txBox="1"/>
          <p:nvPr/>
        </p:nvSpPr>
        <p:spPr>
          <a:xfrm>
            <a:off x="4841466" y="3765281"/>
            <a:ext cx="722630" cy="130175"/>
          </a:xfrm>
          <a:prstGeom prst="rect">
            <a:avLst/>
          </a:prstGeom>
          <a:solidFill>
            <a:srgbClr val="D84437">
              <a:alpha val="10769"/>
            </a:srgbClr>
          </a:solidFill>
        </p:spPr>
        <p:txBody>
          <a:bodyPr wrap="square" lIns="0" tIns="13970" rIns="0" bIns="0" rtlCol="0" vert="horz">
            <a:spAutoFit/>
          </a:bodyPr>
          <a:lstStyle/>
          <a:p>
            <a:pPr marL="66675">
              <a:lnSpc>
                <a:spcPct val="100000"/>
              </a:lnSpc>
              <a:spcBef>
                <a:spcPts val="110"/>
              </a:spcBef>
            </a:pPr>
            <a:r>
              <a:rPr dirty="0" sz="600">
                <a:latin typeface="Arial"/>
                <a:cs typeface="Arial"/>
              </a:rPr>
              <a:t>Role:</a:t>
            </a:r>
            <a:r>
              <a:rPr dirty="0" sz="600" spc="-4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frontend</a:t>
            </a:r>
            <a:endParaRPr sz="600">
              <a:latin typeface="Arial"/>
              <a:cs typeface="Arial"/>
            </a:endParaRPr>
          </a:p>
        </p:txBody>
      </p:sp>
      <p:sp>
        <p:nvSpPr>
          <p:cNvPr id="46" name="object 46" descr=""/>
          <p:cNvSpPr/>
          <p:nvPr/>
        </p:nvSpPr>
        <p:spPr>
          <a:xfrm>
            <a:off x="4807197" y="3796045"/>
            <a:ext cx="34290" cy="68580"/>
          </a:xfrm>
          <a:custGeom>
            <a:avLst/>
            <a:gdLst/>
            <a:ahLst/>
            <a:cxnLst/>
            <a:rect l="l" t="t" r="r" b="b"/>
            <a:pathLst>
              <a:path w="34289" h="68579">
                <a:moveTo>
                  <a:pt x="34287" y="68557"/>
                </a:moveTo>
                <a:lnTo>
                  <a:pt x="0" y="32764"/>
                </a:lnTo>
                <a:lnTo>
                  <a:pt x="34287" y="0"/>
                </a:lnTo>
                <a:lnTo>
                  <a:pt x="34287" y="68557"/>
                </a:lnTo>
                <a:close/>
              </a:path>
            </a:pathLst>
          </a:custGeom>
          <a:solidFill>
            <a:srgbClr val="D84437">
              <a:alpha val="1076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 txBox="1"/>
          <p:nvPr/>
        </p:nvSpPr>
        <p:spPr>
          <a:xfrm>
            <a:off x="6142204" y="1255655"/>
            <a:ext cx="528320" cy="39497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85"/>
              </a:spcBef>
            </a:pPr>
            <a:r>
              <a:rPr dirty="0" sz="800" spc="-10">
                <a:latin typeface="Arial"/>
                <a:cs typeface="Arial"/>
              </a:rPr>
              <a:t>Replication controller Replicas: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 spc="-50">
                <a:latin typeface="Arial"/>
                <a:cs typeface="Arial"/>
              </a:rPr>
              <a:t>3</a:t>
            </a:r>
            <a:endParaRPr sz="800">
              <a:latin typeface="Arial"/>
              <a:cs typeface="Arial"/>
            </a:endParaRPr>
          </a:p>
        </p:txBody>
      </p:sp>
      <p:pic>
        <p:nvPicPr>
          <p:cNvPr id="48" name="object 48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474801" y="1909325"/>
            <a:ext cx="164663" cy="164624"/>
          </a:xfrm>
          <a:prstGeom prst="rect">
            <a:avLst/>
          </a:prstGeom>
        </p:spPr>
      </p:pic>
      <p:sp>
        <p:nvSpPr>
          <p:cNvPr id="49" name="object 49" descr=""/>
          <p:cNvSpPr txBox="1"/>
          <p:nvPr/>
        </p:nvSpPr>
        <p:spPr>
          <a:xfrm>
            <a:off x="5685042" y="1926579"/>
            <a:ext cx="722630" cy="130175"/>
          </a:xfrm>
          <a:prstGeom prst="rect">
            <a:avLst/>
          </a:prstGeom>
          <a:solidFill>
            <a:srgbClr val="4285F4">
              <a:alpha val="11538"/>
            </a:srgbClr>
          </a:solidFill>
        </p:spPr>
        <p:txBody>
          <a:bodyPr wrap="square" lIns="0" tIns="13970" rIns="0" bIns="0" rtlCol="0" vert="horz">
            <a:spAutoFit/>
          </a:bodyPr>
          <a:lstStyle/>
          <a:p>
            <a:pPr marL="66675">
              <a:lnSpc>
                <a:spcPct val="100000"/>
              </a:lnSpc>
              <a:spcBef>
                <a:spcPts val="110"/>
              </a:spcBef>
            </a:pPr>
            <a:r>
              <a:rPr dirty="0" sz="600">
                <a:latin typeface="Arial"/>
                <a:cs typeface="Arial"/>
              </a:rPr>
              <a:t>Env:</a:t>
            </a:r>
            <a:r>
              <a:rPr dirty="0" sz="600" spc="-20">
                <a:latin typeface="Arial"/>
                <a:cs typeface="Arial"/>
              </a:rPr>
              <a:t> prod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50" name="object 50" descr=""/>
          <p:cNvGrpSpPr/>
          <p:nvPr/>
        </p:nvGrpSpPr>
        <p:grpSpPr>
          <a:xfrm>
            <a:off x="2773217" y="1957343"/>
            <a:ext cx="2912110" cy="194310"/>
            <a:chOff x="2773217" y="1957343"/>
            <a:chExt cx="2912110" cy="194310"/>
          </a:xfrm>
        </p:grpSpPr>
        <p:sp>
          <p:nvSpPr>
            <p:cNvPr id="51" name="object 51" descr=""/>
            <p:cNvSpPr/>
            <p:nvPr/>
          </p:nvSpPr>
          <p:spPr>
            <a:xfrm>
              <a:off x="5650772" y="1957343"/>
              <a:ext cx="34290" cy="68580"/>
            </a:xfrm>
            <a:custGeom>
              <a:avLst/>
              <a:gdLst/>
              <a:ahLst/>
              <a:cxnLst/>
              <a:rect l="l" t="t" r="r" b="b"/>
              <a:pathLst>
                <a:path w="34289" h="68580">
                  <a:moveTo>
                    <a:pt x="34287" y="68557"/>
                  </a:moveTo>
                  <a:lnTo>
                    <a:pt x="0" y="32765"/>
                  </a:lnTo>
                  <a:lnTo>
                    <a:pt x="34287" y="0"/>
                  </a:lnTo>
                  <a:lnTo>
                    <a:pt x="34287" y="68557"/>
                  </a:lnTo>
                  <a:close/>
                </a:path>
              </a:pathLst>
            </a:custGeom>
            <a:solidFill>
              <a:srgbClr val="4285F4">
                <a:alpha val="115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2782742" y="1973493"/>
              <a:ext cx="561975" cy="168910"/>
            </a:xfrm>
            <a:custGeom>
              <a:avLst/>
              <a:gdLst/>
              <a:ahLst/>
              <a:cxnLst/>
              <a:rect l="l" t="t" r="r" b="b"/>
              <a:pathLst>
                <a:path w="561975" h="168910">
                  <a:moveTo>
                    <a:pt x="561899" y="168599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 descr=""/>
          <p:cNvSpPr txBox="1"/>
          <p:nvPr/>
        </p:nvSpPr>
        <p:spPr>
          <a:xfrm>
            <a:off x="2544717" y="1111920"/>
            <a:ext cx="59563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009925"/>
                </a:solidFill>
                <a:latin typeface="Arial"/>
                <a:cs typeface="Arial"/>
              </a:rPr>
              <a:t>microservice</a:t>
            </a:r>
            <a:endParaRPr sz="800">
              <a:latin typeface="Arial"/>
              <a:cs typeface="Arial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6023026" y="2160964"/>
            <a:ext cx="29146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latin typeface="Arial"/>
                <a:cs typeface="Arial"/>
              </a:rPr>
              <a:t>labels</a:t>
            </a:r>
            <a:endParaRPr sz="800">
              <a:latin typeface="Arial"/>
              <a:cs typeface="Arial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2395300" y="1549111"/>
            <a:ext cx="708660" cy="39497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85"/>
              </a:spcBef>
            </a:pPr>
            <a:r>
              <a:rPr dirty="0" sz="800" spc="-10">
                <a:latin typeface="Arial"/>
                <a:cs typeface="Arial"/>
              </a:rPr>
              <a:t>Service communication channel</a:t>
            </a:r>
            <a:endParaRPr sz="800">
              <a:latin typeface="Arial"/>
              <a:cs typeface="Arial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7628781" y="3240176"/>
            <a:ext cx="448945" cy="39497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85"/>
              </a:spcBef>
            </a:pPr>
            <a:r>
              <a:rPr dirty="0" sz="800" spc="-10">
                <a:latin typeface="Arial"/>
                <a:cs typeface="Arial"/>
              </a:rPr>
              <a:t>Blueprint </a:t>
            </a:r>
            <a:r>
              <a:rPr dirty="0" sz="800" spc="-20">
                <a:latin typeface="Arial"/>
                <a:cs typeface="Arial"/>
              </a:rPr>
              <a:t>“pod </a:t>
            </a:r>
            <a:r>
              <a:rPr dirty="0" sz="800" spc="-10">
                <a:latin typeface="Arial"/>
                <a:cs typeface="Arial"/>
              </a:rPr>
              <a:t>template”</a:t>
            </a:r>
            <a:endParaRPr sz="800">
              <a:latin typeface="Arial"/>
              <a:cs typeface="Arial"/>
            </a:endParaRPr>
          </a:p>
        </p:txBody>
      </p:sp>
      <p:pic>
        <p:nvPicPr>
          <p:cNvPr id="57" name="object 57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664176" y="3919278"/>
            <a:ext cx="164663" cy="164624"/>
          </a:xfrm>
          <a:prstGeom prst="rect">
            <a:avLst/>
          </a:prstGeom>
        </p:spPr>
      </p:pic>
      <p:sp>
        <p:nvSpPr>
          <p:cNvPr id="58" name="object 58" descr=""/>
          <p:cNvSpPr txBox="1"/>
          <p:nvPr/>
        </p:nvSpPr>
        <p:spPr>
          <a:xfrm>
            <a:off x="2874417" y="3936532"/>
            <a:ext cx="722630" cy="130175"/>
          </a:xfrm>
          <a:prstGeom prst="rect">
            <a:avLst/>
          </a:prstGeom>
          <a:solidFill>
            <a:srgbClr val="4285F4">
              <a:alpha val="11538"/>
            </a:srgbClr>
          </a:solidFill>
        </p:spPr>
        <p:txBody>
          <a:bodyPr wrap="square" lIns="0" tIns="13970" rIns="0" bIns="0" rtlCol="0" vert="horz">
            <a:spAutoFit/>
          </a:bodyPr>
          <a:lstStyle/>
          <a:p>
            <a:pPr marL="66040">
              <a:lnSpc>
                <a:spcPct val="100000"/>
              </a:lnSpc>
              <a:spcBef>
                <a:spcPts val="110"/>
              </a:spcBef>
            </a:pPr>
            <a:r>
              <a:rPr dirty="0" sz="600">
                <a:latin typeface="Arial"/>
                <a:cs typeface="Arial"/>
              </a:rPr>
              <a:t>Env:</a:t>
            </a:r>
            <a:r>
              <a:rPr dirty="0" sz="600" spc="-20">
                <a:latin typeface="Arial"/>
                <a:cs typeface="Arial"/>
              </a:rPr>
              <a:t> prod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59" name="object 59" descr=""/>
          <p:cNvGrpSpPr/>
          <p:nvPr/>
        </p:nvGrpSpPr>
        <p:grpSpPr>
          <a:xfrm>
            <a:off x="2840147" y="3919278"/>
            <a:ext cx="972819" cy="165100"/>
            <a:chOff x="2840147" y="3919278"/>
            <a:chExt cx="972819" cy="165100"/>
          </a:xfrm>
        </p:grpSpPr>
        <p:sp>
          <p:nvSpPr>
            <p:cNvPr id="60" name="object 60" descr=""/>
            <p:cNvSpPr/>
            <p:nvPr/>
          </p:nvSpPr>
          <p:spPr>
            <a:xfrm>
              <a:off x="2840147" y="3967296"/>
              <a:ext cx="34290" cy="68580"/>
            </a:xfrm>
            <a:custGeom>
              <a:avLst/>
              <a:gdLst/>
              <a:ahLst/>
              <a:cxnLst/>
              <a:rect l="l" t="t" r="r" b="b"/>
              <a:pathLst>
                <a:path w="34289" h="68579">
                  <a:moveTo>
                    <a:pt x="34287" y="68557"/>
                  </a:moveTo>
                  <a:lnTo>
                    <a:pt x="0" y="32764"/>
                  </a:lnTo>
                  <a:lnTo>
                    <a:pt x="34287" y="0"/>
                  </a:lnTo>
                  <a:lnTo>
                    <a:pt x="34287" y="68557"/>
                  </a:lnTo>
                  <a:close/>
                </a:path>
              </a:pathLst>
            </a:custGeom>
            <a:solidFill>
              <a:srgbClr val="4285F4">
                <a:alpha val="115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647701" y="3919278"/>
              <a:ext cx="164663" cy="164624"/>
            </a:xfrm>
            <a:prstGeom prst="rect">
              <a:avLst/>
            </a:prstGeom>
          </p:spPr>
        </p:pic>
      </p:grpSp>
      <p:sp>
        <p:nvSpPr>
          <p:cNvPr id="62" name="object 62" descr=""/>
          <p:cNvSpPr txBox="1"/>
          <p:nvPr/>
        </p:nvSpPr>
        <p:spPr>
          <a:xfrm>
            <a:off x="3857941" y="3936532"/>
            <a:ext cx="722630" cy="130175"/>
          </a:xfrm>
          <a:prstGeom prst="rect">
            <a:avLst/>
          </a:prstGeom>
          <a:solidFill>
            <a:srgbClr val="4285F4">
              <a:alpha val="11538"/>
            </a:srgbClr>
          </a:solidFill>
        </p:spPr>
        <p:txBody>
          <a:bodyPr wrap="square" lIns="0" tIns="13970" rIns="0" bIns="0" rtlCol="0" vert="horz">
            <a:spAutoFit/>
          </a:bodyPr>
          <a:lstStyle/>
          <a:p>
            <a:pPr marL="66675">
              <a:lnSpc>
                <a:spcPct val="100000"/>
              </a:lnSpc>
              <a:spcBef>
                <a:spcPts val="110"/>
              </a:spcBef>
            </a:pPr>
            <a:r>
              <a:rPr dirty="0" sz="600">
                <a:latin typeface="Arial"/>
                <a:cs typeface="Arial"/>
              </a:rPr>
              <a:t>Env:</a:t>
            </a:r>
            <a:r>
              <a:rPr dirty="0" sz="600" spc="-20">
                <a:latin typeface="Arial"/>
                <a:cs typeface="Arial"/>
              </a:rPr>
              <a:t> prod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63" name="object 63" descr=""/>
          <p:cNvGrpSpPr/>
          <p:nvPr/>
        </p:nvGrpSpPr>
        <p:grpSpPr>
          <a:xfrm>
            <a:off x="3823672" y="3919278"/>
            <a:ext cx="972819" cy="165100"/>
            <a:chOff x="3823672" y="3919278"/>
            <a:chExt cx="972819" cy="165100"/>
          </a:xfrm>
        </p:grpSpPr>
        <p:sp>
          <p:nvSpPr>
            <p:cNvPr id="64" name="object 64" descr=""/>
            <p:cNvSpPr/>
            <p:nvPr/>
          </p:nvSpPr>
          <p:spPr>
            <a:xfrm>
              <a:off x="3823672" y="3967296"/>
              <a:ext cx="34290" cy="68580"/>
            </a:xfrm>
            <a:custGeom>
              <a:avLst/>
              <a:gdLst/>
              <a:ahLst/>
              <a:cxnLst/>
              <a:rect l="l" t="t" r="r" b="b"/>
              <a:pathLst>
                <a:path w="34289" h="68579">
                  <a:moveTo>
                    <a:pt x="34287" y="68557"/>
                  </a:moveTo>
                  <a:lnTo>
                    <a:pt x="0" y="32764"/>
                  </a:lnTo>
                  <a:lnTo>
                    <a:pt x="34287" y="0"/>
                  </a:lnTo>
                  <a:lnTo>
                    <a:pt x="34287" y="68557"/>
                  </a:lnTo>
                  <a:close/>
                </a:path>
              </a:pathLst>
            </a:custGeom>
            <a:solidFill>
              <a:srgbClr val="4285F4">
                <a:alpha val="115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631225" y="3919278"/>
              <a:ext cx="164664" cy="164624"/>
            </a:xfrm>
            <a:prstGeom prst="rect">
              <a:avLst/>
            </a:prstGeom>
          </p:spPr>
        </p:pic>
      </p:grpSp>
      <p:sp>
        <p:nvSpPr>
          <p:cNvPr id="66" name="object 66" descr=""/>
          <p:cNvSpPr txBox="1"/>
          <p:nvPr/>
        </p:nvSpPr>
        <p:spPr>
          <a:xfrm>
            <a:off x="4841466" y="3936532"/>
            <a:ext cx="722630" cy="130175"/>
          </a:xfrm>
          <a:prstGeom prst="rect">
            <a:avLst/>
          </a:prstGeom>
          <a:solidFill>
            <a:srgbClr val="4285F4">
              <a:alpha val="11538"/>
            </a:srgbClr>
          </a:solidFill>
        </p:spPr>
        <p:txBody>
          <a:bodyPr wrap="square" lIns="0" tIns="13970" rIns="0" bIns="0" rtlCol="0" vert="horz">
            <a:spAutoFit/>
          </a:bodyPr>
          <a:lstStyle/>
          <a:p>
            <a:pPr marL="66675">
              <a:lnSpc>
                <a:spcPct val="100000"/>
              </a:lnSpc>
              <a:spcBef>
                <a:spcPts val="110"/>
              </a:spcBef>
            </a:pPr>
            <a:r>
              <a:rPr dirty="0" sz="600">
                <a:latin typeface="Arial"/>
                <a:cs typeface="Arial"/>
              </a:rPr>
              <a:t>Env:</a:t>
            </a:r>
            <a:r>
              <a:rPr dirty="0" sz="600" spc="-20">
                <a:latin typeface="Arial"/>
                <a:cs typeface="Arial"/>
              </a:rPr>
              <a:t> prod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67" name="object 67" descr=""/>
          <p:cNvGrpSpPr/>
          <p:nvPr/>
        </p:nvGrpSpPr>
        <p:grpSpPr>
          <a:xfrm>
            <a:off x="3293479" y="1194844"/>
            <a:ext cx="4051935" cy="2841625"/>
            <a:chOff x="3293479" y="1194844"/>
            <a:chExt cx="4051935" cy="2841625"/>
          </a:xfrm>
        </p:grpSpPr>
        <p:sp>
          <p:nvSpPr>
            <p:cNvPr id="68" name="object 68" descr=""/>
            <p:cNvSpPr/>
            <p:nvPr/>
          </p:nvSpPr>
          <p:spPr>
            <a:xfrm>
              <a:off x="4807197" y="3967296"/>
              <a:ext cx="34290" cy="68580"/>
            </a:xfrm>
            <a:custGeom>
              <a:avLst/>
              <a:gdLst/>
              <a:ahLst/>
              <a:cxnLst/>
              <a:rect l="l" t="t" r="r" b="b"/>
              <a:pathLst>
                <a:path w="34289" h="68579">
                  <a:moveTo>
                    <a:pt x="34287" y="68557"/>
                  </a:moveTo>
                  <a:lnTo>
                    <a:pt x="0" y="32764"/>
                  </a:lnTo>
                  <a:lnTo>
                    <a:pt x="34287" y="0"/>
                  </a:lnTo>
                  <a:lnTo>
                    <a:pt x="34287" y="68557"/>
                  </a:lnTo>
                  <a:close/>
                </a:path>
              </a:pathLst>
            </a:custGeom>
            <a:solidFill>
              <a:srgbClr val="4285F4">
                <a:alpha val="115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5237132" y="1667193"/>
              <a:ext cx="2099310" cy="1548130"/>
            </a:xfrm>
            <a:custGeom>
              <a:avLst/>
              <a:gdLst/>
              <a:ahLst/>
              <a:cxnLst/>
              <a:rect l="l" t="t" r="r" b="b"/>
              <a:pathLst>
                <a:path w="2099309" h="1548130">
                  <a:moveTo>
                    <a:pt x="2098727" y="721499"/>
                  </a:moveTo>
                  <a:lnTo>
                    <a:pt x="1399727" y="0"/>
                  </a:lnTo>
                </a:path>
                <a:path w="2099309" h="1548130">
                  <a:moveTo>
                    <a:pt x="0" y="1547868"/>
                  </a:moveTo>
                  <a:lnTo>
                    <a:pt x="559799" y="641268"/>
                  </a:lnTo>
                </a:path>
              </a:pathLst>
            </a:custGeom>
            <a:ln w="19049">
              <a:solidFill>
                <a:srgbClr val="F4B4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3990723" y="2599218"/>
              <a:ext cx="1270" cy="344170"/>
            </a:xfrm>
            <a:custGeom>
              <a:avLst/>
              <a:gdLst/>
              <a:ahLst/>
              <a:cxnLst/>
              <a:rect l="l" t="t" r="r" b="b"/>
              <a:pathLst>
                <a:path w="1270" h="344169">
                  <a:moveTo>
                    <a:pt x="1239" y="0"/>
                  </a:moveTo>
                  <a:lnTo>
                    <a:pt x="0" y="343600"/>
                  </a:lnTo>
                </a:path>
              </a:pathLst>
            </a:custGeom>
            <a:ln w="19049">
              <a:solidFill>
                <a:srgbClr val="B3B3B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949748" y="2933294"/>
              <a:ext cx="81723" cy="81723"/>
            </a:xfrm>
            <a:prstGeom prst="rect">
              <a:avLst/>
            </a:prstGeom>
          </p:spPr>
        </p:pic>
        <p:pic>
          <p:nvPicPr>
            <p:cNvPr id="72" name="object 72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293479" y="2024983"/>
              <a:ext cx="1331221" cy="501972"/>
            </a:xfrm>
            <a:prstGeom prst="rect">
              <a:avLst/>
            </a:prstGeom>
          </p:spPr>
        </p:pic>
        <p:pic>
          <p:nvPicPr>
            <p:cNvPr id="73" name="object 73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515881" y="1194844"/>
              <a:ext cx="553062" cy="485192"/>
            </a:xfrm>
            <a:prstGeom prst="rect">
              <a:avLst/>
            </a:prstGeom>
          </p:spPr>
        </p:pic>
      </p:grpSp>
      <p:sp>
        <p:nvSpPr>
          <p:cNvPr id="74" name="object 74" descr=""/>
          <p:cNvSpPr/>
          <p:nvPr/>
        </p:nvSpPr>
        <p:spPr>
          <a:xfrm>
            <a:off x="7755613" y="3867112"/>
            <a:ext cx="1311275" cy="807085"/>
          </a:xfrm>
          <a:custGeom>
            <a:avLst/>
            <a:gdLst/>
            <a:ahLst/>
            <a:cxnLst/>
            <a:rect l="l" t="t" r="r" b="b"/>
            <a:pathLst>
              <a:path w="1311275" h="807085">
                <a:moveTo>
                  <a:pt x="0" y="134502"/>
                </a:moveTo>
                <a:lnTo>
                  <a:pt x="6857" y="91989"/>
                </a:lnTo>
                <a:lnTo>
                  <a:pt x="25951" y="55067"/>
                </a:lnTo>
                <a:lnTo>
                  <a:pt x="55066" y="25951"/>
                </a:lnTo>
                <a:lnTo>
                  <a:pt x="91989" y="6857"/>
                </a:lnTo>
                <a:lnTo>
                  <a:pt x="134502" y="0"/>
                </a:lnTo>
                <a:lnTo>
                  <a:pt x="1176197" y="0"/>
                </a:lnTo>
                <a:lnTo>
                  <a:pt x="1227669" y="10238"/>
                </a:lnTo>
                <a:lnTo>
                  <a:pt x="1271304" y="39394"/>
                </a:lnTo>
                <a:lnTo>
                  <a:pt x="1300461" y="83030"/>
                </a:lnTo>
                <a:lnTo>
                  <a:pt x="1310699" y="134502"/>
                </a:lnTo>
                <a:lnTo>
                  <a:pt x="1310699" y="672497"/>
                </a:lnTo>
                <a:lnTo>
                  <a:pt x="1303842" y="715010"/>
                </a:lnTo>
                <a:lnTo>
                  <a:pt x="1284748" y="751932"/>
                </a:lnTo>
                <a:lnTo>
                  <a:pt x="1255633" y="781048"/>
                </a:lnTo>
                <a:lnTo>
                  <a:pt x="1218710" y="800142"/>
                </a:lnTo>
                <a:lnTo>
                  <a:pt x="1176197" y="806999"/>
                </a:lnTo>
                <a:lnTo>
                  <a:pt x="134502" y="806999"/>
                </a:lnTo>
                <a:lnTo>
                  <a:pt x="91989" y="800142"/>
                </a:lnTo>
                <a:lnTo>
                  <a:pt x="55066" y="781048"/>
                </a:lnTo>
                <a:lnTo>
                  <a:pt x="25951" y="751932"/>
                </a:lnTo>
                <a:lnTo>
                  <a:pt x="6857" y="715010"/>
                </a:lnTo>
                <a:lnTo>
                  <a:pt x="0" y="672497"/>
                </a:lnTo>
                <a:lnTo>
                  <a:pt x="0" y="134502"/>
                </a:lnTo>
                <a:close/>
              </a:path>
            </a:pathLst>
          </a:custGeom>
          <a:ln w="19049">
            <a:solidFill>
              <a:srgbClr val="EEB21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 txBox="1"/>
          <p:nvPr/>
        </p:nvSpPr>
        <p:spPr>
          <a:xfrm>
            <a:off x="8363008" y="3941107"/>
            <a:ext cx="35877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EEB211"/>
                </a:solidFill>
                <a:latin typeface="Arial"/>
                <a:cs typeface="Arial"/>
              </a:rPr>
              <a:t>registry</a:t>
            </a:r>
            <a:endParaRPr sz="800">
              <a:latin typeface="Arial"/>
              <a:cs typeface="Arial"/>
            </a:endParaRPr>
          </a:p>
        </p:txBody>
      </p:sp>
      <p:pic>
        <p:nvPicPr>
          <p:cNvPr id="76" name="object 7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61643" y="4168861"/>
            <a:ext cx="349870" cy="350811"/>
          </a:xfrm>
          <a:prstGeom prst="rect">
            <a:avLst/>
          </a:prstGeom>
        </p:spPr>
      </p:pic>
      <p:sp>
        <p:nvSpPr>
          <p:cNvPr id="77" name="object 77" descr=""/>
          <p:cNvSpPr txBox="1"/>
          <p:nvPr/>
        </p:nvSpPr>
        <p:spPr>
          <a:xfrm>
            <a:off x="8465568" y="4290195"/>
            <a:ext cx="49466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latin typeface="Arial"/>
                <a:cs typeface="Arial"/>
              </a:rPr>
              <a:t>containers</a:t>
            </a:r>
            <a:endParaRPr sz="800">
              <a:latin typeface="Arial"/>
              <a:cs typeface="Arial"/>
            </a:endParaRPr>
          </a:p>
        </p:txBody>
      </p:sp>
      <p:sp>
        <p:nvSpPr>
          <p:cNvPr id="78" name="object 78" descr=""/>
          <p:cNvSpPr/>
          <p:nvPr/>
        </p:nvSpPr>
        <p:spPr>
          <a:xfrm>
            <a:off x="8277098" y="3023118"/>
            <a:ext cx="309880" cy="629920"/>
          </a:xfrm>
          <a:custGeom>
            <a:avLst/>
            <a:gdLst/>
            <a:ahLst/>
            <a:cxnLst/>
            <a:rect l="l" t="t" r="r" b="b"/>
            <a:pathLst>
              <a:path w="309879" h="629920">
                <a:moveTo>
                  <a:pt x="309599" y="629399"/>
                </a:moveTo>
                <a:lnTo>
                  <a:pt x="0" y="0"/>
                </a:lnTo>
              </a:path>
            </a:pathLst>
          </a:custGeom>
          <a:ln w="19049">
            <a:solidFill>
              <a:srgbClr val="F4B4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79" name="object 79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971460" y="4334843"/>
            <a:ext cx="370328" cy="439229"/>
          </a:xfrm>
          <a:prstGeom prst="rect">
            <a:avLst/>
          </a:prstGeom>
        </p:spPr>
      </p:pic>
      <p:pic>
        <p:nvPicPr>
          <p:cNvPr id="80" name="object 80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491174" y="4334843"/>
            <a:ext cx="370328" cy="439229"/>
          </a:xfrm>
          <a:prstGeom prst="rect">
            <a:avLst/>
          </a:prstGeom>
        </p:spPr>
      </p:pic>
      <p:pic>
        <p:nvPicPr>
          <p:cNvPr id="81" name="object 81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010887" y="4334843"/>
            <a:ext cx="370328" cy="439229"/>
          </a:xfrm>
          <a:prstGeom prst="rect">
            <a:avLst/>
          </a:prstGeom>
        </p:spPr>
      </p:pic>
      <p:pic>
        <p:nvPicPr>
          <p:cNvPr id="82" name="object 82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530601" y="4334843"/>
            <a:ext cx="370328" cy="439229"/>
          </a:xfrm>
          <a:prstGeom prst="rect">
            <a:avLst/>
          </a:prstGeom>
        </p:spPr>
      </p:pic>
      <p:sp>
        <p:nvSpPr>
          <p:cNvPr id="83" name="object 83"/>
          <p:cNvSpPr txBox="1">
            <a:spLocks noGrp="1"/>
          </p:cNvSpPr>
          <p:nvPr>
            <p:ph type="title"/>
          </p:nvPr>
        </p:nvSpPr>
        <p:spPr>
          <a:xfrm>
            <a:off x="7765384" y="41262"/>
            <a:ext cx="1130935" cy="2387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737373"/>
                </a:solidFill>
              </a:rPr>
              <a:t>@meteatamel</a:t>
            </a:r>
            <a:endParaRPr sz="14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742" y="1926806"/>
            <a:ext cx="8748395" cy="810895"/>
            <a:chOff x="-742" y="1926806"/>
            <a:chExt cx="8748395" cy="810895"/>
          </a:xfrm>
        </p:grpSpPr>
        <p:sp>
          <p:nvSpPr>
            <p:cNvPr id="3" name="object 3" descr=""/>
            <p:cNvSpPr/>
            <p:nvPr/>
          </p:nvSpPr>
          <p:spPr>
            <a:xfrm>
              <a:off x="-355" y="1999716"/>
              <a:ext cx="8747760" cy="737870"/>
            </a:xfrm>
            <a:custGeom>
              <a:avLst/>
              <a:gdLst/>
              <a:ahLst/>
              <a:cxnLst/>
              <a:rect l="l" t="t" r="r" b="b"/>
              <a:pathLst>
                <a:path w="8747760" h="737869">
                  <a:moveTo>
                    <a:pt x="8747481" y="0"/>
                  </a:moveTo>
                  <a:lnTo>
                    <a:pt x="381" y="0"/>
                  </a:lnTo>
                  <a:lnTo>
                    <a:pt x="0" y="76"/>
                  </a:lnTo>
                  <a:lnTo>
                    <a:pt x="0" y="666076"/>
                  </a:lnTo>
                  <a:lnTo>
                    <a:pt x="0" y="704545"/>
                  </a:lnTo>
                  <a:lnTo>
                    <a:pt x="381" y="704545"/>
                  </a:lnTo>
                  <a:lnTo>
                    <a:pt x="381" y="737400"/>
                  </a:lnTo>
                  <a:lnTo>
                    <a:pt x="8747481" y="737400"/>
                  </a:lnTo>
                  <a:lnTo>
                    <a:pt x="8747481" y="0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12" y="2638106"/>
              <a:ext cx="8643620" cy="8255"/>
            </a:xfrm>
            <a:custGeom>
              <a:avLst/>
              <a:gdLst/>
              <a:ahLst/>
              <a:cxnLst/>
              <a:rect l="l" t="t" r="r" b="b"/>
              <a:pathLst>
                <a:path w="8643620" h="8255">
                  <a:moveTo>
                    <a:pt x="0" y="7874"/>
                  </a:moveTo>
                  <a:lnTo>
                    <a:pt x="8643299" y="7874"/>
                  </a:lnTo>
                  <a:lnTo>
                    <a:pt x="8643299" y="0"/>
                  </a:lnTo>
                  <a:lnTo>
                    <a:pt x="0" y="0"/>
                  </a:lnTo>
                  <a:lnTo>
                    <a:pt x="0" y="7874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-742" y="1926806"/>
              <a:ext cx="8637270" cy="711835"/>
            </a:xfrm>
            <a:custGeom>
              <a:avLst/>
              <a:gdLst/>
              <a:ahLst/>
              <a:cxnLst/>
              <a:rect l="l" t="t" r="r" b="b"/>
              <a:pathLst>
                <a:path w="8637270" h="711835">
                  <a:moveTo>
                    <a:pt x="8636699" y="711299"/>
                  </a:moveTo>
                  <a:lnTo>
                    <a:pt x="0" y="711299"/>
                  </a:lnTo>
                  <a:lnTo>
                    <a:pt x="0" y="0"/>
                  </a:lnTo>
                  <a:lnTo>
                    <a:pt x="8636699" y="0"/>
                  </a:lnTo>
                  <a:lnTo>
                    <a:pt x="8636699" y="71129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9694" y="1975243"/>
            <a:ext cx="764349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/>
              <a:t>Deployments:</a:t>
            </a:r>
            <a:r>
              <a:rPr dirty="0" sz="3600" spc="-170"/>
              <a:t> </a:t>
            </a:r>
            <a:r>
              <a:rPr dirty="0" sz="3600"/>
              <a:t>where</a:t>
            </a:r>
            <a:r>
              <a:rPr dirty="0" sz="3600" spc="-165"/>
              <a:t> </a:t>
            </a:r>
            <a:r>
              <a:rPr dirty="0" sz="3600"/>
              <a:t>everything</a:t>
            </a:r>
            <a:r>
              <a:rPr dirty="0" sz="3600" spc="-165"/>
              <a:t> </a:t>
            </a:r>
            <a:r>
              <a:rPr dirty="0" sz="3600" spc="-10"/>
              <a:t>starts</a:t>
            </a:r>
            <a:endParaRPr sz="3600"/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7765384" y="412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737373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6484" y="1072713"/>
            <a:ext cx="4758055" cy="2368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Deployment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provides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declarative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updates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for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Pods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and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Replica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Sets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1800">
              <a:latin typeface="Roboto"/>
              <a:cs typeface="Roboto"/>
            </a:endParaRPr>
          </a:p>
          <a:p>
            <a:pPr marL="12700" marR="13335">
              <a:lnSpc>
                <a:spcPct val="114599"/>
              </a:lnSpc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Describe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the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desired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state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and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the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Deployment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controller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will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change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the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actual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state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to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the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desired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state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at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controlled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rate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for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you.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Deployment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manages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replica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changes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for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you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31578" y="3420181"/>
            <a:ext cx="4324350" cy="911225"/>
          </a:xfrm>
          <a:prstGeom prst="rect">
            <a:avLst/>
          </a:prstGeom>
        </p:spPr>
        <p:txBody>
          <a:bodyPr wrap="square" lIns="0" tIns="48894" rIns="0" bIns="0" rtlCol="0" vert="horz">
            <a:spAutoFit/>
          </a:bodyPr>
          <a:lstStyle/>
          <a:p>
            <a:pPr marL="250190" indent="-237490">
              <a:lnSpc>
                <a:spcPct val="100000"/>
              </a:lnSpc>
              <a:spcBef>
                <a:spcPts val="384"/>
              </a:spcBef>
              <a:buChar char="•"/>
              <a:tabLst>
                <a:tab pos="250190" algn="l"/>
              </a:tabLst>
            </a:pP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stable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object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 spc="-20">
                <a:solidFill>
                  <a:srgbClr val="666666"/>
                </a:solidFill>
                <a:latin typeface="Roboto"/>
                <a:cs typeface="Roboto"/>
              </a:rPr>
              <a:t>name</a:t>
            </a:r>
            <a:endParaRPr sz="1700">
              <a:latin typeface="Roboto"/>
              <a:cs typeface="Roboto"/>
            </a:endParaRPr>
          </a:p>
          <a:p>
            <a:pPr marL="250190" indent="-237490">
              <a:lnSpc>
                <a:spcPct val="100000"/>
              </a:lnSpc>
              <a:spcBef>
                <a:spcPts val="284"/>
              </a:spcBef>
              <a:buChar char="•"/>
              <a:tabLst>
                <a:tab pos="250190" algn="l"/>
              </a:tabLst>
            </a:pP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updates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are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configurable,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done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 spc="-20">
                <a:solidFill>
                  <a:srgbClr val="666666"/>
                </a:solidFill>
                <a:latin typeface="Roboto"/>
                <a:cs typeface="Roboto"/>
              </a:rPr>
              <a:t>server-side</a:t>
            </a:r>
            <a:endParaRPr sz="1700">
              <a:latin typeface="Roboto"/>
              <a:cs typeface="Roboto"/>
            </a:endParaRPr>
          </a:p>
          <a:p>
            <a:pPr marL="250190" indent="-237490">
              <a:lnSpc>
                <a:spcPct val="100000"/>
              </a:lnSpc>
              <a:spcBef>
                <a:spcPts val="284"/>
              </a:spcBef>
              <a:buFont typeface="Roboto"/>
              <a:buChar char="•"/>
              <a:tabLst>
                <a:tab pos="250190" algn="l"/>
              </a:tabLst>
            </a:pPr>
            <a:r>
              <a:rPr dirty="0" sz="1700">
                <a:solidFill>
                  <a:srgbClr val="666666"/>
                </a:solidFill>
                <a:latin typeface="Consolas"/>
                <a:cs typeface="Consolas"/>
              </a:rPr>
              <a:t>kubectl</a:t>
            </a:r>
            <a:r>
              <a:rPr dirty="0" sz="1700" spc="-100">
                <a:solidFill>
                  <a:srgbClr val="666666"/>
                </a:solidFill>
                <a:latin typeface="Consolas"/>
                <a:cs typeface="Consolas"/>
              </a:rPr>
              <a:t> </a:t>
            </a:r>
            <a:r>
              <a:rPr dirty="0" sz="1700" spc="-20">
                <a:solidFill>
                  <a:srgbClr val="666666"/>
                </a:solidFill>
                <a:latin typeface="Consolas"/>
                <a:cs typeface="Consolas"/>
              </a:rPr>
              <a:t>edit</a:t>
            </a:r>
            <a:r>
              <a:rPr dirty="0" sz="1700" spc="-505">
                <a:solidFill>
                  <a:srgbClr val="666666"/>
                </a:solidFill>
                <a:latin typeface="Consolas"/>
                <a:cs typeface="Consolas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or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Consolas"/>
                <a:cs typeface="Consolas"/>
              </a:rPr>
              <a:t>kubectl</a:t>
            </a:r>
            <a:r>
              <a:rPr dirty="0" sz="1700" spc="-65">
                <a:solidFill>
                  <a:srgbClr val="666666"/>
                </a:solidFill>
                <a:latin typeface="Consolas"/>
                <a:cs typeface="Consolas"/>
              </a:rPr>
              <a:t> </a:t>
            </a:r>
            <a:r>
              <a:rPr dirty="0" sz="1700" spc="-20">
                <a:solidFill>
                  <a:srgbClr val="666666"/>
                </a:solidFill>
                <a:latin typeface="Consolas"/>
                <a:cs typeface="Consolas"/>
              </a:rPr>
              <a:t>apply</a:t>
            </a:r>
            <a:endParaRPr sz="1700">
              <a:latin typeface="Consolas"/>
              <a:cs typeface="Consola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465755" y="3924927"/>
            <a:ext cx="50038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-25" b="1">
                <a:solidFill>
                  <a:srgbClr val="4A86E7"/>
                </a:solidFill>
                <a:latin typeface="Arial"/>
                <a:cs typeface="Arial"/>
              </a:rPr>
              <a:t>...</a:t>
            </a:r>
            <a:endParaRPr sz="4500">
              <a:latin typeface="Arial"/>
              <a:cs typeface="Aria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334891" y="971630"/>
            <a:ext cx="3692525" cy="3625850"/>
            <a:chOff x="5334891" y="971630"/>
            <a:chExt cx="3692525" cy="3625850"/>
          </a:xfrm>
        </p:grpSpPr>
        <p:sp>
          <p:nvSpPr>
            <p:cNvPr id="6" name="object 6" descr=""/>
            <p:cNvSpPr/>
            <p:nvPr/>
          </p:nvSpPr>
          <p:spPr>
            <a:xfrm>
              <a:off x="7030315" y="2873479"/>
              <a:ext cx="0" cy="589915"/>
            </a:xfrm>
            <a:custGeom>
              <a:avLst/>
              <a:gdLst/>
              <a:ahLst/>
              <a:cxnLst/>
              <a:rect l="l" t="t" r="r" b="b"/>
              <a:pathLst>
                <a:path w="0" h="589914">
                  <a:moveTo>
                    <a:pt x="0" y="0"/>
                  </a:moveTo>
                  <a:lnTo>
                    <a:pt x="0" y="589400"/>
                  </a:lnTo>
                </a:path>
              </a:pathLst>
            </a:custGeom>
            <a:ln w="38099">
              <a:solidFill>
                <a:srgbClr val="98989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48590" y="3443830"/>
              <a:ext cx="163448" cy="163448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5810844" y="3250537"/>
              <a:ext cx="2735580" cy="0"/>
            </a:xfrm>
            <a:custGeom>
              <a:avLst/>
              <a:gdLst/>
              <a:ahLst/>
              <a:cxnLst/>
              <a:rect l="l" t="t" r="r" b="b"/>
              <a:pathLst>
                <a:path w="2735579" h="0">
                  <a:moveTo>
                    <a:pt x="0" y="0"/>
                  </a:moveTo>
                  <a:lnTo>
                    <a:pt x="2735099" y="0"/>
                  </a:lnTo>
                </a:path>
              </a:pathLst>
            </a:custGeom>
            <a:ln w="38099">
              <a:solidFill>
                <a:srgbClr val="98989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48132" y="3256003"/>
              <a:ext cx="163448" cy="390299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50617" y="3252281"/>
              <a:ext cx="163449" cy="397799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5334889" y="3651656"/>
              <a:ext cx="994410" cy="930275"/>
            </a:xfrm>
            <a:custGeom>
              <a:avLst/>
              <a:gdLst/>
              <a:ahLst/>
              <a:cxnLst/>
              <a:rect l="l" t="t" r="r" b="b"/>
              <a:pathLst>
                <a:path w="994410" h="930275">
                  <a:moveTo>
                    <a:pt x="994410" y="208813"/>
                  </a:moveTo>
                  <a:lnTo>
                    <a:pt x="990358" y="167881"/>
                  </a:lnTo>
                  <a:lnTo>
                    <a:pt x="978496" y="128905"/>
                  </a:lnTo>
                  <a:lnTo>
                    <a:pt x="959294" y="92964"/>
                  </a:lnTo>
                  <a:lnTo>
                    <a:pt x="933183" y="61150"/>
                  </a:lnTo>
                  <a:lnTo>
                    <a:pt x="901357" y="35077"/>
                  </a:lnTo>
                  <a:lnTo>
                    <a:pt x="865378" y="15887"/>
                  </a:lnTo>
                  <a:lnTo>
                    <a:pt x="826363" y="4038"/>
                  </a:lnTo>
                  <a:lnTo>
                    <a:pt x="785393" y="0"/>
                  </a:lnTo>
                  <a:lnTo>
                    <a:pt x="737463" y="5511"/>
                  </a:lnTo>
                  <a:lnTo>
                    <a:pt x="693470" y="21221"/>
                  </a:lnTo>
                  <a:lnTo>
                    <a:pt x="654659" y="45872"/>
                  </a:lnTo>
                  <a:lnTo>
                    <a:pt x="635241" y="65265"/>
                  </a:lnTo>
                  <a:lnTo>
                    <a:pt x="601713" y="51371"/>
                  </a:lnTo>
                  <a:lnTo>
                    <a:pt x="553212" y="37376"/>
                  </a:lnTo>
                  <a:lnTo>
                    <a:pt x="503237" y="28841"/>
                  </a:lnTo>
                  <a:lnTo>
                    <a:pt x="452208" y="25958"/>
                  </a:lnTo>
                  <a:lnTo>
                    <a:pt x="402932" y="28613"/>
                  </a:lnTo>
                  <a:lnTo>
                    <a:pt x="355193" y="36385"/>
                  </a:lnTo>
                  <a:lnTo>
                    <a:pt x="309270" y="49009"/>
                  </a:lnTo>
                  <a:lnTo>
                    <a:pt x="265442" y="66192"/>
                  </a:lnTo>
                  <a:lnTo>
                    <a:pt x="223964" y="87680"/>
                  </a:lnTo>
                  <a:lnTo>
                    <a:pt x="185140" y="113182"/>
                  </a:lnTo>
                  <a:lnTo>
                    <a:pt x="149225" y="142417"/>
                  </a:lnTo>
                  <a:lnTo>
                    <a:pt x="116497" y="175133"/>
                  </a:lnTo>
                  <a:lnTo>
                    <a:pt x="87249" y="211023"/>
                  </a:lnTo>
                  <a:lnTo>
                    <a:pt x="61734" y="249847"/>
                  </a:lnTo>
                  <a:lnTo>
                    <a:pt x="40246" y="291299"/>
                  </a:lnTo>
                  <a:lnTo>
                    <a:pt x="23050" y="335114"/>
                  </a:lnTo>
                  <a:lnTo>
                    <a:pt x="10426" y="381025"/>
                  </a:lnTo>
                  <a:lnTo>
                    <a:pt x="2654" y="428739"/>
                  </a:lnTo>
                  <a:lnTo>
                    <a:pt x="0" y="478002"/>
                  </a:lnTo>
                  <a:lnTo>
                    <a:pt x="2654" y="527253"/>
                  </a:lnTo>
                  <a:lnTo>
                    <a:pt x="10426" y="574967"/>
                  </a:lnTo>
                  <a:lnTo>
                    <a:pt x="23050" y="620877"/>
                  </a:lnTo>
                  <a:lnTo>
                    <a:pt x="40246" y="664692"/>
                  </a:lnTo>
                  <a:lnTo>
                    <a:pt x="61734" y="706145"/>
                  </a:lnTo>
                  <a:lnTo>
                    <a:pt x="87249" y="744969"/>
                  </a:lnTo>
                  <a:lnTo>
                    <a:pt x="116497" y="780859"/>
                  </a:lnTo>
                  <a:lnTo>
                    <a:pt x="149225" y="813574"/>
                  </a:lnTo>
                  <a:lnTo>
                    <a:pt x="185140" y="842822"/>
                  </a:lnTo>
                  <a:lnTo>
                    <a:pt x="223964" y="868324"/>
                  </a:lnTo>
                  <a:lnTo>
                    <a:pt x="265442" y="889800"/>
                  </a:lnTo>
                  <a:lnTo>
                    <a:pt x="309270" y="906983"/>
                  </a:lnTo>
                  <a:lnTo>
                    <a:pt x="355193" y="919607"/>
                  </a:lnTo>
                  <a:lnTo>
                    <a:pt x="402932" y="927379"/>
                  </a:lnTo>
                  <a:lnTo>
                    <a:pt x="452208" y="930033"/>
                  </a:lnTo>
                  <a:lnTo>
                    <a:pt x="501484" y="927379"/>
                  </a:lnTo>
                  <a:lnTo>
                    <a:pt x="549224" y="919607"/>
                  </a:lnTo>
                  <a:lnTo>
                    <a:pt x="595147" y="906983"/>
                  </a:lnTo>
                  <a:lnTo>
                    <a:pt x="638975" y="889800"/>
                  </a:lnTo>
                  <a:lnTo>
                    <a:pt x="680453" y="868324"/>
                  </a:lnTo>
                  <a:lnTo>
                    <a:pt x="719277" y="842822"/>
                  </a:lnTo>
                  <a:lnTo>
                    <a:pt x="755192" y="813574"/>
                  </a:lnTo>
                  <a:lnTo>
                    <a:pt x="787920" y="780859"/>
                  </a:lnTo>
                  <a:lnTo>
                    <a:pt x="817168" y="744969"/>
                  </a:lnTo>
                  <a:lnTo>
                    <a:pt x="842683" y="706145"/>
                  </a:lnTo>
                  <a:lnTo>
                    <a:pt x="864171" y="664692"/>
                  </a:lnTo>
                  <a:lnTo>
                    <a:pt x="881367" y="620877"/>
                  </a:lnTo>
                  <a:lnTo>
                    <a:pt x="893991" y="574967"/>
                  </a:lnTo>
                  <a:lnTo>
                    <a:pt x="901763" y="527253"/>
                  </a:lnTo>
                  <a:lnTo>
                    <a:pt x="904417" y="478002"/>
                  </a:lnTo>
                  <a:lnTo>
                    <a:pt x="901534" y="426986"/>
                  </a:lnTo>
                  <a:lnTo>
                    <a:pt x="894448" y="385533"/>
                  </a:lnTo>
                  <a:lnTo>
                    <a:pt x="916127" y="371754"/>
                  </a:lnTo>
                  <a:lnTo>
                    <a:pt x="948486" y="339420"/>
                  </a:lnTo>
                  <a:lnTo>
                    <a:pt x="973162" y="300647"/>
                  </a:lnTo>
                  <a:lnTo>
                    <a:pt x="988885" y="256692"/>
                  </a:lnTo>
                  <a:lnTo>
                    <a:pt x="994410" y="208813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973687" y="3714042"/>
              <a:ext cx="293370" cy="293370"/>
            </a:xfrm>
            <a:custGeom>
              <a:avLst/>
              <a:gdLst/>
              <a:ahLst/>
              <a:cxnLst/>
              <a:rect l="l" t="t" r="r" b="b"/>
              <a:pathLst>
                <a:path w="293370" h="293370">
                  <a:moveTo>
                    <a:pt x="146591" y="292836"/>
                  </a:moveTo>
                  <a:lnTo>
                    <a:pt x="100257" y="285372"/>
                  </a:lnTo>
                  <a:lnTo>
                    <a:pt x="60016" y="264586"/>
                  </a:lnTo>
                  <a:lnTo>
                    <a:pt x="28283" y="232890"/>
                  </a:lnTo>
                  <a:lnTo>
                    <a:pt x="7473" y="192697"/>
                  </a:lnTo>
                  <a:lnTo>
                    <a:pt x="0" y="146417"/>
                  </a:lnTo>
                  <a:lnTo>
                    <a:pt x="7473" y="100138"/>
                  </a:lnTo>
                  <a:lnTo>
                    <a:pt x="28283" y="59945"/>
                  </a:lnTo>
                  <a:lnTo>
                    <a:pt x="60016" y="28250"/>
                  </a:lnTo>
                  <a:lnTo>
                    <a:pt x="100257" y="7464"/>
                  </a:lnTo>
                  <a:lnTo>
                    <a:pt x="146591" y="0"/>
                  </a:lnTo>
                  <a:lnTo>
                    <a:pt x="175323" y="2839"/>
                  </a:lnTo>
                  <a:lnTo>
                    <a:pt x="227920" y="24600"/>
                  </a:lnTo>
                  <a:lnTo>
                    <a:pt x="268553" y="65185"/>
                  </a:lnTo>
                  <a:lnTo>
                    <a:pt x="290339" y="117719"/>
                  </a:lnTo>
                  <a:lnTo>
                    <a:pt x="293182" y="146417"/>
                  </a:lnTo>
                  <a:lnTo>
                    <a:pt x="285709" y="192697"/>
                  </a:lnTo>
                  <a:lnTo>
                    <a:pt x="264898" y="232890"/>
                  </a:lnTo>
                  <a:lnTo>
                    <a:pt x="233166" y="264586"/>
                  </a:lnTo>
                  <a:lnTo>
                    <a:pt x="192925" y="285372"/>
                  </a:lnTo>
                  <a:lnTo>
                    <a:pt x="146591" y="2928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084202" y="3795153"/>
              <a:ext cx="113030" cy="130810"/>
            </a:xfrm>
            <a:custGeom>
              <a:avLst/>
              <a:gdLst/>
              <a:ahLst/>
              <a:cxnLst/>
              <a:rect l="l" t="t" r="r" b="b"/>
              <a:pathLst>
                <a:path w="113029" h="130810">
                  <a:moveTo>
                    <a:pt x="0" y="130614"/>
                  </a:moveTo>
                  <a:lnTo>
                    <a:pt x="0" y="0"/>
                  </a:lnTo>
                  <a:lnTo>
                    <a:pt x="112994" y="65306"/>
                  </a:lnTo>
                  <a:lnTo>
                    <a:pt x="0" y="130614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41907" y="3884907"/>
              <a:ext cx="227702" cy="228191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5691759" y="3905681"/>
              <a:ext cx="128905" cy="129539"/>
            </a:xfrm>
            <a:custGeom>
              <a:avLst/>
              <a:gdLst/>
              <a:ahLst/>
              <a:cxnLst/>
              <a:rect l="l" t="t" r="r" b="b"/>
              <a:pathLst>
                <a:path w="128904" h="129539">
                  <a:moveTo>
                    <a:pt x="128765" y="72288"/>
                  </a:moveTo>
                  <a:lnTo>
                    <a:pt x="119646" y="67284"/>
                  </a:lnTo>
                  <a:lnTo>
                    <a:pt x="119735" y="60756"/>
                  </a:lnTo>
                  <a:lnTo>
                    <a:pt x="119075" y="57353"/>
                  </a:lnTo>
                  <a:lnTo>
                    <a:pt x="127355" y="52184"/>
                  </a:lnTo>
                  <a:lnTo>
                    <a:pt x="122364" y="36639"/>
                  </a:lnTo>
                  <a:lnTo>
                    <a:pt x="111544" y="37376"/>
                  </a:lnTo>
                  <a:lnTo>
                    <a:pt x="107746" y="31661"/>
                  </a:lnTo>
                  <a:lnTo>
                    <a:pt x="106489" y="30416"/>
                  </a:lnTo>
                  <a:lnTo>
                    <a:pt x="111239" y="20396"/>
                  </a:lnTo>
                  <a:lnTo>
                    <a:pt x="98590" y="10045"/>
                  </a:lnTo>
                  <a:lnTo>
                    <a:pt x="89052" y="17132"/>
                  </a:lnTo>
                  <a:lnTo>
                    <a:pt x="81178" y="13792"/>
                  </a:lnTo>
                  <a:lnTo>
                    <a:pt x="79502" y="1854"/>
                  </a:lnTo>
                  <a:lnTo>
                    <a:pt x="63246" y="0"/>
                  </a:lnTo>
                  <a:lnTo>
                    <a:pt x="58559" y="12484"/>
                  </a:lnTo>
                  <a:lnTo>
                    <a:pt x="51765" y="13030"/>
                  </a:lnTo>
                  <a:lnTo>
                    <a:pt x="43510" y="3314"/>
                  </a:lnTo>
                  <a:lnTo>
                    <a:pt x="28854" y="10553"/>
                  </a:lnTo>
                  <a:lnTo>
                    <a:pt x="31330" y="21907"/>
                  </a:lnTo>
                  <a:lnTo>
                    <a:pt x="29616" y="22771"/>
                  </a:lnTo>
                  <a:lnTo>
                    <a:pt x="25209" y="27774"/>
                  </a:lnTo>
                  <a:lnTo>
                    <a:pt x="13627" y="24257"/>
                  </a:lnTo>
                  <a:lnTo>
                    <a:pt x="5270" y="38290"/>
                  </a:lnTo>
                  <a:lnTo>
                    <a:pt x="13246" y="46278"/>
                  </a:lnTo>
                  <a:lnTo>
                    <a:pt x="10477" y="54673"/>
                  </a:lnTo>
                  <a:lnTo>
                    <a:pt x="0" y="57632"/>
                  </a:lnTo>
                  <a:lnTo>
                    <a:pt x="533" y="73977"/>
                  </a:lnTo>
                  <a:lnTo>
                    <a:pt x="10718" y="76200"/>
                  </a:lnTo>
                  <a:lnTo>
                    <a:pt x="11087" y="80162"/>
                  </a:lnTo>
                  <a:lnTo>
                    <a:pt x="14122" y="85801"/>
                  </a:lnTo>
                  <a:lnTo>
                    <a:pt x="6743" y="94119"/>
                  </a:lnTo>
                  <a:lnTo>
                    <a:pt x="16065" y="107556"/>
                  </a:lnTo>
                  <a:lnTo>
                    <a:pt x="26962" y="103505"/>
                  </a:lnTo>
                  <a:lnTo>
                    <a:pt x="33261" y="108737"/>
                  </a:lnTo>
                  <a:lnTo>
                    <a:pt x="31521" y="120370"/>
                  </a:lnTo>
                  <a:lnTo>
                    <a:pt x="46609" y="126631"/>
                  </a:lnTo>
                  <a:lnTo>
                    <a:pt x="53632" y="117208"/>
                  </a:lnTo>
                  <a:lnTo>
                    <a:pt x="58267" y="118668"/>
                  </a:lnTo>
                  <a:lnTo>
                    <a:pt x="62598" y="118325"/>
                  </a:lnTo>
                  <a:lnTo>
                    <a:pt x="67335" y="129032"/>
                  </a:lnTo>
                  <a:lnTo>
                    <a:pt x="83464" y="126238"/>
                  </a:lnTo>
                  <a:lnTo>
                    <a:pt x="84302" y="114884"/>
                  </a:lnTo>
                  <a:lnTo>
                    <a:pt x="92811" y="110604"/>
                  </a:lnTo>
                  <a:lnTo>
                    <a:pt x="102273" y="116763"/>
                  </a:lnTo>
                  <a:lnTo>
                    <a:pt x="114312" y="105676"/>
                  </a:lnTo>
                  <a:lnTo>
                    <a:pt x="109042" y="96126"/>
                  </a:lnTo>
                  <a:lnTo>
                    <a:pt x="112890" y="91744"/>
                  </a:lnTo>
                  <a:lnTo>
                    <a:pt x="114134" y="87972"/>
                  </a:lnTo>
                  <a:lnTo>
                    <a:pt x="124574" y="88099"/>
                  </a:lnTo>
                  <a:lnTo>
                    <a:pt x="128765" y="722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725051" y="3939430"/>
              <a:ext cx="65405" cy="62865"/>
            </a:xfrm>
            <a:custGeom>
              <a:avLst/>
              <a:gdLst/>
              <a:ahLst/>
              <a:cxnLst/>
              <a:rect l="l" t="t" r="r" b="b"/>
              <a:pathLst>
                <a:path w="65404" h="62864">
                  <a:moveTo>
                    <a:pt x="28626" y="62429"/>
                  </a:moveTo>
                  <a:lnTo>
                    <a:pt x="16378" y="58550"/>
                  </a:lnTo>
                  <a:lnTo>
                    <a:pt x="6911" y="50696"/>
                  </a:lnTo>
                  <a:lnTo>
                    <a:pt x="1144" y="39990"/>
                  </a:lnTo>
                  <a:lnTo>
                    <a:pt x="0" y="27552"/>
                  </a:lnTo>
                  <a:lnTo>
                    <a:pt x="3913" y="15689"/>
                  </a:lnTo>
                  <a:lnTo>
                    <a:pt x="11940" y="6552"/>
                  </a:lnTo>
                  <a:lnTo>
                    <a:pt x="23043" y="971"/>
                  </a:lnTo>
                  <a:lnTo>
                    <a:pt x="23628" y="971"/>
                  </a:lnTo>
                  <a:lnTo>
                    <a:pt x="35738" y="0"/>
                  </a:lnTo>
                  <a:lnTo>
                    <a:pt x="44274" y="971"/>
                  </a:lnTo>
                  <a:lnTo>
                    <a:pt x="52084" y="5191"/>
                  </a:lnTo>
                  <a:lnTo>
                    <a:pt x="62821" y="18272"/>
                  </a:lnTo>
                  <a:lnTo>
                    <a:pt x="65308" y="26598"/>
                  </a:lnTo>
                  <a:lnTo>
                    <a:pt x="64364" y="34876"/>
                  </a:lnTo>
                  <a:lnTo>
                    <a:pt x="60451" y="46739"/>
                  </a:lnTo>
                  <a:lnTo>
                    <a:pt x="52424" y="55876"/>
                  </a:lnTo>
                  <a:lnTo>
                    <a:pt x="41432" y="61401"/>
                  </a:lnTo>
                  <a:lnTo>
                    <a:pt x="28626" y="6242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612143" y="4042333"/>
              <a:ext cx="459740" cy="453390"/>
            </a:xfrm>
            <a:custGeom>
              <a:avLst/>
              <a:gdLst/>
              <a:ahLst/>
              <a:cxnLst/>
              <a:rect l="l" t="t" r="r" b="b"/>
              <a:pathLst>
                <a:path w="459739" h="453389">
                  <a:moveTo>
                    <a:pt x="459536" y="228485"/>
                  </a:moveTo>
                  <a:lnTo>
                    <a:pt x="425437" y="214515"/>
                  </a:lnTo>
                  <a:lnTo>
                    <a:pt x="423100" y="191477"/>
                  </a:lnTo>
                  <a:lnTo>
                    <a:pt x="419404" y="179717"/>
                  </a:lnTo>
                  <a:lnTo>
                    <a:pt x="446493" y="158203"/>
                  </a:lnTo>
                  <a:lnTo>
                    <a:pt x="422694" y="105384"/>
                  </a:lnTo>
                  <a:lnTo>
                    <a:pt x="384873" y="112318"/>
                  </a:lnTo>
                  <a:lnTo>
                    <a:pt x="369176" y="93726"/>
                  </a:lnTo>
                  <a:lnTo>
                    <a:pt x="364261" y="89827"/>
                  </a:lnTo>
                  <a:lnTo>
                    <a:pt x="376948" y="52616"/>
                  </a:lnTo>
                  <a:lnTo>
                    <a:pt x="328244" y="21221"/>
                  </a:lnTo>
                  <a:lnTo>
                    <a:pt x="297522" y="49999"/>
                  </a:lnTo>
                  <a:lnTo>
                    <a:pt x="268414" y="41402"/>
                  </a:lnTo>
                  <a:lnTo>
                    <a:pt x="268033" y="41376"/>
                  </a:lnTo>
                  <a:lnTo>
                    <a:pt x="257695" y="0"/>
                  </a:lnTo>
                  <a:lnTo>
                    <a:pt x="199669" y="0"/>
                  </a:lnTo>
                  <a:lnTo>
                    <a:pt x="189090" y="42240"/>
                  </a:lnTo>
                  <a:lnTo>
                    <a:pt x="184556" y="42748"/>
                  </a:lnTo>
                  <a:lnTo>
                    <a:pt x="163868" y="49923"/>
                  </a:lnTo>
                  <a:lnTo>
                    <a:pt x="131470" y="19570"/>
                  </a:lnTo>
                  <a:lnTo>
                    <a:pt x="82765" y="50965"/>
                  </a:lnTo>
                  <a:lnTo>
                    <a:pt x="96012" y="89852"/>
                  </a:lnTo>
                  <a:lnTo>
                    <a:pt x="75920" y="109334"/>
                  </a:lnTo>
                  <a:lnTo>
                    <a:pt x="73799" y="112560"/>
                  </a:lnTo>
                  <a:lnTo>
                    <a:pt x="34607" y="105384"/>
                  </a:lnTo>
                  <a:lnTo>
                    <a:pt x="10807" y="158203"/>
                  </a:lnTo>
                  <a:lnTo>
                    <a:pt x="39370" y="180898"/>
                  </a:lnTo>
                  <a:lnTo>
                    <a:pt x="37820" y="185115"/>
                  </a:lnTo>
                  <a:lnTo>
                    <a:pt x="34340" y="214401"/>
                  </a:lnTo>
                  <a:lnTo>
                    <a:pt x="0" y="228485"/>
                  </a:lnTo>
                  <a:lnTo>
                    <a:pt x="8432" y="285889"/>
                  </a:lnTo>
                  <a:lnTo>
                    <a:pt x="43942" y="289483"/>
                  </a:lnTo>
                  <a:lnTo>
                    <a:pt x="52654" y="313093"/>
                  </a:lnTo>
                  <a:lnTo>
                    <a:pt x="59740" y="323913"/>
                  </a:lnTo>
                  <a:lnTo>
                    <a:pt x="38392" y="354380"/>
                  </a:lnTo>
                  <a:lnTo>
                    <a:pt x="76606" y="397967"/>
                  </a:lnTo>
                  <a:lnTo>
                    <a:pt x="110540" y="380746"/>
                  </a:lnTo>
                  <a:lnTo>
                    <a:pt x="137655" y="397471"/>
                  </a:lnTo>
                  <a:lnTo>
                    <a:pt x="136220" y="436968"/>
                  </a:lnTo>
                  <a:lnTo>
                    <a:pt x="191897" y="452945"/>
                  </a:lnTo>
                  <a:lnTo>
                    <a:pt x="212051" y="418274"/>
                  </a:lnTo>
                  <a:lnTo>
                    <a:pt x="229768" y="420243"/>
                  </a:lnTo>
                  <a:lnTo>
                    <a:pt x="245605" y="418477"/>
                  </a:lnTo>
                  <a:lnTo>
                    <a:pt x="265887" y="453097"/>
                  </a:lnTo>
                  <a:lnTo>
                    <a:pt x="321576" y="436816"/>
                  </a:lnTo>
                  <a:lnTo>
                    <a:pt x="320052" y="398589"/>
                  </a:lnTo>
                  <a:lnTo>
                    <a:pt x="351205" y="379387"/>
                  </a:lnTo>
                  <a:lnTo>
                    <a:pt x="384060" y="395846"/>
                  </a:lnTo>
                  <a:lnTo>
                    <a:pt x="421995" y="351980"/>
                  </a:lnTo>
                  <a:lnTo>
                    <a:pt x="400913" y="322211"/>
                  </a:lnTo>
                  <a:lnTo>
                    <a:pt x="406895" y="313093"/>
                  </a:lnTo>
                  <a:lnTo>
                    <a:pt x="415582" y="289483"/>
                  </a:lnTo>
                  <a:lnTo>
                    <a:pt x="451104" y="285889"/>
                  </a:lnTo>
                  <a:lnTo>
                    <a:pt x="459536" y="2284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22926" y="4159869"/>
              <a:ext cx="229709" cy="222881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6532867" y="3636797"/>
              <a:ext cx="995044" cy="930275"/>
            </a:xfrm>
            <a:custGeom>
              <a:avLst/>
              <a:gdLst/>
              <a:ahLst/>
              <a:cxnLst/>
              <a:rect l="l" t="t" r="r" b="b"/>
              <a:pathLst>
                <a:path w="995045" h="930275">
                  <a:moveTo>
                    <a:pt x="994422" y="208813"/>
                  </a:moveTo>
                  <a:lnTo>
                    <a:pt x="990358" y="167881"/>
                  </a:lnTo>
                  <a:lnTo>
                    <a:pt x="978509" y="128905"/>
                  </a:lnTo>
                  <a:lnTo>
                    <a:pt x="959294" y="92964"/>
                  </a:lnTo>
                  <a:lnTo>
                    <a:pt x="933196" y="61150"/>
                  </a:lnTo>
                  <a:lnTo>
                    <a:pt x="901369" y="35077"/>
                  </a:lnTo>
                  <a:lnTo>
                    <a:pt x="865390" y="15887"/>
                  </a:lnTo>
                  <a:lnTo>
                    <a:pt x="826363" y="4038"/>
                  </a:lnTo>
                  <a:lnTo>
                    <a:pt x="785406" y="0"/>
                  </a:lnTo>
                  <a:lnTo>
                    <a:pt x="737476" y="5511"/>
                  </a:lnTo>
                  <a:lnTo>
                    <a:pt x="693483" y="21221"/>
                  </a:lnTo>
                  <a:lnTo>
                    <a:pt x="654672" y="45872"/>
                  </a:lnTo>
                  <a:lnTo>
                    <a:pt x="635254" y="65265"/>
                  </a:lnTo>
                  <a:lnTo>
                    <a:pt x="601726" y="51371"/>
                  </a:lnTo>
                  <a:lnTo>
                    <a:pt x="553224" y="37376"/>
                  </a:lnTo>
                  <a:lnTo>
                    <a:pt x="503237" y="28841"/>
                  </a:lnTo>
                  <a:lnTo>
                    <a:pt x="452221" y="25958"/>
                  </a:lnTo>
                  <a:lnTo>
                    <a:pt x="402945" y="28613"/>
                  </a:lnTo>
                  <a:lnTo>
                    <a:pt x="355206" y="36385"/>
                  </a:lnTo>
                  <a:lnTo>
                    <a:pt x="309283" y="49009"/>
                  </a:lnTo>
                  <a:lnTo>
                    <a:pt x="265442" y="66192"/>
                  </a:lnTo>
                  <a:lnTo>
                    <a:pt x="223977" y="87680"/>
                  </a:lnTo>
                  <a:lnTo>
                    <a:pt x="185153" y="113169"/>
                  </a:lnTo>
                  <a:lnTo>
                    <a:pt x="149237" y="142417"/>
                  </a:lnTo>
                  <a:lnTo>
                    <a:pt x="116509" y="175133"/>
                  </a:lnTo>
                  <a:lnTo>
                    <a:pt x="87261" y="211023"/>
                  </a:lnTo>
                  <a:lnTo>
                    <a:pt x="61747" y="249847"/>
                  </a:lnTo>
                  <a:lnTo>
                    <a:pt x="40259" y="291299"/>
                  </a:lnTo>
                  <a:lnTo>
                    <a:pt x="23063" y="335114"/>
                  </a:lnTo>
                  <a:lnTo>
                    <a:pt x="10439" y="381025"/>
                  </a:lnTo>
                  <a:lnTo>
                    <a:pt x="2654" y="428739"/>
                  </a:lnTo>
                  <a:lnTo>
                    <a:pt x="0" y="478002"/>
                  </a:lnTo>
                  <a:lnTo>
                    <a:pt x="2654" y="527253"/>
                  </a:lnTo>
                  <a:lnTo>
                    <a:pt x="10439" y="574967"/>
                  </a:lnTo>
                  <a:lnTo>
                    <a:pt x="23063" y="620877"/>
                  </a:lnTo>
                  <a:lnTo>
                    <a:pt x="40259" y="664692"/>
                  </a:lnTo>
                  <a:lnTo>
                    <a:pt x="61747" y="706145"/>
                  </a:lnTo>
                  <a:lnTo>
                    <a:pt x="87261" y="744969"/>
                  </a:lnTo>
                  <a:lnTo>
                    <a:pt x="116509" y="780859"/>
                  </a:lnTo>
                  <a:lnTo>
                    <a:pt x="149237" y="813574"/>
                  </a:lnTo>
                  <a:lnTo>
                    <a:pt x="185153" y="842822"/>
                  </a:lnTo>
                  <a:lnTo>
                    <a:pt x="223977" y="868311"/>
                  </a:lnTo>
                  <a:lnTo>
                    <a:pt x="265442" y="889800"/>
                  </a:lnTo>
                  <a:lnTo>
                    <a:pt x="309283" y="906983"/>
                  </a:lnTo>
                  <a:lnTo>
                    <a:pt x="355206" y="919607"/>
                  </a:lnTo>
                  <a:lnTo>
                    <a:pt x="402945" y="927379"/>
                  </a:lnTo>
                  <a:lnTo>
                    <a:pt x="452221" y="930033"/>
                  </a:lnTo>
                  <a:lnTo>
                    <a:pt x="501497" y="927379"/>
                  </a:lnTo>
                  <a:lnTo>
                    <a:pt x="549224" y="919607"/>
                  </a:lnTo>
                  <a:lnTo>
                    <a:pt x="595147" y="906983"/>
                  </a:lnTo>
                  <a:lnTo>
                    <a:pt x="638987" y="889800"/>
                  </a:lnTo>
                  <a:lnTo>
                    <a:pt x="680453" y="868311"/>
                  </a:lnTo>
                  <a:lnTo>
                    <a:pt x="719289" y="842822"/>
                  </a:lnTo>
                  <a:lnTo>
                    <a:pt x="755205" y="813574"/>
                  </a:lnTo>
                  <a:lnTo>
                    <a:pt x="787920" y="780859"/>
                  </a:lnTo>
                  <a:lnTo>
                    <a:pt x="817181" y="744969"/>
                  </a:lnTo>
                  <a:lnTo>
                    <a:pt x="842695" y="706145"/>
                  </a:lnTo>
                  <a:lnTo>
                    <a:pt x="864184" y="664692"/>
                  </a:lnTo>
                  <a:lnTo>
                    <a:pt x="881380" y="620877"/>
                  </a:lnTo>
                  <a:lnTo>
                    <a:pt x="894003" y="574967"/>
                  </a:lnTo>
                  <a:lnTo>
                    <a:pt x="901776" y="527253"/>
                  </a:lnTo>
                  <a:lnTo>
                    <a:pt x="904430" y="478002"/>
                  </a:lnTo>
                  <a:lnTo>
                    <a:pt x="901547" y="426986"/>
                  </a:lnTo>
                  <a:lnTo>
                    <a:pt x="894461" y="385521"/>
                  </a:lnTo>
                  <a:lnTo>
                    <a:pt x="916127" y="371754"/>
                  </a:lnTo>
                  <a:lnTo>
                    <a:pt x="948499" y="339420"/>
                  </a:lnTo>
                  <a:lnTo>
                    <a:pt x="973175" y="300647"/>
                  </a:lnTo>
                  <a:lnTo>
                    <a:pt x="988898" y="256692"/>
                  </a:lnTo>
                  <a:lnTo>
                    <a:pt x="994422" y="208813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171674" y="3699183"/>
              <a:ext cx="293370" cy="293370"/>
            </a:xfrm>
            <a:custGeom>
              <a:avLst/>
              <a:gdLst/>
              <a:ahLst/>
              <a:cxnLst/>
              <a:rect l="l" t="t" r="r" b="b"/>
              <a:pathLst>
                <a:path w="293370" h="293370">
                  <a:moveTo>
                    <a:pt x="146591" y="292836"/>
                  </a:moveTo>
                  <a:lnTo>
                    <a:pt x="100257" y="285371"/>
                  </a:lnTo>
                  <a:lnTo>
                    <a:pt x="60016" y="264586"/>
                  </a:lnTo>
                  <a:lnTo>
                    <a:pt x="28283" y="232890"/>
                  </a:lnTo>
                  <a:lnTo>
                    <a:pt x="7473" y="192697"/>
                  </a:lnTo>
                  <a:lnTo>
                    <a:pt x="0" y="146417"/>
                  </a:lnTo>
                  <a:lnTo>
                    <a:pt x="7473" y="100138"/>
                  </a:lnTo>
                  <a:lnTo>
                    <a:pt x="28283" y="59945"/>
                  </a:lnTo>
                  <a:lnTo>
                    <a:pt x="60016" y="28250"/>
                  </a:lnTo>
                  <a:lnTo>
                    <a:pt x="100257" y="7464"/>
                  </a:lnTo>
                  <a:lnTo>
                    <a:pt x="146591" y="0"/>
                  </a:lnTo>
                  <a:lnTo>
                    <a:pt x="175323" y="2839"/>
                  </a:lnTo>
                  <a:lnTo>
                    <a:pt x="227920" y="24599"/>
                  </a:lnTo>
                  <a:lnTo>
                    <a:pt x="268553" y="65185"/>
                  </a:lnTo>
                  <a:lnTo>
                    <a:pt x="290339" y="117719"/>
                  </a:lnTo>
                  <a:lnTo>
                    <a:pt x="293182" y="146417"/>
                  </a:lnTo>
                  <a:lnTo>
                    <a:pt x="285709" y="192697"/>
                  </a:lnTo>
                  <a:lnTo>
                    <a:pt x="264899" y="232890"/>
                  </a:lnTo>
                  <a:lnTo>
                    <a:pt x="233166" y="264586"/>
                  </a:lnTo>
                  <a:lnTo>
                    <a:pt x="192925" y="285371"/>
                  </a:lnTo>
                  <a:lnTo>
                    <a:pt x="146591" y="2928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282189" y="3780294"/>
              <a:ext cx="113030" cy="130810"/>
            </a:xfrm>
            <a:custGeom>
              <a:avLst/>
              <a:gdLst/>
              <a:ahLst/>
              <a:cxnLst/>
              <a:rect l="l" t="t" r="r" b="b"/>
              <a:pathLst>
                <a:path w="113029" h="130810">
                  <a:moveTo>
                    <a:pt x="0" y="130614"/>
                  </a:moveTo>
                  <a:lnTo>
                    <a:pt x="0" y="0"/>
                  </a:lnTo>
                  <a:lnTo>
                    <a:pt x="112994" y="65306"/>
                  </a:lnTo>
                  <a:lnTo>
                    <a:pt x="0" y="130614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39894" y="3870048"/>
              <a:ext cx="227702" cy="228191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6889750" y="3890822"/>
              <a:ext cx="128905" cy="129539"/>
            </a:xfrm>
            <a:custGeom>
              <a:avLst/>
              <a:gdLst/>
              <a:ahLst/>
              <a:cxnLst/>
              <a:rect l="l" t="t" r="r" b="b"/>
              <a:pathLst>
                <a:path w="128904" h="129539">
                  <a:moveTo>
                    <a:pt x="128765" y="72288"/>
                  </a:moveTo>
                  <a:lnTo>
                    <a:pt x="119646" y="67297"/>
                  </a:lnTo>
                  <a:lnTo>
                    <a:pt x="119735" y="60756"/>
                  </a:lnTo>
                  <a:lnTo>
                    <a:pt x="119075" y="57353"/>
                  </a:lnTo>
                  <a:lnTo>
                    <a:pt x="127355" y="52184"/>
                  </a:lnTo>
                  <a:lnTo>
                    <a:pt x="122364" y="36639"/>
                  </a:lnTo>
                  <a:lnTo>
                    <a:pt x="111544" y="37376"/>
                  </a:lnTo>
                  <a:lnTo>
                    <a:pt x="107746" y="31661"/>
                  </a:lnTo>
                  <a:lnTo>
                    <a:pt x="106489" y="30416"/>
                  </a:lnTo>
                  <a:lnTo>
                    <a:pt x="111239" y="20396"/>
                  </a:lnTo>
                  <a:lnTo>
                    <a:pt x="98590" y="10045"/>
                  </a:lnTo>
                  <a:lnTo>
                    <a:pt x="89052" y="17132"/>
                  </a:lnTo>
                  <a:lnTo>
                    <a:pt x="81178" y="13792"/>
                  </a:lnTo>
                  <a:lnTo>
                    <a:pt x="79502" y="1854"/>
                  </a:lnTo>
                  <a:lnTo>
                    <a:pt x="63233" y="0"/>
                  </a:lnTo>
                  <a:lnTo>
                    <a:pt x="58559" y="12484"/>
                  </a:lnTo>
                  <a:lnTo>
                    <a:pt x="51752" y="13030"/>
                  </a:lnTo>
                  <a:lnTo>
                    <a:pt x="43510" y="3314"/>
                  </a:lnTo>
                  <a:lnTo>
                    <a:pt x="28854" y="10553"/>
                  </a:lnTo>
                  <a:lnTo>
                    <a:pt x="31330" y="21907"/>
                  </a:lnTo>
                  <a:lnTo>
                    <a:pt x="29616" y="22771"/>
                  </a:lnTo>
                  <a:lnTo>
                    <a:pt x="25209" y="27774"/>
                  </a:lnTo>
                  <a:lnTo>
                    <a:pt x="13627" y="24257"/>
                  </a:lnTo>
                  <a:lnTo>
                    <a:pt x="5270" y="38290"/>
                  </a:lnTo>
                  <a:lnTo>
                    <a:pt x="13246" y="46278"/>
                  </a:lnTo>
                  <a:lnTo>
                    <a:pt x="10477" y="54673"/>
                  </a:lnTo>
                  <a:lnTo>
                    <a:pt x="0" y="57632"/>
                  </a:lnTo>
                  <a:lnTo>
                    <a:pt x="533" y="73977"/>
                  </a:lnTo>
                  <a:lnTo>
                    <a:pt x="10718" y="76200"/>
                  </a:lnTo>
                  <a:lnTo>
                    <a:pt x="11087" y="80162"/>
                  </a:lnTo>
                  <a:lnTo>
                    <a:pt x="14109" y="85801"/>
                  </a:lnTo>
                  <a:lnTo>
                    <a:pt x="6743" y="94119"/>
                  </a:lnTo>
                  <a:lnTo>
                    <a:pt x="16052" y="107543"/>
                  </a:lnTo>
                  <a:lnTo>
                    <a:pt x="26949" y="103505"/>
                  </a:lnTo>
                  <a:lnTo>
                    <a:pt x="33261" y="108737"/>
                  </a:lnTo>
                  <a:lnTo>
                    <a:pt x="31521" y="120370"/>
                  </a:lnTo>
                  <a:lnTo>
                    <a:pt x="46609" y="126631"/>
                  </a:lnTo>
                  <a:lnTo>
                    <a:pt x="53619" y="117208"/>
                  </a:lnTo>
                  <a:lnTo>
                    <a:pt x="58254" y="118668"/>
                  </a:lnTo>
                  <a:lnTo>
                    <a:pt x="62585" y="118325"/>
                  </a:lnTo>
                  <a:lnTo>
                    <a:pt x="67335" y="129032"/>
                  </a:lnTo>
                  <a:lnTo>
                    <a:pt x="83464" y="126238"/>
                  </a:lnTo>
                  <a:lnTo>
                    <a:pt x="84289" y="114884"/>
                  </a:lnTo>
                  <a:lnTo>
                    <a:pt x="92811" y="110604"/>
                  </a:lnTo>
                  <a:lnTo>
                    <a:pt x="102273" y="116763"/>
                  </a:lnTo>
                  <a:lnTo>
                    <a:pt x="114300" y="105676"/>
                  </a:lnTo>
                  <a:lnTo>
                    <a:pt x="109042" y="96126"/>
                  </a:lnTo>
                  <a:lnTo>
                    <a:pt x="112890" y="91744"/>
                  </a:lnTo>
                  <a:lnTo>
                    <a:pt x="114134" y="87972"/>
                  </a:lnTo>
                  <a:lnTo>
                    <a:pt x="124574" y="88099"/>
                  </a:lnTo>
                  <a:lnTo>
                    <a:pt x="128765" y="722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6923038" y="3924571"/>
              <a:ext cx="65405" cy="62865"/>
            </a:xfrm>
            <a:custGeom>
              <a:avLst/>
              <a:gdLst/>
              <a:ahLst/>
              <a:cxnLst/>
              <a:rect l="l" t="t" r="r" b="b"/>
              <a:pathLst>
                <a:path w="65404" h="62864">
                  <a:moveTo>
                    <a:pt x="28625" y="62429"/>
                  </a:moveTo>
                  <a:lnTo>
                    <a:pt x="16378" y="58550"/>
                  </a:lnTo>
                  <a:lnTo>
                    <a:pt x="6911" y="50697"/>
                  </a:lnTo>
                  <a:lnTo>
                    <a:pt x="1144" y="39990"/>
                  </a:lnTo>
                  <a:lnTo>
                    <a:pt x="0" y="27552"/>
                  </a:lnTo>
                  <a:lnTo>
                    <a:pt x="3913" y="15690"/>
                  </a:lnTo>
                  <a:lnTo>
                    <a:pt x="11940" y="6552"/>
                  </a:lnTo>
                  <a:lnTo>
                    <a:pt x="23043" y="971"/>
                  </a:lnTo>
                  <a:lnTo>
                    <a:pt x="23630" y="971"/>
                  </a:lnTo>
                  <a:lnTo>
                    <a:pt x="35738" y="0"/>
                  </a:lnTo>
                  <a:lnTo>
                    <a:pt x="44274" y="971"/>
                  </a:lnTo>
                  <a:lnTo>
                    <a:pt x="52085" y="5191"/>
                  </a:lnTo>
                  <a:lnTo>
                    <a:pt x="62821" y="18273"/>
                  </a:lnTo>
                  <a:lnTo>
                    <a:pt x="65307" y="26598"/>
                  </a:lnTo>
                  <a:lnTo>
                    <a:pt x="64364" y="34876"/>
                  </a:lnTo>
                  <a:lnTo>
                    <a:pt x="60451" y="46739"/>
                  </a:lnTo>
                  <a:lnTo>
                    <a:pt x="52424" y="55876"/>
                  </a:lnTo>
                  <a:lnTo>
                    <a:pt x="41432" y="61401"/>
                  </a:lnTo>
                  <a:lnTo>
                    <a:pt x="28625" y="6242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810121" y="4027462"/>
              <a:ext cx="459740" cy="453390"/>
            </a:xfrm>
            <a:custGeom>
              <a:avLst/>
              <a:gdLst/>
              <a:ahLst/>
              <a:cxnLst/>
              <a:rect l="l" t="t" r="r" b="b"/>
              <a:pathLst>
                <a:path w="459740" h="453389">
                  <a:moveTo>
                    <a:pt x="459549" y="228498"/>
                  </a:moveTo>
                  <a:lnTo>
                    <a:pt x="425450" y="214528"/>
                  </a:lnTo>
                  <a:lnTo>
                    <a:pt x="423113" y="191490"/>
                  </a:lnTo>
                  <a:lnTo>
                    <a:pt x="419417" y="179717"/>
                  </a:lnTo>
                  <a:lnTo>
                    <a:pt x="446506" y="158216"/>
                  </a:lnTo>
                  <a:lnTo>
                    <a:pt x="422706" y="105397"/>
                  </a:lnTo>
                  <a:lnTo>
                    <a:pt x="384898" y="112331"/>
                  </a:lnTo>
                  <a:lnTo>
                    <a:pt x="369189" y="93738"/>
                  </a:lnTo>
                  <a:lnTo>
                    <a:pt x="364274" y="89839"/>
                  </a:lnTo>
                  <a:lnTo>
                    <a:pt x="376961" y="52628"/>
                  </a:lnTo>
                  <a:lnTo>
                    <a:pt x="328256" y="21234"/>
                  </a:lnTo>
                  <a:lnTo>
                    <a:pt x="297522" y="50012"/>
                  </a:lnTo>
                  <a:lnTo>
                    <a:pt x="268427" y="41414"/>
                  </a:lnTo>
                  <a:lnTo>
                    <a:pt x="268046" y="41389"/>
                  </a:lnTo>
                  <a:lnTo>
                    <a:pt x="257708" y="0"/>
                  </a:lnTo>
                  <a:lnTo>
                    <a:pt x="199682" y="0"/>
                  </a:lnTo>
                  <a:lnTo>
                    <a:pt x="189103" y="42265"/>
                  </a:lnTo>
                  <a:lnTo>
                    <a:pt x="184569" y="42760"/>
                  </a:lnTo>
                  <a:lnTo>
                    <a:pt x="163868" y="49936"/>
                  </a:lnTo>
                  <a:lnTo>
                    <a:pt x="131470" y="19583"/>
                  </a:lnTo>
                  <a:lnTo>
                    <a:pt x="82765" y="50977"/>
                  </a:lnTo>
                  <a:lnTo>
                    <a:pt x="96012" y="89877"/>
                  </a:lnTo>
                  <a:lnTo>
                    <a:pt x="75933" y="109347"/>
                  </a:lnTo>
                  <a:lnTo>
                    <a:pt x="73812" y="112572"/>
                  </a:lnTo>
                  <a:lnTo>
                    <a:pt x="34620" y="105397"/>
                  </a:lnTo>
                  <a:lnTo>
                    <a:pt x="10820" y="158216"/>
                  </a:lnTo>
                  <a:lnTo>
                    <a:pt x="39370" y="180898"/>
                  </a:lnTo>
                  <a:lnTo>
                    <a:pt x="37820" y="185127"/>
                  </a:lnTo>
                  <a:lnTo>
                    <a:pt x="34340" y="214414"/>
                  </a:lnTo>
                  <a:lnTo>
                    <a:pt x="0" y="228498"/>
                  </a:lnTo>
                  <a:lnTo>
                    <a:pt x="8432" y="285902"/>
                  </a:lnTo>
                  <a:lnTo>
                    <a:pt x="43942" y="289496"/>
                  </a:lnTo>
                  <a:lnTo>
                    <a:pt x="52654" y="313105"/>
                  </a:lnTo>
                  <a:lnTo>
                    <a:pt x="59740" y="323926"/>
                  </a:lnTo>
                  <a:lnTo>
                    <a:pt x="38392" y="354393"/>
                  </a:lnTo>
                  <a:lnTo>
                    <a:pt x="76619" y="397979"/>
                  </a:lnTo>
                  <a:lnTo>
                    <a:pt x="110553" y="380758"/>
                  </a:lnTo>
                  <a:lnTo>
                    <a:pt x="137668" y="397497"/>
                  </a:lnTo>
                  <a:lnTo>
                    <a:pt x="136232" y="436981"/>
                  </a:lnTo>
                  <a:lnTo>
                    <a:pt x="191909" y="452958"/>
                  </a:lnTo>
                  <a:lnTo>
                    <a:pt x="212064" y="418287"/>
                  </a:lnTo>
                  <a:lnTo>
                    <a:pt x="229781" y="420255"/>
                  </a:lnTo>
                  <a:lnTo>
                    <a:pt x="245618" y="418490"/>
                  </a:lnTo>
                  <a:lnTo>
                    <a:pt x="265899" y="453097"/>
                  </a:lnTo>
                  <a:lnTo>
                    <a:pt x="321589" y="436829"/>
                  </a:lnTo>
                  <a:lnTo>
                    <a:pt x="320052" y="398614"/>
                  </a:lnTo>
                  <a:lnTo>
                    <a:pt x="351205" y="379387"/>
                  </a:lnTo>
                  <a:lnTo>
                    <a:pt x="384073" y="395859"/>
                  </a:lnTo>
                  <a:lnTo>
                    <a:pt x="422008" y="351993"/>
                  </a:lnTo>
                  <a:lnTo>
                    <a:pt x="400926" y="322224"/>
                  </a:lnTo>
                  <a:lnTo>
                    <a:pt x="406895" y="313105"/>
                  </a:lnTo>
                  <a:lnTo>
                    <a:pt x="415594" y="289496"/>
                  </a:lnTo>
                  <a:lnTo>
                    <a:pt x="451116" y="285902"/>
                  </a:lnTo>
                  <a:lnTo>
                    <a:pt x="459549" y="2284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20913" y="4145009"/>
              <a:ext cx="229710" cy="222881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8032394" y="3667328"/>
              <a:ext cx="995044" cy="930275"/>
            </a:xfrm>
            <a:custGeom>
              <a:avLst/>
              <a:gdLst/>
              <a:ahLst/>
              <a:cxnLst/>
              <a:rect l="l" t="t" r="r" b="b"/>
              <a:pathLst>
                <a:path w="995045" h="930275">
                  <a:moveTo>
                    <a:pt x="994422" y="208813"/>
                  </a:moveTo>
                  <a:lnTo>
                    <a:pt x="990371" y="167894"/>
                  </a:lnTo>
                  <a:lnTo>
                    <a:pt x="978509" y="128905"/>
                  </a:lnTo>
                  <a:lnTo>
                    <a:pt x="959307" y="92964"/>
                  </a:lnTo>
                  <a:lnTo>
                    <a:pt x="933196" y="61163"/>
                  </a:lnTo>
                  <a:lnTo>
                    <a:pt x="901369" y="35077"/>
                  </a:lnTo>
                  <a:lnTo>
                    <a:pt x="865390" y="15887"/>
                  </a:lnTo>
                  <a:lnTo>
                    <a:pt x="826363" y="4051"/>
                  </a:lnTo>
                  <a:lnTo>
                    <a:pt x="785406" y="0"/>
                  </a:lnTo>
                  <a:lnTo>
                    <a:pt x="737476" y="5511"/>
                  </a:lnTo>
                  <a:lnTo>
                    <a:pt x="693483" y="21221"/>
                  </a:lnTo>
                  <a:lnTo>
                    <a:pt x="654672" y="45872"/>
                  </a:lnTo>
                  <a:lnTo>
                    <a:pt x="635254" y="65278"/>
                  </a:lnTo>
                  <a:lnTo>
                    <a:pt x="601726" y="51384"/>
                  </a:lnTo>
                  <a:lnTo>
                    <a:pt x="553224" y="37376"/>
                  </a:lnTo>
                  <a:lnTo>
                    <a:pt x="503250" y="28841"/>
                  </a:lnTo>
                  <a:lnTo>
                    <a:pt x="452221" y="25958"/>
                  </a:lnTo>
                  <a:lnTo>
                    <a:pt x="402945" y="28613"/>
                  </a:lnTo>
                  <a:lnTo>
                    <a:pt x="355206" y="36385"/>
                  </a:lnTo>
                  <a:lnTo>
                    <a:pt x="309283" y="49009"/>
                  </a:lnTo>
                  <a:lnTo>
                    <a:pt x="265455" y="66192"/>
                  </a:lnTo>
                  <a:lnTo>
                    <a:pt x="223977" y="87680"/>
                  </a:lnTo>
                  <a:lnTo>
                    <a:pt x="185153" y="113182"/>
                  </a:lnTo>
                  <a:lnTo>
                    <a:pt x="149237" y="142417"/>
                  </a:lnTo>
                  <a:lnTo>
                    <a:pt x="116509" y="175133"/>
                  </a:lnTo>
                  <a:lnTo>
                    <a:pt x="87261" y="211035"/>
                  </a:lnTo>
                  <a:lnTo>
                    <a:pt x="61747" y="249847"/>
                  </a:lnTo>
                  <a:lnTo>
                    <a:pt x="40259" y="291299"/>
                  </a:lnTo>
                  <a:lnTo>
                    <a:pt x="23063" y="335114"/>
                  </a:lnTo>
                  <a:lnTo>
                    <a:pt x="10439" y="381025"/>
                  </a:lnTo>
                  <a:lnTo>
                    <a:pt x="2654" y="428739"/>
                  </a:lnTo>
                  <a:lnTo>
                    <a:pt x="0" y="478002"/>
                  </a:lnTo>
                  <a:lnTo>
                    <a:pt x="2654" y="527253"/>
                  </a:lnTo>
                  <a:lnTo>
                    <a:pt x="10439" y="574967"/>
                  </a:lnTo>
                  <a:lnTo>
                    <a:pt x="23063" y="620877"/>
                  </a:lnTo>
                  <a:lnTo>
                    <a:pt x="40259" y="664692"/>
                  </a:lnTo>
                  <a:lnTo>
                    <a:pt x="61747" y="706158"/>
                  </a:lnTo>
                  <a:lnTo>
                    <a:pt x="87261" y="744969"/>
                  </a:lnTo>
                  <a:lnTo>
                    <a:pt x="116509" y="780872"/>
                  </a:lnTo>
                  <a:lnTo>
                    <a:pt x="149237" y="813574"/>
                  </a:lnTo>
                  <a:lnTo>
                    <a:pt x="185153" y="842822"/>
                  </a:lnTo>
                  <a:lnTo>
                    <a:pt x="223977" y="868324"/>
                  </a:lnTo>
                  <a:lnTo>
                    <a:pt x="265455" y="889800"/>
                  </a:lnTo>
                  <a:lnTo>
                    <a:pt x="309283" y="906995"/>
                  </a:lnTo>
                  <a:lnTo>
                    <a:pt x="355206" y="919607"/>
                  </a:lnTo>
                  <a:lnTo>
                    <a:pt x="402945" y="927379"/>
                  </a:lnTo>
                  <a:lnTo>
                    <a:pt x="452221" y="930033"/>
                  </a:lnTo>
                  <a:lnTo>
                    <a:pt x="501497" y="927379"/>
                  </a:lnTo>
                  <a:lnTo>
                    <a:pt x="549224" y="919607"/>
                  </a:lnTo>
                  <a:lnTo>
                    <a:pt x="595147" y="906995"/>
                  </a:lnTo>
                  <a:lnTo>
                    <a:pt x="638987" y="889800"/>
                  </a:lnTo>
                  <a:lnTo>
                    <a:pt x="680453" y="868324"/>
                  </a:lnTo>
                  <a:lnTo>
                    <a:pt x="719289" y="842822"/>
                  </a:lnTo>
                  <a:lnTo>
                    <a:pt x="755205" y="813574"/>
                  </a:lnTo>
                  <a:lnTo>
                    <a:pt x="787920" y="780872"/>
                  </a:lnTo>
                  <a:lnTo>
                    <a:pt x="817181" y="744969"/>
                  </a:lnTo>
                  <a:lnTo>
                    <a:pt x="842695" y="706158"/>
                  </a:lnTo>
                  <a:lnTo>
                    <a:pt x="864184" y="664692"/>
                  </a:lnTo>
                  <a:lnTo>
                    <a:pt x="881380" y="620877"/>
                  </a:lnTo>
                  <a:lnTo>
                    <a:pt x="894003" y="574967"/>
                  </a:lnTo>
                  <a:lnTo>
                    <a:pt x="901776" y="527253"/>
                  </a:lnTo>
                  <a:lnTo>
                    <a:pt x="904430" y="478002"/>
                  </a:lnTo>
                  <a:lnTo>
                    <a:pt x="901547" y="426999"/>
                  </a:lnTo>
                  <a:lnTo>
                    <a:pt x="894461" y="385533"/>
                  </a:lnTo>
                  <a:lnTo>
                    <a:pt x="916127" y="371767"/>
                  </a:lnTo>
                  <a:lnTo>
                    <a:pt x="948499" y="339420"/>
                  </a:lnTo>
                  <a:lnTo>
                    <a:pt x="973175" y="300647"/>
                  </a:lnTo>
                  <a:lnTo>
                    <a:pt x="988898" y="256692"/>
                  </a:lnTo>
                  <a:lnTo>
                    <a:pt x="994422" y="208813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8671202" y="3729717"/>
              <a:ext cx="293370" cy="293370"/>
            </a:xfrm>
            <a:custGeom>
              <a:avLst/>
              <a:gdLst/>
              <a:ahLst/>
              <a:cxnLst/>
              <a:rect l="l" t="t" r="r" b="b"/>
              <a:pathLst>
                <a:path w="293370" h="293370">
                  <a:moveTo>
                    <a:pt x="146591" y="292836"/>
                  </a:moveTo>
                  <a:lnTo>
                    <a:pt x="100257" y="285372"/>
                  </a:lnTo>
                  <a:lnTo>
                    <a:pt x="60016" y="264586"/>
                  </a:lnTo>
                  <a:lnTo>
                    <a:pt x="28283" y="232890"/>
                  </a:lnTo>
                  <a:lnTo>
                    <a:pt x="7473" y="192697"/>
                  </a:lnTo>
                  <a:lnTo>
                    <a:pt x="0" y="146417"/>
                  </a:lnTo>
                  <a:lnTo>
                    <a:pt x="7473" y="100138"/>
                  </a:lnTo>
                  <a:lnTo>
                    <a:pt x="28283" y="59945"/>
                  </a:lnTo>
                  <a:lnTo>
                    <a:pt x="60016" y="28250"/>
                  </a:lnTo>
                  <a:lnTo>
                    <a:pt x="100257" y="7464"/>
                  </a:lnTo>
                  <a:lnTo>
                    <a:pt x="146591" y="0"/>
                  </a:lnTo>
                  <a:lnTo>
                    <a:pt x="175323" y="2839"/>
                  </a:lnTo>
                  <a:lnTo>
                    <a:pt x="227920" y="24600"/>
                  </a:lnTo>
                  <a:lnTo>
                    <a:pt x="268553" y="65185"/>
                  </a:lnTo>
                  <a:lnTo>
                    <a:pt x="290339" y="117719"/>
                  </a:lnTo>
                  <a:lnTo>
                    <a:pt x="293182" y="146417"/>
                  </a:lnTo>
                  <a:lnTo>
                    <a:pt x="285709" y="192697"/>
                  </a:lnTo>
                  <a:lnTo>
                    <a:pt x="264898" y="232890"/>
                  </a:lnTo>
                  <a:lnTo>
                    <a:pt x="233166" y="264586"/>
                  </a:lnTo>
                  <a:lnTo>
                    <a:pt x="192925" y="285372"/>
                  </a:lnTo>
                  <a:lnTo>
                    <a:pt x="146591" y="2928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8781717" y="3810828"/>
              <a:ext cx="113030" cy="130810"/>
            </a:xfrm>
            <a:custGeom>
              <a:avLst/>
              <a:gdLst/>
              <a:ahLst/>
              <a:cxnLst/>
              <a:rect l="l" t="t" r="r" b="b"/>
              <a:pathLst>
                <a:path w="113029" h="130810">
                  <a:moveTo>
                    <a:pt x="0" y="130614"/>
                  </a:moveTo>
                  <a:lnTo>
                    <a:pt x="0" y="0"/>
                  </a:lnTo>
                  <a:lnTo>
                    <a:pt x="112994" y="65306"/>
                  </a:lnTo>
                  <a:lnTo>
                    <a:pt x="0" y="130614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39422" y="3900582"/>
              <a:ext cx="227702" cy="228191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8389277" y="3921353"/>
              <a:ext cx="128905" cy="129539"/>
            </a:xfrm>
            <a:custGeom>
              <a:avLst/>
              <a:gdLst/>
              <a:ahLst/>
              <a:cxnLst/>
              <a:rect l="l" t="t" r="r" b="b"/>
              <a:pathLst>
                <a:path w="128904" h="129539">
                  <a:moveTo>
                    <a:pt x="128765" y="72288"/>
                  </a:moveTo>
                  <a:lnTo>
                    <a:pt x="119646" y="67297"/>
                  </a:lnTo>
                  <a:lnTo>
                    <a:pt x="119735" y="60769"/>
                  </a:lnTo>
                  <a:lnTo>
                    <a:pt x="119075" y="57353"/>
                  </a:lnTo>
                  <a:lnTo>
                    <a:pt x="127355" y="52184"/>
                  </a:lnTo>
                  <a:lnTo>
                    <a:pt x="122364" y="36639"/>
                  </a:lnTo>
                  <a:lnTo>
                    <a:pt x="111544" y="37376"/>
                  </a:lnTo>
                  <a:lnTo>
                    <a:pt x="107746" y="31661"/>
                  </a:lnTo>
                  <a:lnTo>
                    <a:pt x="106489" y="30416"/>
                  </a:lnTo>
                  <a:lnTo>
                    <a:pt x="111239" y="20396"/>
                  </a:lnTo>
                  <a:lnTo>
                    <a:pt x="98590" y="10058"/>
                  </a:lnTo>
                  <a:lnTo>
                    <a:pt x="89065" y="17132"/>
                  </a:lnTo>
                  <a:lnTo>
                    <a:pt x="81178" y="13792"/>
                  </a:lnTo>
                  <a:lnTo>
                    <a:pt x="79502" y="1854"/>
                  </a:lnTo>
                  <a:lnTo>
                    <a:pt x="63233" y="0"/>
                  </a:lnTo>
                  <a:lnTo>
                    <a:pt x="58559" y="12484"/>
                  </a:lnTo>
                  <a:lnTo>
                    <a:pt x="51765" y="13030"/>
                  </a:lnTo>
                  <a:lnTo>
                    <a:pt x="43510" y="3314"/>
                  </a:lnTo>
                  <a:lnTo>
                    <a:pt x="28854" y="10553"/>
                  </a:lnTo>
                  <a:lnTo>
                    <a:pt x="31330" y="21907"/>
                  </a:lnTo>
                  <a:lnTo>
                    <a:pt x="29616" y="22771"/>
                  </a:lnTo>
                  <a:lnTo>
                    <a:pt x="25209" y="27774"/>
                  </a:lnTo>
                  <a:lnTo>
                    <a:pt x="13627" y="24257"/>
                  </a:lnTo>
                  <a:lnTo>
                    <a:pt x="5270" y="38303"/>
                  </a:lnTo>
                  <a:lnTo>
                    <a:pt x="13246" y="46278"/>
                  </a:lnTo>
                  <a:lnTo>
                    <a:pt x="10477" y="54686"/>
                  </a:lnTo>
                  <a:lnTo>
                    <a:pt x="0" y="57645"/>
                  </a:lnTo>
                  <a:lnTo>
                    <a:pt x="533" y="73990"/>
                  </a:lnTo>
                  <a:lnTo>
                    <a:pt x="10718" y="76212"/>
                  </a:lnTo>
                  <a:lnTo>
                    <a:pt x="11087" y="80162"/>
                  </a:lnTo>
                  <a:lnTo>
                    <a:pt x="14109" y="85801"/>
                  </a:lnTo>
                  <a:lnTo>
                    <a:pt x="6743" y="94132"/>
                  </a:lnTo>
                  <a:lnTo>
                    <a:pt x="16052" y="107556"/>
                  </a:lnTo>
                  <a:lnTo>
                    <a:pt x="26949" y="103505"/>
                  </a:lnTo>
                  <a:lnTo>
                    <a:pt x="33261" y="108737"/>
                  </a:lnTo>
                  <a:lnTo>
                    <a:pt x="31521" y="120383"/>
                  </a:lnTo>
                  <a:lnTo>
                    <a:pt x="46609" y="126631"/>
                  </a:lnTo>
                  <a:lnTo>
                    <a:pt x="53619" y="117221"/>
                  </a:lnTo>
                  <a:lnTo>
                    <a:pt x="58267" y="118681"/>
                  </a:lnTo>
                  <a:lnTo>
                    <a:pt x="62598" y="118338"/>
                  </a:lnTo>
                  <a:lnTo>
                    <a:pt x="67335" y="129032"/>
                  </a:lnTo>
                  <a:lnTo>
                    <a:pt x="83464" y="126250"/>
                  </a:lnTo>
                  <a:lnTo>
                    <a:pt x="84289" y="114884"/>
                  </a:lnTo>
                  <a:lnTo>
                    <a:pt x="92811" y="110604"/>
                  </a:lnTo>
                  <a:lnTo>
                    <a:pt x="102273" y="116763"/>
                  </a:lnTo>
                  <a:lnTo>
                    <a:pt x="114300" y="105689"/>
                  </a:lnTo>
                  <a:lnTo>
                    <a:pt x="109042" y="96126"/>
                  </a:lnTo>
                  <a:lnTo>
                    <a:pt x="112890" y="91744"/>
                  </a:lnTo>
                  <a:lnTo>
                    <a:pt x="114134" y="87972"/>
                  </a:lnTo>
                  <a:lnTo>
                    <a:pt x="124574" y="88099"/>
                  </a:lnTo>
                  <a:lnTo>
                    <a:pt x="128765" y="722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8422566" y="3955105"/>
              <a:ext cx="65405" cy="62865"/>
            </a:xfrm>
            <a:custGeom>
              <a:avLst/>
              <a:gdLst/>
              <a:ahLst/>
              <a:cxnLst/>
              <a:rect l="l" t="t" r="r" b="b"/>
              <a:pathLst>
                <a:path w="65404" h="62864">
                  <a:moveTo>
                    <a:pt x="28625" y="62429"/>
                  </a:moveTo>
                  <a:lnTo>
                    <a:pt x="16378" y="58550"/>
                  </a:lnTo>
                  <a:lnTo>
                    <a:pt x="6911" y="50696"/>
                  </a:lnTo>
                  <a:lnTo>
                    <a:pt x="1144" y="39990"/>
                  </a:lnTo>
                  <a:lnTo>
                    <a:pt x="0" y="27552"/>
                  </a:lnTo>
                  <a:lnTo>
                    <a:pt x="3913" y="15689"/>
                  </a:lnTo>
                  <a:lnTo>
                    <a:pt x="11940" y="6552"/>
                  </a:lnTo>
                  <a:lnTo>
                    <a:pt x="23043" y="971"/>
                  </a:lnTo>
                  <a:lnTo>
                    <a:pt x="23628" y="971"/>
                  </a:lnTo>
                  <a:lnTo>
                    <a:pt x="35738" y="0"/>
                  </a:lnTo>
                  <a:lnTo>
                    <a:pt x="44273" y="971"/>
                  </a:lnTo>
                  <a:lnTo>
                    <a:pt x="52084" y="5191"/>
                  </a:lnTo>
                  <a:lnTo>
                    <a:pt x="62821" y="18272"/>
                  </a:lnTo>
                  <a:lnTo>
                    <a:pt x="65307" y="26598"/>
                  </a:lnTo>
                  <a:lnTo>
                    <a:pt x="64364" y="34876"/>
                  </a:lnTo>
                  <a:lnTo>
                    <a:pt x="60451" y="46739"/>
                  </a:lnTo>
                  <a:lnTo>
                    <a:pt x="52424" y="55876"/>
                  </a:lnTo>
                  <a:lnTo>
                    <a:pt x="41432" y="61401"/>
                  </a:lnTo>
                  <a:lnTo>
                    <a:pt x="28625" y="6242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8309648" y="4058005"/>
              <a:ext cx="459740" cy="453390"/>
            </a:xfrm>
            <a:custGeom>
              <a:avLst/>
              <a:gdLst/>
              <a:ahLst/>
              <a:cxnLst/>
              <a:rect l="l" t="t" r="r" b="b"/>
              <a:pathLst>
                <a:path w="459740" h="453389">
                  <a:moveTo>
                    <a:pt x="459549" y="228485"/>
                  </a:moveTo>
                  <a:lnTo>
                    <a:pt x="425450" y="214515"/>
                  </a:lnTo>
                  <a:lnTo>
                    <a:pt x="423113" y="191490"/>
                  </a:lnTo>
                  <a:lnTo>
                    <a:pt x="419417" y="179717"/>
                  </a:lnTo>
                  <a:lnTo>
                    <a:pt x="446506" y="158203"/>
                  </a:lnTo>
                  <a:lnTo>
                    <a:pt x="422706" y="105384"/>
                  </a:lnTo>
                  <a:lnTo>
                    <a:pt x="384886" y="112318"/>
                  </a:lnTo>
                  <a:lnTo>
                    <a:pt x="369189" y="93726"/>
                  </a:lnTo>
                  <a:lnTo>
                    <a:pt x="364274" y="89827"/>
                  </a:lnTo>
                  <a:lnTo>
                    <a:pt x="376961" y="52616"/>
                  </a:lnTo>
                  <a:lnTo>
                    <a:pt x="328256" y="21234"/>
                  </a:lnTo>
                  <a:lnTo>
                    <a:pt x="297535" y="49999"/>
                  </a:lnTo>
                  <a:lnTo>
                    <a:pt x="268427" y="41414"/>
                  </a:lnTo>
                  <a:lnTo>
                    <a:pt x="268046" y="41389"/>
                  </a:lnTo>
                  <a:lnTo>
                    <a:pt x="257708" y="0"/>
                  </a:lnTo>
                  <a:lnTo>
                    <a:pt x="199682" y="0"/>
                  </a:lnTo>
                  <a:lnTo>
                    <a:pt x="189103" y="42252"/>
                  </a:lnTo>
                  <a:lnTo>
                    <a:pt x="184569" y="42748"/>
                  </a:lnTo>
                  <a:lnTo>
                    <a:pt x="163868" y="49936"/>
                  </a:lnTo>
                  <a:lnTo>
                    <a:pt x="131470" y="19570"/>
                  </a:lnTo>
                  <a:lnTo>
                    <a:pt x="82765" y="50965"/>
                  </a:lnTo>
                  <a:lnTo>
                    <a:pt x="96012" y="89865"/>
                  </a:lnTo>
                  <a:lnTo>
                    <a:pt x="75933" y="109347"/>
                  </a:lnTo>
                  <a:lnTo>
                    <a:pt x="73825" y="112572"/>
                  </a:lnTo>
                  <a:lnTo>
                    <a:pt x="34620" y="105384"/>
                  </a:lnTo>
                  <a:lnTo>
                    <a:pt x="10820" y="158203"/>
                  </a:lnTo>
                  <a:lnTo>
                    <a:pt x="39370" y="180886"/>
                  </a:lnTo>
                  <a:lnTo>
                    <a:pt x="37820" y="185115"/>
                  </a:lnTo>
                  <a:lnTo>
                    <a:pt x="34340" y="214414"/>
                  </a:lnTo>
                  <a:lnTo>
                    <a:pt x="0" y="228485"/>
                  </a:lnTo>
                  <a:lnTo>
                    <a:pt x="8432" y="285889"/>
                  </a:lnTo>
                  <a:lnTo>
                    <a:pt x="43942" y="289483"/>
                  </a:lnTo>
                  <a:lnTo>
                    <a:pt x="52654" y="313093"/>
                  </a:lnTo>
                  <a:lnTo>
                    <a:pt x="59740" y="323926"/>
                  </a:lnTo>
                  <a:lnTo>
                    <a:pt x="38392" y="354393"/>
                  </a:lnTo>
                  <a:lnTo>
                    <a:pt x="76619" y="397967"/>
                  </a:lnTo>
                  <a:lnTo>
                    <a:pt x="110553" y="380758"/>
                  </a:lnTo>
                  <a:lnTo>
                    <a:pt x="137668" y="397484"/>
                  </a:lnTo>
                  <a:lnTo>
                    <a:pt x="136232" y="436968"/>
                  </a:lnTo>
                  <a:lnTo>
                    <a:pt x="191909" y="452958"/>
                  </a:lnTo>
                  <a:lnTo>
                    <a:pt x="212064" y="418274"/>
                  </a:lnTo>
                  <a:lnTo>
                    <a:pt x="229781" y="420243"/>
                  </a:lnTo>
                  <a:lnTo>
                    <a:pt x="245618" y="418477"/>
                  </a:lnTo>
                  <a:lnTo>
                    <a:pt x="265899" y="453097"/>
                  </a:lnTo>
                  <a:lnTo>
                    <a:pt x="321589" y="436816"/>
                  </a:lnTo>
                  <a:lnTo>
                    <a:pt x="320052" y="398614"/>
                  </a:lnTo>
                  <a:lnTo>
                    <a:pt x="351218" y="379387"/>
                  </a:lnTo>
                  <a:lnTo>
                    <a:pt x="384073" y="395859"/>
                  </a:lnTo>
                  <a:lnTo>
                    <a:pt x="422008" y="351980"/>
                  </a:lnTo>
                  <a:lnTo>
                    <a:pt x="400926" y="322211"/>
                  </a:lnTo>
                  <a:lnTo>
                    <a:pt x="406895" y="313093"/>
                  </a:lnTo>
                  <a:lnTo>
                    <a:pt x="415594" y="289483"/>
                  </a:lnTo>
                  <a:lnTo>
                    <a:pt x="451116" y="285889"/>
                  </a:lnTo>
                  <a:lnTo>
                    <a:pt x="459549" y="2284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20441" y="4175544"/>
              <a:ext cx="229709" cy="222881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5718924" y="971638"/>
              <a:ext cx="2915920" cy="1902460"/>
            </a:xfrm>
            <a:custGeom>
              <a:avLst/>
              <a:gdLst/>
              <a:ahLst/>
              <a:cxnLst/>
              <a:rect l="l" t="t" r="r" b="b"/>
              <a:pathLst>
                <a:path w="2915920" h="1902460">
                  <a:moveTo>
                    <a:pt x="2915589" y="1346822"/>
                  </a:moveTo>
                  <a:lnTo>
                    <a:pt x="2913773" y="1298041"/>
                  </a:lnTo>
                  <a:lnTo>
                    <a:pt x="2908350" y="1249946"/>
                  </a:lnTo>
                  <a:lnTo>
                    <a:pt x="2899435" y="1202817"/>
                  </a:lnTo>
                  <a:lnTo>
                    <a:pt x="2887103" y="1156906"/>
                  </a:lnTo>
                  <a:lnTo>
                    <a:pt x="2871444" y="1112456"/>
                  </a:lnTo>
                  <a:lnTo>
                    <a:pt x="2852572" y="1069733"/>
                  </a:lnTo>
                  <a:lnTo>
                    <a:pt x="2830538" y="1028992"/>
                  </a:lnTo>
                  <a:lnTo>
                    <a:pt x="2805468" y="990485"/>
                  </a:lnTo>
                  <a:lnTo>
                    <a:pt x="2777426" y="954468"/>
                  </a:lnTo>
                  <a:lnTo>
                    <a:pt x="2742831" y="917600"/>
                  </a:lnTo>
                  <a:lnTo>
                    <a:pt x="2705582" y="885177"/>
                  </a:lnTo>
                  <a:lnTo>
                    <a:pt x="2665996" y="857313"/>
                  </a:lnTo>
                  <a:lnTo>
                    <a:pt x="2624391" y="834186"/>
                  </a:lnTo>
                  <a:lnTo>
                    <a:pt x="2609507" y="827925"/>
                  </a:lnTo>
                  <a:lnTo>
                    <a:pt x="2607741" y="802335"/>
                  </a:lnTo>
                  <a:lnTo>
                    <a:pt x="2601912" y="752030"/>
                  </a:lnTo>
                  <a:lnTo>
                    <a:pt x="2593810" y="702373"/>
                  </a:lnTo>
                  <a:lnTo>
                    <a:pt x="2583484" y="653453"/>
                  </a:lnTo>
                  <a:lnTo>
                    <a:pt x="2570975" y="605383"/>
                  </a:lnTo>
                  <a:lnTo>
                    <a:pt x="2556294" y="558292"/>
                  </a:lnTo>
                  <a:lnTo>
                    <a:pt x="2539504" y="512267"/>
                  </a:lnTo>
                  <a:lnTo>
                    <a:pt x="2520632" y="467423"/>
                  </a:lnTo>
                  <a:lnTo>
                    <a:pt x="2499728" y="423875"/>
                  </a:lnTo>
                  <a:lnTo>
                    <a:pt x="2476804" y="381736"/>
                  </a:lnTo>
                  <a:lnTo>
                    <a:pt x="2451925" y="341122"/>
                  </a:lnTo>
                  <a:lnTo>
                    <a:pt x="2425103" y="302133"/>
                  </a:lnTo>
                  <a:lnTo>
                    <a:pt x="2396388" y="264883"/>
                  </a:lnTo>
                  <a:lnTo>
                    <a:pt x="2360803" y="224040"/>
                  </a:lnTo>
                  <a:lnTo>
                    <a:pt x="2323312" y="186372"/>
                  </a:lnTo>
                  <a:lnTo>
                    <a:pt x="2284044" y="151942"/>
                  </a:lnTo>
                  <a:lnTo>
                    <a:pt x="2243150" y="120827"/>
                  </a:lnTo>
                  <a:lnTo>
                    <a:pt x="2200783" y="93103"/>
                  </a:lnTo>
                  <a:lnTo>
                    <a:pt x="2157082" y="68834"/>
                  </a:lnTo>
                  <a:lnTo>
                    <a:pt x="2112175" y="48107"/>
                  </a:lnTo>
                  <a:lnTo>
                    <a:pt x="2066226" y="30988"/>
                  </a:lnTo>
                  <a:lnTo>
                    <a:pt x="2019376" y="17538"/>
                  </a:lnTo>
                  <a:lnTo>
                    <a:pt x="1971751" y="7835"/>
                  </a:lnTo>
                  <a:lnTo>
                    <a:pt x="1923516" y="1968"/>
                  </a:lnTo>
                  <a:lnTo>
                    <a:pt x="1874786" y="0"/>
                  </a:lnTo>
                  <a:lnTo>
                    <a:pt x="1831454" y="1536"/>
                  </a:lnTo>
                  <a:lnTo>
                    <a:pt x="1788769" y="6083"/>
                  </a:lnTo>
                  <a:lnTo>
                    <a:pt x="1746808" y="13563"/>
                  </a:lnTo>
                  <a:lnTo>
                    <a:pt x="1705648" y="23888"/>
                  </a:lnTo>
                  <a:lnTo>
                    <a:pt x="1665363" y="36969"/>
                  </a:lnTo>
                  <a:lnTo>
                    <a:pt x="1626006" y="52717"/>
                  </a:lnTo>
                  <a:lnTo>
                    <a:pt x="1587665" y="71069"/>
                  </a:lnTo>
                  <a:lnTo>
                    <a:pt x="1550390" y="91922"/>
                  </a:lnTo>
                  <a:lnTo>
                    <a:pt x="1514259" y="115189"/>
                  </a:lnTo>
                  <a:lnTo>
                    <a:pt x="1479346" y="140804"/>
                  </a:lnTo>
                  <a:lnTo>
                    <a:pt x="1445704" y="168656"/>
                  </a:lnTo>
                  <a:lnTo>
                    <a:pt x="1413421" y="198678"/>
                  </a:lnTo>
                  <a:lnTo>
                    <a:pt x="1382560" y="230784"/>
                  </a:lnTo>
                  <a:lnTo>
                    <a:pt x="1353185" y="264883"/>
                  </a:lnTo>
                  <a:lnTo>
                    <a:pt x="1325372" y="300901"/>
                  </a:lnTo>
                  <a:lnTo>
                    <a:pt x="1299184" y="338734"/>
                  </a:lnTo>
                  <a:lnTo>
                    <a:pt x="1274699" y="378320"/>
                  </a:lnTo>
                  <a:lnTo>
                    <a:pt x="1266266" y="393611"/>
                  </a:lnTo>
                  <a:lnTo>
                    <a:pt x="1254721" y="386753"/>
                  </a:lnTo>
                  <a:lnTo>
                    <a:pt x="1211211" y="366064"/>
                  </a:lnTo>
                  <a:lnTo>
                    <a:pt x="1166533" y="349796"/>
                  </a:lnTo>
                  <a:lnTo>
                    <a:pt x="1120851" y="338048"/>
                  </a:lnTo>
                  <a:lnTo>
                    <a:pt x="1074394" y="330911"/>
                  </a:lnTo>
                  <a:lnTo>
                    <a:pt x="1027353" y="328510"/>
                  </a:lnTo>
                  <a:lnTo>
                    <a:pt x="984923" y="330428"/>
                  </a:lnTo>
                  <a:lnTo>
                    <a:pt x="943292" y="336105"/>
                  </a:lnTo>
                  <a:lnTo>
                    <a:pt x="902576" y="345414"/>
                  </a:lnTo>
                  <a:lnTo>
                    <a:pt x="862863" y="358216"/>
                  </a:lnTo>
                  <a:lnTo>
                    <a:pt x="824255" y="374383"/>
                  </a:lnTo>
                  <a:lnTo>
                    <a:pt x="786866" y="393788"/>
                  </a:lnTo>
                  <a:lnTo>
                    <a:pt x="750773" y="416306"/>
                  </a:lnTo>
                  <a:lnTo>
                    <a:pt x="716089" y="441794"/>
                  </a:lnTo>
                  <a:lnTo>
                    <a:pt x="682917" y="470128"/>
                  </a:lnTo>
                  <a:lnTo>
                    <a:pt x="651344" y="501192"/>
                  </a:lnTo>
                  <a:lnTo>
                    <a:pt x="621499" y="534847"/>
                  </a:lnTo>
                  <a:lnTo>
                    <a:pt x="593458" y="570966"/>
                  </a:lnTo>
                  <a:lnTo>
                    <a:pt x="567321" y="609409"/>
                  </a:lnTo>
                  <a:lnTo>
                    <a:pt x="543204" y="650049"/>
                  </a:lnTo>
                  <a:lnTo>
                    <a:pt x="521195" y="692772"/>
                  </a:lnTo>
                  <a:lnTo>
                    <a:pt x="501396" y="737438"/>
                  </a:lnTo>
                  <a:lnTo>
                    <a:pt x="483908" y="783907"/>
                  </a:lnTo>
                  <a:lnTo>
                    <a:pt x="468845" y="832065"/>
                  </a:lnTo>
                  <a:lnTo>
                    <a:pt x="456285" y="881786"/>
                  </a:lnTo>
                  <a:lnTo>
                    <a:pt x="453186" y="897737"/>
                  </a:lnTo>
                  <a:lnTo>
                    <a:pt x="426300" y="899096"/>
                  </a:lnTo>
                  <a:lnTo>
                    <a:pt x="382092" y="905865"/>
                  </a:lnTo>
                  <a:lnTo>
                    <a:pt x="339293" y="916876"/>
                  </a:lnTo>
                  <a:lnTo>
                    <a:pt x="298119" y="931926"/>
                  </a:lnTo>
                  <a:lnTo>
                    <a:pt x="258762" y="950798"/>
                  </a:lnTo>
                  <a:lnTo>
                    <a:pt x="221424" y="973289"/>
                  </a:lnTo>
                  <a:lnTo>
                    <a:pt x="186283" y="999197"/>
                  </a:lnTo>
                  <a:lnTo>
                    <a:pt x="153568" y="1028306"/>
                  </a:lnTo>
                  <a:lnTo>
                    <a:pt x="123444" y="1060386"/>
                  </a:lnTo>
                  <a:lnTo>
                    <a:pt x="96126" y="1095248"/>
                  </a:lnTo>
                  <a:lnTo>
                    <a:pt x="71805" y="1132674"/>
                  </a:lnTo>
                  <a:lnTo>
                    <a:pt x="50685" y="1172464"/>
                  </a:lnTo>
                  <a:lnTo>
                    <a:pt x="32969" y="1214386"/>
                  </a:lnTo>
                  <a:lnTo>
                    <a:pt x="18834" y="1258239"/>
                  </a:lnTo>
                  <a:lnTo>
                    <a:pt x="8509" y="1303832"/>
                  </a:lnTo>
                  <a:lnTo>
                    <a:pt x="2159" y="1350924"/>
                  </a:lnTo>
                  <a:lnTo>
                    <a:pt x="0" y="1399311"/>
                  </a:lnTo>
                  <a:lnTo>
                    <a:pt x="2159" y="1447711"/>
                  </a:lnTo>
                  <a:lnTo>
                    <a:pt x="8509" y="1494802"/>
                  </a:lnTo>
                  <a:lnTo>
                    <a:pt x="18834" y="1540383"/>
                  </a:lnTo>
                  <a:lnTo>
                    <a:pt x="32969" y="1584248"/>
                  </a:lnTo>
                  <a:lnTo>
                    <a:pt x="50685" y="1626171"/>
                  </a:lnTo>
                  <a:lnTo>
                    <a:pt x="71805" y="1665960"/>
                  </a:lnTo>
                  <a:lnTo>
                    <a:pt x="96126" y="1703387"/>
                  </a:lnTo>
                  <a:lnTo>
                    <a:pt x="123444" y="1738249"/>
                  </a:lnTo>
                  <a:lnTo>
                    <a:pt x="153568" y="1770329"/>
                  </a:lnTo>
                  <a:lnTo>
                    <a:pt x="186283" y="1799437"/>
                  </a:lnTo>
                  <a:lnTo>
                    <a:pt x="221424" y="1825332"/>
                  </a:lnTo>
                  <a:lnTo>
                    <a:pt x="258762" y="1847837"/>
                  </a:lnTo>
                  <a:lnTo>
                    <a:pt x="298119" y="1866709"/>
                  </a:lnTo>
                  <a:lnTo>
                    <a:pt x="339293" y="1881759"/>
                  </a:lnTo>
                  <a:lnTo>
                    <a:pt x="382092" y="1892769"/>
                  </a:lnTo>
                  <a:lnTo>
                    <a:pt x="426300" y="1899539"/>
                  </a:lnTo>
                  <a:lnTo>
                    <a:pt x="433222" y="1899894"/>
                  </a:lnTo>
                  <a:lnTo>
                    <a:pt x="433222" y="1901532"/>
                  </a:lnTo>
                  <a:lnTo>
                    <a:pt x="465696" y="1901532"/>
                  </a:lnTo>
                  <a:lnTo>
                    <a:pt x="471728" y="1901837"/>
                  </a:lnTo>
                  <a:lnTo>
                    <a:pt x="477748" y="1901532"/>
                  </a:lnTo>
                  <a:lnTo>
                    <a:pt x="1196136" y="1901532"/>
                  </a:lnTo>
                  <a:lnTo>
                    <a:pt x="1199680" y="1901647"/>
                  </a:lnTo>
                  <a:lnTo>
                    <a:pt x="1877402" y="1901647"/>
                  </a:lnTo>
                  <a:lnTo>
                    <a:pt x="1880933" y="1901532"/>
                  </a:lnTo>
                  <a:lnTo>
                    <a:pt x="2440495" y="1901532"/>
                  </a:lnTo>
                  <a:lnTo>
                    <a:pt x="2443861" y="1901710"/>
                  </a:lnTo>
                  <a:lnTo>
                    <a:pt x="2447213" y="1901532"/>
                  </a:lnTo>
                  <a:lnTo>
                    <a:pt x="2500071" y="1901532"/>
                  </a:lnTo>
                  <a:lnTo>
                    <a:pt x="2500071" y="1897329"/>
                  </a:lnTo>
                  <a:lnTo>
                    <a:pt x="2528659" y="1892769"/>
                  </a:lnTo>
                  <a:lnTo>
                    <a:pt x="2569273" y="1881886"/>
                  </a:lnTo>
                  <a:lnTo>
                    <a:pt x="2608465" y="1866988"/>
                  </a:lnTo>
                  <a:lnTo>
                    <a:pt x="2646083" y="1848281"/>
                  </a:lnTo>
                  <a:lnTo>
                    <a:pt x="2681960" y="1825955"/>
                  </a:lnTo>
                  <a:lnTo>
                    <a:pt x="2715920" y="1800199"/>
                  </a:lnTo>
                  <a:lnTo>
                    <a:pt x="2747797" y="1771205"/>
                  </a:lnTo>
                  <a:lnTo>
                    <a:pt x="2777426" y="1739188"/>
                  </a:lnTo>
                  <a:lnTo>
                    <a:pt x="2804655" y="1704327"/>
                  </a:lnTo>
                  <a:lnTo>
                    <a:pt x="2829293" y="1666836"/>
                  </a:lnTo>
                  <a:lnTo>
                    <a:pt x="2851188" y="1626882"/>
                  </a:lnTo>
                  <a:lnTo>
                    <a:pt x="2870174" y="1584693"/>
                  </a:lnTo>
                  <a:lnTo>
                    <a:pt x="2886087" y="1540446"/>
                  </a:lnTo>
                  <a:lnTo>
                    <a:pt x="2898749" y="1494332"/>
                  </a:lnTo>
                  <a:lnTo>
                    <a:pt x="2907995" y="1446568"/>
                  </a:lnTo>
                  <a:lnTo>
                    <a:pt x="2913672" y="1397330"/>
                  </a:lnTo>
                  <a:lnTo>
                    <a:pt x="2915589" y="1346822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5426651" y="1420125"/>
              <a:ext cx="1315085" cy="1404620"/>
            </a:xfrm>
            <a:custGeom>
              <a:avLst/>
              <a:gdLst/>
              <a:ahLst/>
              <a:cxnLst/>
              <a:rect l="l" t="t" r="r" b="b"/>
              <a:pathLst>
                <a:path w="1315084" h="1404620">
                  <a:moveTo>
                    <a:pt x="553808" y="1404247"/>
                  </a:moveTo>
                  <a:lnTo>
                    <a:pt x="553808" y="1053185"/>
                  </a:lnTo>
                  <a:lnTo>
                    <a:pt x="0" y="1053185"/>
                  </a:lnTo>
                  <a:lnTo>
                    <a:pt x="0" y="351061"/>
                  </a:lnTo>
                  <a:lnTo>
                    <a:pt x="553808" y="351061"/>
                  </a:lnTo>
                  <a:lnTo>
                    <a:pt x="553808" y="0"/>
                  </a:lnTo>
                  <a:lnTo>
                    <a:pt x="1315085" y="702123"/>
                  </a:lnTo>
                  <a:lnTo>
                    <a:pt x="553808" y="1404247"/>
                  </a:lnTo>
                  <a:close/>
                </a:path>
              </a:pathLst>
            </a:custGeom>
            <a:solidFill>
              <a:srgbClr val="A0C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5426651" y="1420125"/>
              <a:ext cx="1315085" cy="1404620"/>
            </a:xfrm>
            <a:custGeom>
              <a:avLst/>
              <a:gdLst/>
              <a:ahLst/>
              <a:cxnLst/>
              <a:rect l="l" t="t" r="r" b="b"/>
              <a:pathLst>
                <a:path w="1315084" h="1404620">
                  <a:moveTo>
                    <a:pt x="0" y="351061"/>
                  </a:moveTo>
                  <a:lnTo>
                    <a:pt x="553808" y="351061"/>
                  </a:lnTo>
                  <a:lnTo>
                    <a:pt x="553808" y="0"/>
                  </a:lnTo>
                  <a:lnTo>
                    <a:pt x="1315085" y="702123"/>
                  </a:lnTo>
                  <a:lnTo>
                    <a:pt x="553808" y="1404247"/>
                  </a:lnTo>
                  <a:lnTo>
                    <a:pt x="553808" y="1053185"/>
                  </a:lnTo>
                  <a:lnTo>
                    <a:pt x="0" y="1053185"/>
                  </a:lnTo>
                  <a:lnTo>
                    <a:pt x="0" y="351061"/>
                  </a:lnTo>
                  <a:close/>
                </a:path>
              </a:pathLst>
            </a:custGeom>
            <a:ln w="761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6847827" y="1530133"/>
              <a:ext cx="1244600" cy="1184275"/>
            </a:xfrm>
            <a:custGeom>
              <a:avLst/>
              <a:gdLst/>
              <a:ahLst/>
              <a:cxnLst/>
              <a:rect l="l" t="t" r="r" b="b"/>
              <a:pathLst>
                <a:path w="1244600" h="1184275">
                  <a:moveTo>
                    <a:pt x="1244219" y="267423"/>
                  </a:moveTo>
                  <a:lnTo>
                    <a:pt x="1239177" y="216522"/>
                  </a:lnTo>
                  <a:lnTo>
                    <a:pt x="1224432" y="168046"/>
                  </a:lnTo>
                  <a:lnTo>
                    <a:pt x="1200543" y="123355"/>
                  </a:lnTo>
                  <a:lnTo>
                    <a:pt x="1168082" y="83807"/>
                  </a:lnTo>
                  <a:lnTo>
                    <a:pt x="1128496" y="51371"/>
                  </a:lnTo>
                  <a:lnTo>
                    <a:pt x="1083754" y="27508"/>
                  </a:lnTo>
                  <a:lnTo>
                    <a:pt x="1035227" y="12776"/>
                  </a:lnTo>
                  <a:lnTo>
                    <a:pt x="984288" y="7747"/>
                  </a:lnTo>
                  <a:lnTo>
                    <a:pt x="937552" y="11925"/>
                  </a:lnTo>
                  <a:lnTo>
                    <a:pt x="893584" y="23990"/>
                  </a:lnTo>
                  <a:lnTo>
                    <a:pt x="853084" y="43192"/>
                  </a:lnTo>
                  <a:lnTo>
                    <a:pt x="838250" y="53670"/>
                  </a:lnTo>
                  <a:lnTo>
                    <a:pt x="795020" y="35763"/>
                  </a:lnTo>
                  <a:lnTo>
                    <a:pt x="746010" y="20281"/>
                  </a:lnTo>
                  <a:lnTo>
                    <a:pt x="695706" y="9093"/>
                  </a:lnTo>
                  <a:lnTo>
                    <a:pt x="644372" y="2286"/>
                  </a:lnTo>
                  <a:lnTo>
                    <a:pt x="592289" y="0"/>
                  </a:lnTo>
                  <a:lnTo>
                    <a:pt x="543712" y="1955"/>
                  </a:lnTo>
                  <a:lnTo>
                    <a:pt x="496227" y="7747"/>
                  </a:lnTo>
                  <a:lnTo>
                    <a:pt x="449961" y="17208"/>
                  </a:lnTo>
                  <a:lnTo>
                    <a:pt x="405079" y="30187"/>
                  </a:lnTo>
                  <a:lnTo>
                    <a:pt x="361746" y="46532"/>
                  </a:lnTo>
                  <a:lnTo>
                    <a:pt x="320103" y="66090"/>
                  </a:lnTo>
                  <a:lnTo>
                    <a:pt x="280301" y="88709"/>
                  </a:lnTo>
                  <a:lnTo>
                    <a:pt x="242493" y="114236"/>
                  </a:lnTo>
                  <a:lnTo>
                    <a:pt x="206832" y="142532"/>
                  </a:lnTo>
                  <a:lnTo>
                    <a:pt x="173482" y="173431"/>
                  </a:lnTo>
                  <a:lnTo>
                    <a:pt x="142570" y="206768"/>
                  </a:lnTo>
                  <a:lnTo>
                    <a:pt x="114274" y="242417"/>
                  </a:lnTo>
                  <a:lnTo>
                    <a:pt x="88734" y="280212"/>
                  </a:lnTo>
                  <a:lnTo>
                    <a:pt x="66116" y="320001"/>
                  </a:lnTo>
                  <a:lnTo>
                    <a:pt x="46545" y="361632"/>
                  </a:lnTo>
                  <a:lnTo>
                    <a:pt x="30200" y="404964"/>
                  </a:lnTo>
                  <a:lnTo>
                    <a:pt x="17208" y="449821"/>
                  </a:lnTo>
                  <a:lnTo>
                    <a:pt x="7747" y="496074"/>
                  </a:lnTo>
                  <a:lnTo>
                    <a:pt x="1968" y="543560"/>
                  </a:lnTo>
                  <a:lnTo>
                    <a:pt x="0" y="592124"/>
                  </a:lnTo>
                  <a:lnTo>
                    <a:pt x="1968" y="640676"/>
                  </a:lnTo>
                  <a:lnTo>
                    <a:pt x="7747" y="688162"/>
                  </a:lnTo>
                  <a:lnTo>
                    <a:pt x="17208" y="734415"/>
                  </a:lnTo>
                  <a:lnTo>
                    <a:pt x="30200" y="779272"/>
                  </a:lnTo>
                  <a:lnTo>
                    <a:pt x="46545" y="822604"/>
                  </a:lnTo>
                  <a:lnTo>
                    <a:pt x="66116" y="864235"/>
                  </a:lnTo>
                  <a:lnTo>
                    <a:pt x="88734" y="904024"/>
                  </a:lnTo>
                  <a:lnTo>
                    <a:pt x="114274" y="941819"/>
                  </a:lnTo>
                  <a:lnTo>
                    <a:pt x="142570" y="977468"/>
                  </a:lnTo>
                  <a:lnTo>
                    <a:pt x="173482" y="1010818"/>
                  </a:lnTo>
                  <a:lnTo>
                    <a:pt x="206832" y="1041704"/>
                  </a:lnTo>
                  <a:lnTo>
                    <a:pt x="242493" y="1070000"/>
                  </a:lnTo>
                  <a:lnTo>
                    <a:pt x="280301" y="1095527"/>
                  </a:lnTo>
                  <a:lnTo>
                    <a:pt x="320103" y="1118146"/>
                  </a:lnTo>
                  <a:lnTo>
                    <a:pt x="361746" y="1137704"/>
                  </a:lnTo>
                  <a:lnTo>
                    <a:pt x="405079" y="1154061"/>
                  </a:lnTo>
                  <a:lnTo>
                    <a:pt x="449961" y="1167028"/>
                  </a:lnTo>
                  <a:lnTo>
                    <a:pt x="496227" y="1176489"/>
                  </a:lnTo>
                  <a:lnTo>
                    <a:pt x="543712" y="1182281"/>
                  </a:lnTo>
                  <a:lnTo>
                    <a:pt x="592289" y="1184236"/>
                  </a:lnTo>
                  <a:lnTo>
                    <a:pt x="640867" y="1182281"/>
                  </a:lnTo>
                  <a:lnTo>
                    <a:pt x="688365" y="1176489"/>
                  </a:lnTo>
                  <a:lnTo>
                    <a:pt x="734631" y="1167028"/>
                  </a:lnTo>
                  <a:lnTo>
                    <a:pt x="779500" y="1154061"/>
                  </a:lnTo>
                  <a:lnTo>
                    <a:pt x="822845" y="1137704"/>
                  </a:lnTo>
                  <a:lnTo>
                    <a:pt x="864489" y="1118146"/>
                  </a:lnTo>
                  <a:lnTo>
                    <a:pt x="904290" y="1095527"/>
                  </a:lnTo>
                  <a:lnTo>
                    <a:pt x="942098" y="1070000"/>
                  </a:lnTo>
                  <a:lnTo>
                    <a:pt x="977760" y="1041704"/>
                  </a:lnTo>
                  <a:lnTo>
                    <a:pt x="1011110" y="1010818"/>
                  </a:lnTo>
                  <a:lnTo>
                    <a:pt x="1042009" y="977468"/>
                  </a:lnTo>
                  <a:lnTo>
                    <a:pt x="1070305" y="941819"/>
                  </a:lnTo>
                  <a:lnTo>
                    <a:pt x="1095844" y="904024"/>
                  </a:lnTo>
                  <a:lnTo>
                    <a:pt x="1118476" y="864235"/>
                  </a:lnTo>
                  <a:lnTo>
                    <a:pt x="1138047" y="822604"/>
                  </a:lnTo>
                  <a:lnTo>
                    <a:pt x="1154391" y="779272"/>
                  </a:lnTo>
                  <a:lnTo>
                    <a:pt x="1167371" y="734415"/>
                  </a:lnTo>
                  <a:lnTo>
                    <a:pt x="1176832" y="688162"/>
                  </a:lnTo>
                  <a:lnTo>
                    <a:pt x="1182624" y="640676"/>
                  </a:lnTo>
                  <a:lnTo>
                    <a:pt x="1184592" y="592124"/>
                  </a:lnTo>
                  <a:lnTo>
                    <a:pt x="1182293" y="540054"/>
                  </a:lnTo>
                  <a:lnTo>
                    <a:pt x="1175499" y="488746"/>
                  </a:lnTo>
                  <a:lnTo>
                    <a:pt x="1167028" y="450761"/>
                  </a:lnTo>
                  <a:lnTo>
                    <a:pt x="1183081" y="434733"/>
                  </a:lnTo>
                  <a:lnTo>
                    <a:pt x="1208735" y="398487"/>
                  </a:lnTo>
                  <a:lnTo>
                    <a:pt x="1227950" y="358038"/>
                  </a:lnTo>
                  <a:lnTo>
                    <a:pt x="1240028" y="314096"/>
                  </a:lnTo>
                  <a:lnTo>
                    <a:pt x="1244219" y="2674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6905028" y="1587118"/>
              <a:ext cx="1135380" cy="1070610"/>
            </a:xfrm>
            <a:custGeom>
              <a:avLst/>
              <a:gdLst/>
              <a:ahLst/>
              <a:cxnLst/>
              <a:rect l="l" t="t" r="r" b="b"/>
              <a:pathLst>
                <a:path w="1135379" h="1070610">
                  <a:moveTo>
                    <a:pt x="1135214" y="210439"/>
                  </a:moveTo>
                  <a:lnTo>
                    <a:pt x="1131176" y="169621"/>
                  </a:lnTo>
                  <a:lnTo>
                    <a:pt x="1119365" y="130746"/>
                  </a:lnTo>
                  <a:lnTo>
                    <a:pt x="1100239" y="94907"/>
                  </a:lnTo>
                  <a:lnTo>
                    <a:pt x="1074254" y="63182"/>
                  </a:lnTo>
                  <a:lnTo>
                    <a:pt x="1042555" y="37185"/>
                  </a:lnTo>
                  <a:lnTo>
                    <a:pt x="1006729" y="18046"/>
                  </a:lnTo>
                  <a:lnTo>
                    <a:pt x="967879" y="6235"/>
                  </a:lnTo>
                  <a:lnTo>
                    <a:pt x="927087" y="2197"/>
                  </a:lnTo>
                  <a:lnTo>
                    <a:pt x="879360" y="7696"/>
                  </a:lnTo>
                  <a:lnTo>
                    <a:pt x="835545" y="23355"/>
                  </a:lnTo>
                  <a:lnTo>
                    <a:pt x="796912" y="47942"/>
                  </a:lnTo>
                  <a:lnTo>
                    <a:pt x="783501" y="61353"/>
                  </a:lnTo>
                  <a:lnTo>
                    <a:pt x="739876" y="40741"/>
                  </a:lnTo>
                  <a:lnTo>
                    <a:pt x="690727" y="23139"/>
                  </a:lnTo>
                  <a:lnTo>
                    <a:pt x="639991" y="10375"/>
                  </a:lnTo>
                  <a:lnTo>
                    <a:pt x="587997" y="2616"/>
                  </a:lnTo>
                  <a:lnTo>
                    <a:pt x="535101" y="0"/>
                  </a:lnTo>
                  <a:lnTo>
                    <a:pt x="486397" y="2184"/>
                  </a:lnTo>
                  <a:lnTo>
                    <a:pt x="438912" y="8623"/>
                  </a:lnTo>
                  <a:lnTo>
                    <a:pt x="392849" y="19113"/>
                  </a:lnTo>
                  <a:lnTo>
                    <a:pt x="348386" y="33477"/>
                  </a:lnTo>
                  <a:lnTo>
                    <a:pt x="305714" y="51523"/>
                  </a:lnTo>
                  <a:lnTo>
                    <a:pt x="265023" y="73063"/>
                  </a:lnTo>
                  <a:lnTo>
                    <a:pt x="226504" y="97904"/>
                  </a:lnTo>
                  <a:lnTo>
                    <a:pt x="190334" y="125857"/>
                  </a:lnTo>
                  <a:lnTo>
                    <a:pt x="156730" y="156743"/>
                  </a:lnTo>
                  <a:lnTo>
                    <a:pt x="125844" y="190360"/>
                  </a:lnTo>
                  <a:lnTo>
                    <a:pt x="97891" y="226517"/>
                  </a:lnTo>
                  <a:lnTo>
                    <a:pt x="73050" y="265049"/>
                  </a:lnTo>
                  <a:lnTo>
                    <a:pt x="51511" y="305739"/>
                  </a:lnTo>
                  <a:lnTo>
                    <a:pt x="33477" y="348411"/>
                  </a:lnTo>
                  <a:lnTo>
                    <a:pt x="19113" y="392874"/>
                  </a:lnTo>
                  <a:lnTo>
                    <a:pt x="8610" y="438950"/>
                  </a:lnTo>
                  <a:lnTo>
                    <a:pt x="2184" y="486422"/>
                  </a:lnTo>
                  <a:lnTo>
                    <a:pt x="0" y="535139"/>
                  </a:lnTo>
                  <a:lnTo>
                    <a:pt x="2184" y="583844"/>
                  </a:lnTo>
                  <a:lnTo>
                    <a:pt x="8610" y="631329"/>
                  </a:lnTo>
                  <a:lnTo>
                    <a:pt x="19113" y="677392"/>
                  </a:lnTo>
                  <a:lnTo>
                    <a:pt x="33477" y="721855"/>
                  </a:lnTo>
                  <a:lnTo>
                    <a:pt x="51511" y="764527"/>
                  </a:lnTo>
                  <a:lnTo>
                    <a:pt x="73050" y="805230"/>
                  </a:lnTo>
                  <a:lnTo>
                    <a:pt x="97891" y="843749"/>
                  </a:lnTo>
                  <a:lnTo>
                    <a:pt x="125844" y="879919"/>
                  </a:lnTo>
                  <a:lnTo>
                    <a:pt x="156730" y="913536"/>
                  </a:lnTo>
                  <a:lnTo>
                    <a:pt x="190334" y="944410"/>
                  </a:lnTo>
                  <a:lnTo>
                    <a:pt x="226504" y="972362"/>
                  </a:lnTo>
                  <a:lnTo>
                    <a:pt x="265023" y="997204"/>
                  </a:lnTo>
                  <a:lnTo>
                    <a:pt x="305714" y="1018743"/>
                  </a:lnTo>
                  <a:lnTo>
                    <a:pt x="348386" y="1036789"/>
                  </a:lnTo>
                  <a:lnTo>
                    <a:pt x="392849" y="1051153"/>
                  </a:lnTo>
                  <a:lnTo>
                    <a:pt x="438912" y="1061643"/>
                  </a:lnTo>
                  <a:lnTo>
                    <a:pt x="486397" y="1068082"/>
                  </a:lnTo>
                  <a:lnTo>
                    <a:pt x="535101" y="1070267"/>
                  </a:lnTo>
                  <a:lnTo>
                    <a:pt x="583806" y="1068082"/>
                  </a:lnTo>
                  <a:lnTo>
                    <a:pt x="631291" y="1061643"/>
                  </a:lnTo>
                  <a:lnTo>
                    <a:pt x="677354" y="1051153"/>
                  </a:lnTo>
                  <a:lnTo>
                    <a:pt x="721817" y="1036789"/>
                  </a:lnTo>
                  <a:lnTo>
                    <a:pt x="764489" y="1018743"/>
                  </a:lnTo>
                  <a:lnTo>
                    <a:pt x="805180" y="997204"/>
                  </a:lnTo>
                  <a:lnTo>
                    <a:pt x="843699" y="972362"/>
                  </a:lnTo>
                  <a:lnTo>
                    <a:pt x="879868" y="944410"/>
                  </a:lnTo>
                  <a:lnTo>
                    <a:pt x="913485" y="913536"/>
                  </a:lnTo>
                  <a:lnTo>
                    <a:pt x="944359" y="879919"/>
                  </a:lnTo>
                  <a:lnTo>
                    <a:pt x="972312" y="843749"/>
                  </a:lnTo>
                  <a:lnTo>
                    <a:pt x="997153" y="805230"/>
                  </a:lnTo>
                  <a:lnTo>
                    <a:pt x="1018692" y="764527"/>
                  </a:lnTo>
                  <a:lnTo>
                    <a:pt x="1036739" y="721855"/>
                  </a:lnTo>
                  <a:lnTo>
                    <a:pt x="1051102" y="677392"/>
                  </a:lnTo>
                  <a:lnTo>
                    <a:pt x="1061593" y="631329"/>
                  </a:lnTo>
                  <a:lnTo>
                    <a:pt x="1068031" y="583844"/>
                  </a:lnTo>
                  <a:lnTo>
                    <a:pt x="1070216" y="535139"/>
                  </a:lnTo>
                  <a:lnTo>
                    <a:pt x="1067600" y="482244"/>
                  </a:lnTo>
                  <a:lnTo>
                    <a:pt x="1059840" y="430250"/>
                  </a:lnTo>
                  <a:lnTo>
                    <a:pt x="1047076" y="379501"/>
                  </a:lnTo>
                  <a:lnTo>
                    <a:pt x="1057249" y="372935"/>
                  </a:lnTo>
                  <a:lnTo>
                    <a:pt x="1089482" y="340690"/>
                  </a:lnTo>
                  <a:lnTo>
                    <a:pt x="1114056" y="302018"/>
                  </a:lnTo>
                  <a:lnTo>
                    <a:pt x="1129715" y="258191"/>
                  </a:lnTo>
                  <a:lnTo>
                    <a:pt x="1135214" y="210439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7053859" y="1746084"/>
              <a:ext cx="784860" cy="752475"/>
            </a:xfrm>
            <a:custGeom>
              <a:avLst/>
              <a:gdLst/>
              <a:ahLst/>
              <a:cxnLst/>
              <a:rect l="l" t="t" r="r" b="b"/>
              <a:pathLst>
                <a:path w="784859" h="752475">
                  <a:moveTo>
                    <a:pt x="784529" y="184569"/>
                  </a:moveTo>
                  <a:lnTo>
                    <a:pt x="771512" y="119214"/>
                  </a:lnTo>
                  <a:lnTo>
                    <a:pt x="734441" y="63804"/>
                  </a:lnTo>
                  <a:lnTo>
                    <a:pt x="678954" y="26784"/>
                  </a:lnTo>
                  <a:lnTo>
                    <a:pt x="613511" y="13779"/>
                  </a:lnTo>
                  <a:lnTo>
                    <a:pt x="568045" y="19888"/>
                  </a:lnTo>
                  <a:lnTo>
                    <a:pt x="532714" y="34772"/>
                  </a:lnTo>
                  <a:lnTo>
                    <a:pt x="520280" y="28638"/>
                  </a:lnTo>
                  <a:lnTo>
                    <a:pt x="473938" y="12890"/>
                  </a:lnTo>
                  <a:lnTo>
                    <a:pt x="425742" y="3263"/>
                  </a:lnTo>
                  <a:lnTo>
                    <a:pt x="376288" y="0"/>
                  </a:lnTo>
                  <a:lnTo>
                    <a:pt x="329082" y="2933"/>
                  </a:lnTo>
                  <a:lnTo>
                    <a:pt x="283629" y="11493"/>
                  </a:lnTo>
                  <a:lnTo>
                    <a:pt x="240284" y="25323"/>
                  </a:lnTo>
                  <a:lnTo>
                    <a:pt x="199390" y="44069"/>
                  </a:lnTo>
                  <a:lnTo>
                    <a:pt x="161302" y="67398"/>
                  </a:lnTo>
                  <a:lnTo>
                    <a:pt x="126377" y="94932"/>
                  </a:lnTo>
                  <a:lnTo>
                    <a:pt x="94970" y="126339"/>
                  </a:lnTo>
                  <a:lnTo>
                    <a:pt x="67424" y="161251"/>
                  </a:lnTo>
                  <a:lnTo>
                    <a:pt x="44094" y="199326"/>
                  </a:lnTo>
                  <a:lnTo>
                    <a:pt x="25336" y="240207"/>
                  </a:lnTo>
                  <a:lnTo>
                    <a:pt x="11493" y="283540"/>
                  </a:lnTo>
                  <a:lnTo>
                    <a:pt x="2933" y="328980"/>
                  </a:lnTo>
                  <a:lnTo>
                    <a:pt x="0" y="376174"/>
                  </a:lnTo>
                  <a:lnTo>
                    <a:pt x="2933" y="423354"/>
                  </a:lnTo>
                  <a:lnTo>
                    <a:pt x="11493" y="468795"/>
                  </a:lnTo>
                  <a:lnTo>
                    <a:pt x="25336" y="512127"/>
                  </a:lnTo>
                  <a:lnTo>
                    <a:pt x="44094" y="553008"/>
                  </a:lnTo>
                  <a:lnTo>
                    <a:pt x="67424" y="591083"/>
                  </a:lnTo>
                  <a:lnTo>
                    <a:pt x="94970" y="625995"/>
                  </a:lnTo>
                  <a:lnTo>
                    <a:pt x="126377" y="657402"/>
                  </a:lnTo>
                  <a:lnTo>
                    <a:pt x="161302" y="684936"/>
                  </a:lnTo>
                  <a:lnTo>
                    <a:pt x="199390" y="708266"/>
                  </a:lnTo>
                  <a:lnTo>
                    <a:pt x="240284" y="727024"/>
                  </a:lnTo>
                  <a:lnTo>
                    <a:pt x="283629" y="740854"/>
                  </a:lnTo>
                  <a:lnTo>
                    <a:pt x="329082" y="749401"/>
                  </a:lnTo>
                  <a:lnTo>
                    <a:pt x="376288" y="752335"/>
                  </a:lnTo>
                  <a:lnTo>
                    <a:pt x="423481" y="749401"/>
                  </a:lnTo>
                  <a:lnTo>
                    <a:pt x="468934" y="740854"/>
                  </a:lnTo>
                  <a:lnTo>
                    <a:pt x="512279" y="727024"/>
                  </a:lnTo>
                  <a:lnTo>
                    <a:pt x="553173" y="708266"/>
                  </a:lnTo>
                  <a:lnTo>
                    <a:pt x="591261" y="684936"/>
                  </a:lnTo>
                  <a:lnTo>
                    <a:pt x="626186" y="657402"/>
                  </a:lnTo>
                  <a:lnTo>
                    <a:pt x="657593" y="625995"/>
                  </a:lnTo>
                  <a:lnTo>
                    <a:pt x="685152" y="591083"/>
                  </a:lnTo>
                  <a:lnTo>
                    <a:pt x="708482" y="553008"/>
                  </a:lnTo>
                  <a:lnTo>
                    <a:pt x="727240" y="512127"/>
                  </a:lnTo>
                  <a:lnTo>
                    <a:pt x="741070" y="468795"/>
                  </a:lnTo>
                  <a:lnTo>
                    <a:pt x="749630" y="423354"/>
                  </a:lnTo>
                  <a:lnTo>
                    <a:pt x="752563" y="376174"/>
                  </a:lnTo>
                  <a:lnTo>
                    <a:pt x="749300" y="326720"/>
                  </a:lnTo>
                  <a:lnTo>
                    <a:pt x="742848" y="294474"/>
                  </a:lnTo>
                  <a:lnTo>
                    <a:pt x="761187" y="270776"/>
                  </a:lnTo>
                  <a:lnTo>
                    <a:pt x="778421" y="229971"/>
                  </a:lnTo>
                  <a:lnTo>
                    <a:pt x="784529" y="1845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41546" y="1804729"/>
              <a:ext cx="251688" cy="251974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7106590" y="1798691"/>
              <a:ext cx="647700" cy="647065"/>
            </a:xfrm>
            <a:custGeom>
              <a:avLst/>
              <a:gdLst/>
              <a:ahLst/>
              <a:cxnLst/>
              <a:rect l="l" t="t" r="r" b="b"/>
              <a:pathLst>
                <a:path w="647700" h="647064">
                  <a:moveTo>
                    <a:pt x="323574" y="646961"/>
                  </a:moveTo>
                  <a:lnTo>
                    <a:pt x="275759" y="643454"/>
                  </a:lnTo>
                  <a:lnTo>
                    <a:pt x="230122" y="633266"/>
                  </a:lnTo>
                  <a:lnTo>
                    <a:pt x="187163" y="616896"/>
                  </a:lnTo>
                  <a:lnTo>
                    <a:pt x="147385" y="594847"/>
                  </a:lnTo>
                  <a:lnTo>
                    <a:pt x="111286" y="567617"/>
                  </a:lnTo>
                  <a:lnTo>
                    <a:pt x="79367" y="535708"/>
                  </a:lnTo>
                  <a:lnTo>
                    <a:pt x="52129" y="499619"/>
                  </a:lnTo>
                  <a:lnTo>
                    <a:pt x="30073" y="459852"/>
                  </a:lnTo>
                  <a:lnTo>
                    <a:pt x="13699" y="416906"/>
                  </a:lnTo>
                  <a:lnTo>
                    <a:pt x="3508" y="371282"/>
                  </a:lnTo>
                  <a:lnTo>
                    <a:pt x="0" y="323480"/>
                  </a:lnTo>
                  <a:lnTo>
                    <a:pt x="3508" y="275679"/>
                  </a:lnTo>
                  <a:lnTo>
                    <a:pt x="13699" y="230055"/>
                  </a:lnTo>
                  <a:lnTo>
                    <a:pt x="30073" y="187109"/>
                  </a:lnTo>
                  <a:lnTo>
                    <a:pt x="52129" y="147342"/>
                  </a:lnTo>
                  <a:lnTo>
                    <a:pt x="79367" y="111253"/>
                  </a:lnTo>
                  <a:lnTo>
                    <a:pt x="111286" y="79344"/>
                  </a:lnTo>
                  <a:lnTo>
                    <a:pt x="147385" y="52114"/>
                  </a:lnTo>
                  <a:lnTo>
                    <a:pt x="187163" y="30065"/>
                  </a:lnTo>
                  <a:lnTo>
                    <a:pt x="230122" y="13695"/>
                  </a:lnTo>
                  <a:lnTo>
                    <a:pt x="275759" y="3507"/>
                  </a:lnTo>
                  <a:lnTo>
                    <a:pt x="323574" y="0"/>
                  </a:lnTo>
                  <a:lnTo>
                    <a:pt x="374498" y="4029"/>
                  </a:lnTo>
                  <a:lnTo>
                    <a:pt x="423710" y="15879"/>
                  </a:lnTo>
                  <a:lnTo>
                    <a:pt x="470339" y="35188"/>
                  </a:lnTo>
                  <a:lnTo>
                    <a:pt x="513518" y="61596"/>
                  </a:lnTo>
                  <a:lnTo>
                    <a:pt x="552377" y="94745"/>
                  </a:lnTo>
                  <a:lnTo>
                    <a:pt x="585535" y="133593"/>
                  </a:lnTo>
                  <a:lnTo>
                    <a:pt x="611952" y="176759"/>
                  </a:lnTo>
                  <a:lnTo>
                    <a:pt x="631266" y="223375"/>
                  </a:lnTo>
                  <a:lnTo>
                    <a:pt x="643119" y="272571"/>
                  </a:lnTo>
                  <a:lnTo>
                    <a:pt x="647150" y="323480"/>
                  </a:lnTo>
                  <a:lnTo>
                    <a:pt x="643642" y="371282"/>
                  </a:lnTo>
                  <a:lnTo>
                    <a:pt x="633450" y="416906"/>
                  </a:lnTo>
                  <a:lnTo>
                    <a:pt x="617076" y="459852"/>
                  </a:lnTo>
                  <a:lnTo>
                    <a:pt x="595020" y="499619"/>
                  </a:lnTo>
                  <a:lnTo>
                    <a:pt x="567782" y="535708"/>
                  </a:lnTo>
                  <a:lnTo>
                    <a:pt x="535864" y="567617"/>
                  </a:lnTo>
                  <a:lnTo>
                    <a:pt x="499765" y="594847"/>
                  </a:lnTo>
                  <a:lnTo>
                    <a:pt x="459986" y="616896"/>
                  </a:lnTo>
                  <a:lnTo>
                    <a:pt x="417027" y="633266"/>
                  </a:lnTo>
                  <a:lnTo>
                    <a:pt x="371390" y="643454"/>
                  </a:lnTo>
                  <a:lnTo>
                    <a:pt x="323574" y="646961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7269810" y="1962162"/>
              <a:ext cx="320675" cy="320040"/>
            </a:xfrm>
            <a:custGeom>
              <a:avLst/>
              <a:gdLst/>
              <a:ahLst/>
              <a:cxnLst/>
              <a:rect l="l" t="t" r="r" b="b"/>
              <a:pathLst>
                <a:path w="320675" h="320039">
                  <a:moveTo>
                    <a:pt x="320662" y="128270"/>
                  </a:moveTo>
                  <a:lnTo>
                    <a:pt x="192328" y="128270"/>
                  </a:lnTo>
                  <a:lnTo>
                    <a:pt x="192328" y="0"/>
                  </a:lnTo>
                  <a:lnTo>
                    <a:pt x="128333" y="0"/>
                  </a:lnTo>
                  <a:lnTo>
                    <a:pt x="128333" y="128270"/>
                  </a:lnTo>
                  <a:lnTo>
                    <a:pt x="0" y="128270"/>
                  </a:lnTo>
                  <a:lnTo>
                    <a:pt x="0" y="191770"/>
                  </a:lnTo>
                  <a:lnTo>
                    <a:pt x="128333" y="191770"/>
                  </a:lnTo>
                  <a:lnTo>
                    <a:pt x="128333" y="320040"/>
                  </a:lnTo>
                  <a:lnTo>
                    <a:pt x="192328" y="320040"/>
                  </a:lnTo>
                  <a:lnTo>
                    <a:pt x="192328" y="191770"/>
                  </a:lnTo>
                  <a:lnTo>
                    <a:pt x="320662" y="191770"/>
                  </a:lnTo>
                  <a:lnTo>
                    <a:pt x="320662" y="1282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Deployments</a:t>
            </a:r>
          </a:p>
        </p:txBody>
      </p:sp>
      <p:sp>
        <p:nvSpPr>
          <p:cNvPr id="46" name="object 4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45" name="object 45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" y="2790506"/>
            <a:ext cx="2934124" cy="2200593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-742" y="1926806"/>
            <a:ext cx="8748395" cy="810895"/>
            <a:chOff x="-742" y="1926806"/>
            <a:chExt cx="8748395" cy="810895"/>
          </a:xfrm>
        </p:grpSpPr>
        <p:sp>
          <p:nvSpPr>
            <p:cNvPr id="4" name="object 4" descr=""/>
            <p:cNvSpPr/>
            <p:nvPr/>
          </p:nvSpPr>
          <p:spPr>
            <a:xfrm>
              <a:off x="-355" y="1999716"/>
              <a:ext cx="8747760" cy="737870"/>
            </a:xfrm>
            <a:custGeom>
              <a:avLst/>
              <a:gdLst/>
              <a:ahLst/>
              <a:cxnLst/>
              <a:rect l="l" t="t" r="r" b="b"/>
              <a:pathLst>
                <a:path w="8747760" h="737869">
                  <a:moveTo>
                    <a:pt x="8747481" y="0"/>
                  </a:moveTo>
                  <a:lnTo>
                    <a:pt x="381" y="0"/>
                  </a:lnTo>
                  <a:lnTo>
                    <a:pt x="0" y="76"/>
                  </a:lnTo>
                  <a:lnTo>
                    <a:pt x="0" y="666076"/>
                  </a:lnTo>
                  <a:lnTo>
                    <a:pt x="0" y="704545"/>
                  </a:lnTo>
                  <a:lnTo>
                    <a:pt x="381" y="704545"/>
                  </a:lnTo>
                  <a:lnTo>
                    <a:pt x="381" y="737400"/>
                  </a:lnTo>
                  <a:lnTo>
                    <a:pt x="8747481" y="737400"/>
                  </a:lnTo>
                  <a:lnTo>
                    <a:pt x="8747481" y="0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12" y="2638106"/>
              <a:ext cx="8643620" cy="8255"/>
            </a:xfrm>
            <a:custGeom>
              <a:avLst/>
              <a:gdLst/>
              <a:ahLst/>
              <a:cxnLst/>
              <a:rect l="l" t="t" r="r" b="b"/>
              <a:pathLst>
                <a:path w="8643620" h="8255">
                  <a:moveTo>
                    <a:pt x="0" y="7874"/>
                  </a:moveTo>
                  <a:lnTo>
                    <a:pt x="8643299" y="7874"/>
                  </a:lnTo>
                  <a:lnTo>
                    <a:pt x="8643299" y="0"/>
                  </a:lnTo>
                  <a:lnTo>
                    <a:pt x="0" y="0"/>
                  </a:lnTo>
                  <a:lnTo>
                    <a:pt x="0" y="7874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-742" y="1926806"/>
              <a:ext cx="8637270" cy="711835"/>
            </a:xfrm>
            <a:custGeom>
              <a:avLst/>
              <a:gdLst/>
              <a:ahLst/>
              <a:cxnLst/>
              <a:rect l="l" t="t" r="r" b="b"/>
              <a:pathLst>
                <a:path w="8637270" h="711835">
                  <a:moveTo>
                    <a:pt x="8636699" y="711299"/>
                  </a:moveTo>
                  <a:lnTo>
                    <a:pt x="0" y="711299"/>
                  </a:lnTo>
                  <a:lnTo>
                    <a:pt x="0" y="0"/>
                  </a:lnTo>
                  <a:lnTo>
                    <a:pt x="8636699" y="0"/>
                  </a:lnTo>
                  <a:lnTo>
                    <a:pt x="8636699" y="71129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9694" y="1975243"/>
            <a:ext cx="532638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Demo:</a:t>
            </a:r>
            <a:r>
              <a:rPr dirty="0" sz="3600" spc="-135"/>
              <a:t> </a:t>
            </a:r>
            <a:r>
              <a:rPr dirty="0" sz="3600"/>
              <a:t>Create</a:t>
            </a:r>
            <a:r>
              <a:rPr dirty="0" sz="3600" spc="-130"/>
              <a:t> </a:t>
            </a:r>
            <a:r>
              <a:rPr dirty="0" sz="3600" spc="-10"/>
              <a:t>Deployment</a:t>
            </a:r>
            <a:endParaRPr sz="3600"/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7765384" y="412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737373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470932" y="1111074"/>
          <a:ext cx="6804659" cy="26555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25650"/>
                <a:gridCol w="2921635"/>
                <a:gridCol w="1779905"/>
              </a:tblGrid>
              <a:tr h="44195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700" spc="-10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Deployment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4604"/>
                </a:tc>
                <a:tc>
                  <a:txBody>
                    <a:bodyPr/>
                    <a:lstStyle/>
                    <a:p>
                      <a:pPr marL="67246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ReplicaSet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4604"/>
                </a:tc>
                <a:tc>
                  <a:txBody>
                    <a:bodyPr/>
                    <a:lstStyle/>
                    <a:p>
                      <a:pPr marL="57023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DaemonSet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4604"/>
                </a:tc>
              </a:tr>
              <a:tr h="5905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25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Pod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 marL="67246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Liveness</a:t>
                      </a:r>
                      <a:r>
                        <a:rPr dirty="0" sz="1700" spc="-4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Probe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 marL="57023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25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Job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</a:tr>
              <a:tr h="5905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Volume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 marL="67246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Readiness</a:t>
                      </a:r>
                      <a:r>
                        <a:rPr dirty="0" sz="1700" spc="-45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Probe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 marL="57023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StatefulSet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</a:tr>
              <a:tr h="5905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Label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 marL="67246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Service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 marL="57023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ConfigMap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</a:tr>
              <a:tr h="44195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Selector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7023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Secret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</a:tr>
            </a:tbl>
          </a:graphicData>
        </a:graphic>
      </p:graphicFrame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Kubernetes</a:t>
            </a:r>
            <a:r>
              <a:rPr dirty="0" spc="-50"/>
              <a:t> </a:t>
            </a:r>
            <a:r>
              <a:rPr dirty="0" spc="-10"/>
              <a:t>Terminology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742" y="1926806"/>
            <a:ext cx="8748395" cy="810895"/>
            <a:chOff x="-742" y="1926806"/>
            <a:chExt cx="8748395" cy="810895"/>
          </a:xfrm>
        </p:grpSpPr>
        <p:sp>
          <p:nvSpPr>
            <p:cNvPr id="3" name="object 3" descr=""/>
            <p:cNvSpPr/>
            <p:nvPr/>
          </p:nvSpPr>
          <p:spPr>
            <a:xfrm>
              <a:off x="-355" y="1999716"/>
              <a:ext cx="8747760" cy="737870"/>
            </a:xfrm>
            <a:custGeom>
              <a:avLst/>
              <a:gdLst/>
              <a:ahLst/>
              <a:cxnLst/>
              <a:rect l="l" t="t" r="r" b="b"/>
              <a:pathLst>
                <a:path w="8747760" h="737869">
                  <a:moveTo>
                    <a:pt x="8747481" y="0"/>
                  </a:moveTo>
                  <a:lnTo>
                    <a:pt x="381" y="0"/>
                  </a:lnTo>
                  <a:lnTo>
                    <a:pt x="0" y="76"/>
                  </a:lnTo>
                  <a:lnTo>
                    <a:pt x="0" y="666076"/>
                  </a:lnTo>
                  <a:lnTo>
                    <a:pt x="0" y="704545"/>
                  </a:lnTo>
                  <a:lnTo>
                    <a:pt x="381" y="704545"/>
                  </a:lnTo>
                  <a:lnTo>
                    <a:pt x="381" y="737400"/>
                  </a:lnTo>
                  <a:lnTo>
                    <a:pt x="8747481" y="737400"/>
                  </a:lnTo>
                  <a:lnTo>
                    <a:pt x="8747481" y="0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12" y="2638106"/>
              <a:ext cx="8643620" cy="8255"/>
            </a:xfrm>
            <a:custGeom>
              <a:avLst/>
              <a:gdLst/>
              <a:ahLst/>
              <a:cxnLst/>
              <a:rect l="l" t="t" r="r" b="b"/>
              <a:pathLst>
                <a:path w="8643620" h="8255">
                  <a:moveTo>
                    <a:pt x="0" y="7874"/>
                  </a:moveTo>
                  <a:lnTo>
                    <a:pt x="8643299" y="7874"/>
                  </a:lnTo>
                  <a:lnTo>
                    <a:pt x="8643299" y="0"/>
                  </a:lnTo>
                  <a:lnTo>
                    <a:pt x="0" y="0"/>
                  </a:lnTo>
                  <a:lnTo>
                    <a:pt x="0" y="7874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-742" y="1926806"/>
              <a:ext cx="8637270" cy="711835"/>
            </a:xfrm>
            <a:custGeom>
              <a:avLst/>
              <a:gdLst/>
              <a:ahLst/>
              <a:cxnLst/>
              <a:rect l="l" t="t" r="r" b="b"/>
              <a:pathLst>
                <a:path w="8637270" h="711835">
                  <a:moveTo>
                    <a:pt x="8636699" y="711299"/>
                  </a:moveTo>
                  <a:lnTo>
                    <a:pt x="0" y="711299"/>
                  </a:lnTo>
                  <a:lnTo>
                    <a:pt x="0" y="0"/>
                  </a:lnTo>
                  <a:lnTo>
                    <a:pt x="8636699" y="0"/>
                  </a:lnTo>
                  <a:lnTo>
                    <a:pt x="8636699" y="71129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9700" y="1975236"/>
            <a:ext cx="802957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Pods</a:t>
            </a:r>
            <a:r>
              <a:rPr dirty="0" sz="3600" spc="-70"/>
              <a:t> </a:t>
            </a:r>
            <a:r>
              <a:rPr dirty="0" sz="3600"/>
              <a:t>and</a:t>
            </a:r>
            <a:r>
              <a:rPr dirty="0" sz="3600" spc="-70"/>
              <a:t> </a:t>
            </a:r>
            <a:r>
              <a:rPr dirty="0" sz="3600"/>
              <a:t>Volumes:</a:t>
            </a:r>
            <a:r>
              <a:rPr dirty="0" sz="3600" spc="-70"/>
              <a:t> </a:t>
            </a:r>
            <a:r>
              <a:rPr dirty="0" sz="3600"/>
              <a:t>Atom</a:t>
            </a:r>
            <a:r>
              <a:rPr dirty="0" sz="3600" spc="-65"/>
              <a:t> </a:t>
            </a:r>
            <a:r>
              <a:rPr dirty="0" sz="3600"/>
              <a:t>of</a:t>
            </a:r>
            <a:r>
              <a:rPr dirty="0" sz="3600" spc="-70"/>
              <a:t> </a:t>
            </a:r>
            <a:r>
              <a:rPr dirty="0" sz="3600" spc="-10"/>
              <a:t>scheduling</a:t>
            </a:r>
            <a:endParaRPr sz="3600"/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7765384" y="412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737373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6484" y="1112718"/>
            <a:ext cx="3774440" cy="167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Small</a:t>
            </a:r>
            <a:r>
              <a:rPr dirty="0" sz="1800" spc="-45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group</a:t>
            </a:r>
            <a:r>
              <a:rPr dirty="0" sz="1800" spc="-40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of</a:t>
            </a:r>
            <a:r>
              <a:rPr dirty="0" sz="1800" spc="-4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containers</a:t>
            </a:r>
            <a:r>
              <a:rPr dirty="0" sz="1800" spc="-4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&amp;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volumes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Tightly</a:t>
            </a:r>
            <a:r>
              <a:rPr dirty="0" sz="1800" spc="-25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coupled</a:t>
            </a:r>
            <a:endParaRPr sz="1800">
              <a:latin typeface="Roboto"/>
              <a:cs typeface="Roboto"/>
            </a:endParaRPr>
          </a:p>
          <a:p>
            <a:pPr marL="12700" marR="33020">
              <a:lnSpc>
                <a:spcPct val="166700"/>
              </a:lnSpc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The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atom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of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scheduling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&amp;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placement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Shared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namespace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40102" y="2762067"/>
            <a:ext cx="2661285" cy="55880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00"/>
              </a:spcBef>
              <a:buChar char="•"/>
              <a:tabLst>
                <a:tab pos="241300" algn="l"/>
              </a:tabLst>
            </a:pP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share</a:t>
            </a:r>
            <a:r>
              <a:rPr dirty="0" sz="1500" spc="-5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IP</a:t>
            </a:r>
            <a:r>
              <a:rPr dirty="0" sz="1500" spc="-4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address</a:t>
            </a:r>
            <a:r>
              <a:rPr dirty="0" sz="1500" spc="-5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&amp;</a:t>
            </a:r>
            <a:r>
              <a:rPr dirty="0" sz="1500" spc="-4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666666"/>
                </a:solidFill>
                <a:latin typeface="Roboto"/>
                <a:cs typeface="Roboto"/>
              </a:rPr>
              <a:t>localhost</a:t>
            </a:r>
            <a:endParaRPr sz="1500">
              <a:latin typeface="Roboto"/>
              <a:cs typeface="Roboto"/>
            </a:endParaRPr>
          </a:p>
          <a:p>
            <a:pPr marL="241300" indent="-228600">
              <a:lnSpc>
                <a:spcPct val="100000"/>
              </a:lnSpc>
              <a:spcBef>
                <a:spcPts val="300"/>
              </a:spcBef>
              <a:buChar char="•"/>
              <a:tabLst>
                <a:tab pos="241300" algn="l"/>
              </a:tabLst>
            </a:pP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share</a:t>
            </a:r>
            <a:r>
              <a:rPr dirty="0" sz="1500" spc="-5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IPC,</a:t>
            </a:r>
            <a:r>
              <a:rPr dirty="0" sz="1500" spc="-5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 spc="-20">
                <a:solidFill>
                  <a:srgbClr val="666666"/>
                </a:solidFill>
                <a:latin typeface="Roboto"/>
                <a:cs typeface="Roboto"/>
              </a:rPr>
              <a:t>etc.</a:t>
            </a:r>
            <a:endParaRPr sz="1500">
              <a:latin typeface="Roboto"/>
              <a:cs typeface="Roboto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4634" y="715397"/>
            <a:ext cx="3892584" cy="4256749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26484" y="3474918"/>
            <a:ext cx="18669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Managed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lifecycle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40102" y="3752667"/>
            <a:ext cx="3526154" cy="55880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00"/>
              </a:spcBef>
              <a:buChar char="•"/>
              <a:tabLst>
                <a:tab pos="241300" algn="l"/>
              </a:tabLst>
            </a:pP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bound</a:t>
            </a:r>
            <a:r>
              <a:rPr dirty="0" sz="15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to</a:t>
            </a:r>
            <a:r>
              <a:rPr dirty="0" sz="15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a</a:t>
            </a:r>
            <a:r>
              <a:rPr dirty="0" sz="15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node,</a:t>
            </a:r>
            <a:r>
              <a:rPr dirty="0" sz="15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restart</a:t>
            </a:r>
            <a:r>
              <a:rPr dirty="0" sz="15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in</a:t>
            </a:r>
            <a:r>
              <a:rPr dirty="0" sz="15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666666"/>
                </a:solidFill>
                <a:latin typeface="Roboto"/>
                <a:cs typeface="Roboto"/>
              </a:rPr>
              <a:t>place</a:t>
            </a:r>
            <a:endParaRPr sz="1500">
              <a:latin typeface="Roboto"/>
              <a:cs typeface="Roboto"/>
            </a:endParaRPr>
          </a:p>
          <a:p>
            <a:pPr marL="241300" indent="-228600">
              <a:lnSpc>
                <a:spcPct val="100000"/>
              </a:lnSpc>
              <a:spcBef>
                <a:spcPts val="300"/>
              </a:spcBef>
              <a:buChar char="•"/>
              <a:tabLst>
                <a:tab pos="241300" algn="l"/>
              </a:tabLst>
            </a:pP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can</a:t>
            </a:r>
            <a:r>
              <a:rPr dirty="0" sz="15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die,</a:t>
            </a:r>
            <a:r>
              <a:rPr dirty="0" sz="15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cannot</a:t>
            </a:r>
            <a:r>
              <a:rPr dirty="0" sz="15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be</a:t>
            </a:r>
            <a:r>
              <a:rPr dirty="0" sz="15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reborn</a:t>
            </a:r>
            <a:r>
              <a:rPr dirty="0" sz="15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with</a:t>
            </a:r>
            <a:r>
              <a:rPr dirty="0" sz="15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same</a:t>
            </a:r>
            <a:r>
              <a:rPr dirty="0" sz="15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 spc="-25">
                <a:solidFill>
                  <a:srgbClr val="666666"/>
                </a:solidFill>
                <a:latin typeface="Roboto"/>
                <a:cs typeface="Roboto"/>
              </a:rPr>
              <a:t>ID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26484" y="4465518"/>
            <a:ext cx="35026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666666"/>
                </a:solidFill>
                <a:latin typeface="Roboto"/>
                <a:cs typeface="Roboto"/>
              </a:rPr>
              <a:t>Example:</a:t>
            </a:r>
            <a:r>
              <a:rPr dirty="0" sz="1800" spc="-40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data</a:t>
            </a:r>
            <a:r>
              <a:rPr dirty="0" sz="1800" spc="-40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puller</a:t>
            </a:r>
            <a:r>
              <a:rPr dirty="0" sz="1800" spc="-40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&amp;</a:t>
            </a:r>
            <a:r>
              <a:rPr dirty="0" sz="1800" spc="-40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web</a:t>
            </a:r>
            <a:r>
              <a:rPr dirty="0" sz="1800" spc="-40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 b="1">
                <a:solidFill>
                  <a:srgbClr val="666666"/>
                </a:solidFill>
                <a:latin typeface="Roboto"/>
                <a:cs typeface="Roboto"/>
              </a:rPr>
              <a:t>server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360645" y="1032379"/>
            <a:ext cx="113474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 b="1">
                <a:solidFill>
                  <a:srgbClr val="777777"/>
                </a:solidFill>
                <a:latin typeface="Roboto"/>
                <a:cs typeface="Roboto"/>
              </a:rPr>
              <a:t>Consumers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548994" y="916684"/>
            <a:ext cx="884555" cy="54165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 marR="5080" indent="45720">
              <a:lnSpc>
                <a:spcPts val="2030"/>
              </a:lnSpc>
              <a:spcBef>
                <a:spcPts val="175"/>
              </a:spcBef>
            </a:pPr>
            <a:r>
              <a:rPr dirty="0" sz="1700" spc="-10" b="1">
                <a:solidFill>
                  <a:srgbClr val="777777"/>
                </a:solidFill>
                <a:latin typeface="Roboto"/>
                <a:cs typeface="Roboto"/>
              </a:rPr>
              <a:t>Content Manager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164095" y="2547209"/>
            <a:ext cx="527685" cy="49403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 marR="5080" indent="6985">
              <a:lnSpc>
                <a:spcPct val="104800"/>
              </a:lnSpc>
              <a:spcBef>
                <a:spcPts val="10"/>
              </a:spcBef>
            </a:pPr>
            <a:r>
              <a:rPr dirty="0" sz="1500" spc="-20" b="1">
                <a:solidFill>
                  <a:srgbClr val="FFFFFF"/>
                </a:solidFill>
                <a:latin typeface="Roboto"/>
                <a:cs typeface="Roboto"/>
              </a:rPr>
              <a:t>File </a:t>
            </a:r>
            <a:r>
              <a:rPr dirty="0" sz="1500" spc="-10" b="1">
                <a:solidFill>
                  <a:srgbClr val="FFFFFF"/>
                </a:solidFill>
                <a:latin typeface="Roboto"/>
                <a:cs typeface="Roboto"/>
              </a:rPr>
              <a:t>Puller</a:t>
            </a:r>
            <a:endParaRPr sz="1500">
              <a:latin typeface="Roboto"/>
              <a:cs typeface="Roboto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5548071" y="2428929"/>
            <a:ext cx="2903220" cy="709295"/>
            <a:chOff x="5548071" y="2428929"/>
            <a:chExt cx="2903220" cy="709295"/>
          </a:xfrm>
        </p:grpSpPr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48071" y="2488405"/>
              <a:ext cx="599885" cy="601327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6948523" y="2447979"/>
              <a:ext cx="1483995" cy="671195"/>
            </a:xfrm>
            <a:custGeom>
              <a:avLst/>
              <a:gdLst/>
              <a:ahLst/>
              <a:cxnLst/>
              <a:rect l="l" t="t" r="r" b="b"/>
              <a:pathLst>
                <a:path w="1483995" h="671194">
                  <a:moveTo>
                    <a:pt x="1371832" y="670774"/>
                  </a:moveTo>
                  <a:lnTo>
                    <a:pt x="111797" y="670774"/>
                  </a:lnTo>
                  <a:lnTo>
                    <a:pt x="68280" y="661988"/>
                  </a:lnTo>
                  <a:lnTo>
                    <a:pt x="32744" y="638029"/>
                  </a:lnTo>
                  <a:lnTo>
                    <a:pt x="8785" y="602492"/>
                  </a:lnTo>
                  <a:lnTo>
                    <a:pt x="0" y="558975"/>
                  </a:lnTo>
                  <a:lnTo>
                    <a:pt x="0" y="111797"/>
                  </a:lnTo>
                  <a:lnTo>
                    <a:pt x="8785" y="68280"/>
                  </a:lnTo>
                  <a:lnTo>
                    <a:pt x="32744" y="32744"/>
                  </a:lnTo>
                  <a:lnTo>
                    <a:pt x="68280" y="8785"/>
                  </a:lnTo>
                  <a:lnTo>
                    <a:pt x="111797" y="0"/>
                  </a:lnTo>
                  <a:lnTo>
                    <a:pt x="1371832" y="0"/>
                  </a:lnTo>
                  <a:lnTo>
                    <a:pt x="1414615" y="8510"/>
                  </a:lnTo>
                  <a:lnTo>
                    <a:pt x="1450885" y="32744"/>
                  </a:lnTo>
                  <a:lnTo>
                    <a:pt x="1475121" y="69014"/>
                  </a:lnTo>
                  <a:lnTo>
                    <a:pt x="1483631" y="111797"/>
                  </a:lnTo>
                  <a:lnTo>
                    <a:pt x="1483631" y="558975"/>
                  </a:lnTo>
                  <a:lnTo>
                    <a:pt x="1474845" y="602492"/>
                  </a:lnTo>
                  <a:lnTo>
                    <a:pt x="1450886" y="638029"/>
                  </a:lnTo>
                  <a:lnTo>
                    <a:pt x="1415349" y="661988"/>
                  </a:lnTo>
                  <a:lnTo>
                    <a:pt x="1371832" y="670774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948523" y="2447979"/>
              <a:ext cx="1483995" cy="671195"/>
            </a:xfrm>
            <a:custGeom>
              <a:avLst/>
              <a:gdLst/>
              <a:ahLst/>
              <a:cxnLst/>
              <a:rect l="l" t="t" r="r" b="b"/>
              <a:pathLst>
                <a:path w="1483995" h="671194">
                  <a:moveTo>
                    <a:pt x="0" y="111797"/>
                  </a:moveTo>
                  <a:lnTo>
                    <a:pt x="8785" y="68280"/>
                  </a:lnTo>
                  <a:lnTo>
                    <a:pt x="32744" y="32744"/>
                  </a:lnTo>
                  <a:lnTo>
                    <a:pt x="68280" y="8785"/>
                  </a:lnTo>
                  <a:lnTo>
                    <a:pt x="111797" y="0"/>
                  </a:lnTo>
                  <a:lnTo>
                    <a:pt x="1371832" y="0"/>
                  </a:lnTo>
                  <a:lnTo>
                    <a:pt x="1414615" y="8510"/>
                  </a:lnTo>
                  <a:lnTo>
                    <a:pt x="1450885" y="32744"/>
                  </a:lnTo>
                  <a:lnTo>
                    <a:pt x="1475121" y="69014"/>
                  </a:lnTo>
                  <a:lnTo>
                    <a:pt x="1483631" y="111797"/>
                  </a:lnTo>
                  <a:lnTo>
                    <a:pt x="1483631" y="558975"/>
                  </a:lnTo>
                  <a:lnTo>
                    <a:pt x="1474845" y="602492"/>
                  </a:lnTo>
                  <a:lnTo>
                    <a:pt x="1450886" y="638029"/>
                  </a:lnTo>
                  <a:lnTo>
                    <a:pt x="1415349" y="661988"/>
                  </a:lnTo>
                  <a:lnTo>
                    <a:pt x="1371832" y="670774"/>
                  </a:lnTo>
                  <a:lnTo>
                    <a:pt x="111797" y="670774"/>
                  </a:lnTo>
                  <a:lnTo>
                    <a:pt x="68280" y="661988"/>
                  </a:lnTo>
                  <a:lnTo>
                    <a:pt x="32744" y="638029"/>
                  </a:lnTo>
                  <a:lnTo>
                    <a:pt x="8785" y="602492"/>
                  </a:lnTo>
                  <a:lnTo>
                    <a:pt x="0" y="558975"/>
                  </a:lnTo>
                  <a:lnTo>
                    <a:pt x="0" y="111797"/>
                  </a:lnTo>
                  <a:close/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7635643" y="2547209"/>
            <a:ext cx="582930" cy="49403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 marR="5080" indent="9525">
              <a:lnSpc>
                <a:spcPct val="104800"/>
              </a:lnSpc>
              <a:spcBef>
                <a:spcPts val="10"/>
              </a:spcBef>
            </a:pPr>
            <a:r>
              <a:rPr dirty="0" sz="1500" spc="-25" b="1">
                <a:solidFill>
                  <a:srgbClr val="FFFFFF"/>
                </a:solidFill>
                <a:latin typeface="Roboto"/>
                <a:cs typeface="Roboto"/>
              </a:rPr>
              <a:t>Web </a:t>
            </a:r>
            <a:r>
              <a:rPr dirty="0" sz="1500" spc="-20" b="1">
                <a:solidFill>
                  <a:srgbClr val="FFFFFF"/>
                </a:solidFill>
                <a:latin typeface="Roboto"/>
                <a:cs typeface="Roboto"/>
              </a:rPr>
              <a:t>Server</a:t>
            </a:r>
            <a:endParaRPr sz="1500">
              <a:latin typeface="Roboto"/>
              <a:cs typeface="Roboto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6146255" y="1585153"/>
            <a:ext cx="2051050" cy="2801620"/>
            <a:chOff x="6146255" y="1585153"/>
            <a:chExt cx="2051050" cy="2801620"/>
          </a:xfrm>
        </p:grpSpPr>
        <p:pic>
          <p:nvPicPr>
            <p:cNvPr id="17" name="object 1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26099" y="2488401"/>
              <a:ext cx="599885" cy="601327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7380956" y="1585153"/>
              <a:ext cx="455930" cy="844550"/>
            </a:xfrm>
            <a:custGeom>
              <a:avLst/>
              <a:gdLst/>
              <a:ahLst/>
              <a:cxnLst/>
              <a:rect l="l" t="t" r="r" b="b"/>
              <a:pathLst>
                <a:path w="455929" h="844550">
                  <a:moveTo>
                    <a:pt x="411749" y="205875"/>
                  </a:moveTo>
                  <a:lnTo>
                    <a:pt x="0" y="205875"/>
                  </a:lnTo>
                  <a:lnTo>
                    <a:pt x="198105" y="0"/>
                  </a:lnTo>
                  <a:lnTo>
                    <a:pt x="411749" y="205875"/>
                  </a:lnTo>
                  <a:close/>
                </a:path>
                <a:path w="455929" h="844550">
                  <a:moveTo>
                    <a:pt x="346728" y="843986"/>
                  </a:moveTo>
                  <a:lnTo>
                    <a:pt x="309947" y="832577"/>
                  </a:lnTo>
                  <a:lnTo>
                    <a:pt x="273870" y="803823"/>
                  </a:lnTo>
                  <a:lnTo>
                    <a:pt x="239080" y="757768"/>
                  </a:lnTo>
                  <a:lnTo>
                    <a:pt x="203918" y="689258"/>
                  </a:lnTo>
                  <a:lnTo>
                    <a:pt x="187833" y="648729"/>
                  </a:lnTo>
                  <a:lnTo>
                    <a:pt x="172825" y="604342"/>
                  </a:lnTo>
                  <a:lnTo>
                    <a:pt x="158954" y="556336"/>
                  </a:lnTo>
                  <a:lnTo>
                    <a:pt x="146279" y="504955"/>
                  </a:lnTo>
                  <a:lnTo>
                    <a:pt x="134860" y="450439"/>
                  </a:lnTo>
                  <a:lnTo>
                    <a:pt x="124757" y="393032"/>
                  </a:lnTo>
                  <a:lnTo>
                    <a:pt x="116029" y="332974"/>
                  </a:lnTo>
                  <a:lnTo>
                    <a:pt x="108735" y="270508"/>
                  </a:lnTo>
                  <a:lnTo>
                    <a:pt x="102937" y="205875"/>
                  </a:lnTo>
                  <a:lnTo>
                    <a:pt x="308812" y="205875"/>
                  </a:lnTo>
                  <a:lnTo>
                    <a:pt x="314385" y="268315"/>
                  </a:lnTo>
                  <a:lnTo>
                    <a:pt x="321350" y="328716"/>
                  </a:lnTo>
                  <a:lnTo>
                    <a:pt x="329652" y="386864"/>
                  </a:lnTo>
                  <a:lnTo>
                    <a:pt x="339235" y="442547"/>
                  </a:lnTo>
                  <a:lnTo>
                    <a:pt x="350045" y="495551"/>
                  </a:lnTo>
                  <a:lnTo>
                    <a:pt x="362027" y="545665"/>
                  </a:lnTo>
                  <a:lnTo>
                    <a:pt x="375125" y="592675"/>
                  </a:lnTo>
                  <a:lnTo>
                    <a:pt x="389286" y="636368"/>
                  </a:lnTo>
                  <a:lnTo>
                    <a:pt x="404453" y="676532"/>
                  </a:lnTo>
                  <a:lnTo>
                    <a:pt x="420573" y="712954"/>
                  </a:lnTo>
                  <a:lnTo>
                    <a:pt x="455449" y="773722"/>
                  </a:lnTo>
                  <a:lnTo>
                    <a:pt x="420063" y="814602"/>
                  </a:lnTo>
                  <a:lnTo>
                    <a:pt x="383628" y="838009"/>
                  </a:lnTo>
                  <a:lnTo>
                    <a:pt x="346728" y="843986"/>
                  </a:lnTo>
                  <a:close/>
                </a:path>
              </a:pathLst>
            </a:custGeom>
            <a:solidFill>
              <a:srgbClr val="FACB4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733468" y="1585153"/>
              <a:ext cx="463550" cy="844550"/>
            </a:xfrm>
            <a:custGeom>
              <a:avLst/>
              <a:gdLst/>
              <a:ahLst/>
              <a:cxnLst/>
              <a:rect l="l" t="t" r="r" b="b"/>
              <a:pathLst>
                <a:path w="463550" h="844550">
                  <a:moveTo>
                    <a:pt x="205874" y="844200"/>
                  </a:moveTo>
                  <a:lnTo>
                    <a:pt x="0" y="844200"/>
                  </a:lnTo>
                  <a:lnTo>
                    <a:pt x="29037" y="838811"/>
                  </a:lnTo>
                  <a:lnTo>
                    <a:pt x="57480" y="822874"/>
                  </a:lnTo>
                  <a:lnTo>
                    <a:pt x="111577" y="760723"/>
                  </a:lnTo>
                  <a:lnTo>
                    <a:pt x="136727" y="715194"/>
                  </a:lnTo>
                  <a:lnTo>
                    <a:pt x="160275" y="660485"/>
                  </a:lnTo>
                  <a:lnTo>
                    <a:pt x="181969" y="596939"/>
                  </a:lnTo>
                  <a:lnTo>
                    <a:pt x="193590" y="556212"/>
                  </a:lnTo>
                  <a:lnTo>
                    <a:pt x="204310" y="513298"/>
                  </a:lnTo>
                  <a:lnTo>
                    <a:pt x="214106" y="468362"/>
                  </a:lnTo>
                  <a:lnTo>
                    <a:pt x="222960" y="421568"/>
                  </a:lnTo>
                  <a:lnTo>
                    <a:pt x="230849" y="373080"/>
                  </a:lnTo>
                  <a:lnTo>
                    <a:pt x="237754" y="323061"/>
                  </a:lnTo>
                  <a:lnTo>
                    <a:pt x="243653" y="271676"/>
                  </a:lnTo>
                  <a:lnTo>
                    <a:pt x="248526" y="219089"/>
                  </a:lnTo>
                  <a:lnTo>
                    <a:pt x="252353" y="165464"/>
                  </a:lnTo>
                  <a:lnTo>
                    <a:pt x="255111" y="110965"/>
                  </a:lnTo>
                  <a:lnTo>
                    <a:pt x="256782" y="55755"/>
                  </a:lnTo>
                  <a:lnTo>
                    <a:pt x="257343" y="0"/>
                  </a:lnTo>
                  <a:lnTo>
                    <a:pt x="463218" y="0"/>
                  </a:lnTo>
                  <a:lnTo>
                    <a:pt x="462657" y="55755"/>
                  </a:lnTo>
                  <a:lnTo>
                    <a:pt x="460986" y="110965"/>
                  </a:lnTo>
                  <a:lnTo>
                    <a:pt x="458228" y="165464"/>
                  </a:lnTo>
                  <a:lnTo>
                    <a:pt x="454401" y="219089"/>
                  </a:lnTo>
                  <a:lnTo>
                    <a:pt x="449528" y="271676"/>
                  </a:lnTo>
                  <a:lnTo>
                    <a:pt x="443629" y="323061"/>
                  </a:lnTo>
                  <a:lnTo>
                    <a:pt x="436724" y="373080"/>
                  </a:lnTo>
                  <a:lnTo>
                    <a:pt x="428835" y="421568"/>
                  </a:lnTo>
                  <a:lnTo>
                    <a:pt x="419981" y="468362"/>
                  </a:lnTo>
                  <a:lnTo>
                    <a:pt x="410185" y="513298"/>
                  </a:lnTo>
                  <a:lnTo>
                    <a:pt x="399465" y="556212"/>
                  </a:lnTo>
                  <a:lnTo>
                    <a:pt x="387844" y="596939"/>
                  </a:lnTo>
                  <a:lnTo>
                    <a:pt x="366150" y="660485"/>
                  </a:lnTo>
                  <a:lnTo>
                    <a:pt x="342602" y="715194"/>
                  </a:lnTo>
                  <a:lnTo>
                    <a:pt x="317452" y="760723"/>
                  </a:lnTo>
                  <a:lnTo>
                    <a:pt x="290953" y="796731"/>
                  </a:lnTo>
                  <a:lnTo>
                    <a:pt x="234912" y="838811"/>
                  </a:lnTo>
                  <a:lnTo>
                    <a:pt x="205874" y="844200"/>
                  </a:lnTo>
                  <a:close/>
                </a:path>
              </a:pathLst>
            </a:custGeom>
            <a:solidFill>
              <a:srgbClr val="C8A2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165305" y="3628476"/>
              <a:ext cx="1483995" cy="739140"/>
            </a:xfrm>
            <a:custGeom>
              <a:avLst/>
              <a:gdLst/>
              <a:ahLst/>
              <a:cxnLst/>
              <a:rect l="l" t="t" r="r" b="b"/>
              <a:pathLst>
                <a:path w="1483995" h="739139">
                  <a:moveTo>
                    <a:pt x="741815" y="738703"/>
                  </a:moveTo>
                  <a:lnTo>
                    <a:pt x="665969" y="738158"/>
                  </a:lnTo>
                  <a:lnTo>
                    <a:pt x="592313" y="736559"/>
                  </a:lnTo>
                  <a:lnTo>
                    <a:pt x="521222" y="733959"/>
                  </a:lnTo>
                  <a:lnTo>
                    <a:pt x="453067" y="730410"/>
                  </a:lnTo>
                  <a:lnTo>
                    <a:pt x="388222" y="725966"/>
                  </a:lnTo>
                  <a:lnTo>
                    <a:pt x="327059" y="720680"/>
                  </a:lnTo>
                  <a:lnTo>
                    <a:pt x="269952" y="714605"/>
                  </a:lnTo>
                  <a:lnTo>
                    <a:pt x="217272" y="707794"/>
                  </a:lnTo>
                  <a:lnTo>
                    <a:pt x="169394" y="700300"/>
                  </a:lnTo>
                  <a:lnTo>
                    <a:pt x="126690" y="692176"/>
                  </a:lnTo>
                  <a:lnTo>
                    <a:pt x="89533" y="683475"/>
                  </a:lnTo>
                  <a:lnTo>
                    <a:pt x="33350" y="664555"/>
                  </a:lnTo>
                  <a:lnTo>
                    <a:pt x="0" y="633174"/>
                  </a:lnTo>
                  <a:lnTo>
                    <a:pt x="0" y="0"/>
                  </a:lnTo>
                  <a:lnTo>
                    <a:pt x="3829" y="10789"/>
                  </a:lnTo>
                  <a:lnTo>
                    <a:pt x="15071" y="21267"/>
                  </a:lnTo>
                  <a:lnTo>
                    <a:pt x="58295" y="41076"/>
                  </a:lnTo>
                  <a:lnTo>
                    <a:pt x="126690" y="59002"/>
                  </a:lnTo>
                  <a:lnTo>
                    <a:pt x="169394" y="67126"/>
                  </a:lnTo>
                  <a:lnTo>
                    <a:pt x="217272" y="74620"/>
                  </a:lnTo>
                  <a:lnTo>
                    <a:pt x="269952" y="81431"/>
                  </a:lnTo>
                  <a:lnTo>
                    <a:pt x="327059" y="87506"/>
                  </a:lnTo>
                  <a:lnTo>
                    <a:pt x="388222" y="92792"/>
                  </a:lnTo>
                  <a:lnTo>
                    <a:pt x="453067" y="97235"/>
                  </a:lnTo>
                  <a:lnTo>
                    <a:pt x="521222" y="100784"/>
                  </a:lnTo>
                  <a:lnTo>
                    <a:pt x="592313" y="103385"/>
                  </a:lnTo>
                  <a:lnTo>
                    <a:pt x="665969" y="104984"/>
                  </a:lnTo>
                  <a:lnTo>
                    <a:pt x="741815" y="105528"/>
                  </a:lnTo>
                  <a:lnTo>
                    <a:pt x="817661" y="104984"/>
                  </a:lnTo>
                  <a:lnTo>
                    <a:pt x="891317" y="103385"/>
                  </a:lnTo>
                  <a:lnTo>
                    <a:pt x="962408" y="100784"/>
                  </a:lnTo>
                  <a:lnTo>
                    <a:pt x="1030563" y="97235"/>
                  </a:lnTo>
                  <a:lnTo>
                    <a:pt x="1095409" y="92792"/>
                  </a:lnTo>
                  <a:lnTo>
                    <a:pt x="1156571" y="87506"/>
                  </a:lnTo>
                  <a:lnTo>
                    <a:pt x="1213679" y="81431"/>
                  </a:lnTo>
                  <a:lnTo>
                    <a:pt x="1266358" y="74620"/>
                  </a:lnTo>
                  <a:lnTo>
                    <a:pt x="1314236" y="67126"/>
                  </a:lnTo>
                  <a:lnTo>
                    <a:pt x="1356940" y="59002"/>
                  </a:lnTo>
                  <a:lnTo>
                    <a:pt x="1394098" y="50301"/>
                  </a:lnTo>
                  <a:lnTo>
                    <a:pt x="1450280" y="31381"/>
                  </a:lnTo>
                  <a:lnTo>
                    <a:pt x="1483631" y="0"/>
                  </a:lnTo>
                  <a:lnTo>
                    <a:pt x="1483631" y="633174"/>
                  </a:lnTo>
                  <a:lnTo>
                    <a:pt x="1450280" y="664555"/>
                  </a:lnTo>
                  <a:lnTo>
                    <a:pt x="1394098" y="683475"/>
                  </a:lnTo>
                  <a:lnTo>
                    <a:pt x="1356940" y="692176"/>
                  </a:lnTo>
                  <a:lnTo>
                    <a:pt x="1314236" y="700300"/>
                  </a:lnTo>
                  <a:lnTo>
                    <a:pt x="1266358" y="707794"/>
                  </a:lnTo>
                  <a:lnTo>
                    <a:pt x="1213679" y="714605"/>
                  </a:lnTo>
                  <a:lnTo>
                    <a:pt x="1156571" y="720680"/>
                  </a:lnTo>
                  <a:lnTo>
                    <a:pt x="1095409" y="725966"/>
                  </a:lnTo>
                  <a:lnTo>
                    <a:pt x="1030563" y="730410"/>
                  </a:lnTo>
                  <a:lnTo>
                    <a:pt x="962408" y="733959"/>
                  </a:lnTo>
                  <a:lnTo>
                    <a:pt x="891317" y="736559"/>
                  </a:lnTo>
                  <a:lnTo>
                    <a:pt x="817661" y="738158"/>
                  </a:lnTo>
                  <a:lnTo>
                    <a:pt x="741815" y="738703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6165305" y="3522947"/>
              <a:ext cx="1483995" cy="211454"/>
            </a:xfrm>
            <a:custGeom>
              <a:avLst/>
              <a:gdLst/>
              <a:ahLst/>
              <a:cxnLst/>
              <a:rect l="l" t="t" r="r" b="b"/>
              <a:pathLst>
                <a:path w="1483995" h="211454">
                  <a:moveTo>
                    <a:pt x="741815" y="211058"/>
                  </a:moveTo>
                  <a:lnTo>
                    <a:pt x="665969" y="210513"/>
                  </a:lnTo>
                  <a:lnTo>
                    <a:pt x="592313" y="208914"/>
                  </a:lnTo>
                  <a:lnTo>
                    <a:pt x="521222" y="206313"/>
                  </a:lnTo>
                  <a:lnTo>
                    <a:pt x="453067" y="202765"/>
                  </a:lnTo>
                  <a:lnTo>
                    <a:pt x="388222" y="198321"/>
                  </a:lnTo>
                  <a:lnTo>
                    <a:pt x="327059" y="193035"/>
                  </a:lnTo>
                  <a:lnTo>
                    <a:pt x="269952" y="186960"/>
                  </a:lnTo>
                  <a:lnTo>
                    <a:pt x="217272" y="180149"/>
                  </a:lnTo>
                  <a:lnTo>
                    <a:pt x="169394" y="172655"/>
                  </a:lnTo>
                  <a:lnTo>
                    <a:pt x="126690" y="164531"/>
                  </a:lnTo>
                  <a:lnTo>
                    <a:pt x="89533" y="155830"/>
                  </a:lnTo>
                  <a:lnTo>
                    <a:pt x="33350" y="136910"/>
                  </a:lnTo>
                  <a:lnTo>
                    <a:pt x="0" y="105529"/>
                  </a:lnTo>
                  <a:lnTo>
                    <a:pt x="3829" y="94739"/>
                  </a:lnTo>
                  <a:lnTo>
                    <a:pt x="58295" y="64452"/>
                  </a:lnTo>
                  <a:lnTo>
                    <a:pt x="126690" y="46526"/>
                  </a:lnTo>
                  <a:lnTo>
                    <a:pt x="169394" y="38402"/>
                  </a:lnTo>
                  <a:lnTo>
                    <a:pt x="217272" y="30908"/>
                  </a:lnTo>
                  <a:lnTo>
                    <a:pt x="269952" y="24097"/>
                  </a:lnTo>
                  <a:lnTo>
                    <a:pt x="327059" y="18022"/>
                  </a:lnTo>
                  <a:lnTo>
                    <a:pt x="388222" y="12736"/>
                  </a:lnTo>
                  <a:lnTo>
                    <a:pt x="453067" y="8293"/>
                  </a:lnTo>
                  <a:lnTo>
                    <a:pt x="521222" y="4744"/>
                  </a:lnTo>
                  <a:lnTo>
                    <a:pt x="592313" y="2143"/>
                  </a:lnTo>
                  <a:lnTo>
                    <a:pt x="665969" y="544"/>
                  </a:lnTo>
                  <a:lnTo>
                    <a:pt x="741815" y="0"/>
                  </a:lnTo>
                  <a:lnTo>
                    <a:pt x="817661" y="544"/>
                  </a:lnTo>
                  <a:lnTo>
                    <a:pt x="891317" y="2143"/>
                  </a:lnTo>
                  <a:lnTo>
                    <a:pt x="962408" y="4744"/>
                  </a:lnTo>
                  <a:lnTo>
                    <a:pt x="1030563" y="8293"/>
                  </a:lnTo>
                  <a:lnTo>
                    <a:pt x="1095409" y="12736"/>
                  </a:lnTo>
                  <a:lnTo>
                    <a:pt x="1156571" y="18022"/>
                  </a:lnTo>
                  <a:lnTo>
                    <a:pt x="1213679" y="24097"/>
                  </a:lnTo>
                  <a:lnTo>
                    <a:pt x="1266358" y="30908"/>
                  </a:lnTo>
                  <a:lnTo>
                    <a:pt x="1314236" y="38402"/>
                  </a:lnTo>
                  <a:lnTo>
                    <a:pt x="1356940" y="46526"/>
                  </a:lnTo>
                  <a:lnTo>
                    <a:pt x="1394098" y="55227"/>
                  </a:lnTo>
                  <a:lnTo>
                    <a:pt x="1450280" y="74148"/>
                  </a:lnTo>
                  <a:lnTo>
                    <a:pt x="1483631" y="105529"/>
                  </a:lnTo>
                  <a:lnTo>
                    <a:pt x="1479801" y="116318"/>
                  </a:lnTo>
                  <a:lnTo>
                    <a:pt x="1425335" y="146605"/>
                  </a:lnTo>
                  <a:lnTo>
                    <a:pt x="1356940" y="164531"/>
                  </a:lnTo>
                  <a:lnTo>
                    <a:pt x="1314236" y="172655"/>
                  </a:lnTo>
                  <a:lnTo>
                    <a:pt x="1266358" y="180149"/>
                  </a:lnTo>
                  <a:lnTo>
                    <a:pt x="1213679" y="186960"/>
                  </a:lnTo>
                  <a:lnTo>
                    <a:pt x="1156571" y="193035"/>
                  </a:lnTo>
                  <a:lnTo>
                    <a:pt x="1095409" y="198321"/>
                  </a:lnTo>
                  <a:lnTo>
                    <a:pt x="1030563" y="202765"/>
                  </a:lnTo>
                  <a:lnTo>
                    <a:pt x="962408" y="206313"/>
                  </a:lnTo>
                  <a:lnTo>
                    <a:pt x="891317" y="208914"/>
                  </a:lnTo>
                  <a:lnTo>
                    <a:pt x="817661" y="210513"/>
                  </a:lnTo>
                  <a:lnTo>
                    <a:pt x="741815" y="211058"/>
                  </a:lnTo>
                  <a:close/>
                </a:path>
              </a:pathLst>
            </a:custGeom>
            <a:solidFill>
              <a:srgbClr val="6FC4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165305" y="3522947"/>
              <a:ext cx="1483995" cy="844550"/>
            </a:xfrm>
            <a:custGeom>
              <a:avLst/>
              <a:gdLst/>
              <a:ahLst/>
              <a:cxnLst/>
              <a:rect l="l" t="t" r="r" b="b"/>
              <a:pathLst>
                <a:path w="1483995" h="844550">
                  <a:moveTo>
                    <a:pt x="1483631" y="105529"/>
                  </a:moveTo>
                  <a:lnTo>
                    <a:pt x="1479801" y="116318"/>
                  </a:lnTo>
                  <a:lnTo>
                    <a:pt x="1468560" y="126797"/>
                  </a:lnTo>
                  <a:lnTo>
                    <a:pt x="1425335" y="146605"/>
                  </a:lnTo>
                  <a:lnTo>
                    <a:pt x="1356940" y="164531"/>
                  </a:lnTo>
                  <a:lnTo>
                    <a:pt x="1314236" y="172655"/>
                  </a:lnTo>
                  <a:lnTo>
                    <a:pt x="1266358" y="180149"/>
                  </a:lnTo>
                  <a:lnTo>
                    <a:pt x="1213679" y="186960"/>
                  </a:lnTo>
                  <a:lnTo>
                    <a:pt x="1156571" y="193035"/>
                  </a:lnTo>
                  <a:lnTo>
                    <a:pt x="1095409" y="198321"/>
                  </a:lnTo>
                  <a:lnTo>
                    <a:pt x="1030563" y="202765"/>
                  </a:lnTo>
                  <a:lnTo>
                    <a:pt x="962408" y="206313"/>
                  </a:lnTo>
                  <a:lnTo>
                    <a:pt x="891317" y="208914"/>
                  </a:lnTo>
                  <a:lnTo>
                    <a:pt x="817661" y="210513"/>
                  </a:lnTo>
                  <a:lnTo>
                    <a:pt x="741815" y="211058"/>
                  </a:lnTo>
                  <a:lnTo>
                    <a:pt x="665969" y="210513"/>
                  </a:lnTo>
                  <a:lnTo>
                    <a:pt x="592313" y="208914"/>
                  </a:lnTo>
                  <a:lnTo>
                    <a:pt x="521222" y="206313"/>
                  </a:lnTo>
                  <a:lnTo>
                    <a:pt x="453067" y="202765"/>
                  </a:lnTo>
                  <a:lnTo>
                    <a:pt x="388222" y="198321"/>
                  </a:lnTo>
                  <a:lnTo>
                    <a:pt x="327059" y="193035"/>
                  </a:lnTo>
                  <a:lnTo>
                    <a:pt x="269952" y="186960"/>
                  </a:lnTo>
                  <a:lnTo>
                    <a:pt x="217272" y="180149"/>
                  </a:lnTo>
                  <a:lnTo>
                    <a:pt x="169394" y="172655"/>
                  </a:lnTo>
                  <a:lnTo>
                    <a:pt x="126690" y="164531"/>
                  </a:lnTo>
                  <a:lnTo>
                    <a:pt x="89533" y="155830"/>
                  </a:lnTo>
                  <a:lnTo>
                    <a:pt x="33350" y="136910"/>
                  </a:lnTo>
                  <a:lnTo>
                    <a:pt x="0" y="105529"/>
                  </a:lnTo>
                  <a:lnTo>
                    <a:pt x="33350" y="74148"/>
                  </a:lnTo>
                  <a:lnTo>
                    <a:pt x="89533" y="55227"/>
                  </a:lnTo>
                  <a:lnTo>
                    <a:pt x="126690" y="46526"/>
                  </a:lnTo>
                  <a:lnTo>
                    <a:pt x="169394" y="38402"/>
                  </a:lnTo>
                  <a:lnTo>
                    <a:pt x="217272" y="30908"/>
                  </a:lnTo>
                  <a:lnTo>
                    <a:pt x="269952" y="24097"/>
                  </a:lnTo>
                  <a:lnTo>
                    <a:pt x="327059" y="18022"/>
                  </a:lnTo>
                  <a:lnTo>
                    <a:pt x="388222" y="12736"/>
                  </a:lnTo>
                  <a:lnTo>
                    <a:pt x="453067" y="8293"/>
                  </a:lnTo>
                  <a:lnTo>
                    <a:pt x="521222" y="4744"/>
                  </a:lnTo>
                  <a:lnTo>
                    <a:pt x="592313" y="2143"/>
                  </a:lnTo>
                  <a:lnTo>
                    <a:pt x="665969" y="544"/>
                  </a:lnTo>
                  <a:lnTo>
                    <a:pt x="741815" y="0"/>
                  </a:lnTo>
                  <a:lnTo>
                    <a:pt x="817661" y="544"/>
                  </a:lnTo>
                  <a:lnTo>
                    <a:pt x="891317" y="2143"/>
                  </a:lnTo>
                  <a:lnTo>
                    <a:pt x="962408" y="4744"/>
                  </a:lnTo>
                  <a:lnTo>
                    <a:pt x="1030563" y="8293"/>
                  </a:lnTo>
                  <a:lnTo>
                    <a:pt x="1095409" y="12736"/>
                  </a:lnTo>
                  <a:lnTo>
                    <a:pt x="1156571" y="18022"/>
                  </a:lnTo>
                  <a:lnTo>
                    <a:pt x="1213679" y="24097"/>
                  </a:lnTo>
                  <a:lnTo>
                    <a:pt x="1266358" y="30908"/>
                  </a:lnTo>
                  <a:lnTo>
                    <a:pt x="1314236" y="38402"/>
                  </a:lnTo>
                  <a:lnTo>
                    <a:pt x="1356940" y="46526"/>
                  </a:lnTo>
                  <a:lnTo>
                    <a:pt x="1394098" y="55227"/>
                  </a:lnTo>
                  <a:lnTo>
                    <a:pt x="1450280" y="74148"/>
                  </a:lnTo>
                  <a:lnTo>
                    <a:pt x="1483631" y="105529"/>
                  </a:lnTo>
                  <a:lnTo>
                    <a:pt x="1483631" y="738703"/>
                  </a:lnTo>
                  <a:lnTo>
                    <a:pt x="1450280" y="770084"/>
                  </a:lnTo>
                  <a:lnTo>
                    <a:pt x="1394098" y="789005"/>
                  </a:lnTo>
                  <a:lnTo>
                    <a:pt x="1356940" y="797706"/>
                  </a:lnTo>
                  <a:lnTo>
                    <a:pt x="1314236" y="805830"/>
                  </a:lnTo>
                  <a:lnTo>
                    <a:pt x="1266358" y="813324"/>
                  </a:lnTo>
                  <a:lnTo>
                    <a:pt x="1213679" y="820135"/>
                  </a:lnTo>
                  <a:lnTo>
                    <a:pt x="1156571" y="826210"/>
                  </a:lnTo>
                  <a:lnTo>
                    <a:pt x="1095409" y="831495"/>
                  </a:lnTo>
                  <a:lnTo>
                    <a:pt x="1030563" y="835939"/>
                  </a:lnTo>
                  <a:lnTo>
                    <a:pt x="962408" y="839488"/>
                  </a:lnTo>
                  <a:lnTo>
                    <a:pt x="891317" y="842088"/>
                  </a:lnTo>
                  <a:lnTo>
                    <a:pt x="817661" y="843687"/>
                  </a:lnTo>
                  <a:lnTo>
                    <a:pt x="741815" y="844232"/>
                  </a:lnTo>
                  <a:lnTo>
                    <a:pt x="665969" y="843687"/>
                  </a:lnTo>
                  <a:lnTo>
                    <a:pt x="592313" y="842088"/>
                  </a:lnTo>
                  <a:lnTo>
                    <a:pt x="521222" y="839488"/>
                  </a:lnTo>
                  <a:lnTo>
                    <a:pt x="453067" y="835939"/>
                  </a:lnTo>
                  <a:lnTo>
                    <a:pt x="388222" y="831495"/>
                  </a:lnTo>
                  <a:lnTo>
                    <a:pt x="327059" y="826210"/>
                  </a:lnTo>
                  <a:lnTo>
                    <a:pt x="269952" y="820135"/>
                  </a:lnTo>
                  <a:lnTo>
                    <a:pt x="217272" y="813324"/>
                  </a:lnTo>
                  <a:lnTo>
                    <a:pt x="169394" y="805830"/>
                  </a:lnTo>
                  <a:lnTo>
                    <a:pt x="126690" y="797706"/>
                  </a:lnTo>
                  <a:lnTo>
                    <a:pt x="89533" y="789005"/>
                  </a:lnTo>
                  <a:lnTo>
                    <a:pt x="33350" y="770084"/>
                  </a:lnTo>
                  <a:lnTo>
                    <a:pt x="0" y="738703"/>
                  </a:lnTo>
                  <a:lnTo>
                    <a:pt x="0" y="105529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6500064" y="3837871"/>
            <a:ext cx="813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FFFFFF"/>
                </a:solidFill>
                <a:latin typeface="Roboto"/>
                <a:cs typeface="Roboto"/>
              </a:rPr>
              <a:t>Volume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6067054" y="3137459"/>
            <a:ext cx="1602105" cy="1007744"/>
            <a:chOff x="6067054" y="3137459"/>
            <a:chExt cx="1602105" cy="1007744"/>
          </a:xfrm>
        </p:grpSpPr>
        <p:sp>
          <p:nvSpPr>
            <p:cNvPr id="25" name="object 25" descr=""/>
            <p:cNvSpPr/>
            <p:nvPr/>
          </p:nvSpPr>
          <p:spPr>
            <a:xfrm>
              <a:off x="6160543" y="3940301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4762"/>
                  </a:moveTo>
                  <a:lnTo>
                    <a:pt x="1394" y="8129"/>
                  </a:lnTo>
                  <a:lnTo>
                    <a:pt x="4762" y="9524"/>
                  </a:lnTo>
                  <a:lnTo>
                    <a:pt x="8129" y="8129"/>
                  </a:lnTo>
                  <a:lnTo>
                    <a:pt x="9524" y="4762"/>
                  </a:lnTo>
                  <a:lnTo>
                    <a:pt x="8129" y="1394"/>
                  </a:lnTo>
                  <a:lnTo>
                    <a:pt x="4762" y="0"/>
                  </a:lnTo>
                  <a:lnTo>
                    <a:pt x="1394" y="1394"/>
                  </a:lnTo>
                  <a:lnTo>
                    <a:pt x="0" y="4762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6168835" y="3796155"/>
              <a:ext cx="1481455" cy="330200"/>
            </a:xfrm>
            <a:custGeom>
              <a:avLst/>
              <a:gdLst/>
              <a:ahLst/>
              <a:cxnLst/>
              <a:rect l="l" t="t" r="r" b="b"/>
              <a:pathLst>
                <a:path w="1481454" h="330200">
                  <a:moveTo>
                    <a:pt x="0" y="0"/>
                  </a:moveTo>
                  <a:lnTo>
                    <a:pt x="88461" y="42936"/>
                  </a:lnTo>
                </a:path>
                <a:path w="1481454" h="330200">
                  <a:moveTo>
                    <a:pt x="0" y="140571"/>
                  </a:moveTo>
                  <a:lnTo>
                    <a:pt x="88461" y="183508"/>
                  </a:lnTo>
                </a:path>
                <a:path w="1481454" h="330200">
                  <a:moveTo>
                    <a:pt x="0" y="281143"/>
                  </a:moveTo>
                  <a:lnTo>
                    <a:pt x="88461" y="324080"/>
                  </a:lnTo>
                </a:path>
                <a:path w="1481454" h="330200">
                  <a:moveTo>
                    <a:pt x="1480910" y="5669"/>
                  </a:moveTo>
                  <a:lnTo>
                    <a:pt x="1392449" y="48605"/>
                  </a:lnTo>
                </a:path>
                <a:path w="1481454" h="330200">
                  <a:moveTo>
                    <a:pt x="1480910" y="146240"/>
                  </a:moveTo>
                  <a:lnTo>
                    <a:pt x="1392449" y="189176"/>
                  </a:lnTo>
                </a:path>
                <a:path w="1481454" h="330200">
                  <a:moveTo>
                    <a:pt x="1480910" y="286812"/>
                  </a:moveTo>
                  <a:lnTo>
                    <a:pt x="1392449" y="329748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6067044" y="3137471"/>
              <a:ext cx="1525905" cy="546100"/>
            </a:xfrm>
            <a:custGeom>
              <a:avLst/>
              <a:gdLst/>
              <a:ahLst/>
              <a:cxnLst/>
              <a:rect l="l" t="t" r="r" b="b"/>
              <a:pathLst>
                <a:path w="1525904" h="546100">
                  <a:moveTo>
                    <a:pt x="527710" y="413092"/>
                  </a:moveTo>
                  <a:lnTo>
                    <a:pt x="114604" y="0"/>
                  </a:lnTo>
                  <a:lnTo>
                    <a:pt x="114604" y="114592"/>
                  </a:lnTo>
                  <a:lnTo>
                    <a:pt x="0" y="114592"/>
                  </a:lnTo>
                  <a:lnTo>
                    <a:pt x="413105" y="527697"/>
                  </a:lnTo>
                  <a:lnTo>
                    <a:pt x="527710" y="527697"/>
                  </a:lnTo>
                  <a:lnTo>
                    <a:pt x="527710" y="413092"/>
                  </a:lnTo>
                  <a:close/>
                </a:path>
                <a:path w="1525904" h="546100">
                  <a:moveTo>
                    <a:pt x="1525460" y="38633"/>
                  </a:moveTo>
                  <a:lnTo>
                    <a:pt x="1410843" y="38620"/>
                  </a:lnTo>
                  <a:lnTo>
                    <a:pt x="1017854" y="431342"/>
                  </a:lnTo>
                  <a:lnTo>
                    <a:pt x="1132471" y="431355"/>
                  </a:lnTo>
                  <a:lnTo>
                    <a:pt x="1132459" y="545934"/>
                  </a:lnTo>
                  <a:lnTo>
                    <a:pt x="1525435" y="153225"/>
                  </a:lnTo>
                  <a:lnTo>
                    <a:pt x="1525460" y="38633"/>
                  </a:lnTo>
                  <a:close/>
                </a:path>
              </a:pathLst>
            </a:custGeom>
            <a:solidFill>
              <a:srgbClr val="FACB4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6624510" y="4474132"/>
            <a:ext cx="47561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5" b="1">
                <a:solidFill>
                  <a:srgbClr val="FFFFFF"/>
                </a:solidFill>
                <a:latin typeface="Roboto"/>
                <a:cs typeface="Roboto"/>
              </a:rPr>
              <a:t>Pod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31" name="object 3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Pods</a:t>
            </a:r>
          </a:p>
        </p:txBody>
      </p:sp>
      <p:sp>
        <p:nvSpPr>
          <p:cNvPr id="30" name="object 30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6484" y="1112718"/>
            <a:ext cx="3904615" cy="8045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666666"/>
                </a:solidFill>
                <a:latin typeface="Roboto"/>
                <a:cs typeface="Roboto"/>
              </a:rPr>
              <a:t>Pod-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scoped</a:t>
            </a:r>
            <a:r>
              <a:rPr dirty="0" sz="1800" spc="-15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storage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814"/>
              </a:spcBef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Support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many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types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of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volume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plugins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44414" y="1899610"/>
            <a:ext cx="2245995" cy="2254250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370"/>
              </a:spcBef>
              <a:buChar char="•"/>
              <a:tabLst>
                <a:tab pos="237490" algn="l"/>
              </a:tabLst>
            </a:pPr>
            <a:r>
              <a:rPr dirty="0" sz="1400">
                <a:solidFill>
                  <a:srgbClr val="666666"/>
                </a:solidFill>
                <a:latin typeface="Roboto"/>
                <a:cs typeface="Roboto"/>
              </a:rPr>
              <a:t>Empty</a:t>
            </a:r>
            <a:r>
              <a:rPr dirty="0" sz="14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666666"/>
                </a:solidFill>
                <a:latin typeface="Roboto"/>
                <a:cs typeface="Roboto"/>
              </a:rPr>
              <a:t>dir</a:t>
            </a:r>
            <a:r>
              <a:rPr dirty="0" sz="14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666666"/>
                </a:solidFill>
                <a:latin typeface="Roboto"/>
                <a:cs typeface="Roboto"/>
              </a:rPr>
              <a:t>(and</a:t>
            </a:r>
            <a:r>
              <a:rPr dirty="0" sz="14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666666"/>
                </a:solidFill>
                <a:latin typeface="Roboto"/>
                <a:cs typeface="Roboto"/>
              </a:rPr>
              <a:t>tmpfs)</a:t>
            </a:r>
            <a:endParaRPr sz="1400">
              <a:latin typeface="Roboto"/>
              <a:cs typeface="Roboto"/>
            </a:endParaRPr>
          </a:p>
          <a:p>
            <a:pPr marL="237490" indent="-224790">
              <a:lnSpc>
                <a:spcPct val="100000"/>
              </a:lnSpc>
              <a:spcBef>
                <a:spcPts val="270"/>
              </a:spcBef>
              <a:buChar char="•"/>
              <a:tabLst>
                <a:tab pos="237490" algn="l"/>
              </a:tabLst>
            </a:pPr>
            <a:r>
              <a:rPr dirty="0" sz="1400">
                <a:solidFill>
                  <a:srgbClr val="666666"/>
                </a:solidFill>
                <a:latin typeface="Roboto"/>
                <a:cs typeface="Roboto"/>
              </a:rPr>
              <a:t>Host</a:t>
            </a:r>
            <a:r>
              <a:rPr dirty="0" sz="1400" spc="-5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Roboto"/>
                <a:cs typeface="Roboto"/>
              </a:rPr>
              <a:t>path</a:t>
            </a:r>
            <a:endParaRPr sz="1400">
              <a:latin typeface="Roboto"/>
              <a:cs typeface="Roboto"/>
            </a:endParaRPr>
          </a:p>
          <a:p>
            <a:pPr marL="237490" indent="-224790">
              <a:lnSpc>
                <a:spcPct val="100000"/>
              </a:lnSpc>
              <a:spcBef>
                <a:spcPts val="270"/>
              </a:spcBef>
              <a:buChar char="•"/>
              <a:tabLst>
                <a:tab pos="237490" algn="l"/>
              </a:tabLst>
            </a:pPr>
            <a:r>
              <a:rPr dirty="0" sz="1400">
                <a:solidFill>
                  <a:srgbClr val="666666"/>
                </a:solidFill>
                <a:latin typeface="Roboto"/>
                <a:cs typeface="Roboto"/>
              </a:rPr>
              <a:t>Git</a:t>
            </a:r>
            <a:r>
              <a:rPr dirty="0" sz="1400" spc="-1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666666"/>
                </a:solidFill>
                <a:latin typeface="Roboto"/>
                <a:cs typeface="Roboto"/>
              </a:rPr>
              <a:t>repository</a:t>
            </a:r>
            <a:endParaRPr sz="1400">
              <a:latin typeface="Roboto"/>
              <a:cs typeface="Roboto"/>
            </a:endParaRPr>
          </a:p>
          <a:p>
            <a:pPr marL="237490" indent="-224790">
              <a:lnSpc>
                <a:spcPct val="100000"/>
              </a:lnSpc>
              <a:spcBef>
                <a:spcPts val="270"/>
              </a:spcBef>
              <a:buChar char="•"/>
              <a:tabLst>
                <a:tab pos="237490" algn="l"/>
              </a:tabLst>
            </a:pPr>
            <a:r>
              <a:rPr dirty="0" sz="1400">
                <a:solidFill>
                  <a:srgbClr val="666666"/>
                </a:solidFill>
                <a:latin typeface="Roboto"/>
                <a:cs typeface="Roboto"/>
              </a:rPr>
              <a:t>GCE</a:t>
            </a:r>
            <a:r>
              <a:rPr dirty="0" sz="14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666666"/>
                </a:solidFill>
                <a:latin typeface="Roboto"/>
                <a:cs typeface="Roboto"/>
              </a:rPr>
              <a:t>Persistent</a:t>
            </a:r>
            <a:r>
              <a:rPr dirty="0" sz="14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400" spc="-20">
                <a:solidFill>
                  <a:srgbClr val="666666"/>
                </a:solidFill>
                <a:latin typeface="Roboto"/>
                <a:cs typeface="Roboto"/>
              </a:rPr>
              <a:t>Disk</a:t>
            </a:r>
            <a:endParaRPr sz="1400">
              <a:latin typeface="Roboto"/>
              <a:cs typeface="Roboto"/>
            </a:endParaRPr>
          </a:p>
          <a:p>
            <a:pPr marL="237490" indent="-224790">
              <a:lnSpc>
                <a:spcPct val="100000"/>
              </a:lnSpc>
              <a:spcBef>
                <a:spcPts val="270"/>
              </a:spcBef>
              <a:buChar char="•"/>
              <a:tabLst>
                <a:tab pos="237490" algn="l"/>
              </a:tabLst>
            </a:pPr>
            <a:r>
              <a:rPr dirty="0" sz="1400">
                <a:solidFill>
                  <a:srgbClr val="666666"/>
                </a:solidFill>
                <a:latin typeface="Roboto"/>
                <a:cs typeface="Roboto"/>
              </a:rPr>
              <a:t>AWS</a:t>
            </a:r>
            <a:r>
              <a:rPr dirty="0" sz="1400" spc="-4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666666"/>
                </a:solidFill>
                <a:latin typeface="Roboto"/>
                <a:cs typeface="Roboto"/>
              </a:rPr>
              <a:t>Elastic</a:t>
            </a:r>
            <a:r>
              <a:rPr dirty="0" sz="1400" spc="-4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666666"/>
                </a:solidFill>
                <a:latin typeface="Roboto"/>
                <a:cs typeface="Roboto"/>
              </a:rPr>
              <a:t>Block</a:t>
            </a:r>
            <a:r>
              <a:rPr dirty="0" sz="1400" spc="-4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666666"/>
                </a:solidFill>
                <a:latin typeface="Roboto"/>
                <a:cs typeface="Roboto"/>
              </a:rPr>
              <a:t>Store</a:t>
            </a:r>
            <a:r>
              <a:rPr dirty="0" sz="1400" spc="-6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baseline="1984" sz="2100" spc="-75">
                <a:solidFill>
                  <a:srgbClr val="666666"/>
                </a:solidFill>
                <a:latin typeface="Roboto"/>
                <a:cs typeface="Roboto"/>
              </a:rPr>
              <a:t>•</a:t>
            </a:r>
            <a:endParaRPr baseline="1984" sz="2100">
              <a:latin typeface="Roboto"/>
              <a:cs typeface="Roboto"/>
            </a:endParaRPr>
          </a:p>
          <a:p>
            <a:pPr marL="237490" indent="-224790">
              <a:lnSpc>
                <a:spcPct val="100000"/>
              </a:lnSpc>
              <a:spcBef>
                <a:spcPts val="270"/>
              </a:spcBef>
              <a:buChar char="•"/>
              <a:tabLst>
                <a:tab pos="237490" algn="l"/>
              </a:tabLst>
            </a:pPr>
            <a:r>
              <a:rPr dirty="0" sz="1400">
                <a:solidFill>
                  <a:srgbClr val="666666"/>
                </a:solidFill>
                <a:latin typeface="Roboto"/>
                <a:cs typeface="Roboto"/>
              </a:rPr>
              <a:t>Azure</a:t>
            </a:r>
            <a:r>
              <a:rPr dirty="0" sz="1400" spc="-4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666666"/>
                </a:solidFill>
                <a:latin typeface="Roboto"/>
                <a:cs typeface="Roboto"/>
              </a:rPr>
              <a:t>File</a:t>
            </a:r>
            <a:r>
              <a:rPr dirty="0" sz="14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666666"/>
                </a:solidFill>
                <a:latin typeface="Roboto"/>
                <a:cs typeface="Roboto"/>
              </a:rPr>
              <a:t>Storage</a:t>
            </a:r>
            <a:endParaRPr sz="1400">
              <a:latin typeface="Roboto"/>
              <a:cs typeface="Roboto"/>
            </a:endParaRPr>
          </a:p>
          <a:p>
            <a:pPr marL="237490" indent="-224790">
              <a:lnSpc>
                <a:spcPct val="100000"/>
              </a:lnSpc>
              <a:spcBef>
                <a:spcPts val="270"/>
              </a:spcBef>
              <a:buChar char="•"/>
              <a:tabLst>
                <a:tab pos="237490" algn="l"/>
              </a:tabLst>
            </a:pPr>
            <a:r>
              <a:rPr dirty="0" sz="1400" spc="-10">
                <a:solidFill>
                  <a:srgbClr val="666666"/>
                </a:solidFill>
                <a:latin typeface="Roboto"/>
                <a:cs typeface="Roboto"/>
              </a:rPr>
              <a:t>iSCSI</a:t>
            </a:r>
            <a:endParaRPr sz="1400">
              <a:latin typeface="Roboto"/>
              <a:cs typeface="Roboto"/>
            </a:endParaRPr>
          </a:p>
          <a:p>
            <a:pPr marL="237490" indent="-224790">
              <a:lnSpc>
                <a:spcPct val="100000"/>
              </a:lnSpc>
              <a:spcBef>
                <a:spcPts val="270"/>
              </a:spcBef>
              <a:buChar char="•"/>
              <a:tabLst>
                <a:tab pos="237490" algn="l"/>
              </a:tabLst>
            </a:pPr>
            <a:r>
              <a:rPr dirty="0" sz="1400" spc="-10">
                <a:solidFill>
                  <a:srgbClr val="666666"/>
                </a:solidFill>
                <a:latin typeface="Roboto"/>
                <a:cs typeface="Roboto"/>
              </a:rPr>
              <a:t>Flocker</a:t>
            </a:r>
            <a:endParaRPr sz="1400">
              <a:latin typeface="Roboto"/>
              <a:cs typeface="Roboto"/>
            </a:endParaRPr>
          </a:p>
          <a:p>
            <a:pPr marL="237490" indent="-224790">
              <a:lnSpc>
                <a:spcPct val="100000"/>
              </a:lnSpc>
              <a:spcBef>
                <a:spcPts val="270"/>
              </a:spcBef>
              <a:buChar char="•"/>
              <a:tabLst>
                <a:tab pos="237490" algn="l"/>
              </a:tabLst>
            </a:pPr>
            <a:r>
              <a:rPr dirty="0" sz="1400" spc="-25">
                <a:solidFill>
                  <a:srgbClr val="666666"/>
                </a:solidFill>
                <a:latin typeface="Roboto"/>
                <a:cs typeface="Roboto"/>
              </a:rPr>
              <a:t>NFS</a:t>
            </a:r>
            <a:endParaRPr sz="1400">
              <a:latin typeface="Roboto"/>
              <a:cs typeface="Roboto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5290001" y="944860"/>
            <a:ext cx="3632835" cy="3397885"/>
            <a:chOff x="5290001" y="944860"/>
            <a:chExt cx="3632835" cy="339788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79031" y="1134971"/>
              <a:ext cx="1070607" cy="106337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30256" y="2035198"/>
              <a:ext cx="973423" cy="966852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90001" y="944860"/>
              <a:ext cx="3632627" cy="3397881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2704639" y="1891698"/>
            <a:ext cx="1775460" cy="2254250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237490" indent="-224790">
              <a:lnSpc>
                <a:spcPct val="100000"/>
              </a:lnSpc>
              <a:spcBef>
                <a:spcPts val="370"/>
              </a:spcBef>
              <a:buChar char="•"/>
              <a:tabLst>
                <a:tab pos="237490" algn="l"/>
              </a:tabLst>
            </a:pPr>
            <a:r>
              <a:rPr dirty="0" sz="1400" spc="-10">
                <a:solidFill>
                  <a:srgbClr val="666666"/>
                </a:solidFill>
                <a:latin typeface="Roboto"/>
                <a:cs typeface="Roboto"/>
              </a:rPr>
              <a:t>vSphere</a:t>
            </a:r>
            <a:endParaRPr sz="1400">
              <a:latin typeface="Roboto"/>
              <a:cs typeface="Roboto"/>
            </a:endParaRPr>
          </a:p>
          <a:p>
            <a:pPr marL="237490" indent="-224790">
              <a:lnSpc>
                <a:spcPct val="100000"/>
              </a:lnSpc>
              <a:spcBef>
                <a:spcPts val="270"/>
              </a:spcBef>
              <a:buChar char="•"/>
              <a:tabLst>
                <a:tab pos="237490" algn="l"/>
              </a:tabLst>
            </a:pPr>
            <a:r>
              <a:rPr dirty="0" sz="1400" spc="-10">
                <a:solidFill>
                  <a:srgbClr val="666666"/>
                </a:solidFill>
                <a:latin typeface="Roboto"/>
                <a:cs typeface="Roboto"/>
              </a:rPr>
              <a:t>GlusterFS</a:t>
            </a:r>
            <a:endParaRPr sz="1400">
              <a:latin typeface="Roboto"/>
              <a:cs typeface="Roboto"/>
            </a:endParaRPr>
          </a:p>
          <a:p>
            <a:pPr marL="237490" indent="-224790">
              <a:lnSpc>
                <a:spcPct val="100000"/>
              </a:lnSpc>
              <a:spcBef>
                <a:spcPts val="270"/>
              </a:spcBef>
              <a:buChar char="•"/>
              <a:tabLst>
                <a:tab pos="237490" algn="l"/>
              </a:tabLst>
            </a:pPr>
            <a:r>
              <a:rPr dirty="0" sz="1400">
                <a:solidFill>
                  <a:srgbClr val="666666"/>
                </a:solidFill>
                <a:latin typeface="Roboto"/>
                <a:cs typeface="Roboto"/>
              </a:rPr>
              <a:t>Ceph</a:t>
            </a:r>
            <a:r>
              <a:rPr dirty="0" sz="14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666666"/>
                </a:solidFill>
                <a:latin typeface="Roboto"/>
                <a:cs typeface="Roboto"/>
              </a:rPr>
              <a:t>File</a:t>
            </a:r>
            <a:r>
              <a:rPr dirty="0" sz="14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666666"/>
                </a:solidFill>
                <a:latin typeface="Roboto"/>
                <a:cs typeface="Roboto"/>
              </a:rPr>
              <a:t>and</a:t>
            </a:r>
            <a:r>
              <a:rPr dirty="0" sz="14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400" spc="-25">
                <a:solidFill>
                  <a:srgbClr val="666666"/>
                </a:solidFill>
                <a:latin typeface="Roboto"/>
                <a:cs typeface="Roboto"/>
              </a:rPr>
              <a:t>RBD</a:t>
            </a:r>
            <a:endParaRPr sz="1400">
              <a:latin typeface="Roboto"/>
              <a:cs typeface="Roboto"/>
            </a:endParaRPr>
          </a:p>
          <a:p>
            <a:pPr marL="237490" marR="491490" indent="-225425">
              <a:lnSpc>
                <a:spcPct val="116100"/>
              </a:lnSpc>
              <a:buChar char="•"/>
              <a:tabLst>
                <a:tab pos="237490" algn="l"/>
              </a:tabLst>
            </a:pPr>
            <a:r>
              <a:rPr dirty="0" sz="1400" spc="-10">
                <a:solidFill>
                  <a:srgbClr val="666666"/>
                </a:solidFill>
                <a:latin typeface="Roboto"/>
                <a:cs typeface="Roboto"/>
              </a:rPr>
              <a:t>Cinder FibreChannel</a:t>
            </a:r>
            <a:endParaRPr sz="1400">
              <a:latin typeface="Roboto"/>
              <a:cs typeface="Roboto"/>
            </a:endParaRPr>
          </a:p>
          <a:p>
            <a:pPr marL="237490" marR="40005" indent="-225425">
              <a:lnSpc>
                <a:spcPct val="116100"/>
              </a:lnSpc>
              <a:buChar char="•"/>
              <a:tabLst>
                <a:tab pos="237490" algn="l"/>
              </a:tabLst>
            </a:pPr>
            <a:r>
              <a:rPr dirty="0" sz="1400">
                <a:solidFill>
                  <a:srgbClr val="666666"/>
                </a:solidFill>
                <a:latin typeface="Roboto"/>
                <a:cs typeface="Roboto"/>
              </a:rPr>
              <a:t>Secret,</a:t>
            </a:r>
            <a:r>
              <a:rPr dirty="0" sz="14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666666"/>
                </a:solidFill>
                <a:latin typeface="Roboto"/>
                <a:cs typeface="Roboto"/>
              </a:rPr>
              <a:t>ConfigMap, DownwardAPI</a:t>
            </a:r>
            <a:endParaRPr sz="1400">
              <a:latin typeface="Roboto"/>
              <a:cs typeface="Roboto"/>
            </a:endParaRPr>
          </a:p>
          <a:p>
            <a:pPr marL="237490" indent="-224790">
              <a:lnSpc>
                <a:spcPct val="100000"/>
              </a:lnSpc>
              <a:spcBef>
                <a:spcPts val="270"/>
              </a:spcBef>
              <a:buChar char="•"/>
              <a:tabLst>
                <a:tab pos="237490" algn="l"/>
              </a:tabLst>
            </a:pPr>
            <a:r>
              <a:rPr dirty="0" sz="1400">
                <a:solidFill>
                  <a:srgbClr val="666666"/>
                </a:solidFill>
                <a:latin typeface="Roboto"/>
                <a:cs typeface="Roboto"/>
              </a:rPr>
              <a:t>Flex</a:t>
            </a:r>
            <a:r>
              <a:rPr dirty="0" sz="14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666666"/>
                </a:solidFill>
                <a:latin typeface="Roboto"/>
                <a:cs typeface="Roboto"/>
              </a:rPr>
              <a:t>(exec</a:t>
            </a:r>
            <a:r>
              <a:rPr dirty="0" sz="14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666666"/>
                </a:solidFill>
                <a:latin typeface="Roboto"/>
                <a:cs typeface="Roboto"/>
              </a:rPr>
              <a:t>a</a:t>
            </a:r>
            <a:r>
              <a:rPr dirty="0" sz="14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666666"/>
                </a:solidFill>
                <a:latin typeface="Roboto"/>
                <a:cs typeface="Roboto"/>
              </a:rPr>
              <a:t>binary)</a:t>
            </a:r>
            <a:endParaRPr sz="1400">
              <a:latin typeface="Roboto"/>
              <a:cs typeface="Roboto"/>
            </a:endParaRPr>
          </a:p>
          <a:p>
            <a:pPr marL="237490" indent="-224790">
              <a:lnSpc>
                <a:spcPct val="100000"/>
              </a:lnSpc>
              <a:spcBef>
                <a:spcPts val="270"/>
              </a:spcBef>
              <a:buChar char="•"/>
              <a:tabLst>
                <a:tab pos="237490" algn="l"/>
              </a:tabLst>
            </a:pPr>
            <a:r>
              <a:rPr dirty="0" sz="1400" spc="-25">
                <a:solidFill>
                  <a:srgbClr val="666666"/>
                </a:solidFill>
                <a:latin typeface="Roboto"/>
                <a:cs typeface="Roboto"/>
              </a:rPr>
              <a:t>...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Volumes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470932" y="1111074"/>
          <a:ext cx="6804659" cy="26555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25650"/>
                <a:gridCol w="2921635"/>
                <a:gridCol w="1779905"/>
              </a:tblGrid>
              <a:tr h="44195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700" spc="-10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Deployment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4604"/>
                </a:tc>
                <a:tc>
                  <a:txBody>
                    <a:bodyPr/>
                    <a:lstStyle/>
                    <a:p>
                      <a:pPr marL="67246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ReplicaSet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4604"/>
                </a:tc>
                <a:tc>
                  <a:txBody>
                    <a:bodyPr/>
                    <a:lstStyle/>
                    <a:p>
                      <a:pPr marL="57023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DaemonSet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4604"/>
                </a:tc>
              </a:tr>
              <a:tr h="5905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25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Pod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 marL="67246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Liveness</a:t>
                      </a:r>
                      <a:r>
                        <a:rPr dirty="0" sz="1700" spc="-4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Probe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 marL="57023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25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Job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</a:tr>
              <a:tr h="5905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Volume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 marL="67246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Readiness</a:t>
                      </a:r>
                      <a:r>
                        <a:rPr dirty="0" sz="1700" spc="-45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Probe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 marL="57023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StatefulSet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</a:tr>
              <a:tr h="5905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Label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 marL="67246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Service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 marL="57023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ConfigMap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</a:tr>
              <a:tr h="44195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Selector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7023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Secret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</a:tr>
            </a:tbl>
          </a:graphicData>
        </a:graphic>
      </p:graphicFrame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Kubernetes</a:t>
            </a:r>
            <a:r>
              <a:rPr dirty="0" spc="-50"/>
              <a:t> </a:t>
            </a:r>
            <a:r>
              <a:rPr dirty="0" spc="-10"/>
              <a:t>Terminology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742" y="1926806"/>
            <a:ext cx="8748395" cy="810895"/>
            <a:chOff x="-742" y="1926806"/>
            <a:chExt cx="8748395" cy="810895"/>
          </a:xfrm>
        </p:grpSpPr>
        <p:sp>
          <p:nvSpPr>
            <p:cNvPr id="3" name="object 3" descr=""/>
            <p:cNvSpPr/>
            <p:nvPr/>
          </p:nvSpPr>
          <p:spPr>
            <a:xfrm>
              <a:off x="-355" y="1999716"/>
              <a:ext cx="8747760" cy="737870"/>
            </a:xfrm>
            <a:custGeom>
              <a:avLst/>
              <a:gdLst/>
              <a:ahLst/>
              <a:cxnLst/>
              <a:rect l="l" t="t" r="r" b="b"/>
              <a:pathLst>
                <a:path w="8747760" h="737869">
                  <a:moveTo>
                    <a:pt x="8747481" y="0"/>
                  </a:moveTo>
                  <a:lnTo>
                    <a:pt x="381" y="0"/>
                  </a:lnTo>
                  <a:lnTo>
                    <a:pt x="0" y="76"/>
                  </a:lnTo>
                  <a:lnTo>
                    <a:pt x="0" y="666076"/>
                  </a:lnTo>
                  <a:lnTo>
                    <a:pt x="0" y="704545"/>
                  </a:lnTo>
                  <a:lnTo>
                    <a:pt x="381" y="704545"/>
                  </a:lnTo>
                  <a:lnTo>
                    <a:pt x="381" y="737400"/>
                  </a:lnTo>
                  <a:lnTo>
                    <a:pt x="8747481" y="737400"/>
                  </a:lnTo>
                  <a:lnTo>
                    <a:pt x="8747481" y="0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12" y="2638106"/>
              <a:ext cx="8643620" cy="8255"/>
            </a:xfrm>
            <a:custGeom>
              <a:avLst/>
              <a:gdLst/>
              <a:ahLst/>
              <a:cxnLst/>
              <a:rect l="l" t="t" r="r" b="b"/>
              <a:pathLst>
                <a:path w="8643620" h="8255">
                  <a:moveTo>
                    <a:pt x="0" y="7874"/>
                  </a:moveTo>
                  <a:lnTo>
                    <a:pt x="8643299" y="7874"/>
                  </a:lnTo>
                  <a:lnTo>
                    <a:pt x="8643299" y="0"/>
                  </a:lnTo>
                  <a:lnTo>
                    <a:pt x="0" y="0"/>
                  </a:lnTo>
                  <a:lnTo>
                    <a:pt x="0" y="7874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-742" y="1926806"/>
              <a:ext cx="8637270" cy="711835"/>
            </a:xfrm>
            <a:custGeom>
              <a:avLst/>
              <a:gdLst/>
              <a:ahLst/>
              <a:cxnLst/>
              <a:rect l="l" t="t" r="r" b="b"/>
              <a:pathLst>
                <a:path w="8637270" h="711835">
                  <a:moveTo>
                    <a:pt x="8636699" y="711299"/>
                  </a:moveTo>
                  <a:lnTo>
                    <a:pt x="0" y="711299"/>
                  </a:lnTo>
                  <a:lnTo>
                    <a:pt x="0" y="0"/>
                  </a:lnTo>
                  <a:lnTo>
                    <a:pt x="8636699" y="0"/>
                  </a:lnTo>
                  <a:lnTo>
                    <a:pt x="8636699" y="71129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9694" y="1975243"/>
            <a:ext cx="585851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Labels</a:t>
            </a:r>
            <a:r>
              <a:rPr dirty="0" sz="3600" spc="-120"/>
              <a:t> </a:t>
            </a:r>
            <a:r>
              <a:rPr dirty="0" sz="3600"/>
              <a:t>&amp;</a:t>
            </a:r>
            <a:r>
              <a:rPr dirty="0" sz="3600" spc="-114"/>
              <a:t> </a:t>
            </a:r>
            <a:r>
              <a:rPr dirty="0" sz="3600"/>
              <a:t>Selectors:</a:t>
            </a:r>
            <a:r>
              <a:rPr dirty="0" sz="3600" spc="-114"/>
              <a:t> </a:t>
            </a:r>
            <a:r>
              <a:rPr dirty="0" sz="3600" spc="-10"/>
              <a:t>Grouping</a:t>
            </a:r>
            <a:endParaRPr sz="3600"/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7765384" y="412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737373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278772" y="2550820"/>
            <a:ext cx="1323340" cy="1237615"/>
            <a:chOff x="5278772" y="2550820"/>
            <a:chExt cx="1323340" cy="1237615"/>
          </a:xfrm>
        </p:grpSpPr>
        <p:sp>
          <p:nvSpPr>
            <p:cNvPr id="3" name="object 3" descr=""/>
            <p:cNvSpPr/>
            <p:nvPr/>
          </p:nvSpPr>
          <p:spPr>
            <a:xfrm>
              <a:off x="5278767" y="2550820"/>
              <a:ext cx="1323340" cy="1237615"/>
            </a:xfrm>
            <a:custGeom>
              <a:avLst/>
              <a:gdLst/>
              <a:ahLst/>
              <a:cxnLst/>
              <a:rect l="l" t="t" r="r" b="b"/>
              <a:pathLst>
                <a:path w="1323340" h="1237614">
                  <a:moveTo>
                    <a:pt x="1322984" y="277863"/>
                  </a:moveTo>
                  <a:lnTo>
                    <a:pt x="1317586" y="223393"/>
                  </a:lnTo>
                  <a:lnTo>
                    <a:pt x="1301813" y="171526"/>
                  </a:lnTo>
                  <a:lnTo>
                    <a:pt x="1276261" y="123710"/>
                  </a:lnTo>
                  <a:lnTo>
                    <a:pt x="1241539" y="81381"/>
                  </a:lnTo>
                  <a:lnTo>
                    <a:pt x="1199184" y="46685"/>
                  </a:lnTo>
                  <a:lnTo>
                    <a:pt x="1151318" y="21158"/>
                  </a:lnTo>
                  <a:lnTo>
                    <a:pt x="1099413" y="5397"/>
                  </a:lnTo>
                  <a:lnTo>
                    <a:pt x="1044905" y="0"/>
                  </a:lnTo>
                  <a:lnTo>
                    <a:pt x="999794" y="3644"/>
                  </a:lnTo>
                  <a:lnTo>
                    <a:pt x="957008" y="14173"/>
                  </a:lnTo>
                  <a:lnTo>
                    <a:pt x="917105" y="31013"/>
                  </a:lnTo>
                  <a:lnTo>
                    <a:pt x="880668" y="53619"/>
                  </a:lnTo>
                  <a:lnTo>
                    <a:pt x="848271" y="81381"/>
                  </a:lnTo>
                  <a:lnTo>
                    <a:pt x="844257" y="86055"/>
                  </a:lnTo>
                  <a:lnTo>
                    <a:pt x="831862" y="80340"/>
                  </a:lnTo>
                  <a:lnTo>
                    <a:pt x="787819" y="64084"/>
                  </a:lnTo>
                  <a:lnTo>
                    <a:pt x="742569" y="51282"/>
                  </a:lnTo>
                  <a:lnTo>
                    <a:pt x="696315" y="42049"/>
                  </a:lnTo>
                  <a:lnTo>
                    <a:pt x="648614" y="36360"/>
                  </a:lnTo>
                  <a:lnTo>
                    <a:pt x="647319" y="36360"/>
                  </a:lnTo>
                  <a:lnTo>
                    <a:pt x="601624" y="34556"/>
                  </a:lnTo>
                  <a:lnTo>
                    <a:pt x="554609" y="36360"/>
                  </a:lnTo>
                  <a:lnTo>
                    <a:pt x="508584" y="41706"/>
                  </a:lnTo>
                  <a:lnTo>
                    <a:pt x="463677" y="50444"/>
                  </a:lnTo>
                  <a:lnTo>
                    <a:pt x="420039" y="62433"/>
                  </a:lnTo>
                  <a:lnTo>
                    <a:pt x="377774" y="77571"/>
                  </a:lnTo>
                  <a:lnTo>
                    <a:pt x="337045" y="95694"/>
                  </a:lnTo>
                  <a:lnTo>
                    <a:pt x="297980" y="116674"/>
                  </a:lnTo>
                  <a:lnTo>
                    <a:pt x="260692" y="140385"/>
                  </a:lnTo>
                  <a:lnTo>
                    <a:pt x="225336" y="166687"/>
                  </a:lnTo>
                  <a:lnTo>
                    <a:pt x="192049" y="195453"/>
                  </a:lnTo>
                  <a:lnTo>
                    <a:pt x="160947" y="226555"/>
                  </a:lnTo>
                  <a:lnTo>
                    <a:pt x="132168" y="259842"/>
                  </a:lnTo>
                  <a:lnTo>
                    <a:pt x="105854" y="295186"/>
                  </a:lnTo>
                  <a:lnTo>
                    <a:pt x="82143" y="332447"/>
                  </a:lnTo>
                  <a:lnTo>
                    <a:pt x="61150" y="371513"/>
                  </a:lnTo>
                  <a:lnTo>
                    <a:pt x="43027" y="412229"/>
                  </a:lnTo>
                  <a:lnTo>
                    <a:pt x="27889" y="454482"/>
                  </a:lnTo>
                  <a:lnTo>
                    <a:pt x="15887" y="498119"/>
                  </a:lnTo>
                  <a:lnTo>
                    <a:pt x="7150" y="543001"/>
                  </a:lnTo>
                  <a:lnTo>
                    <a:pt x="1803" y="589026"/>
                  </a:lnTo>
                  <a:lnTo>
                    <a:pt x="0" y="636028"/>
                  </a:lnTo>
                  <a:lnTo>
                    <a:pt x="1803" y="683031"/>
                  </a:lnTo>
                  <a:lnTo>
                    <a:pt x="7150" y="729043"/>
                  </a:lnTo>
                  <a:lnTo>
                    <a:pt x="15887" y="773938"/>
                  </a:lnTo>
                  <a:lnTo>
                    <a:pt x="27889" y="817575"/>
                  </a:lnTo>
                  <a:lnTo>
                    <a:pt x="43027" y="859815"/>
                  </a:lnTo>
                  <a:lnTo>
                    <a:pt x="61150" y="900544"/>
                  </a:lnTo>
                  <a:lnTo>
                    <a:pt x="82143" y="939596"/>
                  </a:lnTo>
                  <a:lnTo>
                    <a:pt x="105854" y="976871"/>
                  </a:lnTo>
                  <a:lnTo>
                    <a:pt x="132168" y="1012215"/>
                  </a:lnTo>
                  <a:lnTo>
                    <a:pt x="160947" y="1045502"/>
                  </a:lnTo>
                  <a:lnTo>
                    <a:pt x="192049" y="1076591"/>
                  </a:lnTo>
                  <a:lnTo>
                    <a:pt x="225336" y="1105357"/>
                  </a:lnTo>
                  <a:lnTo>
                    <a:pt x="260692" y="1131671"/>
                  </a:lnTo>
                  <a:lnTo>
                    <a:pt x="297980" y="1155382"/>
                  </a:lnTo>
                  <a:lnTo>
                    <a:pt x="337045" y="1176362"/>
                  </a:lnTo>
                  <a:lnTo>
                    <a:pt x="377774" y="1194485"/>
                  </a:lnTo>
                  <a:lnTo>
                    <a:pt x="420039" y="1209611"/>
                  </a:lnTo>
                  <a:lnTo>
                    <a:pt x="463677" y="1221613"/>
                  </a:lnTo>
                  <a:lnTo>
                    <a:pt x="508584" y="1230350"/>
                  </a:lnTo>
                  <a:lnTo>
                    <a:pt x="554609" y="1235684"/>
                  </a:lnTo>
                  <a:lnTo>
                    <a:pt x="601624" y="1237500"/>
                  </a:lnTo>
                  <a:lnTo>
                    <a:pt x="648652" y="1235684"/>
                  </a:lnTo>
                  <a:lnTo>
                    <a:pt x="694677" y="1230350"/>
                  </a:lnTo>
                  <a:lnTo>
                    <a:pt x="739584" y="1221613"/>
                  </a:lnTo>
                  <a:lnTo>
                    <a:pt x="783221" y="1209611"/>
                  </a:lnTo>
                  <a:lnTo>
                    <a:pt x="825487" y="1194485"/>
                  </a:lnTo>
                  <a:lnTo>
                    <a:pt x="866216" y="1176362"/>
                  </a:lnTo>
                  <a:lnTo>
                    <a:pt x="905281" y="1155382"/>
                  </a:lnTo>
                  <a:lnTo>
                    <a:pt x="942568" y="1131671"/>
                  </a:lnTo>
                  <a:lnTo>
                    <a:pt x="977925" y="1105357"/>
                  </a:lnTo>
                  <a:lnTo>
                    <a:pt x="1011212" y="1076591"/>
                  </a:lnTo>
                  <a:lnTo>
                    <a:pt x="1042314" y="1045502"/>
                  </a:lnTo>
                  <a:lnTo>
                    <a:pt x="1071092" y="1012215"/>
                  </a:lnTo>
                  <a:lnTo>
                    <a:pt x="1097407" y="976871"/>
                  </a:lnTo>
                  <a:lnTo>
                    <a:pt x="1121117" y="939596"/>
                  </a:lnTo>
                  <a:lnTo>
                    <a:pt x="1142111" y="900544"/>
                  </a:lnTo>
                  <a:lnTo>
                    <a:pt x="1160233" y="859815"/>
                  </a:lnTo>
                  <a:lnTo>
                    <a:pt x="1175372" y="817575"/>
                  </a:lnTo>
                  <a:lnTo>
                    <a:pt x="1187373" y="773938"/>
                  </a:lnTo>
                  <a:lnTo>
                    <a:pt x="1196111" y="729043"/>
                  </a:lnTo>
                  <a:lnTo>
                    <a:pt x="1201458" y="683031"/>
                  </a:lnTo>
                  <a:lnTo>
                    <a:pt x="1203261" y="636028"/>
                  </a:lnTo>
                  <a:lnTo>
                    <a:pt x="1201369" y="588403"/>
                  </a:lnTo>
                  <a:lnTo>
                    <a:pt x="1195768" y="541362"/>
                  </a:lnTo>
                  <a:lnTo>
                    <a:pt x="1190244" y="513803"/>
                  </a:lnTo>
                  <a:lnTo>
                    <a:pt x="1209128" y="502094"/>
                  </a:lnTo>
                  <a:lnTo>
                    <a:pt x="1241539" y="474332"/>
                  </a:lnTo>
                  <a:lnTo>
                    <a:pt x="1269326" y="441960"/>
                  </a:lnTo>
                  <a:lnTo>
                    <a:pt x="1291945" y="405549"/>
                  </a:lnTo>
                  <a:lnTo>
                    <a:pt x="1308811" y="365683"/>
                  </a:lnTo>
                  <a:lnTo>
                    <a:pt x="1319339" y="322922"/>
                  </a:lnTo>
                  <a:lnTo>
                    <a:pt x="1322984" y="277863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6128638" y="2633845"/>
              <a:ext cx="390525" cy="389890"/>
            </a:xfrm>
            <a:custGeom>
              <a:avLst/>
              <a:gdLst/>
              <a:ahLst/>
              <a:cxnLst/>
              <a:rect l="l" t="t" r="r" b="b"/>
              <a:pathLst>
                <a:path w="390525" h="389889">
                  <a:moveTo>
                    <a:pt x="195027" y="389642"/>
                  </a:moveTo>
                  <a:lnTo>
                    <a:pt x="150309" y="384496"/>
                  </a:lnTo>
                  <a:lnTo>
                    <a:pt x="109259" y="369840"/>
                  </a:lnTo>
                  <a:lnTo>
                    <a:pt x="73047" y="346842"/>
                  </a:lnTo>
                  <a:lnTo>
                    <a:pt x="42845" y="316671"/>
                  </a:lnTo>
                  <a:lnTo>
                    <a:pt x="19822" y="280498"/>
                  </a:lnTo>
                  <a:lnTo>
                    <a:pt x="5150" y="239491"/>
                  </a:lnTo>
                  <a:lnTo>
                    <a:pt x="0" y="194820"/>
                  </a:lnTo>
                  <a:lnTo>
                    <a:pt x="5150" y="150150"/>
                  </a:lnTo>
                  <a:lnTo>
                    <a:pt x="19822" y="109143"/>
                  </a:lnTo>
                  <a:lnTo>
                    <a:pt x="42845" y="72970"/>
                  </a:lnTo>
                  <a:lnTo>
                    <a:pt x="73047" y="42799"/>
                  </a:lnTo>
                  <a:lnTo>
                    <a:pt x="109259" y="19801"/>
                  </a:lnTo>
                  <a:lnTo>
                    <a:pt x="150309" y="5145"/>
                  </a:lnTo>
                  <a:lnTo>
                    <a:pt x="195027" y="0"/>
                  </a:lnTo>
                  <a:lnTo>
                    <a:pt x="233253" y="3778"/>
                  </a:lnTo>
                  <a:lnTo>
                    <a:pt x="303229" y="32732"/>
                  </a:lnTo>
                  <a:lnTo>
                    <a:pt x="332933" y="57061"/>
                  </a:lnTo>
                  <a:lnTo>
                    <a:pt x="357288" y="86734"/>
                  </a:lnTo>
                  <a:lnTo>
                    <a:pt x="386273" y="156635"/>
                  </a:lnTo>
                  <a:lnTo>
                    <a:pt x="390055" y="194820"/>
                  </a:lnTo>
                  <a:lnTo>
                    <a:pt x="384904" y="239491"/>
                  </a:lnTo>
                  <a:lnTo>
                    <a:pt x="370232" y="280498"/>
                  </a:lnTo>
                  <a:lnTo>
                    <a:pt x="347210" y="316671"/>
                  </a:lnTo>
                  <a:lnTo>
                    <a:pt x="317007" y="346842"/>
                  </a:lnTo>
                  <a:lnTo>
                    <a:pt x="280796" y="369840"/>
                  </a:lnTo>
                  <a:lnTo>
                    <a:pt x="239745" y="384496"/>
                  </a:lnTo>
                  <a:lnTo>
                    <a:pt x="195027" y="3896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275669" y="2741770"/>
              <a:ext cx="150495" cy="173990"/>
            </a:xfrm>
            <a:custGeom>
              <a:avLst/>
              <a:gdLst/>
              <a:ahLst/>
              <a:cxnLst/>
              <a:rect l="l" t="t" r="r" b="b"/>
              <a:pathLst>
                <a:path w="150495" h="173989">
                  <a:moveTo>
                    <a:pt x="0" y="173792"/>
                  </a:moveTo>
                  <a:lnTo>
                    <a:pt x="0" y="0"/>
                  </a:lnTo>
                  <a:lnTo>
                    <a:pt x="150330" y="86896"/>
                  </a:lnTo>
                  <a:lnTo>
                    <a:pt x="0" y="173792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21147" y="2861195"/>
              <a:ext cx="302939" cy="303626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5442610" y="2888303"/>
              <a:ext cx="260350" cy="252729"/>
            </a:xfrm>
            <a:custGeom>
              <a:avLst/>
              <a:gdLst/>
              <a:ahLst/>
              <a:cxnLst/>
              <a:rect l="l" t="t" r="r" b="b"/>
              <a:pathLst>
                <a:path w="260350" h="252730">
                  <a:moveTo>
                    <a:pt x="115639" y="252163"/>
                  </a:moveTo>
                  <a:lnTo>
                    <a:pt x="66175" y="236508"/>
                  </a:lnTo>
                  <a:lnTo>
                    <a:pt x="27933" y="204795"/>
                  </a:lnTo>
                  <a:lnTo>
                    <a:pt x="4634" y="161554"/>
                  </a:lnTo>
                  <a:lnTo>
                    <a:pt x="0" y="111317"/>
                  </a:lnTo>
                  <a:lnTo>
                    <a:pt x="15792" y="63401"/>
                  </a:lnTo>
                  <a:lnTo>
                    <a:pt x="48202" y="26488"/>
                  </a:lnTo>
                  <a:lnTo>
                    <a:pt x="92587" y="4161"/>
                  </a:lnTo>
                  <a:lnTo>
                    <a:pt x="144304" y="0"/>
                  </a:lnTo>
                  <a:lnTo>
                    <a:pt x="169501" y="5338"/>
                  </a:lnTo>
                  <a:lnTo>
                    <a:pt x="214005" y="29374"/>
                  </a:lnTo>
                  <a:lnTo>
                    <a:pt x="246059" y="68414"/>
                  </a:lnTo>
                  <a:lnTo>
                    <a:pt x="260233" y="115846"/>
                  </a:lnTo>
                  <a:lnTo>
                    <a:pt x="259944" y="140845"/>
                  </a:lnTo>
                  <a:lnTo>
                    <a:pt x="244151" y="188761"/>
                  </a:lnTo>
                  <a:lnTo>
                    <a:pt x="211741" y="225674"/>
                  </a:lnTo>
                  <a:lnTo>
                    <a:pt x="167357" y="248001"/>
                  </a:lnTo>
                  <a:lnTo>
                    <a:pt x="115639" y="2521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00149" y="2940623"/>
              <a:ext cx="151598" cy="146916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5753557" y="2888843"/>
              <a:ext cx="171450" cy="172085"/>
            </a:xfrm>
            <a:custGeom>
              <a:avLst/>
              <a:gdLst/>
              <a:ahLst/>
              <a:cxnLst/>
              <a:rect l="l" t="t" r="r" b="b"/>
              <a:pathLst>
                <a:path w="171450" h="172085">
                  <a:moveTo>
                    <a:pt x="171310" y="96177"/>
                  </a:moveTo>
                  <a:lnTo>
                    <a:pt x="159194" y="89535"/>
                  </a:lnTo>
                  <a:lnTo>
                    <a:pt x="159308" y="80835"/>
                  </a:lnTo>
                  <a:lnTo>
                    <a:pt x="158432" y="76301"/>
                  </a:lnTo>
                  <a:lnTo>
                    <a:pt x="169430" y="69430"/>
                  </a:lnTo>
                  <a:lnTo>
                    <a:pt x="162801" y="48729"/>
                  </a:lnTo>
                  <a:lnTo>
                    <a:pt x="148412" y="49720"/>
                  </a:lnTo>
                  <a:lnTo>
                    <a:pt x="143357" y="42113"/>
                  </a:lnTo>
                  <a:lnTo>
                    <a:pt x="141681" y="40449"/>
                  </a:lnTo>
                  <a:lnTo>
                    <a:pt x="147993" y="27127"/>
                  </a:lnTo>
                  <a:lnTo>
                    <a:pt x="131165" y="13360"/>
                  </a:lnTo>
                  <a:lnTo>
                    <a:pt x="118491" y="22783"/>
                  </a:lnTo>
                  <a:lnTo>
                    <a:pt x="108013" y="18351"/>
                  </a:lnTo>
                  <a:lnTo>
                    <a:pt x="107861" y="18326"/>
                  </a:lnTo>
                  <a:lnTo>
                    <a:pt x="105778" y="2451"/>
                  </a:lnTo>
                  <a:lnTo>
                    <a:pt x="84137" y="0"/>
                  </a:lnTo>
                  <a:lnTo>
                    <a:pt x="77914" y="16598"/>
                  </a:lnTo>
                  <a:lnTo>
                    <a:pt x="68872" y="17322"/>
                  </a:lnTo>
                  <a:lnTo>
                    <a:pt x="57886" y="4394"/>
                  </a:lnTo>
                  <a:lnTo>
                    <a:pt x="38392" y="14033"/>
                  </a:lnTo>
                  <a:lnTo>
                    <a:pt x="41681" y="29146"/>
                  </a:lnTo>
                  <a:lnTo>
                    <a:pt x="39408" y="30289"/>
                  </a:lnTo>
                  <a:lnTo>
                    <a:pt x="33553" y="36957"/>
                  </a:lnTo>
                  <a:lnTo>
                    <a:pt x="18135" y="32270"/>
                  </a:lnTo>
                  <a:lnTo>
                    <a:pt x="7023" y="50939"/>
                  </a:lnTo>
                  <a:lnTo>
                    <a:pt x="17640" y="61569"/>
                  </a:lnTo>
                  <a:lnTo>
                    <a:pt x="13957" y="72745"/>
                  </a:lnTo>
                  <a:lnTo>
                    <a:pt x="0" y="76682"/>
                  </a:lnTo>
                  <a:lnTo>
                    <a:pt x="711" y="98425"/>
                  </a:lnTo>
                  <a:lnTo>
                    <a:pt x="14262" y="101384"/>
                  </a:lnTo>
                  <a:lnTo>
                    <a:pt x="14757" y="106654"/>
                  </a:lnTo>
                  <a:lnTo>
                    <a:pt x="18783" y="114147"/>
                  </a:lnTo>
                  <a:lnTo>
                    <a:pt x="8966" y="125234"/>
                  </a:lnTo>
                  <a:lnTo>
                    <a:pt x="21361" y="143090"/>
                  </a:lnTo>
                  <a:lnTo>
                    <a:pt x="35864" y="137706"/>
                  </a:lnTo>
                  <a:lnTo>
                    <a:pt x="44272" y="144665"/>
                  </a:lnTo>
                  <a:lnTo>
                    <a:pt x="41935" y="160159"/>
                  </a:lnTo>
                  <a:lnTo>
                    <a:pt x="62014" y="168478"/>
                  </a:lnTo>
                  <a:lnTo>
                    <a:pt x="71335" y="155943"/>
                  </a:lnTo>
                  <a:lnTo>
                    <a:pt x="77520" y="157899"/>
                  </a:lnTo>
                  <a:lnTo>
                    <a:pt x="83286" y="157441"/>
                  </a:lnTo>
                  <a:lnTo>
                    <a:pt x="89585" y="171665"/>
                  </a:lnTo>
                  <a:lnTo>
                    <a:pt x="111036" y="167970"/>
                  </a:lnTo>
                  <a:lnTo>
                    <a:pt x="112153" y="152844"/>
                  </a:lnTo>
                  <a:lnTo>
                    <a:pt x="123494" y="147154"/>
                  </a:lnTo>
                  <a:lnTo>
                    <a:pt x="136067" y="155346"/>
                  </a:lnTo>
                  <a:lnTo>
                    <a:pt x="152082" y="140614"/>
                  </a:lnTo>
                  <a:lnTo>
                    <a:pt x="145084" y="127901"/>
                  </a:lnTo>
                  <a:lnTo>
                    <a:pt x="150202" y="122072"/>
                  </a:lnTo>
                  <a:lnTo>
                    <a:pt x="151853" y="117043"/>
                  </a:lnTo>
                  <a:lnTo>
                    <a:pt x="165735" y="117208"/>
                  </a:lnTo>
                  <a:lnTo>
                    <a:pt x="171310" y="961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797847" y="2933742"/>
              <a:ext cx="85725" cy="83185"/>
            </a:xfrm>
            <a:custGeom>
              <a:avLst/>
              <a:gdLst/>
              <a:ahLst/>
              <a:cxnLst/>
              <a:rect l="l" t="t" r="r" b="b"/>
              <a:pathLst>
                <a:path w="85725" h="83185">
                  <a:moveTo>
                    <a:pt x="38084" y="83066"/>
                  </a:moveTo>
                  <a:lnTo>
                    <a:pt x="21790" y="77906"/>
                  </a:lnTo>
                  <a:lnTo>
                    <a:pt x="9194" y="67456"/>
                  </a:lnTo>
                  <a:lnTo>
                    <a:pt x="1523" y="53209"/>
                  </a:lnTo>
                  <a:lnTo>
                    <a:pt x="0" y="36660"/>
                  </a:lnTo>
                  <a:lnTo>
                    <a:pt x="5206" y="20876"/>
                  </a:lnTo>
                  <a:lnTo>
                    <a:pt x="15886" y="8719"/>
                  </a:lnTo>
                  <a:lnTo>
                    <a:pt x="30509" y="1367"/>
                  </a:lnTo>
                  <a:lnTo>
                    <a:pt x="47547" y="0"/>
                  </a:lnTo>
                  <a:lnTo>
                    <a:pt x="55847" y="1760"/>
                  </a:lnTo>
                  <a:lnTo>
                    <a:pt x="84183" y="30141"/>
                  </a:lnTo>
                  <a:lnTo>
                    <a:pt x="85729" y="38171"/>
                  </a:lnTo>
                  <a:lnTo>
                    <a:pt x="85631" y="46406"/>
                  </a:lnTo>
                  <a:lnTo>
                    <a:pt x="80425" y="62190"/>
                  </a:lnTo>
                  <a:lnTo>
                    <a:pt x="69746" y="74347"/>
                  </a:lnTo>
                  <a:lnTo>
                    <a:pt x="55122" y="81699"/>
                  </a:lnTo>
                  <a:lnTo>
                    <a:pt x="38084" y="83066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647626" y="3070656"/>
              <a:ext cx="611505" cy="603250"/>
            </a:xfrm>
            <a:custGeom>
              <a:avLst/>
              <a:gdLst/>
              <a:ahLst/>
              <a:cxnLst/>
              <a:rect l="l" t="t" r="r" b="b"/>
              <a:pathLst>
                <a:path w="611504" h="603250">
                  <a:moveTo>
                    <a:pt x="611390" y="304025"/>
                  </a:moveTo>
                  <a:lnTo>
                    <a:pt x="566039" y="285432"/>
                  </a:lnTo>
                  <a:lnTo>
                    <a:pt x="562914" y="254787"/>
                  </a:lnTo>
                  <a:lnTo>
                    <a:pt x="557999" y="239128"/>
                  </a:lnTo>
                  <a:lnTo>
                    <a:pt x="594042" y="210515"/>
                  </a:lnTo>
                  <a:lnTo>
                    <a:pt x="562368" y="140220"/>
                  </a:lnTo>
                  <a:lnTo>
                    <a:pt x="512051" y="149440"/>
                  </a:lnTo>
                  <a:lnTo>
                    <a:pt x="491172" y="124714"/>
                  </a:lnTo>
                  <a:lnTo>
                    <a:pt x="484644" y="119532"/>
                  </a:lnTo>
                  <a:lnTo>
                    <a:pt x="501510" y="70015"/>
                  </a:lnTo>
                  <a:lnTo>
                    <a:pt x="436714" y="28244"/>
                  </a:lnTo>
                  <a:lnTo>
                    <a:pt x="395846" y="66522"/>
                  </a:lnTo>
                  <a:lnTo>
                    <a:pt x="357111" y="55105"/>
                  </a:lnTo>
                  <a:lnTo>
                    <a:pt x="356603" y="55067"/>
                  </a:lnTo>
                  <a:lnTo>
                    <a:pt x="342849" y="0"/>
                  </a:lnTo>
                  <a:lnTo>
                    <a:pt x="265658" y="0"/>
                  </a:lnTo>
                  <a:lnTo>
                    <a:pt x="251625" y="56121"/>
                  </a:lnTo>
                  <a:lnTo>
                    <a:pt x="216890" y="65366"/>
                  </a:lnTo>
                  <a:lnTo>
                    <a:pt x="174917" y="26047"/>
                  </a:lnTo>
                  <a:lnTo>
                    <a:pt x="110121" y="67805"/>
                  </a:lnTo>
                  <a:lnTo>
                    <a:pt x="127520" y="118922"/>
                  </a:lnTo>
                  <a:lnTo>
                    <a:pt x="105079" y="140690"/>
                  </a:lnTo>
                  <a:lnTo>
                    <a:pt x="98425" y="149821"/>
                  </a:lnTo>
                  <a:lnTo>
                    <a:pt x="46062" y="140220"/>
                  </a:lnTo>
                  <a:lnTo>
                    <a:pt x="14376" y="210515"/>
                  </a:lnTo>
                  <a:lnTo>
                    <a:pt x="52692" y="240957"/>
                  </a:lnTo>
                  <a:lnTo>
                    <a:pt x="47612" y="258927"/>
                  </a:lnTo>
                  <a:lnTo>
                    <a:pt x="45161" y="285508"/>
                  </a:lnTo>
                  <a:lnTo>
                    <a:pt x="0" y="304025"/>
                  </a:lnTo>
                  <a:lnTo>
                    <a:pt x="11226" y="380403"/>
                  </a:lnTo>
                  <a:lnTo>
                    <a:pt x="57416" y="385076"/>
                  </a:lnTo>
                  <a:lnTo>
                    <a:pt x="59804" y="393471"/>
                  </a:lnTo>
                  <a:lnTo>
                    <a:pt x="78701" y="432117"/>
                  </a:lnTo>
                  <a:lnTo>
                    <a:pt x="51079" y="471538"/>
                  </a:lnTo>
                  <a:lnTo>
                    <a:pt x="101930" y="529539"/>
                  </a:lnTo>
                  <a:lnTo>
                    <a:pt x="147231" y="506552"/>
                  </a:lnTo>
                  <a:lnTo>
                    <a:pt x="173304" y="524421"/>
                  </a:lnTo>
                  <a:lnTo>
                    <a:pt x="183146" y="528967"/>
                  </a:lnTo>
                  <a:lnTo>
                    <a:pt x="181241" y="581418"/>
                  </a:lnTo>
                  <a:lnTo>
                    <a:pt x="255320" y="602691"/>
                  </a:lnTo>
                  <a:lnTo>
                    <a:pt x="281800" y="557098"/>
                  </a:lnTo>
                  <a:lnTo>
                    <a:pt x="305701" y="559168"/>
                  </a:lnTo>
                  <a:lnTo>
                    <a:pt x="327063" y="557326"/>
                  </a:lnTo>
                  <a:lnTo>
                    <a:pt x="353745" y="602881"/>
                  </a:lnTo>
                  <a:lnTo>
                    <a:pt x="427837" y="581215"/>
                  </a:lnTo>
                  <a:lnTo>
                    <a:pt x="425792" y="530085"/>
                  </a:lnTo>
                  <a:lnTo>
                    <a:pt x="438086" y="524421"/>
                  </a:lnTo>
                  <a:lnTo>
                    <a:pt x="466928" y="504647"/>
                  </a:lnTo>
                  <a:lnTo>
                    <a:pt x="510971" y="526719"/>
                  </a:lnTo>
                  <a:lnTo>
                    <a:pt x="561441" y="468337"/>
                  </a:lnTo>
                  <a:lnTo>
                    <a:pt x="533946" y="429514"/>
                  </a:lnTo>
                  <a:lnTo>
                    <a:pt x="551586" y="393471"/>
                  </a:lnTo>
                  <a:lnTo>
                    <a:pt x="553961" y="385076"/>
                  </a:lnTo>
                  <a:lnTo>
                    <a:pt x="600163" y="380403"/>
                  </a:lnTo>
                  <a:lnTo>
                    <a:pt x="611390" y="3040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795020" y="3227053"/>
              <a:ext cx="306070" cy="297180"/>
            </a:xfrm>
            <a:custGeom>
              <a:avLst/>
              <a:gdLst/>
              <a:ahLst/>
              <a:cxnLst/>
              <a:rect l="l" t="t" r="r" b="b"/>
              <a:pathLst>
                <a:path w="306070" h="297179">
                  <a:moveTo>
                    <a:pt x="152805" y="296561"/>
                  </a:moveTo>
                  <a:lnTo>
                    <a:pt x="104507" y="289001"/>
                  </a:lnTo>
                  <a:lnTo>
                    <a:pt x="62560" y="267951"/>
                  </a:lnTo>
                  <a:lnTo>
                    <a:pt x="29482" y="235853"/>
                  </a:lnTo>
                  <a:lnTo>
                    <a:pt x="7790" y="195148"/>
                  </a:lnTo>
                  <a:lnTo>
                    <a:pt x="0" y="148280"/>
                  </a:lnTo>
                  <a:lnTo>
                    <a:pt x="7790" y="101412"/>
                  </a:lnTo>
                  <a:lnTo>
                    <a:pt x="29482" y="60707"/>
                  </a:lnTo>
                  <a:lnTo>
                    <a:pt x="62560" y="28609"/>
                  </a:lnTo>
                  <a:lnTo>
                    <a:pt x="104507" y="7559"/>
                  </a:lnTo>
                  <a:lnTo>
                    <a:pt x="152805" y="0"/>
                  </a:lnTo>
                  <a:lnTo>
                    <a:pt x="182755" y="2875"/>
                  </a:lnTo>
                  <a:lnTo>
                    <a:pt x="237581" y="24912"/>
                  </a:lnTo>
                  <a:lnTo>
                    <a:pt x="279937" y="66014"/>
                  </a:lnTo>
                  <a:lnTo>
                    <a:pt x="302647" y="119217"/>
                  </a:lnTo>
                  <a:lnTo>
                    <a:pt x="305610" y="148280"/>
                  </a:lnTo>
                  <a:lnTo>
                    <a:pt x="297820" y="195148"/>
                  </a:lnTo>
                  <a:lnTo>
                    <a:pt x="276128" y="235853"/>
                  </a:lnTo>
                  <a:lnTo>
                    <a:pt x="243050" y="267951"/>
                  </a:lnTo>
                  <a:lnTo>
                    <a:pt x="201103" y="289001"/>
                  </a:lnTo>
                  <a:lnTo>
                    <a:pt x="152805" y="296561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 descr=""/>
          <p:cNvGrpSpPr/>
          <p:nvPr/>
        </p:nvGrpSpPr>
        <p:grpSpPr>
          <a:xfrm>
            <a:off x="5278769" y="942433"/>
            <a:ext cx="1323340" cy="1237615"/>
            <a:chOff x="5278769" y="942433"/>
            <a:chExt cx="1323340" cy="1237615"/>
          </a:xfrm>
        </p:grpSpPr>
        <p:sp>
          <p:nvSpPr>
            <p:cNvPr id="14" name="object 14" descr=""/>
            <p:cNvSpPr/>
            <p:nvPr/>
          </p:nvSpPr>
          <p:spPr>
            <a:xfrm>
              <a:off x="5278768" y="942441"/>
              <a:ext cx="1323340" cy="1237615"/>
            </a:xfrm>
            <a:custGeom>
              <a:avLst/>
              <a:gdLst/>
              <a:ahLst/>
              <a:cxnLst/>
              <a:rect l="l" t="t" r="r" b="b"/>
              <a:pathLst>
                <a:path w="1323340" h="1237614">
                  <a:moveTo>
                    <a:pt x="1322984" y="277850"/>
                  </a:moveTo>
                  <a:lnTo>
                    <a:pt x="1317586" y="223393"/>
                  </a:lnTo>
                  <a:lnTo>
                    <a:pt x="1301813" y="171526"/>
                  </a:lnTo>
                  <a:lnTo>
                    <a:pt x="1276261" y="123698"/>
                  </a:lnTo>
                  <a:lnTo>
                    <a:pt x="1241539" y="81381"/>
                  </a:lnTo>
                  <a:lnTo>
                    <a:pt x="1199184" y="46685"/>
                  </a:lnTo>
                  <a:lnTo>
                    <a:pt x="1151318" y="21145"/>
                  </a:lnTo>
                  <a:lnTo>
                    <a:pt x="1099400" y="5384"/>
                  </a:lnTo>
                  <a:lnTo>
                    <a:pt x="1044905" y="0"/>
                  </a:lnTo>
                  <a:lnTo>
                    <a:pt x="999794" y="3632"/>
                  </a:lnTo>
                  <a:lnTo>
                    <a:pt x="957008" y="14160"/>
                  </a:lnTo>
                  <a:lnTo>
                    <a:pt x="917105" y="31013"/>
                  </a:lnTo>
                  <a:lnTo>
                    <a:pt x="880668" y="53606"/>
                  </a:lnTo>
                  <a:lnTo>
                    <a:pt x="848271" y="81381"/>
                  </a:lnTo>
                  <a:lnTo>
                    <a:pt x="844257" y="86055"/>
                  </a:lnTo>
                  <a:lnTo>
                    <a:pt x="831862" y="80327"/>
                  </a:lnTo>
                  <a:lnTo>
                    <a:pt x="787806" y="64071"/>
                  </a:lnTo>
                  <a:lnTo>
                    <a:pt x="742556" y="51282"/>
                  </a:lnTo>
                  <a:lnTo>
                    <a:pt x="696315" y="42037"/>
                  </a:lnTo>
                  <a:lnTo>
                    <a:pt x="648614" y="36360"/>
                  </a:lnTo>
                  <a:lnTo>
                    <a:pt x="647306" y="36360"/>
                  </a:lnTo>
                  <a:lnTo>
                    <a:pt x="601624" y="34544"/>
                  </a:lnTo>
                  <a:lnTo>
                    <a:pt x="554609" y="36360"/>
                  </a:lnTo>
                  <a:lnTo>
                    <a:pt x="508584" y="41694"/>
                  </a:lnTo>
                  <a:lnTo>
                    <a:pt x="463677" y="50431"/>
                  </a:lnTo>
                  <a:lnTo>
                    <a:pt x="420027" y="62433"/>
                  </a:lnTo>
                  <a:lnTo>
                    <a:pt x="377774" y="77558"/>
                  </a:lnTo>
                  <a:lnTo>
                    <a:pt x="337045" y="95681"/>
                  </a:lnTo>
                  <a:lnTo>
                    <a:pt x="297967" y="116662"/>
                  </a:lnTo>
                  <a:lnTo>
                    <a:pt x="260692" y="140373"/>
                  </a:lnTo>
                  <a:lnTo>
                    <a:pt x="225336" y="166687"/>
                  </a:lnTo>
                  <a:lnTo>
                    <a:pt x="192036" y="195453"/>
                  </a:lnTo>
                  <a:lnTo>
                    <a:pt x="160947" y="226542"/>
                  </a:lnTo>
                  <a:lnTo>
                    <a:pt x="132168" y="259829"/>
                  </a:lnTo>
                  <a:lnTo>
                    <a:pt x="105854" y="295173"/>
                  </a:lnTo>
                  <a:lnTo>
                    <a:pt x="82130" y="332447"/>
                  </a:lnTo>
                  <a:lnTo>
                    <a:pt x="61150" y="371513"/>
                  </a:lnTo>
                  <a:lnTo>
                    <a:pt x="43014" y="412229"/>
                  </a:lnTo>
                  <a:lnTo>
                    <a:pt x="27889" y="454469"/>
                  </a:lnTo>
                  <a:lnTo>
                    <a:pt x="15887" y="498106"/>
                  </a:lnTo>
                  <a:lnTo>
                    <a:pt x="7150" y="543001"/>
                  </a:lnTo>
                  <a:lnTo>
                    <a:pt x="1803" y="589013"/>
                  </a:lnTo>
                  <a:lnTo>
                    <a:pt x="0" y="636016"/>
                  </a:lnTo>
                  <a:lnTo>
                    <a:pt x="1803" y="683018"/>
                  </a:lnTo>
                  <a:lnTo>
                    <a:pt x="7150" y="729043"/>
                  </a:lnTo>
                  <a:lnTo>
                    <a:pt x="15887" y="773925"/>
                  </a:lnTo>
                  <a:lnTo>
                    <a:pt x="27889" y="817562"/>
                  </a:lnTo>
                  <a:lnTo>
                    <a:pt x="43014" y="859815"/>
                  </a:lnTo>
                  <a:lnTo>
                    <a:pt x="61150" y="900531"/>
                  </a:lnTo>
                  <a:lnTo>
                    <a:pt x="82130" y="939596"/>
                  </a:lnTo>
                  <a:lnTo>
                    <a:pt x="105854" y="976858"/>
                  </a:lnTo>
                  <a:lnTo>
                    <a:pt x="132168" y="1012202"/>
                  </a:lnTo>
                  <a:lnTo>
                    <a:pt x="160947" y="1045489"/>
                  </a:lnTo>
                  <a:lnTo>
                    <a:pt x="192036" y="1076591"/>
                  </a:lnTo>
                  <a:lnTo>
                    <a:pt x="225336" y="1105357"/>
                  </a:lnTo>
                  <a:lnTo>
                    <a:pt x="260692" y="1131658"/>
                  </a:lnTo>
                  <a:lnTo>
                    <a:pt x="297967" y="1155369"/>
                  </a:lnTo>
                  <a:lnTo>
                    <a:pt x="337045" y="1176350"/>
                  </a:lnTo>
                  <a:lnTo>
                    <a:pt x="377774" y="1194473"/>
                  </a:lnTo>
                  <a:lnTo>
                    <a:pt x="420027" y="1209611"/>
                  </a:lnTo>
                  <a:lnTo>
                    <a:pt x="463677" y="1221600"/>
                  </a:lnTo>
                  <a:lnTo>
                    <a:pt x="508584" y="1230337"/>
                  </a:lnTo>
                  <a:lnTo>
                    <a:pt x="554609" y="1235684"/>
                  </a:lnTo>
                  <a:lnTo>
                    <a:pt x="601624" y="1237488"/>
                  </a:lnTo>
                  <a:lnTo>
                    <a:pt x="648639" y="1235684"/>
                  </a:lnTo>
                  <a:lnTo>
                    <a:pt x="694677" y="1230337"/>
                  </a:lnTo>
                  <a:lnTo>
                    <a:pt x="739571" y="1221600"/>
                  </a:lnTo>
                  <a:lnTo>
                    <a:pt x="783221" y="1209611"/>
                  </a:lnTo>
                  <a:lnTo>
                    <a:pt x="825474" y="1194473"/>
                  </a:lnTo>
                  <a:lnTo>
                    <a:pt x="866216" y="1176350"/>
                  </a:lnTo>
                  <a:lnTo>
                    <a:pt x="905281" y="1155369"/>
                  </a:lnTo>
                  <a:lnTo>
                    <a:pt x="942568" y="1131658"/>
                  </a:lnTo>
                  <a:lnTo>
                    <a:pt x="977912" y="1105357"/>
                  </a:lnTo>
                  <a:lnTo>
                    <a:pt x="1011212" y="1076591"/>
                  </a:lnTo>
                  <a:lnTo>
                    <a:pt x="1042314" y="1045489"/>
                  </a:lnTo>
                  <a:lnTo>
                    <a:pt x="1071092" y="1012202"/>
                  </a:lnTo>
                  <a:lnTo>
                    <a:pt x="1097407" y="976858"/>
                  </a:lnTo>
                  <a:lnTo>
                    <a:pt x="1121117" y="939596"/>
                  </a:lnTo>
                  <a:lnTo>
                    <a:pt x="1142111" y="900531"/>
                  </a:lnTo>
                  <a:lnTo>
                    <a:pt x="1160233" y="859815"/>
                  </a:lnTo>
                  <a:lnTo>
                    <a:pt x="1175372" y="817562"/>
                  </a:lnTo>
                  <a:lnTo>
                    <a:pt x="1187373" y="773925"/>
                  </a:lnTo>
                  <a:lnTo>
                    <a:pt x="1196111" y="729043"/>
                  </a:lnTo>
                  <a:lnTo>
                    <a:pt x="1201445" y="683018"/>
                  </a:lnTo>
                  <a:lnTo>
                    <a:pt x="1203261" y="636016"/>
                  </a:lnTo>
                  <a:lnTo>
                    <a:pt x="1201369" y="588391"/>
                  </a:lnTo>
                  <a:lnTo>
                    <a:pt x="1195768" y="541362"/>
                  </a:lnTo>
                  <a:lnTo>
                    <a:pt x="1190256" y="513803"/>
                  </a:lnTo>
                  <a:lnTo>
                    <a:pt x="1209128" y="502094"/>
                  </a:lnTo>
                  <a:lnTo>
                    <a:pt x="1241539" y="474319"/>
                  </a:lnTo>
                  <a:lnTo>
                    <a:pt x="1269326" y="441947"/>
                  </a:lnTo>
                  <a:lnTo>
                    <a:pt x="1291945" y="405536"/>
                  </a:lnTo>
                  <a:lnTo>
                    <a:pt x="1308798" y="365671"/>
                  </a:lnTo>
                  <a:lnTo>
                    <a:pt x="1319339" y="322922"/>
                  </a:lnTo>
                  <a:lnTo>
                    <a:pt x="1322984" y="277850"/>
                  </a:lnTo>
                  <a:close/>
                </a:path>
              </a:pathLst>
            </a:custGeom>
            <a:solidFill>
              <a:srgbClr val="D844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128635" y="1025459"/>
              <a:ext cx="390525" cy="389890"/>
            </a:xfrm>
            <a:custGeom>
              <a:avLst/>
              <a:gdLst/>
              <a:ahLst/>
              <a:cxnLst/>
              <a:rect l="l" t="t" r="r" b="b"/>
              <a:pathLst>
                <a:path w="390525" h="389890">
                  <a:moveTo>
                    <a:pt x="195028" y="389642"/>
                  </a:moveTo>
                  <a:lnTo>
                    <a:pt x="150310" y="384497"/>
                  </a:lnTo>
                  <a:lnTo>
                    <a:pt x="109259" y="369840"/>
                  </a:lnTo>
                  <a:lnTo>
                    <a:pt x="73048" y="346842"/>
                  </a:lnTo>
                  <a:lnTo>
                    <a:pt x="42845" y="316671"/>
                  </a:lnTo>
                  <a:lnTo>
                    <a:pt x="19822" y="280498"/>
                  </a:lnTo>
                  <a:lnTo>
                    <a:pt x="5150" y="239491"/>
                  </a:lnTo>
                  <a:lnTo>
                    <a:pt x="0" y="194821"/>
                  </a:lnTo>
                  <a:lnTo>
                    <a:pt x="5150" y="150150"/>
                  </a:lnTo>
                  <a:lnTo>
                    <a:pt x="19822" y="109143"/>
                  </a:lnTo>
                  <a:lnTo>
                    <a:pt x="42845" y="72970"/>
                  </a:lnTo>
                  <a:lnTo>
                    <a:pt x="73048" y="42800"/>
                  </a:lnTo>
                  <a:lnTo>
                    <a:pt x="109259" y="19801"/>
                  </a:lnTo>
                  <a:lnTo>
                    <a:pt x="150310" y="5145"/>
                  </a:lnTo>
                  <a:lnTo>
                    <a:pt x="195028" y="0"/>
                  </a:lnTo>
                  <a:lnTo>
                    <a:pt x="233254" y="3778"/>
                  </a:lnTo>
                  <a:lnTo>
                    <a:pt x="303229" y="32732"/>
                  </a:lnTo>
                  <a:lnTo>
                    <a:pt x="332933" y="57061"/>
                  </a:lnTo>
                  <a:lnTo>
                    <a:pt x="357288" y="86734"/>
                  </a:lnTo>
                  <a:lnTo>
                    <a:pt x="386273" y="156636"/>
                  </a:lnTo>
                  <a:lnTo>
                    <a:pt x="390055" y="194821"/>
                  </a:lnTo>
                  <a:lnTo>
                    <a:pt x="384905" y="239491"/>
                  </a:lnTo>
                  <a:lnTo>
                    <a:pt x="370233" y="280498"/>
                  </a:lnTo>
                  <a:lnTo>
                    <a:pt x="347210" y="316671"/>
                  </a:lnTo>
                  <a:lnTo>
                    <a:pt x="317008" y="346842"/>
                  </a:lnTo>
                  <a:lnTo>
                    <a:pt x="280796" y="369840"/>
                  </a:lnTo>
                  <a:lnTo>
                    <a:pt x="239746" y="384497"/>
                  </a:lnTo>
                  <a:lnTo>
                    <a:pt x="195028" y="3896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275666" y="1133384"/>
              <a:ext cx="150495" cy="173990"/>
            </a:xfrm>
            <a:custGeom>
              <a:avLst/>
              <a:gdLst/>
              <a:ahLst/>
              <a:cxnLst/>
              <a:rect l="l" t="t" r="r" b="b"/>
              <a:pathLst>
                <a:path w="150495" h="173990">
                  <a:moveTo>
                    <a:pt x="0" y="173792"/>
                  </a:moveTo>
                  <a:lnTo>
                    <a:pt x="0" y="0"/>
                  </a:lnTo>
                  <a:lnTo>
                    <a:pt x="150330" y="86896"/>
                  </a:lnTo>
                  <a:lnTo>
                    <a:pt x="0" y="173792"/>
                  </a:lnTo>
                  <a:close/>
                </a:path>
              </a:pathLst>
            </a:custGeom>
            <a:solidFill>
              <a:srgbClr val="D8443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21144" y="1252809"/>
              <a:ext cx="302940" cy="303626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5442607" y="1279916"/>
              <a:ext cx="260350" cy="252729"/>
            </a:xfrm>
            <a:custGeom>
              <a:avLst/>
              <a:gdLst/>
              <a:ahLst/>
              <a:cxnLst/>
              <a:rect l="l" t="t" r="r" b="b"/>
              <a:pathLst>
                <a:path w="260350" h="252730">
                  <a:moveTo>
                    <a:pt x="115639" y="252163"/>
                  </a:moveTo>
                  <a:lnTo>
                    <a:pt x="66175" y="236508"/>
                  </a:lnTo>
                  <a:lnTo>
                    <a:pt x="27933" y="204795"/>
                  </a:lnTo>
                  <a:lnTo>
                    <a:pt x="4635" y="161554"/>
                  </a:lnTo>
                  <a:lnTo>
                    <a:pt x="0" y="111317"/>
                  </a:lnTo>
                  <a:lnTo>
                    <a:pt x="15792" y="63401"/>
                  </a:lnTo>
                  <a:lnTo>
                    <a:pt x="48202" y="26488"/>
                  </a:lnTo>
                  <a:lnTo>
                    <a:pt x="92587" y="4161"/>
                  </a:lnTo>
                  <a:lnTo>
                    <a:pt x="144304" y="0"/>
                  </a:lnTo>
                  <a:lnTo>
                    <a:pt x="169501" y="5338"/>
                  </a:lnTo>
                  <a:lnTo>
                    <a:pt x="214005" y="29374"/>
                  </a:lnTo>
                  <a:lnTo>
                    <a:pt x="246059" y="68414"/>
                  </a:lnTo>
                  <a:lnTo>
                    <a:pt x="260233" y="115846"/>
                  </a:lnTo>
                  <a:lnTo>
                    <a:pt x="259944" y="140845"/>
                  </a:lnTo>
                  <a:lnTo>
                    <a:pt x="244152" y="188761"/>
                  </a:lnTo>
                  <a:lnTo>
                    <a:pt x="211742" y="225674"/>
                  </a:lnTo>
                  <a:lnTo>
                    <a:pt x="167357" y="248001"/>
                  </a:lnTo>
                  <a:lnTo>
                    <a:pt x="115639" y="2521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00146" y="1332237"/>
              <a:ext cx="151598" cy="146916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5753557" y="1280451"/>
              <a:ext cx="171450" cy="172085"/>
            </a:xfrm>
            <a:custGeom>
              <a:avLst/>
              <a:gdLst/>
              <a:ahLst/>
              <a:cxnLst/>
              <a:rect l="l" t="t" r="r" b="b"/>
              <a:pathLst>
                <a:path w="171450" h="172084">
                  <a:moveTo>
                    <a:pt x="171310" y="96189"/>
                  </a:moveTo>
                  <a:lnTo>
                    <a:pt x="159194" y="89535"/>
                  </a:lnTo>
                  <a:lnTo>
                    <a:pt x="159296" y="80848"/>
                  </a:lnTo>
                  <a:lnTo>
                    <a:pt x="158407" y="76301"/>
                  </a:lnTo>
                  <a:lnTo>
                    <a:pt x="169430" y="69430"/>
                  </a:lnTo>
                  <a:lnTo>
                    <a:pt x="162801" y="48742"/>
                  </a:lnTo>
                  <a:lnTo>
                    <a:pt x="148412" y="49720"/>
                  </a:lnTo>
                  <a:lnTo>
                    <a:pt x="143344" y="42125"/>
                  </a:lnTo>
                  <a:lnTo>
                    <a:pt x="141681" y="40474"/>
                  </a:lnTo>
                  <a:lnTo>
                    <a:pt x="147993" y="27139"/>
                  </a:lnTo>
                  <a:lnTo>
                    <a:pt x="131165" y="13373"/>
                  </a:lnTo>
                  <a:lnTo>
                    <a:pt x="118491" y="22796"/>
                  </a:lnTo>
                  <a:lnTo>
                    <a:pt x="108000" y="18351"/>
                  </a:lnTo>
                  <a:lnTo>
                    <a:pt x="107861" y="18326"/>
                  </a:lnTo>
                  <a:lnTo>
                    <a:pt x="105765" y="2463"/>
                  </a:lnTo>
                  <a:lnTo>
                    <a:pt x="84137" y="0"/>
                  </a:lnTo>
                  <a:lnTo>
                    <a:pt x="77901" y="16611"/>
                  </a:lnTo>
                  <a:lnTo>
                    <a:pt x="68859" y="17335"/>
                  </a:lnTo>
                  <a:lnTo>
                    <a:pt x="57886" y="4406"/>
                  </a:lnTo>
                  <a:lnTo>
                    <a:pt x="38392" y="14033"/>
                  </a:lnTo>
                  <a:lnTo>
                    <a:pt x="41681" y="29146"/>
                  </a:lnTo>
                  <a:lnTo>
                    <a:pt x="39408" y="30289"/>
                  </a:lnTo>
                  <a:lnTo>
                    <a:pt x="33553" y="36957"/>
                  </a:lnTo>
                  <a:lnTo>
                    <a:pt x="18135" y="32270"/>
                  </a:lnTo>
                  <a:lnTo>
                    <a:pt x="7010" y="50952"/>
                  </a:lnTo>
                  <a:lnTo>
                    <a:pt x="17627" y="61569"/>
                  </a:lnTo>
                  <a:lnTo>
                    <a:pt x="13944" y="72745"/>
                  </a:lnTo>
                  <a:lnTo>
                    <a:pt x="0" y="76682"/>
                  </a:lnTo>
                  <a:lnTo>
                    <a:pt x="711" y="98437"/>
                  </a:lnTo>
                  <a:lnTo>
                    <a:pt x="14262" y="101396"/>
                  </a:lnTo>
                  <a:lnTo>
                    <a:pt x="14757" y="106654"/>
                  </a:lnTo>
                  <a:lnTo>
                    <a:pt x="18783" y="114147"/>
                  </a:lnTo>
                  <a:lnTo>
                    <a:pt x="8966" y="125234"/>
                  </a:lnTo>
                  <a:lnTo>
                    <a:pt x="21361" y="143103"/>
                  </a:lnTo>
                  <a:lnTo>
                    <a:pt x="35877" y="137706"/>
                  </a:lnTo>
                  <a:lnTo>
                    <a:pt x="44259" y="144678"/>
                  </a:lnTo>
                  <a:lnTo>
                    <a:pt x="41935" y="160159"/>
                  </a:lnTo>
                  <a:lnTo>
                    <a:pt x="62014" y="168490"/>
                  </a:lnTo>
                  <a:lnTo>
                    <a:pt x="71335" y="155956"/>
                  </a:lnTo>
                  <a:lnTo>
                    <a:pt x="77508" y="157899"/>
                  </a:lnTo>
                  <a:lnTo>
                    <a:pt x="83286" y="157441"/>
                  </a:lnTo>
                  <a:lnTo>
                    <a:pt x="89585" y="171678"/>
                  </a:lnTo>
                  <a:lnTo>
                    <a:pt x="111036" y="167970"/>
                  </a:lnTo>
                  <a:lnTo>
                    <a:pt x="112153" y="152857"/>
                  </a:lnTo>
                  <a:lnTo>
                    <a:pt x="123482" y="147154"/>
                  </a:lnTo>
                  <a:lnTo>
                    <a:pt x="136067" y="155359"/>
                  </a:lnTo>
                  <a:lnTo>
                    <a:pt x="152069" y="140614"/>
                  </a:lnTo>
                  <a:lnTo>
                    <a:pt x="145072" y="127901"/>
                  </a:lnTo>
                  <a:lnTo>
                    <a:pt x="150190" y="122072"/>
                  </a:lnTo>
                  <a:lnTo>
                    <a:pt x="151841" y="117055"/>
                  </a:lnTo>
                  <a:lnTo>
                    <a:pt x="165735" y="117221"/>
                  </a:lnTo>
                  <a:lnTo>
                    <a:pt x="171310" y="961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5797845" y="1325356"/>
              <a:ext cx="85725" cy="83185"/>
            </a:xfrm>
            <a:custGeom>
              <a:avLst/>
              <a:gdLst/>
              <a:ahLst/>
              <a:cxnLst/>
              <a:rect l="l" t="t" r="r" b="b"/>
              <a:pathLst>
                <a:path w="85725" h="83184">
                  <a:moveTo>
                    <a:pt x="38084" y="83066"/>
                  </a:moveTo>
                  <a:lnTo>
                    <a:pt x="21790" y="77906"/>
                  </a:lnTo>
                  <a:lnTo>
                    <a:pt x="9194" y="67456"/>
                  </a:lnTo>
                  <a:lnTo>
                    <a:pt x="1522" y="53209"/>
                  </a:lnTo>
                  <a:lnTo>
                    <a:pt x="0" y="36660"/>
                  </a:lnTo>
                  <a:lnTo>
                    <a:pt x="5206" y="20876"/>
                  </a:lnTo>
                  <a:lnTo>
                    <a:pt x="15885" y="8718"/>
                  </a:lnTo>
                  <a:lnTo>
                    <a:pt x="30509" y="1367"/>
                  </a:lnTo>
                  <a:lnTo>
                    <a:pt x="47547" y="0"/>
                  </a:lnTo>
                  <a:lnTo>
                    <a:pt x="55847" y="1760"/>
                  </a:lnTo>
                  <a:lnTo>
                    <a:pt x="84183" y="30141"/>
                  </a:lnTo>
                  <a:lnTo>
                    <a:pt x="85729" y="38171"/>
                  </a:lnTo>
                  <a:lnTo>
                    <a:pt x="85631" y="46406"/>
                  </a:lnTo>
                  <a:lnTo>
                    <a:pt x="80425" y="62190"/>
                  </a:lnTo>
                  <a:lnTo>
                    <a:pt x="69745" y="74347"/>
                  </a:lnTo>
                  <a:lnTo>
                    <a:pt x="55122" y="81699"/>
                  </a:lnTo>
                  <a:lnTo>
                    <a:pt x="38084" y="83066"/>
                  </a:lnTo>
                  <a:close/>
                </a:path>
              </a:pathLst>
            </a:custGeom>
            <a:solidFill>
              <a:srgbClr val="D844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5647626" y="1462265"/>
              <a:ext cx="611505" cy="603250"/>
            </a:xfrm>
            <a:custGeom>
              <a:avLst/>
              <a:gdLst/>
              <a:ahLst/>
              <a:cxnLst/>
              <a:rect l="l" t="t" r="r" b="b"/>
              <a:pathLst>
                <a:path w="611504" h="603250">
                  <a:moveTo>
                    <a:pt x="611378" y="304025"/>
                  </a:moveTo>
                  <a:lnTo>
                    <a:pt x="566026" y="285432"/>
                  </a:lnTo>
                  <a:lnTo>
                    <a:pt x="562914" y="254787"/>
                  </a:lnTo>
                  <a:lnTo>
                    <a:pt x="557999" y="239128"/>
                  </a:lnTo>
                  <a:lnTo>
                    <a:pt x="594042" y="210515"/>
                  </a:lnTo>
                  <a:lnTo>
                    <a:pt x="562356" y="140233"/>
                  </a:lnTo>
                  <a:lnTo>
                    <a:pt x="512064" y="149440"/>
                  </a:lnTo>
                  <a:lnTo>
                    <a:pt x="491172" y="124714"/>
                  </a:lnTo>
                  <a:lnTo>
                    <a:pt x="484644" y="119532"/>
                  </a:lnTo>
                  <a:lnTo>
                    <a:pt x="501510" y="70027"/>
                  </a:lnTo>
                  <a:lnTo>
                    <a:pt x="436714" y="28257"/>
                  </a:lnTo>
                  <a:lnTo>
                    <a:pt x="395833" y="66535"/>
                  </a:lnTo>
                  <a:lnTo>
                    <a:pt x="357111" y="55105"/>
                  </a:lnTo>
                  <a:lnTo>
                    <a:pt x="356603" y="55067"/>
                  </a:lnTo>
                  <a:lnTo>
                    <a:pt x="342849" y="0"/>
                  </a:lnTo>
                  <a:lnTo>
                    <a:pt x="265658" y="0"/>
                  </a:lnTo>
                  <a:lnTo>
                    <a:pt x="251625" y="56121"/>
                  </a:lnTo>
                  <a:lnTo>
                    <a:pt x="216890" y="65366"/>
                  </a:lnTo>
                  <a:lnTo>
                    <a:pt x="174904" y="26047"/>
                  </a:lnTo>
                  <a:lnTo>
                    <a:pt x="110109" y="67818"/>
                  </a:lnTo>
                  <a:lnTo>
                    <a:pt x="127508" y="118935"/>
                  </a:lnTo>
                  <a:lnTo>
                    <a:pt x="105079" y="140703"/>
                  </a:lnTo>
                  <a:lnTo>
                    <a:pt x="98437" y="149821"/>
                  </a:lnTo>
                  <a:lnTo>
                    <a:pt x="46050" y="140233"/>
                  </a:lnTo>
                  <a:lnTo>
                    <a:pt x="14376" y="210515"/>
                  </a:lnTo>
                  <a:lnTo>
                    <a:pt x="52692" y="240957"/>
                  </a:lnTo>
                  <a:lnTo>
                    <a:pt x="47612" y="258927"/>
                  </a:lnTo>
                  <a:lnTo>
                    <a:pt x="45148" y="285508"/>
                  </a:lnTo>
                  <a:lnTo>
                    <a:pt x="0" y="304025"/>
                  </a:lnTo>
                  <a:lnTo>
                    <a:pt x="11214" y="380415"/>
                  </a:lnTo>
                  <a:lnTo>
                    <a:pt x="57416" y="385089"/>
                  </a:lnTo>
                  <a:lnTo>
                    <a:pt x="59804" y="393484"/>
                  </a:lnTo>
                  <a:lnTo>
                    <a:pt x="78701" y="432130"/>
                  </a:lnTo>
                  <a:lnTo>
                    <a:pt x="51079" y="471551"/>
                  </a:lnTo>
                  <a:lnTo>
                    <a:pt x="101930" y="529539"/>
                  </a:lnTo>
                  <a:lnTo>
                    <a:pt x="147218" y="506564"/>
                  </a:lnTo>
                  <a:lnTo>
                    <a:pt x="173304" y="524433"/>
                  </a:lnTo>
                  <a:lnTo>
                    <a:pt x="183146" y="528980"/>
                  </a:lnTo>
                  <a:lnTo>
                    <a:pt x="181241" y="581431"/>
                  </a:lnTo>
                  <a:lnTo>
                    <a:pt x="255308" y="602691"/>
                  </a:lnTo>
                  <a:lnTo>
                    <a:pt x="281800" y="557110"/>
                  </a:lnTo>
                  <a:lnTo>
                    <a:pt x="305689" y="559181"/>
                  </a:lnTo>
                  <a:lnTo>
                    <a:pt x="327063" y="557326"/>
                  </a:lnTo>
                  <a:lnTo>
                    <a:pt x="353745" y="602881"/>
                  </a:lnTo>
                  <a:lnTo>
                    <a:pt x="427837" y="581228"/>
                  </a:lnTo>
                  <a:lnTo>
                    <a:pt x="425792" y="530098"/>
                  </a:lnTo>
                  <a:lnTo>
                    <a:pt x="438086" y="524433"/>
                  </a:lnTo>
                  <a:lnTo>
                    <a:pt x="466940" y="504647"/>
                  </a:lnTo>
                  <a:lnTo>
                    <a:pt x="510971" y="526719"/>
                  </a:lnTo>
                  <a:lnTo>
                    <a:pt x="561441" y="468337"/>
                  </a:lnTo>
                  <a:lnTo>
                    <a:pt x="533946" y="429514"/>
                  </a:lnTo>
                  <a:lnTo>
                    <a:pt x="551586" y="393484"/>
                  </a:lnTo>
                  <a:lnTo>
                    <a:pt x="553961" y="385076"/>
                  </a:lnTo>
                  <a:lnTo>
                    <a:pt x="600163" y="380415"/>
                  </a:lnTo>
                  <a:lnTo>
                    <a:pt x="611378" y="3040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795018" y="1618667"/>
              <a:ext cx="306070" cy="297180"/>
            </a:xfrm>
            <a:custGeom>
              <a:avLst/>
              <a:gdLst/>
              <a:ahLst/>
              <a:cxnLst/>
              <a:rect l="l" t="t" r="r" b="b"/>
              <a:pathLst>
                <a:path w="306070" h="297180">
                  <a:moveTo>
                    <a:pt x="152805" y="296561"/>
                  </a:moveTo>
                  <a:lnTo>
                    <a:pt x="104507" y="289001"/>
                  </a:lnTo>
                  <a:lnTo>
                    <a:pt x="62560" y="267951"/>
                  </a:lnTo>
                  <a:lnTo>
                    <a:pt x="29482" y="235853"/>
                  </a:lnTo>
                  <a:lnTo>
                    <a:pt x="7790" y="195148"/>
                  </a:lnTo>
                  <a:lnTo>
                    <a:pt x="0" y="148280"/>
                  </a:lnTo>
                  <a:lnTo>
                    <a:pt x="7790" y="101412"/>
                  </a:lnTo>
                  <a:lnTo>
                    <a:pt x="29482" y="60707"/>
                  </a:lnTo>
                  <a:lnTo>
                    <a:pt x="62560" y="28609"/>
                  </a:lnTo>
                  <a:lnTo>
                    <a:pt x="104507" y="7559"/>
                  </a:lnTo>
                  <a:lnTo>
                    <a:pt x="152805" y="0"/>
                  </a:lnTo>
                  <a:lnTo>
                    <a:pt x="182755" y="2875"/>
                  </a:lnTo>
                  <a:lnTo>
                    <a:pt x="237581" y="24912"/>
                  </a:lnTo>
                  <a:lnTo>
                    <a:pt x="279937" y="66014"/>
                  </a:lnTo>
                  <a:lnTo>
                    <a:pt x="302647" y="119217"/>
                  </a:lnTo>
                  <a:lnTo>
                    <a:pt x="305610" y="148280"/>
                  </a:lnTo>
                  <a:lnTo>
                    <a:pt x="297820" y="195148"/>
                  </a:lnTo>
                  <a:lnTo>
                    <a:pt x="276127" y="235853"/>
                  </a:lnTo>
                  <a:lnTo>
                    <a:pt x="243050" y="267951"/>
                  </a:lnTo>
                  <a:lnTo>
                    <a:pt x="201103" y="289001"/>
                  </a:lnTo>
                  <a:lnTo>
                    <a:pt x="152805" y="296561"/>
                  </a:lnTo>
                  <a:close/>
                </a:path>
              </a:pathLst>
            </a:custGeom>
            <a:solidFill>
              <a:srgbClr val="D8443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 descr=""/>
          <p:cNvGrpSpPr/>
          <p:nvPr/>
        </p:nvGrpSpPr>
        <p:grpSpPr>
          <a:xfrm>
            <a:off x="6746057" y="942438"/>
            <a:ext cx="1323340" cy="1237615"/>
            <a:chOff x="6746057" y="942438"/>
            <a:chExt cx="1323340" cy="1237615"/>
          </a:xfrm>
        </p:grpSpPr>
        <p:sp>
          <p:nvSpPr>
            <p:cNvPr id="25" name="object 25" descr=""/>
            <p:cNvSpPr/>
            <p:nvPr/>
          </p:nvSpPr>
          <p:spPr>
            <a:xfrm>
              <a:off x="6746049" y="942441"/>
              <a:ext cx="1323340" cy="1237615"/>
            </a:xfrm>
            <a:custGeom>
              <a:avLst/>
              <a:gdLst/>
              <a:ahLst/>
              <a:cxnLst/>
              <a:rect l="l" t="t" r="r" b="b"/>
              <a:pathLst>
                <a:path w="1323340" h="1237614">
                  <a:moveTo>
                    <a:pt x="1322984" y="277850"/>
                  </a:moveTo>
                  <a:lnTo>
                    <a:pt x="1317599" y="223393"/>
                  </a:lnTo>
                  <a:lnTo>
                    <a:pt x="1301826" y="171526"/>
                  </a:lnTo>
                  <a:lnTo>
                    <a:pt x="1276261" y="123698"/>
                  </a:lnTo>
                  <a:lnTo>
                    <a:pt x="1241539" y="81381"/>
                  </a:lnTo>
                  <a:lnTo>
                    <a:pt x="1199184" y="46685"/>
                  </a:lnTo>
                  <a:lnTo>
                    <a:pt x="1151318" y="21158"/>
                  </a:lnTo>
                  <a:lnTo>
                    <a:pt x="1099413" y="5384"/>
                  </a:lnTo>
                  <a:lnTo>
                    <a:pt x="1044905" y="0"/>
                  </a:lnTo>
                  <a:lnTo>
                    <a:pt x="999794" y="3644"/>
                  </a:lnTo>
                  <a:lnTo>
                    <a:pt x="957008" y="14173"/>
                  </a:lnTo>
                  <a:lnTo>
                    <a:pt x="917117" y="31013"/>
                  </a:lnTo>
                  <a:lnTo>
                    <a:pt x="880681" y="53606"/>
                  </a:lnTo>
                  <a:lnTo>
                    <a:pt x="848271" y="81381"/>
                  </a:lnTo>
                  <a:lnTo>
                    <a:pt x="844257" y="86055"/>
                  </a:lnTo>
                  <a:lnTo>
                    <a:pt x="831862" y="80340"/>
                  </a:lnTo>
                  <a:lnTo>
                    <a:pt x="787819" y="64071"/>
                  </a:lnTo>
                  <a:lnTo>
                    <a:pt x="742569" y="51282"/>
                  </a:lnTo>
                  <a:lnTo>
                    <a:pt x="696315" y="42049"/>
                  </a:lnTo>
                  <a:lnTo>
                    <a:pt x="648627" y="36360"/>
                  </a:lnTo>
                  <a:lnTo>
                    <a:pt x="647319" y="36360"/>
                  </a:lnTo>
                  <a:lnTo>
                    <a:pt x="601637" y="34556"/>
                  </a:lnTo>
                  <a:lnTo>
                    <a:pt x="554621" y="36360"/>
                  </a:lnTo>
                  <a:lnTo>
                    <a:pt x="508584" y="41706"/>
                  </a:lnTo>
                  <a:lnTo>
                    <a:pt x="463689" y="50431"/>
                  </a:lnTo>
                  <a:lnTo>
                    <a:pt x="420039" y="62433"/>
                  </a:lnTo>
                  <a:lnTo>
                    <a:pt x="377786" y="77558"/>
                  </a:lnTo>
                  <a:lnTo>
                    <a:pt x="337045" y="95681"/>
                  </a:lnTo>
                  <a:lnTo>
                    <a:pt x="297980" y="116674"/>
                  </a:lnTo>
                  <a:lnTo>
                    <a:pt x="260692" y="140385"/>
                  </a:lnTo>
                  <a:lnTo>
                    <a:pt x="225348" y="166687"/>
                  </a:lnTo>
                  <a:lnTo>
                    <a:pt x="192049" y="195453"/>
                  </a:lnTo>
                  <a:lnTo>
                    <a:pt x="160947" y="226542"/>
                  </a:lnTo>
                  <a:lnTo>
                    <a:pt x="132168" y="259829"/>
                  </a:lnTo>
                  <a:lnTo>
                    <a:pt x="105854" y="295173"/>
                  </a:lnTo>
                  <a:lnTo>
                    <a:pt x="82143" y="332447"/>
                  </a:lnTo>
                  <a:lnTo>
                    <a:pt x="61150" y="371513"/>
                  </a:lnTo>
                  <a:lnTo>
                    <a:pt x="43027" y="412229"/>
                  </a:lnTo>
                  <a:lnTo>
                    <a:pt x="27889" y="454482"/>
                  </a:lnTo>
                  <a:lnTo>
                    <a:pt x="15887" y="498106"/>
                  </a:lnTo>
                  <a:lnTo>
                    <a:pt x="7150" y="543001"/>
                  </a:lnTo>
                  <a:lnTo>
                    <a:pt x="1816" y="589013"/>
                  </a:lnTo>
                  <a:lnTo>
                    <a:pt x="0" y="636028"/>
                  </a:lnTo>
                  <a:lnTo>
                    <a:pt x="1816" y="683031"/>
                  </a:lnTo>
                  <a:lnTo>
                    <a:pt x="7150" y="729043"/>
                  </a:lnTo>
                  <a:lnTo>
                    <a:pt x="15887" y="773938"/>
                  </a:lnTo>
                  <a:lnTo>
                    <a:pt x="27889" y="817575"/>
                  </a:lnTo>
                  <a:lnTo>
                    <a:pt x="43027" y="859815"/>
                  </a:lnTo>
                  <a:lnTo>
                    <a:pt x="61150" y="900531"/>
                  </a:lnTo>
                  <a:lnTo>
                    <a:pt x="82143" y="939596"/>
                  </a:lnTo>
                  <a:lnTo>
                    <a:pt x="105854" y="976871"/>
                  </a:lnTo>
                  <a:lnTo>
                    <a:pt x="132168" y="1012215"/>
                  </a:lnTo>
                  <a:lnTo>
                    <a:pt x="160947" y="1045502"/>
                  </a:lnTo>
                  <a:lnTo>
                    <a:pt x="192049" y="1076591"/>
                  </a:lnTo>
                  <a:lnTo>
                    <a:pt x="225348" y="1105357"/>
                  </a:lnTo>
                  <a:lnTo>
                    <a:pt x="260692" y="1131658"/>
                  </a:lnTo>
                  <a:lnTo>
                    <a:pt x="297980" y="1155382"/>
                  </a:lnTo>
                  <a:lnTo>
                    <a:pt x="337045" y="1176362"/>
                  </a:lnTo>
                  <a:lnTo>
                    <a:pt x="377786" y="1194485"/>
                  </a:lnTo>
                  <a:lnTo>
                    <a:pt x="420039" y="1209611"/>
                  </a:lnTo>
                  <a:lnTo>
                    <a:pt x="463689" y="1221613"/>
                  </a:lnTo>
                  <a:lnTo>
                    <a:pt x="508584" y="1230350"/>
                  </a:lnTo>
                  <a:lnTo>
                    <a:pt x="554621" y="1235684"/>
                  </a:lnTo>
                  <a:lnTo>
                    <a:pt x="601637" y="1237500"/>
                  </a:lnTo>
                  <a:lnTo>
                    <a:pt x="648652" y="1235684"/>
                  </a:lnTo>
                  <a:lnTo>
                    <a:pt x="694677" y="1230350"/>
                  </a:lnTo>
                  <a:lnTo>
                    <a:pt x="739584" y="1221613"/>
                  </a:lnTo>
                  <a:lnTo>
                    <a:pt x="783234" y="1209611"/>
                  </a:lnTo>
                  <a:lnTo>
                    <a:pt x="825487" y="1194485"/>
                  </a:lnTo>
                  <a:lnTo>
                    <a:pt x="866216" y="1176362"/>
                  </a:lnTo>
                  <a:lnTo>
                    <a:pt x="905294" y="1155382"/>
                  </a:lnTo>
                  <a:lnTo>
                    <a:pt x="942568" y="1131658"/>
                  </a:lnTo>
                  <a:lnTo>
                    <a:pt x="977925" y="1105357"/>
                  </a:lnTo>
                  <a:lnTo>
                    <a:pt x="1011224" y="1076591"/>
                  </a:lnTo>
                  <a:lnTo>
                    <a:pt x="1042314" y="1045502"/>
                  </a:lnTo>
                  <a:lnTo>
                    <a:pt x="1071092" y="1012215"/>
                  </a:lnTo>
                  <a:lnTo>
                    <a:pt x="1097407" y="976871"/>
                  </a:lnTo>
                  <a:lnTo>
                    <a:pt x="1121130" y="939596"/>
                  </a:lnTo>
                  <a:lnTo>
                    <a:pt x="1142111" y="900531"/>
                  </a:lnTo>
                  <a:lnTo>
                    <a:pt x="1160246" y="859815"/>
                  </a:lnTo>
                  <a:lnTo>
                    <a:pt x="1175372" y="817575"/>
                  </a:lnTo>
                  <a:lnTo>
                    <a:pt x="1187373" y="773938"/>
                  </a:lnTo>
                  <a:lnTo>
                    <a:pt x="1196111" y="729043"/>
                  </a:lnTo>
                  <a:lnTo>
                    <a:pt x="1201458" y="683031"/>
                  </a:lnTo>
                  <a:lnTo>
                    <a:pt x="1203261" y="636028"/>
                  </a:lnTo>
                  <a:lnTo>
                    <a:pt x="1201381" y="588391"/>
                  </a:lnTo>
                  <a:lnTo>
                    <a:pt x="1195768" y="541362"/>
                  </a:lnTo>
                  <a:lnTo>
                    <a:pt x="1190256" y="513803"/>
                  </a:lnTo>
                  <a:lnTo>
                    <a:pt x="1209141" y="502094"/>
                  </a:lnTo>
                  <a:lnTo>
                    <a:pt x="1241539" y="474332"/>
                  </a:lnTo>
                  <a:lnTo>
                    <a:pt x="1269339" y="441947"/>
                  </a:lnTo>
                  <a:lnTo>
                    <a:pt x="1291945" y="405549"/>
                  </a:lnTo>
                  <a:lnTo>
                    <a:pt x="1308811" y="365683"/>
                  </a:lnTo>
                  <a:lnTo>
                    <a:pt x="1319352" y="322922"/>
                  </a:lnTo>
                  <a:lnTo>
                    <a:pt x="1322984" y="277850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7595923" y="1025463"/>
              <a:ext cx="390525" cy="389890"/>
            </a:xfrm>
            <a:custGeom>
              <a:avLst/>
              <a:gdLst/>
              <a:ahLst/>
              <a:cxnLst/>
              <a:rect l="l" t="t" r="r" b="b"/>
              <a:pathLst>
                <a:path w="390525" h="389890">
                  <a:moveTo>
                    <a:pt x="195027" y="389642"/>
                  </a:moveTo>
                  <a:lnTo>
                    <a:pt x="150309" y="384497"/>
                  </a:lnTo>
                  <a:lnTo>
                    <a:pt x="109259" y="369840"/>
                  </a:lnTo>
                  <a:lnTo>
                    <a:pt x="73047" y="346842"/>
                  </a:lnTo>
                  <a:lnTo>
                    <a:pt x="42845" y="316671"/>
                  </a:lnTo>
                  <a:lnTo>
                    <a:pt x="19822" y="280498"/>
                  </a:lnTo>
                  <a:lnTo>
                    <a:pt x="5150" y="239491"/>
                  </a:lnTo>
                  <a:lnTo>
                    <a:pt x="0" y="194821"/>
                  </a:lnTo>
                  <a:lnTo>
                    <a:pt x="5150" y="150150"/>
                  </a:lnTo>
                  <a:lnTo>
                    <a:pt x="19822" y="109143"/>
                  </a:lnTo>
                  <a:lnTo>
                    <a:pt x="42845" y="72970"/>
                  </a:lnTo>
                  <a:lnTo>
                    <a:pt x="73047" y="42800"/>
                  </a:lnTo>
                  <a:lnTo>
                    <a:pt x="109259" y="19801"/>
                  </a:lnTo>
                  <a:lnTo>
                    <a:pt x="150309" y="5145"/>
                  </a:lnTo>
                  <a:lnTo>
                    <a:pt x="195027" y="0"/>
                  </a:lnTo>
                  <a:lnTo>
                    <a:pt x="233253" y="3778"/>
                  </a:lnTo>
                  <a:lnTo>
                    <a:pt x="303229" y="32732"/>
                  </a:lnTo>
                  <a:lnTo>
                    <a:pt x="332933" y="57061"/>
                  </a:lnTo>
                  <a:lnTo>
                    <a:pt x="357288" y="86734"/>
                  </a:lnTo>
                  <a:lnTo>
                    <a:pt x="386273" y="156636"/>
                  </a:lnTo>
                  <a:lnTo>
                    <a:pt x="390055" y="194821"/>
                  </a:lnTo>
                  <a:lnTo>
                    <a:pt x="384904" y="239491"/>
                  </a:lnTo>
                  <a:lnTo>
                    <a:pt x="370232" y="280498"/>
                  </a:lnTo>
                  <a:lnTo>
                    <a:pt x="347210" y="316671"/>
                  </a:lnTo>
                  <a:lnTo>
                    <a:pt x="317007" y="346842"/>
                  </a:lnTo>
                  <a:lnTo>
                    <a:pt x="280796" y="369840"/>
                  </a:lnTo>
                  <a:lnTo>
                    <a:pt x="239746" y="384497"/>
                  </a:lnTo>
                  <a:lnTo>
                    <a:pt x="195027" y="3896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7742954" y="1133388"/>
              <a:ext cx="150495" cy="173990"/>
            </a:xfrm>
            <a:custGeom>
              <a:avLst/>
              <a:gdLst/>
              <a:ahLst/>
              <a:cxnLst/>
              <a:rect l="l" t="t" r="r" b="b"/>
              <a:pathLst>
                <a:path w="150495" h="173990">
                  <a:moveTo>
                    <a:pt x="0" y="173792"/>
                  </a:moveTo>
                  <a:lnTo>
                    <a:pt x="0" y="0"/>
                  </a:lnTo>
                  <a:lnTo>
                    <a:pt x="150329" y="86896"/>
                  </a:lnTo>
                  <a:lnTo>
                    <a:pt x="0" y="173792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88432" y="1252813"/>
              <a:ext cx="302939" cy="303626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6909895" y="1279921"/>
              <a:ext cx="260350" cy="252729"/>
            </a:xfrm>
            <a:custGeom>
              <a:avLst/>
              <a:gdLst/>
              <a:ahLst/>
              <a:cxnLst/>
              <a:rect l="l" t="t" r="r" b="b"/>
              <a:pathLst>
                <a:path w="260350" h="252730">
                  <a:moveTo>
                    <a:pt x="115639" y="252163"/>
                  </a:moveTo>
                  <a:lnTo>
                    <a:pt x="66175" y="236508"/>
                  </a:lnTo>
                  <a:lnTo>
                    <a:pt x="27933" y="204795"/>
                  </a:lnTo>
                  <a:lnTo>
                    <a:pt x="4635" y="161554"/>
                  </a:lnTo>
                  <a:lnTo>
                    <a:pt x="0" y="111317"/>
                  </a:lnTo>
                  <a:lnTo>
                    <a:pt x="15792" y="63401"/>
                  </a:lnTo>
                  <a:lnTo>
                    <a:pt x="48202" y="26488"/>
                  </a:lnTo>
                  <a:lnTo>
                    <a:pt x="92587" y="4161"/>
                  </a:lnTo>
                  <a:lnTo>
                    <a:pt x="144304" y="0"/>
                  </a:lnTo>
                  <a:lnTo>
                    <a:pt x="169501" y="5338"/>
                  </a:lnTo>
                  <a:lnTo>
                    <a:pt x="214005" y="29374"/>
                  </a:lnTo>
                  <a:lnTo>
                    <a:pt x="246059" y="68414"/>
                  </a:lnTo>
                  <a:lnTo>
                    <a:pt x="260233" y="115846"/>
                  </a:lnTo>
                  <a:lnTo>
                    <a:pt x="259944" y="140845"/>
                  </a:lnTo>
                  <a:lnTo>
                    <a:pt x="244151" y="188761"/>
                  </a:lnTo>
                  <a:lnTo>
                    <a:pt x="211741" y="225674"/>
                  </a:lnTo>
                  <a:lnTo>
                    <a:pt x="167357" y="248001"/>
                  </a:lnTo>
                  <a:lnTo>
                    <a:pt x="115639" y="2521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67434" y="1332241"/>
              <a:ext cx="151598" cy="146916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7220839" y="1280451"/>
              <a:ext cx="171450" cy="172085"/>
            </a:xfrm>
            <a:custGeom>
              <a:avLst/>
              <a:gdLst/>
              <a:ahLst/>
              <a:cxnLst/>
              <a:rect l="l" t="t" r="r" b="b"/>
              <a:pathLst>
                <a:path w="171450" h="172084">
                  <a:moveTo>
                    <a:pt x="171310" y="96189"/>
                  </a:moveTo>
                  <a:lnTo>
                    <a:pt x="159207" y="89535"/>
                  </a:lnTo>
                  <a:lnTo>
                    <a:pt x="159308" y="80848"/>
                  </a:lnTo>
                  <a:lnTo>
                    <a:pt x="158432" y="76314"/>
                  </a:lnTo>
                  <a:lnTo>
                    <a:pt x="169443" y="69443"/>
                  </a:lnTo>
                  <a:lnTo>
                    <a:pt x="162814" y="48742"/>
                  </a:lnTo>
                  <a:lnTo>
                    <a:pt x="148424" y="49733"/>
                  </a:lnTo>
                  <a:lnTo>
                    <a:pt x="143357" y="42125"/>
                  </a:lnTo>
                  <a:lnTo>
                    <a:pt x="141681" y="40474"/>
                  </a:lnTo>
                  <a:lnTo>
                    <a:pt x="147993" y="27139"/>
                  </a:lnTo>
                  <a:lnTo>
                    <a:pt x="131178" y="13373"/>
                  </a:lnTo>
                  <a:lnTo>
                    <a:pt x="118491" y="22796"/>
                  </a:lnTo>
                  <a:lnTo>
                    <a:pt x="108013" y="18351"/>
                  </a:lnTo>
                  <a:lnTo>
                    <a:pt x="107861" y="18326"/>
                  </a:lnTo>
                  <a:lnTo>
                    <a:pt x="105778" y="2463"/>
                  </a:lnTo>
                  <a:lnTo>
                    <a:pt x="84137" y="0"/>
                  </a:lnTo>
                  <a:lnTo>
                    <a:pt x="77914" y="16611"/>
                  </a:lnTo>
                  <a:lnTo>
                    <a:pt x="68872" y="17335"/>
                  </a:lnTo>
                  <a:lnTo>
                    <a:pt x="57886" y="4406"/>
                  </a:lnTo>
                  <a:lnTo>
                    <a:pt x="38392" y="14033"/>
                  </a:lnTo>
                  <a:lnTo>
                    <a:pt x="41694" y="29159"/>
                  </a:lnTo>
                  <a:lnTo>
                    <a:pt x="39408" y="30302"/>
                  </a:lnTo>
                  <a:lnTo>
                    <a:pt x="33553" y="36969"/>
                  </a:lnTo>
                  <a:lnTo>
                    <a:pt x="18135" y="32283"/>
                  </a:lnTo>
                  <a:lnTo>
                    <a:pt x="7023" y="50952"/>
                  </a:lnTo>
                  <a:lnTo>
                    <a:pt x="17640" y="61569"/>
                  </a:lnTo>
                  <a:lnTo>
                    <a:pt x="13957" y="72745"/>
                  </a:lnTo>
                  <a:lnTo>
                    <a:pt x="0" y="76695"/>
                  </a:lnTo>
                  <a:lnTo>
                    <a:pt x="711" y="98437"/>
                  </a:lnTo>
                  <a:lnTo>
                    <a:pt x="14262" y="101396"/>
                  </a:lnTo>
                  <a:lnTo>
                    <a:pt x="14757" y="106654"/>
                  </a:lnTo>
                  <a:lnTo>
                    <a:pt x="18783" y="114160"/>
                  </a:lnTo>
                  <a:lnTo>
                    <a:pt x="8978" y="125247"/>
                  </a:lnTo>
                  <a:lnTo>
                    <a:pt x="21374" y="143103"/>
                  </a:lnTo>
                  <a:lnTo>
                    <a:pt x="35877" y="137718"/>
                  </a:lnTo>
                  <a:lnTo>
                    <a:pt x="44272" y="144678"/>
                  </a:lnTo>
                  <a:lnTo>
                    <a:pt x="41935" y="160172"/>
                  </a:lnTo>
                  <a:lnTo>
                    <a:pt x="62014" y="168490"/>
                  </a:lnTo>
                  <a:lnTo>
                    <a:pt x="71335" y="155956"/>
                  </a:lnTo>
                  <a:lnTo>
                    <a:pt x="77520" y="157911"/>
                  </a:lnTo>
                  <a:lnTo>
                    <a:pt x="83286" y="157454"/>
                  </a:lnTo>
                  <a:lnTo>
                    <a:pt x="89585" y="171678"/>
                  </a:lnTo>
                  <a:lnTo>
                    <a:pt x="111048" y="167970"/>
                  </a:lnTo>
                  <a:lnTo>
                    <a:pt x="112153" y="152857"/>
                  </a:lnTo>
                  <a:lnTo>
                    <a:pt x="123482" y="147154"/>
                  </a:lnTo>
                  <a:lnTo>
                    <a:pt x="136080" y="155359"/>
                  </a:lnTo>
                  <a:lnTo>
                    <a:pt x="152082" y="140614"/>
                  </a:lnTo>
                  <a:lnTo>
                    <a:pt x="145084" y="127901"/>
                  </a:lnTo>
                  <a:lnTo>
                    <a:pt x="150202" y="122072"/>
                  </a:lnTo>
                  <a:lnTo>
                    <a:pt x="151853" y="117055"/>
                  </a:lnTo>
                  <a:lnTo>
                    <a:pt x="165735" y="117221"/>
                  </a:lnTo>
                  <a:lnTo>
                    <a:pt x="171310" y="961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7265132" y="1325360"/>
              <a:ext cx="85725" cy="83185"/>
            </a:xfrm>
            <a:custGeom>
              <a:avLst/>
              <a:gdLst/>
              <a:ahLst/>
              <a:cxnLst/>
              <a:rect l="l" t="t" r="r" b="b"/>
              <a:pathLst>
                <a:path w="85725" h="83184">
                  <a:moveTo>
                    <a:pt x="38085" y="83066"/>
                  </a:moveTo>
                  <a:lnTo>
                    <a:pt x="21791" y="77905"/>
                  </a:lnTo>
                  <a:lnTo>
                    <a:pt x="9195" y="67456"/>
                  </a:lnTo>
                  <a:lnTo>
                    <a:pt x="1523" y="53209"/>
                  </a:lnTo>
                  <a:lnTo>
                    <a:pt x="0" y="36660"/>
                  </a:lnTo>
                  <a:lnTo>
                    <a:pt x="5206" y="20876"/>
                  </a:lnTo>
                  <a:lnTo>
                    <a:pt x="15886" y="8718"/>
                  </a:lnTo>
                  <a:lnTo>
                    <a:pt x="30510" y="1367"/>
                  </a:lnTo>
                  <a:lnTo>
                    <a:pt x="47547" y="0"/>
                  </a:lnTo>
                  <a:lnTo>
                    <a:pt x="55848" y="1760"/>
                  </a:lnTo>
                  <a:lnTo>
                    <a:pt x="84184" y="30141"/>
                  </a:lnTo>
                  <a:lnTo>
                    <a:pt x="85729" y="38171"/>
                  </a:lnTo>
                  <a:lnTo>
                    <a:pt x="85632" y="46406"/>
                  </a:lnTo>
                  <a:lnTo>
                    <a:pt x="80426" y="62190"/>
                  </a:lnTo>
                  <a:lnTo>
                    <a:pt x="69746" y="74347"/>
                  </a:lnTo>
                  <a:lnTo>
                    <a:pt x="55122" y="81699"/>
                  </a:lnTo>
                  <a:lnTo>
                    <a:pt x="38085" y="83066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7114908" y="1462265"/>
              <a:ext cx="611505" cy="603250"/>
            </a:xfrm>
            <a:custGeom>
              <a:avLst/>
              <a:gdLst/>
              <a:ahLst/>
              <a:cxnLst/>
              <a:rect l="l" t="t" r="r" b="b"/>
              <a:pathLst>
                <a:path w="611504" h="603250">
                  <a:moveTo>
                    <a:pt x="611390" y="304038"/>
                  </a:moveTo>
                  <a:lnTo>
                    <a:pt x="566039" y="285445"/>
                  </a:lnTo>
                  <a:lnTo>
                    <a:pt x="562914" y="254800"/>
                  </a:lnTo>
                  <a:lnTo>
                    <a:pt x="557999" y="239128"/>
                  </a:lnTo>
                  <a:lnTo>
                    <a:pt x="594042" y="210515"/>
                  </a:lnTo>
                  <a:lnTo>
                    <a:pt x="562368" y="140233"/>
                  </a:lnTo>
                  <a:lnTo>
                    <a:pt x="512076" y="149453"/>
                  </a:lnTo>
                  <a:lnTo>
                    <a:pt x="491172" y="124714"/>
                  </a:lnTo>
                  <a:lnTo>
                    <a:pt x="484644" y="119532"/>
                  </a:lnTo>
                  <a:lnTo>
                    <a:pt x="501510" y="70027"/>
                  </a:lnTo>
                  <a:lnTo>
                    <a:pt x="436714" y="28257"/>
                  </a:lnTo>
                  <a:lnTo>
                    <a:pt x="395846" y="66535"/>
                  </a:lnTo>
                  <a:lnTo>
                    <a:pt x="357111" y="55105"/>
                  </a:lnTo>
                  <a:lnTo>
                    <a:pt x="356603" y="55067"/>
                  </a:lnTo>
                  <a:lnTo>
                    <a:pt x="342849" y="0"/>
                  </a:lnTo>
                  <a:lnTo>
                    <a:pt x="265658" y="0"/>
                  </a:lnTo>
                  <a:lnTo>
                    <a:pt x="251625" y="56134"/>
                  </a:lnTo>
                  <a:lnTo>
                    <a:pt x="216890" y="65379"/>
                  </a:lnTo>
                  <a:lnTo>
                    <a:pt x="174917" y="26047"/>
                  </a:lnTo>
                  <a:lnTo>
                    <a:pt x="110121" y="67818"/>
                  </a:lnTo>
                  <a:lnTo>
                    <a:pt x="127520" y="118935"/>
                  </a:lnTo>
                  <a:lnTo>
                    <a:pt x="105079" y="140703"/>
                  </a:lnTo>
                  <a:lnTo>
                    <a:pt x="98425" y="149834"/>
                  </a:lnTo>
                  <a:lnTo>
                    <a:pt x="46062" y="140233"/>
                  </a:lnTo>
                  <a:lnTo>
                    <a:pt x="14389" y="210515"/>
                  </a:lnTo>
                  <a:lnTo>
                    <a:pt x="52705" y="240957"/>
                  </a:lnTo>
                  <a:lnTo>
                    <a:pt x="47625" y="258927"/>
                  </a:lnTo>
                  <a:lnTo>
                    <a:pt x="45161" y="285521"/>
                  </a:lnTo>
                  <a:lnTo>
                    <a:pt x="0" y="304038"/>
                  </a:lnTo>
                  <a:lnTo>
                    <a:pt x="11226" y="380415"/>
                  </a:lnTo>
                  <a:lnTo>
                    <a:pt x="57416" y="385089"/>
                  </a:lnTo>
                  <a:lnTo>
                    <a:pt x="59804" y="393484"/>
                  </a:lnTo>
                  <a:lnTo>
                    <a:pt x="78701" y="432117"/>
                  </a:lnTo>
                  <a:lnTo>
                    <a:pt x="51079" y="471551"/>
                  </a:lnTo>
                  <a:lnTo>
                    <a:pt x="101930" y="529539"/>
                  </a:lnTo>
                  <a:lnTo>
                    <a:pt x="147231" y="506552"/>
                  </a:lnTo>
                  <a:lnTo>
                    <a:pt x="173304" y="524433"/>
                  </a:lnTo>
                  <a:lnTo>
                    <a:pt x="183159" y="528980"/>
                  </a:lnTo>
                  <a:lnTo>
                    <a:pt x="181254" y="581431"/>
                  </a:lnTo>
                  <a:lnTo>
                    <a:pt x="255320" y="602703"/>
                  </a:lnTo>
                  <a:lnTo>
                    <a:pt x="281813" y="557110"/>
                  </a:lnTo>
                  <a:lnTo>
                    <a:pt x="305701" y="559181"/>
                  </a:lnTo>
                  <a:lnTo>
                    <a:pt x="327063" y="557326"/>
                  </a:lnTo>
                  <a:lnTo>
                    <a:pt x="353758" y="602881"/>
                  </a:lnTo>
                  <a:lnTo>
                    <a:pt x="427837" y="581228"/>
                  </a:lnTo>
                  <a:lnTo>
                    <a:pt x="425805" y="530098"/>
                  </a:lnTo>
                  <a:lnTo>
                    <a:pt x="438086" y="524433"/>
                  </a:lnTo>
                  <a:lnTo>
                    <a:pt x="466928" y="504659"/>
                  </a:lnTo>
                  <a:lnTo>
                    <a:pt x="510984" y="526732"/>
                  </a:lnTo>
                  <a:lnTo>
                    <a:pt x="561441" y="468350"/>
                  </a:lnTo>
                  <a:lnTo>
                    <a:pt x="533958" y="429526"/>
                  </a:lnTo>
                  <a:lnTo>
                    <a:pt x="551599" y="393484"/>
                  </a:lnTo>
                  <a:lnTo>
                    <a:pt x="553974" y="385089"/>
                  </a:lnTo>
                  <a:lnTo>
                    <a:pt x="600176" y="380415"/>
                  </a:lnTo>
                  <a:lnTo>
                    <a:pt x="611390" y="3040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7262305" y="1618671"/>
              <a:ext cx="306070" cy="297180"/>
            </a:xfrm>
            <a:custGeom>
              <a:avLst/>
              <a:gdLst/>
              <a:ahLst/>
              <a:cxnLst/>
              <a:rect l="l" t="t" r="r" b="b"/>
              <a:pathLst>
                <a:path w="306070" h="297180">
                  <a:moveTo>
                    <a:pt x="152805" y="296561"/>
                  </a:moveTo>
                  <a:lnTo>
                    <a:pt x="104507" y="289001"/>
                  </a:lnTo>
                  <a:lnTo>
                    <a:pt x="62560" y="267951"/>
                  </a:lnTo>
                  <a:lnTo>
                    <a:pt x="29482" y="235853"/>
                  </a:lnTo>
                  <a:lnTo>
                    <a:pt x="7790" y="195148"/>
                  </a:lnTo>
                  <a:lnTo>
                    <a:pt x="0" y="148280"/>
                  </a:lnTo>
                  <a:lnTo>
                    <a:pt x="7790" y="101412"/>
                  </a:lnTo>
                  <a:lnTo>
                    <a:pt x="29482" y="60707"/>
                  </a:lnTo>
                  <a:lnTo>
                    <a:pt x="62560" y="28609"/>
                  </a:lnTo>
                  <a:lnTo>
                    <a:pt x="104507" y="7559"/>
                  </a:lnTo>
                  <a:lnTo>
                    <a:pt x="152805" y="0"/>
                  </a:lnTo>
                  <a:lnTo>
                    <a:pt x="182755" y="2875"/>
                  </a:lnTo>
                  <a:lnTo>
                    <a:pt x="237581" y="24912"/>
                  </a:lnTo>
                  <a:lnTo>
                    <a:pt x="279937" y="66014"/>
                  </a:lnTo>
                  <a:lnTo>
                    <a:pt x="302647" y="119217"/>
                  </a:lnTo>
                  <a:lnTo>
                    <a:pt x="305611" y="148280"/>
                  </a:lnTo>
                  <a:lnTo>
                    <a:pt x="297821" y="195148"/>
                  </a:lnTo>
                  <a:lnTo>
                    <a:pt x="276128" y="235853"/>
                  </a:lnTo>
                  <a:lnTo>
                    <a:pt x="243050" y="267951"/>
                  </a:lnTo>
                  <a:lnTo>
                    <a:pt x="201103" y="289001"/>
                  </a:lnTo>
                  <a:lnTo>
                    <a:pt x="152805" y="296561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 descr=""/>
          <p:cNvGrpSpPr/>
          <p:nvPr/>
        </p:nvGrpSpPr>
        <p:grpSpPr>
          <a:xfrm>
            <a:off x="6746055" y="2550824"/>
            <a:ext cx="1323340" cy="1237615"/>
            <a:chOff x="6746055" y="2550824"/>
            <a:chExt cx="1323340" cy="1237615"/>
          </a:xfrm>
        </p:grpSpPr>
        <p:sp>
          <p:nvSpPr>
            <p:cNvPr id="36" name="object 36" descr=""/>
            <p:cNvSpPr/>
            <p:nvPr/>
          </p:nvSpPr>
          <p:spPr>
            <a:xfrm>
              <a:off x="6746050" y="2550832"/>
              <a:ext cx="1323340" cy="1237615"/>
            </a:xfrm>
            <a:custGeom>
              <a:avLst/>
              <a:gdLst/>
              <a:ahLst/>
              <a:cxnLst/>
              <a:rect l="l" t="t" r="r" b="b"/>
              <a:pathLst>
                <a:path w="1323340" h="1237614">
                  <a:moveTo>
                    <a:pt x="1322984" y="277850"/>
                  </a:moveTo>
                  <a:lnTo>
                    <a:pt x="1317586" y="223393"/>
                  </a:lnTo>
                  <a:lnTo>
                    <a:pt x="1301813" y="171526"/>
                  </a:lnTo>
                  <a:lnTo>
                    <a:pt x="1276261" y="123698"/>
                  </a:lnTo>
                  <a:lnTo>
                    <a:pt x="1241539" y="81381"/>
                  </a:lnTo>
                  <a:lnTo>
                    <a:pt x="1199184" y="46685"/>
                  </a:lnTo>
                  <a:lnTo>
                    <a:pt x="1151318" y="21145"/>
                  </a:lnTo>
                  <a:lnTo>
                    <a:pt x="1099413" y="5384"/>
                  </a:lnTo>
                  <a:lnTo>
                    <a:pt x="1044905" y="0"/>
                  </a:lnTo>
                  <a:lnTo>
                    <a:pt x="999794" y="3632"/>
                  </a:lnTo>
                  <a:lnTo>
                    <a:pt x="957008" y="14160"/>
                  </a:lnTo>
                  <a:lnTo>
                    <a:pt x="917105" y="31013"/>
                  </a:lnTo>
                  <a:lnTo>
                    <a:pt x="880668" y="53606"/>
                  </a:lnTo>
                  <a:lnTo>
                    <a:pt x="848271" y="81381"/>
                  </a:lnTo>
                  <a:lnTo>
                    <a:pt x="844257" y="86055"/>
                  </a:lnTo>
                  <a:lnTo>
                    <a:pt x="831862" y="80327"/>
                  </a:lnTo>
                  <a:lnTo>
                    <a:pt x="787819" y="64071"/>
                  </a:lnTo>
                  <a:lnTo>
                    <a:pt x="742569" y="51282"/>
                  </a:lnTo>
                  <a:lnTo>
                    <a:pt x="696315" y="42037"/>
                  </a:lnTo>
                  <a:lnTo>
                    <a:pt x="648614" y="36360"/>
                  </a:lnTo>
                  <a:lnTo>
                    <a:pt x="647319" y="36360"/>
                  </a:lnTo>
                  <a:lnTo>
                    <a:pt x="601637" y="34544"/>
                  </a:lnTo>
                  <a:lnTo>
                    <a:pt x="554609" y="36360"/>
                  </a:lnTo>
                  <a:lnTo>
                    <a:pt x="508584" y="41694"/>
                  </a:lnTo>
                  <a:lnTo>
                    <a:pt x="463677" y="50431"/>
                  </a:lnTo>
                  <a:lnTo>
                    <a:pt x="420039" y="62433"/>
                  </a:lnTo>
                  <a:lnTo>
                    <a:pt x="377774" y="77558"/>
                  </a:lnTo>
                  <a:lnTo>
                    <a:pt x="337045" y="95681"/>
                  </a:lnTo>
                  <a:lnTo>
                    <a:pt x="297980" y="116662"/>
                  </a:lnTo>
                  <a:lnTo>
                    <a:pt x="260692" y="140373"/>
                  </a:lnTo>
                  <a:lnTo>
                    <a:pt x="225336" y="166687"/>
                  </a:lnTo>
                  <a:lnTo>
                    <a:pt x="192049" y="195453"/>
                  </a:lnTo>
                  <a:lnTo>
                    <a:pt x="160947" y="226542"/>
                  </a:lnTo>
                  <a:lnTo>
                    <a:pt x="132168" y="259829"/>
                  </a:lnTo>
                  <a:lnTo>
                    <a:pt x="105854" y="295173"/>
                  </a:lnTo>
                  <a:lnTo>
                    <a:pt x="82143" y="332447"/>
                  </a:lnTo>
                  <a:lnTo>
                    <a:pt x="61150" y="371500"/>
                  </a:lnTo>
                  <a:lnTo>
                    <a:pt x="43027" y="412229"/>
                  </a:lnTo>
                  <a:lnTo>
                    <a:pt x="27889" y="454469"/>
                  </a:lnTo>
                  <a:lnTo>
                    <a:pt x="15887" y="498106"/>
                  </a:lnTo>
                  <a:lnTo>
                    <a:pt x="7150" y="543001"/>
                  </a:lnTo>
                  <a:lnTo>
                    <a:pt x="1816" y="589013"/>
                  </a:lnTo>
                  <a:lnTo>
                    <a:pt x="0" y="636016"/>
                  </a:lnTo>
                  <a:lnTo>
                    <a:pt x="1816" y="683018"/>
                  </a:lnTo>
                  <a:lnTo>
                    <a:pt x="7150" y="729043"/>
                  </a:lnTo>
                  <a:lnTo>
                    <a:pt x="15887" y="773925"/>
                  </a:lnTo>
                  <a:lnTo>
                    <a:pt x="27889" y="817562"/>
                  </a:lnTo>
                  <a:lnTo>
                    <a:pt x="43027" y="859815"/>
                  </a:lnTo>
                  <a:lnTo>
                    <a:pt x="61150" y="900531"/>
                  </a:lnTo>
                  <a:lnTo>
                    <a:pt x="82143" y="939596"/>
                  </a:lnTo>
                  <a:lnTo>
                    <a:pt x="105854" y="976858"/>
                  </a:lnTo>
                  <a:lnTo>
                    <a:pt x="132168" y="1012202"/>
                  </a:lnTo>
                  <a:lnTo>
                    <a:pt x="160947" y="1045489"/>
                  </a:lnTo>
                  <a:lnTo>
                    <a:pt x="192049" y="1076591"/>
                  </a:lnTo>
                  <a:lnTo>
                    <a:pt x="225336" y="1105357"/>
                  </a:lnTo>
                  <a:lnTo>
                    <a:pt x="260692" y="1131658"/>
                  </a:lnTo>
                  <a:lnTo>
                    <a:pt x="297980" y="1155369"/>
                  </a:lnTo>
                  <a:lnTo>
                    <a:pt x="337045" y="1176350"/>
                  </a:lnTo>
                  <a:lnTo>
                    <a:pt x="377774" y="1194473"/>
                  </a:lnTo>
                  <a:lnTo>
                    <a:pt x="420039" y="1209611"/>
                  </a:lnTo>
                  <a:lnTo>
                    <a:pt x="463677" y="1221600"/>
                  </a:lnTo>
                  <a:lnTo>
                    <a:pt x="508584" y="1230337"/>
                  </a:lnTo>
                  <a:lnTo>
                    <a:pt x="554609" y="1235684"/>
                  </a:lnTo>
                  <a:lnTo>
                    <a:pt x="601637" y="1237488"/>
                  </a:lnTo>
                  <a:lnTo>
                    <a:pt x="648652" y="1235684"/>
                  </a:lnTo>
                  <a:lnTo>
                    <a:pt x="694677" y="1230337"/>
                  </a:lnTo>
                  <a:lnTo>
                    <a:pt x="739584" y="1221600"/>
                  </a:lnTo>
                  <a:lnTo>
                    <a:pt x="783221" y="1209611"/>
                  </a:lnTo>
                  <a:lnTo>
                    <a:pt x="825487" y="1194473"/>
                  </a:lnTo>
                  <a:lnTo>
                    <a:pt x="866216" y="1176350"/>
                  </a:lnTo>
                  <a:lnTo>
                    <a:pt x="905281" y="1155369"/>
                  </a:lnTo>
                  <a:lnTo>
                    <a:pt x="942568" y="1131658"/>
                  </a:lnTo>
                  <a:lnTo>
                    <a:pt x="977925" y="1105357"/>
                  </a:lnTo>
                  <a:lnTo>
                    <a:pt x="1011212" y="1076591"/>
                  </a:lnTo>
                  <a:lnTo>
                    <a:pt x="1042314" y="1045489"/>
                  </a:lnTo>
                  <a:lnTo>
                    <a:pt x="1071092" y="1012202"/>
                  </a:lnTo>
                  <a:lnTo>
                    <a:pt x="1097407" y="976858"/>
                  </a:lnTo>
                  <a:lnTo>
                    <a:pt x="1121117" y="939596"/>
                  </a:lnTo>
                  <a:lnTo>
                    <a:pt x="1142111" y="900531"/>
                  </a:lnTo>
                  <a:lnTo>
                    <a:pt x="1160246" y="859815"/>
                  </a:lnTo>
                  <a:lnTo>
                    <a:pt x="1175372" y="817562"/>
                  </a:lnTo>
                  <a:lnTo>
                    <a:pt x="1187373" y="773925"/>
                  </a:lnTo>
                  <a:lnTo>
                    <a:pt x="1196111" y="729043"/>
                  </a:lnTo>
                  <a:lnTo>
                    <a:pt x="1201458" y="683018"/>
                  </a:lnTo>
                  <a:lnTo>
                    <a:pt x="1203261" y="636016"/>
                  </a:lnTo>
                  <a:lnTo>
                    <a:pt x="1201381" y="588391"/>
                  </a:lnTo>
                  <a:lnTo>
                    <a:pt x="1195768" y="541362"/>
                  </a:lnTo>
                  <a:lnTo>
                    <a:pt x="1190256" y="513803"/>
                  </a:lnTo>
                  <a:lnTo>
                    <a:pt x="1209141" y="502094"/>
                  </a:lnTo>
                  <a:lnTo>
                    <a:pt x="1241539" y="474319"/>
                  </a:lnTo>
                  <a:lnTo>
                    <a:pt x="1269326" y="441947"/>
                  </a:lnTo>
                  <a:lnTo>
                    <a:pt x="1291945" y="405536"/>
                  </a:lnTo>
                  <a:lnTo>
                    <a:pt x="1308811" y="365671"/>
                  </a:lnTo>
                  <a:lnTo>
                    <a:pt x="1319352" y="322922"/>
                  </a:lnTo>
                  <a:lnTo>
                    <a:pt x="1322984" y="277850"/>
                  </a:lnTo>
                  <a:close/>
                </a:path>
              </a:pathLst>
            </a:custGeom>
            <a:solidFill>
              <a:srgbClr val="FACB4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7595921" y="2633850"/>
              <a:ext cx="390525" cy="389890"/>
            </a:xfrm>
            <a:custGeom>
              <a:avLst/>
              <a:gdLst/>
              <a:ahLst/>
              <a:cxnLst/>
              <a:rect l="l" t="t" r="r" b="b"/>
              <a:pathLst>
                <a:path w="390525" h="389889">
                  <a:moveTo>
                    <a:pt x="195028" y="389642"/>
                  </a:moveTo>
                  <a:lnTo>
                    <a:pt x="150310" y="384496"/>
                  </a:lnTo>
                  <a:lnTo>
                    <a:pt x="109259" y="369840"/>
                  </a:lnTo>
                  <a:lnTo>
                    <a:pt x="73048" y="346842"/>
                  </a:lnTo>
                  <a:lnTo>
                    <a:pt x="42845" y="316671"/>
                  </a:lnTo>
                  <a:lnTo>
                    <a:pt x="19822" y="280498"/>
                  </a:lnTo>
                  <a:lnTo>
                    <a:pt x="5150" y="239491"/>
                  </a:lnTo>
                  <a:lnTo>
                    <a:pt x="0" y="194821"/>
                  </a:lnTo>
                  <a:lnTo>
                    <a:pt x="5150" y="150150"/>
                  </a:lnTo>
                  <a:lnTo>
                    <a:pt x="19822" y="109143"/>
                  </a:lnTo>
                  <a:lnTo>
                    <a:pt x="42845" y="72970"/>
                  </a:lnTo>
                  <a:lnTo>
                    <a:pt x="73048" y="42800"/>
                  </a:lnTo>
                  <a:lnTo>
                    <a:pt x="109259" y="19801"/>
                  </a:lnTo>
                  <a:lnTo>
                    <a:pt x="150310" y="5145"/>
                  </a:lnTo>
                  <a:lnTo>
                    <a:pt x="195028" y="0"/>
                  </a:lnTo>
                  <a:lnTo>
                    <a:pt x="233254" y="3778"/>
                  </a:lnTo>
                  <a:lnTo>
                    <a:pt x="303229" y="32732"/>
                  </a:lnTo>
                  <a:lnTo>
                    <a:pt x="332933" y="57061"/>
                  </a:lnTo>
                  <a:lnTo>
                    <a:pt x="357289" y="86734"/>
                  </a:lnTo>
                  <a:lnTo>
                    <a:pt x="386274" y="156635"/>
                  </a:lnTo>
                  <a:lnTo>
                    <a:pt x="390056" y="194821"/>
                  </a:lnTo>
                  <a:lnTo>
                    <a:pt x="384905" y="239491"/>
                  </a:lnTo>
                  <a:lnTo>
                    <a:pt x="370233" y="280498"/>
                  </a:lnTo>
                  <a:lnTo>
                    <a:pt x="347210" y="316671"/>
                  </a:lnTo>
                  <a:lnTo>
                    <a:pt x="317008" y="346842"/>
                  </a:lnTo>
                  <a:lnTo>
                    <a:pt x="280796" y="369840"/>
                  </a:lnTo>
                  <a:lnTo>
                    <a:pt x="239746" y="384496"/>
                  </a:lnTo>
                  <a:lnTo>
                    <a:pt x="195028" y="3896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7742953" y="2741774"/>
              <a:ext cx="150495" cy="173990"/>
            </a:xfrm>
            <a:custGeom>
              <a:avLst/>
              <a:gdLst/>
              <a:ahLst/>
              <a:cxnLst/>
              <a:rect l="l" t="t" r="r" b="b"/>
              <a:pathLst>
                <a:path w="150495" h="173989">
                  <a:moveTo>
                    <a:pt x="0" y="173792"/>
                  </a:moveTo>
                  <a:lnTo>
                    <a:pt x="0" y="0"/>
                  </a:lnTo>
                  <a:lnTo>
                    <a:pt x="150330" y="86896"/>
                  </a:lnTo>
                  <a:lnTo>
                    <a:pt x="0" y="173792"/>
                  </a:lnTo>
                  <a:close/>
                </a:path>
              </a:pathLst>
            </a:custGeom>
            <a:solidFill>
              <a:srgbClr val="FACB4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88430" y="2861200"/>
              <a:ext cx="302940" cy="303626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6909893" y="2888307"/>
              <a:ext cx="260350" cy="252729"/>
            </a:xfrm>
            <a:custGeom>
              <a:avLst/>
              <a:gdLst/>
              <a:ahLst/>
              <a:cxnLst/>
              <a:rect l="l" t="t" r="r" b="b"/>
              <a:pathLst>
                <a:path w="260350" h="252730">
                  <a:moveTo>
                    <a:pt x="115639" y="252163"/>
                  </a:moveTo>
                  <a:lnTo>
                    <a:pt x="66174" y="236508"/>
                  </a:lnTo>
                  <a:lnTo>
                    <a:pt x="27933" y="204795"/>
                  </a:lnTo>
                  <a:lnTo>
                    <a:pt x="4634" y="161554"/>
                  </a:lnTo>
                  <a:lnTo>
                    <a:pt x="0" y="111317"/>
                  </a:lnTo>
                  <a:lnTo>
                    <a:pt x="15792" y="63401"/>
                  </a:lnTo>
                  <a:lnTo>
                    <a:pt x="48202" y="26488"/>
                  </a:lnTo>
                  <a:lnTo>
                    <a:pt x="92587" y="4161"/>
                  </a:lnTo>
                  <a:lnTo>
                    <a:pt x="144304" y="0"/>
                  </a:lnTo>
                  <a:lnTo>
                    <a:pt x="169501" y="5338"/>
                  </a:lnTo>
                  <a:lnTo>
                    <a:pt x="214005" y="29374"/>
                  </a:lnTo>
                  <a:lnTo>
                    <a:pt x="246059" y="68414"/>
                  </a:lnTo>
                  <a:lnTo>
                    <a:pt x="260233" y="115847"/>
                  </a:lnTo>
                  <a:lnTo>
                    <a:pt x="259944" y="140845"/>
                  </a:lnTo>
                  <a:lnTo>
                    <a:pt x="244151" y="188761"/>
                  </a:lnTo>
                  <a:lnTo>
                    <a:pt x="211741" y="225674"/>
                  </a:lnTo>
                  <a:lnTo>
                    <a:pt x="167357" y="248001"/>
                  </a:lnTo>
                  <a:lnTo>
                    <a:pt x="115639" y="2521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67432" y="2940628"/>
              <a:ext cx="151598" cy="146916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7220839" y="2888843"/>
              <a:ext cx="171450" cy="172085"/>
            </a:xfrm>
            <a:custGeom>
              <a:avLst/>
              <a:gdLst/>
              <a:ahLst/>
              <a:cxnLst/>
              <a:rect l="l" t="t" r="r" b="b"/>
              <a:pathLst>
                <a:path w="171450" h="172085">
                  <a:moveTo>
                    <a:pt x="171310" y="96189"/>
                  </a:moveTo>
                  <a:lnTo>
                    <a:pt x="159194" y="89535"/>
                  </a:lnTo>
                  <a:lnTo>
                    <a:pt x="159308" y="80848"/>
                  </a:lnTo>
                  <a:lnTo>
                    <a:pt x="158419" y="76301"/>
                  </a:lnTo>
                  <a:lnTo>
                    <a:pt x="169443" y="69430"/>
                  </a:lnTo>
                  <a:lnTo>
                    <a:pt x="162801" y="48742"/>
                  </a:lnTo>
                  <a:lnTo>
                    <a:pt x="148412" y="49720"/>
                  </a:lnTo>
                  <a:lnTo>
                    <a:pt x="143357" y="42125"/>
                  </a:lnTo>
                  <a:lnTo>
                    <a:pt x="141681" y="40462"/>
                  </a:lnTo>
                  <a:lnTo>
                    <a:pt x="147993" y="27139"/>
                  </a:lnTo>
                  <a:lnTo>
                    <a:pt x="131165" y="13373"/>
                  </a:lnTo>
                  <a:lnTo>
                    <a:pt x="118491" y="22783"/>
                  </a:lnTo>
                  <a:lnTo>
                    <a:pt x="108013" y="18351"/>
                  </a:lnTo>
                  <a:lnTo>
                    <a:pt x="107861" y="18326"/>
                  </a:lnTo>
                  <a:lnTo>
                    <a:pt x="105778" y="2463"/>
                  </a:lnTo>
                  <a:lnTo>
                    <a:pt x="84137" y="0"/>
                  </a:lnTo>
                  <a:lnTo>
                    <a:pt x="77914" y="16611"/>
                  </a:lnTo>
                  <a:lnTo>
                    <a:pt x="68872" y="17335"/>
                  </a:lnTo>
                  <a:lnTo>
                    <a:pt x="57886" y="4394"/>
                  </a:lnTo>
                  <a:lnTo>
                    <a:pt x="38392" y="14033"/>
                  </a:lnTo>
                  <a:lnTo>
                    <a:pt x="41681" y="29146"/>
                  </a:lnTo>
                  <a:lnTo>
                    <a:pt x="39408" y="30289"/>
                  </a:lnTo>
                  <a:lnTo>
                    <a:pt x="33553" y="36957"/>
                  </a:lnTo>
                  <a:lnTo>
                    <a:pt x="18135" y="32270"/>
                  </a:lnTo>
                  <a:lnTo>
                    <a:pt x="7023" y="50952"/>
                  </a:lnTo>
                  <a:lnTo>
                    <a:pt x="17640" y="61569"/>
                  </a:lnTo>
                  <a:lnTo>
                    <a:pt x="13957" y="72745"/>
                  </a:lnTo>
                  <a:lnTo>
                    <a:pt x="0" y="76682"/>
                  </a:lnTo>
                  <a:lnTo>
                    <a:pt x="711" y="98437"/>
                  </a:lnTo>
                  <a:lnTo>
                    <a:pt x="14262" y="101396"/>
                  </a:lnTo>
                  <a:lnTo>
                    <a:pt x="14757" y="106654"/>
                  </a:lnTo>
                  <a:lnTo>
                    <a:pt x="18783" y="114147"/>
                  </a:lnTo>
                  <a:lnTo>
                    <a:pt x="8966" y="125234"/>
                  </a:lnTo>
                  <a:lnTo>
                    <a:pt x="21374" y="143103"/>
                  </a:lnTo>
                  <a:lnTo>
                    <a:pt x="35864" y="137706"/>
                  </a:lnTo>
                  <a:lnTo>
                    <a:pt x="44259" y="144678"/>
                  </a:lnTo>
                  <a:lnTo>
                    <a:pt x="41935" y="160159"/>
                  </a:lnTo>
                  <a:lnTo>
                    <a:pt x="62014" y="168478"/>
                  </a:lnTo>
                  <a:lnTo>
                    <a:pt x="71335" y="155956"/>
                  </a:lnTo>
                  <a:lnTo>
                    <a:pt x="77520" y="157899"/>
                  </a:lnTo>
                  <a:lnTo>
                    <a:pt x="83286" y="157441"/>
                  </a:lnTo>
                  <a:lnTo>
                    <a:pt x="89585" y="171678"/>
                  </a:lnTo>
                  <a:lnTo>
                    <a:pt x="111036" y="167970"/>
                  </a:lnTo>
                  <a:lnTo>
                    <a:pt x="112153" y="152844"/>
                  </a:lnTo>
                  <a:lnTo>
                    <a:pt x="123482" y="147154"/>
                  </a:lnTo>
                  <a:lnTo>
                    <a:pt x="136067" y="155359"/>
                  </a:lnTo>
                  <a:lnTo>
                    <a:pt x="152082" y="140614"/>
                  </a:lnTo>
                  <a:lnTo>
                    <a:pt x="145084" y="127901"/>
                  </a:lnTo>
                  <a:lnTo>
                    <a:pt x="150202" y="122072"/>
                  </a:lnTo>
                  <a:lnTo>
                    <a:pt x="151853" y="117055"/>
                  </a:lnTo>
                  <a:lnTo>
                    <a:pt x="165735" y="117221"/>
                  </a:lnTo>
                  <a:lnTo>
                    <a:pt x="171310" y="961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7265131" y="2933747"/>
              <a:ext cx="85725" cy="83185"/>
            </a:xfrm>
            <a:custGeom>
              <a:avLst/>
              <a:gdLst/>
              <a:ahLst/>
              <a:cxnLst/>
              <a:rect l="l" t="t" r="r" b="b"/>
              <a:pathLst>
                <a:path w="85725" h="83185">
                  <a:moveTo>
                    <a:pt x="38084" y="83066"/>
                  </a:moveTo>
                  <a:lnTo>
                    <a:pt x="21790" y="77906"/>
                  </a:lnTo>
                  <a:lnTo>
                    <a:pt x="9194" y="67456"/>
                  </a:lnTo>
                  <a:lnTo>
                    <a:pt x="1522" y="53209"/>
                  </a:lnTo>
                  <a:lnTo>
                    <a:pt x="0" y="36660"/>
                  </a:lnTo>
                  <a:lnTo>
                    <a:pt x="5206" y="20876"/>
                  </a:lnTo>
                  <a:lnTo>
                    <a:pt x="15885" y="8718"/>
                  </a:lnTo>
                  <a:lnTo>
                    <a:pt x="30509" y="1367"/>
                  </a:lnTo>
                  <a:lnTo>
                    <a:pt x="47546" y="0"/>
                  </a:lnTo>
                  <a:lnTo>
                    <a:pt x="55847" y="1760"/>
                  </a:lnTo>
                  <a:lnTo>
                    <a:pt x="84183" y="30141"/>
                  </a:lnTo>
                  <a:lnTo>
                    <a:pt x="85728" y="38171"/>
                  </a:lnTo>
                  <a:lnTo>
                    <a:pt x="85631" y="46406"/>
                  </a:lnTo>
                  <a:lnTo>
                    <a:pt x="80425" y="62190"/>
                  </a:lnTo>
                  <a:lnTo>
                    <a:pt x="69745" y="74347"/>
                  </a:lnTo>
                  <a:lnTo>
                    <a:pt x="55122" y="81699"/>
                  </a:lnTo>
                  <a:lnTo>
                    <a:pt x="38084" y="83066"/>
                  </a:lnTo>
                  <a:close/>
                </a:path>
              </a:pathLst>
            </a:custGeom>
            <a:solidFill>
              <a:srgbClr val="FACB4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7114908" y="3070656"/>
              <a:ext cx="611505" cy="603250"/>
            </a:xfrm>
            <a:custGeom>
              <a:avLst/>
              <a:gdLst/>
              <a:ahLst/>
              <a:cxnLst/>
              <a:rect l="l" t="t" r="r" b="b"/>
              <a:pathLst>
                <a:path w="611504" h="603250">
                  <a:moveTo>
                    <a:pt x="611390" y="304025"/>
                  </a:moveTo>
                  <a:lnTo>
                    <a:pt x="566039" y="285432"/>
                  </a:lnTo>
                  <a:lnTo>
                    <a:pt x="562914" y="254787"/>
                  </a:lnTo>
                  <a:lnTo>
                    <a:pt x="557999" y="239128"/>
                  </a:lnTo>
                  <a:lnTo>
                    <a:pt x="594042" y="210515"/>
                  </a:lnTo>
                  <a:lnTo>
                    <a:pt x="562368" y="140233"/>
                  </a:lnTo>
                  <a:lnTo>
                    <a:pt x="512064" y="149440"/>
                  </a:lnTo>
                  <a:lnTo>
                    <a:pt x="491172" y="124714"/>
                  </a:lnTo>
                  <a:lnTo>
                    <a:pt x="484644" y="119532"/>
                  </a:lnTo>
                  <a:lnTo>
                    <a:pt x="501510" y="70027"/>
                  </a:lnTo>
                  <a:lnTo>
                    <a:pt x="436714" y="28257"/>
                  </a:lnTo>
                  <a:lnTo>
                    <a:pt x="395846" y="66535"/>
                  </a:lnTo>
                  <a:lnTo>
                    <a:pt x="357111" y="55105"/>
                  </a:lnTo>
                  <a:lnTo>
                    <a:pt x="356603" y="55067"/>
                  </a:lnTo>
                  <a:lnTo>
                    <a:pt x="342849" y="0"/>
                  </a:lnTo>
                  <a:lnTo>
                    <a:pt x="265658" y="0"/>
                  </a:lnTo>
                  <a:lnTo>
                    <a:pt x="251625" y="56121"/>
                  </a:lnTo>
                  <a:lnTo>
                    <a:pt x="216890" y="65366"/>
                  </a:lnTo>
                  <a:lnTo>
                    <a:pt x="174917" y="26047"/>
                  </a:lnTo>
                  <a:lnTo>
                    <a:pt x="110121" y="67818"/>
                  </a:lnTo>
                  <a:lnTo>
                    <a:pt x="127520" y="118935"/>
                  </a:lnTo>
                  <a:lnTo>
                    <a:pt x="105079" y="140703"/>
                  </a:lnTo>
                  <a:lnTo>
                    <a:pt x="98437" y="149821"/>
                  </a:lnTo>
                  <a:lnTo>
                    <a:pt x="46062" y="140233"/>
                  </a:lnTo>
                  <a:lnTo>
                    <a:pt x="14389" y="210515"/>
                  </a:lnTo>
                  <a:lnTo>
                    <a:pt x="52692" y="240957"/>
                  </a:lnTo>
                  <a:lnTo>
                    <a:pt x="47612" y="258927"/>
                  </a:lnTo>
                  <a:lnTo>
                    <a:pt x="45161" y="285508"/>
                  </a:lnTo>
                  <a:lnTo>
                    <a:pt x="0" y="304025"/>
                  </a:lnTo>
                  <a:lnTo>
                    <a:pt x="11226" y="380403"/>
                  </a:lnTo>
                  <a:lnTo>
                    <a:pt x="57416" y="385076"/>
                  </a:lnTo>
                  <a:lnTo>
                    <a:pt x="59804" y="393484"/>
                  </a:lnTo>
                  <a:lnTo>
                    <a:pt x="78701" y="432117"/>
                  </a:lnTo>
                  <a:lnTo>
                    <a:pt x="51079" y="471551"/>
                  </a:lnTo>
                  <a:lnTo>
                    <a:pt x="101930" y="529539"/>
                  </a:lnTo>
                  <a:lnTo>
                    <a:pt x="147231" y="506552"/>
                  </a:lnTo>
                  <a:lnTo>
                    <a:pt x="173304" y="524433"/>
                  </a:lnTo>
                  <a:lnTo>
                    <a:pt x="183159" y="528980"/>
                  </a:lnTo>
                  <a:lnTo>
                    <a:pt x="181254" y="581431"/>
                  </a:lnTo>
                  <a:lnTo>
                    <a:pt x="255320" y="602691"/>
                  </a:lnTo>
                  <a:lnTo>
                    <a:pt x="281800" y="557110"/>
                  </a:lnTo>
                  <a:lnTo>
                    <a:pt x="305701" y="559181"/>
                  </a:lnTo>
                  <a:lnTo>
                    <a:pt x="327063" y="557326"/>
                  </a:lnTo>
                  <a:lnTo>
                    <a:pt x="353745" y="602881"/>
                  </a:lnTo>
                  <a:lnTo>
                    <a:pt x="427837" y="581228"/>
                  </a:lnTo>
                  <a:lnTo>
                    <a:pt x="425805" y="530098"/>
                  </a:lnTo>
                  <a:lnTo>
                    <a:pt x="438086" y="524433"/>
                  </a:lnTo>
                  <a:lnTo>
                    <a:pt x="466940" y="504647"/>
                  </a:lnTo>
                  <a:lnTo>
                    <a:pt x="510971" y="526719"/>
                  </a:lnTo>
                  <a:lnTo>
                    <a:pt x="561441" y="468337"/>
                  </a:lnTo>
                  <a:lnTo>
                    <a:pt x="533958" y="429526"/>
                  </a:lnTo>
                  <a:lnTo>
                    <a:pt x="551599" y="393484"/>
                  </a:lnTo>
                  <a:lnTo>
                    <a:pt x="553974" y="385076"/>
                  </a:lnTo>
                  <a:lnTo>
                    <a:pt x="600163" y="380403"/>
                  </a:lnTo>
                  <a:lnTo>
                    <a:pt x="611390" y="3040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7262304" y="3227058"/>
              <a:ext cx="306070" cy="297180"/>
            </a:xfrm>
            <a:custGeom>
              <a:avLst/>
              <a:gdLst/>
              <a:ahLst/>
              <a:cxnLst/>
              <a:rect l="l" t="t" r="r" b="b"/>
              <a:pathLst>
                <a:path w="306070" h="297179">
                  <a:moveTo>
                    <a:pt x="152805" y="296561"/>
                  </a:moveTo>
                  <a:lnTo>
                    <a:pt x="104507" y="289001"/>
                  </a:lnTo>
                  <a:lnTo>
                    <a:pt x="62560" y="267951"/>
                  </a:lnTo>
                  <a:lnTo>
                    <a:pt x="29482" y="235853"/>
                  </a:lnTo>
                  <a:lnTo>
                    <a:pt x="7790" y="195148"/>
                  </a:lnTo>
                  <a:lnTo>
                    <a:pt x="0" y="148280"/>
                  </a:lnTo>
                  <a:lnTo>
                    <a:pt x="7790" y="101412"/>
                  </a:lnTo>
                  <a:lnTo>
                    <a:pt x="29482" y="60707"/>
                  </a:lnTo>
                  <a:lnTo>
                    <a:pt x="62560" y="28609"/>
                  </a:lnTo>
                  <a:lnTo>
                    <a:pt x="104507" y="7559"/>
                  </a:lnTo>
                  <a:lnTo>
                    <a:pt x="152805" y="0"/>
                  </a:lnTo>
                  <a:lnTo>
                    <a:pt x="182755" y="2875"/>
                  </a:lnTo>
                  <a:lnTo>
                    <a:pt x="237582" y="24912"/>
                  </a:lnTo>
                  <a:lnTo>
                    <a:pt x="279937" y="66014"/>
                  </a:lnTo>
                  <a:lnTo>
                    <a:pt x="302647" y="119217"/>
                  </a:lnTo>
                  <a:lnTo>
                    <a:pt x="305610" y="148280"/>
                  </a:lnTo>
                  <a:lnTo>
                    <a:pt x="297820" y="195148"/>
                  </a:lnTo>
                  <a:lnTo>
                    <a:pt x="276128" y="235853"/>
                  </a:lnTo>
                  <a:lnTo>
                    <a:pt x="243050" y="267951"/>
                  </a:lnTo>
                  <a:lnTo>
                    <a:pt x="201103" y="289001"/>
                  </a:lnTo>
                  <a:lnTo>
                    <a:pt x="152805" y="296561"/>
                  </a:lnTo>
                  <a:close/>
                </a:path>
              </a:pathLst>
            </a:custGeom>
            <a:solidFill>
              <a:srgbClr val="FACB4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"/>
          <p:cNvSpPr txBox="1"/>
          <p:nvPr/>
        </p:nvSpPr>
        <p:spPr>
          <a:xfrm>
            <a:off x="426484" y="1112718"/>
            <a:ext cx="3305810" cy="31991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Arbitrary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metadata</a:t>
            </a:r>
            <a:endParaRPr sz="1800">
              <a:latin typeface="Roboto"/>
              <a:cs typeface="Roboto"/>
            </a:endParaRPr>
          </a:p>
          <a:p>
            <a:pPr marL="12700" marR="492759">
              <a:lnSpc>
                <a:spcPct val="166700"/>
              </a:lnSpc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Attached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to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any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API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object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Generally</a:t>
            </a:r>
            <a:r>
              <a:rPr dirty="0" sz="1800" spc="-4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represent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 b="1">
                <a:solidFill>
                  <a:srgbClr val="666666"/>
                </a:solidFill>
                <a:latin typeface="Roboto"/>
                <a:cs typeface="Roboto"/>
              </a:rPr>
              <a:t>identity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Queryable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by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 b="1">
                <a:solidFill>
                  <a:srgbClr val="666666"/>
                </a:solidFill>
                <a:latin typeface="Roboto"/>
                <a:cs typeface="Roboto"/>
              </a:rPr>
              <a:t>selectors</a:t>
            </a:r>
            <a:endParaRPr sz="1800">
              <a:latin typeface="Roboto"/>
              <a:cs typeface="Roboto"/>
            </a:endParaRPr>
          </a:p>
          <a:p>
            <a:pPr marL="354965" indent="-229235">
              <a:lnSpc>
                <a:spcPct val="100000"/>
              </a:lnSpc>
              <a:spcBef>
                <a:spcPts val="325"/>
              </a:spcBef>
              <a:buChar char="•"/>
              <a:tabLst>
                <a:tab pos="354965" algn="l"/>
              </a:tabLst>
            </a:pP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think</a:t>
            </a:r>
            <a:r>
              <a:rPr dirty="0" sz="15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SQL</a:t>
            </a:r>
            <a:r>
              <a:rPr dirty="0" sz="15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‘</a:t>
            </a:r>
            <a:r>
              <a:rPr dirty="0" sz="1500" i="1">
                <a:solidFill>
                  <a:srgbClr val="666666"/>
                </a:solidFill>
                <a:latin typeface="Roboto"/>
                <a:cs typeface="Roboto"/>
              </a:rPr>
              <a:t>select</a:t>
            </a:r>
            <a:r>
              <a:rPr dirty="0" sz="1500" spc="-35" i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 i="1">
                <a:solidFill>
                  <a:srgbClr val="666666"/>
                </a:solidFill>
                <a:latin typeface="Roboto"/>
                <a:cs typeface="Roboto"/>
              </a:rPr>
              <a:t>...</a:t>
            </a:r>
            <a:r>
              <a:rPr dirty="0" sz="1500" spc="-35" i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 i="1">
                <a:solidFill>
                  <a:srgbClr val="666666"/>
                </a:solidFill>
                <a:latin typeface="Roboto"/>
                <a:cs typeface="Roboto"/>
              </a:rPr>
              <a:t>where</a:t>
            </a:r>
            <a:r>
              <a:rPr dirty="0" sz="1500" spc="-30" i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 spc="-20" i="1">
                <a:solidFill>
                  <a:srgbClr val="666666"/>
                </a:solidFill>
                <a:latin typeface="Roboto"/>
                <a:cs typeface="Roboto"/>
              </a:rPr>
              <a:t>...</a:t>
            </a:r>
            <a:r>
              <a:rPr dirty="0" sz="1500" spc="-20">
                <a:solidFill>
                  <a:srgbClr val="666666"/>
                </a:solidFill>
                <a:latin typeface="Roboto"/>
                <a:cs typeface="Roboto"/>
              </a:rPr>
              <a:t>’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The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only</a:t>
            </a:r>
            <a:r>
              <a:rPr dirty="0" sz="1800" spc="-20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grouping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mechanism</a:t>
            </a:r>
            <a:endParaRPr sz="1800">
              <a:latin typeface="Roboto"/>
              <a:cs typeface="Roboto"/>
            </a:endParaRPr>
          </a:p>
          <a:p>
            <a:pPr marL="354965" indent="-229235">
              <a:lnSpc>
                <a:spcPct val="100000"/>
              </a:lnSpc>
              <a:spcBef>
                <a:spcPts val="325"/>
              </a:spcBef>
              <a:buChar char="•"/>
              <a:tabLst>
                <a:tab pos="354965" algn="l"/>
              </a:tabLst>
            </a:pP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pods</a:t>
            </a:r>
            <a:r>
              <a:rPr dirty="0" sz="15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under</a:t>
            </a:r>
            <a:r>
              <a:rPr dirty="0" sz="15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a</a:t>
            </a:r>
            <a:r>
              <a:rPr dirty="0" sz="15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666666"/>
                </a:solidFill>
                <a:latin typeface="Roboto"/>
                <a:cs typeface="Roboto"/>
              </a:rPr>
              <a:t>ReplicationController</a:t>
            </a:r>
            <a:endParaRPr sz="1500">
              <a:latin typeface="Roboto"/>
              <a:cs typeface="Roboto"/>
            </a:endParaRPr>
          </a:p>
          <a:p>
            <a:pPr marL="354965" indent="-229235">
              <a:lnSpc>
                <a:spcPct val="100000"/>
              </a:lnSpc>
              <a:spcBef>
                <a:spcPts val="300"/>
              </a:spcBef>
              <a:buChar char="•"/>
              <a:tabLst>
                <a:tab pos="354965" algn="l"/>
              </a:tabLst>
            </a:pP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pods</a:t>
            </a:r>
            <a:r>
              <a:rPr dirty="0" sz="1500" spc="-1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in</a:t>
            </a:r>
            <a:r>
              <a:rPr dirty="0" sz="1500" spc="-1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a</a:t>
            </a:r>
            <a:r>
              <a:rPr dirty="0" sz="1500" spc="-10">
                <a:solidFill>
                  <a:srgbClr val="666666"/>
                </a:solidFill>
                <a:latin typeface="Roboto"/>
                <a:cs typeface="Roboto"/>
              </a:rPr>
              <a:t> Service</a:t>
            </a:r>
            <a:endParaRPr sz="1500">
              <a:latin typeface="Roboto"/>
              <a:cs typeface="Roboto"/>
            </a:endParaRPr>
          </a:p>
          <a:p>
            <a:pPr marL="354965" indent="-229235">
              <a:lnSpc>
                <a:spcPct val="100000"/>
              </a:lnSpc>
              <a:spcBef>
                <a:spcPts val="300"/>
              </a:spcBef>
              <a:buChar char="•"/>
              <a:tabLst>
                <a:tab pos="354965" algn="l"/>
              </a:tabLst>
            </a:pP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capabilities</a:t>
            </a:r>
            <a:r>
              <a:rPr dirty="0" sz="15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of</a:t>
            </a:r>
            <a:r>
              <a:rPr dirty="0" sz="15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a</a:t>
            </a:r>
            <a:r>
              <a:rPr dirty="0" sz="15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node</a:t>
            </a:r>
            <a:r>
              <a:rPr dirty="0" sz="15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666666"/>
                </a:solidFill>
                <a:latin typeface="Roboto"/>
                <a:cs typeface="Roboto"/>
              </a:rPr>
              <a:t>(constraints)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47" name="object 47" descr=""/>
          <p:cNvSpPr/>
          <p:nvPr/>
        </p:nvSpPr>
        <p:spPr>
          <a:xfrm>
            <a:off x="4412513" y="1192733"/>
            <a:ext cx="782955" cy="346075"/>
          </a:xfrm>
          <a:custGeom>
            <a:avLst/>
            <a:gdLst/>
            <a:ahLst/>
            <a:cxnLst/>
            <a:rect l="l" t="t" r="r" b="b"/>
            <a:pathLst>
              <a:path w="782954" h="346075">
                <a:moveTo>
                  <a:pt x="782523" y="157924"/>
                </a:moveTo>
                <a:lnTo>
                  <a:pt x="723620" y="65570"/>
                </a:lnTo>
                <a:lnTo>
                  <a:pt x="723620" y="0"/>
                </a:lnTo>
                <a:lnTo>
                  <a:pt x="0" y="0"/>
                </a:lnTo>
                <a:lnTo>
                  <a:pt x="0" y="345554"/>
                </a:lnTo>
                <a:lnTo>
                  <a:pt x="723620" y="345554"/>
                </a:lnTo>
                <a:lnTo>
                  <a:pt x="723620" y="258800"/>
                </a:lnTo>
                <a:lnTo>
                  <a:pt x="782523" y="157924"/>
                </a:lnTo>
                <a:close/>
              </a:path>
            </a:pathLst>
          </a:custGeom>
          <a:solidFill>
            <a:srgbClr val="D84437">
              <a:alpha val="1076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/>
          <p:nvPr/>
        </p:nvSpPr>
        <p:spPr>
          <a:xfrm>
            <a:off x="4412513" y="1585391"/>
            <a:ext cx="782955" cy="346075"/>
          </a:xfrm>
          <a:custGeom>
            <a:avLst/>
            <a:gdLst/>
            <a:ahLst/>
            <a:cxnLst/>
            <a:rect l="l" t="t" r="r" b="b"/>
            <a:pathLst>
              <a:path w="782954" h="346075">
                <a:moveTo>
                  <a:pt x="782523" y="172402"/>
                </a:moveTo>
                <a:lnTo>
                  <a:pt x="723620" y="80060"/>
                </a:lnTo>
                <a:lnTo>
                  <a:pt x="723620" y="0"/>
                </a:lnTo>
                <a:lnTo>
                  <a:pt x="0" y="0"/>
                </a:lnTo>
                <a:lnTo>
                  <a:pt x="0" y="345554"/>
                </a:lnTo>
                <a:lnTo>
                  <a:pt x="723620" y="345554"/>
                </a:lnTo>
                <a:lnTo>
                  <a:pt x="723620" y="273291"/>
                </a:lnTo>
                <a:lnTo>
                  <a:pt x="782523" y="172402"/>
                </a:lnTo>
                <a:close/>
              </a:path>
            </a:pathLst>
          </a:custGeom>
          <a:solidFill>
            <a:srgbClr val="7ACEA9">
              <a:alpha val="4307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 descr=""/>
          <p:cNvSpPr/>
          <p:nvPr/>
        </p:nvSpPr>
        <p:spPr>
          <a:xfrm>
            <a:off x="8140116" y="1192733"/>
            <a:ext cx="782955" cy="346075"/>
          </a:xfrm>
          <a:custGeom>
            <a:avLst/>
            <a:gdLst/>
            <a:ahLst/>
            <a:cxnLst/>
            <a:rect l="l" t="t" r="r" b="b"/>
            <a:pathLst>
              <a:path w="782954" h="346075">
                <a:moveTo>
                  <a:pt x="782510" y="0"/>
                </a:moveTo>
                <a:lnTo>
                  <a:pt x="58902" y="0"/>
                </a:lnTo>
                <a:lnTo>
                  <a:pt x="58902" y="65557"/>
                </a:lnTo>
                <a:lnTo>
                  <a:pt x="0" y="157924"/>
                </a:lnTo>
                <a:lnTo>
                  <a:pt x="58902" y="258826"/>
                </a:lnTo>
                <a:lnTo>
                  <a:pt x="58902" y="345554"/>
                </a:lnTo>
                <a:lnTo>
                  <a:pt x="782510" y="345554"/>
                </a:lnTo>
                <a:lnTo>
                  <a:pt x="782510" y="0"/>
                </a:lnTo>
                <a:close/>
              </a:path>
            </a:pathLst>
          </a:custGeom>
          <a:solidFill>
            <a:srgbClr val="D84437">
              <a:alpha val="1076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/>
          <p:nvPr/>
        </p:nvSpPr>
        <p:spPr>
          <a:xfrm>
            <a:off x="8140116" y="1585391"/>
            <a:ext cx="782955" cy="346075"/>
          </a:xfrm>
          <a:custGeom>
            <a:avLst/>
            <a:gdLst/>
            <a:ahLst/>
            <a:cxnLst/>
            <a:rect l="l" t="t" r="r" b="b"/>
            <a:pathLst>
              <a:path w="782954" h="346075">
                <a:moveTo>
                  <a:pt x="782510" y="0"/>
                </a:moveTo>
                <a:lnTo>
                  <a:pt x="58902" y="0"/>
                </a:lnTo>
                <a:lnTo>
                  <a:pt x="58902" y="80048"/>
                </a:lnTo>
                <a:lnTo>
                  <a:pt x="0" y="172402"/>
                </a:lnTo>
                <a:lnTo>
                  <a:pt x="58902" y="273316"/>
                </a:lnTo>
                <a:lnTo>
                  <a:pt x="58902" y="345554"/>
                </a:lnTo>
                <a:lnTo>
                  <a:pt x="782510" y="345554"/>
                </a:lnTo>
                <a:lnTo>
                  <a:pt x="782510" y="0"/>
                </a:lnTo>
                <a:close/>
              </a:path>
            </a:pathLst>
          </a:custGeom>
          <a:solidFill>
            <a:srgbClr val="7ACEA9">
              <a:alpha val="4307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 descr=""/>
          <p:cNvSpPr/>
          <p:nvPr/>
        </p:nvSpPr>
        <p:spPr>
          <a:xfrm>
            <a:off x="4412513" y="2800476"/>
            <a:ext cx="782955" cy="346075"/>
          </a:xfrm>
          <a:custGeom>
            <a:avLst/>
            <a:gdLst/>
            <a:ahLst/>
            <a:cxnLst/>
            <a:rect l="l" t="t" r="r" b="b"/>
            <a:pathLst>
              <a:path w="782954" h="346075">
                <a:moveTo>
                  <a:pt x="782523" y="157911"/>
                </a:moveTo>
                <a:lnTo>
                  <a:pt x="723607" y="65557"/>
                </a:lnTo>
                <a:lnTo>
                  <a:pt x="723607" y="0"/>
                </a:lnTo>
                <a:lnTo>
                  <a:pt x="0" y="0"/>
                </a:lnTo>
                <a:lnTo>
                  <a:pt x="0" y="345541"/>
                </a:lnTo>
                <a:lnTo>
                  <a:pt x="723607" y="345541"/>
                </a:lnTo>
                <a:lnTo>
                  <a:pt x="723607" y="258826"/>
                </a:lnTo>
                <a:lnTo>
                  <a:pt x="782523" y="157911"/>
                </a:lnTo>
                <a:close/>
              </a:path>
            </a:pathLst>
          </a:custGeom>
          <a:solidFill>
            <a:srgbClr val="D84437">
              <a:alpha val="1076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/>
          <p:nvPr/>
        </p:nvSpPr>
        <p:spPr>
          <a:xfrm>
            <a:off x="4412513" y="3193122"/>
            <a:ext cx="782955" cy="346075"/>
          </a:xfrm>
          <a:custGeom>
            <a:avLst/>
            <a:gdLst/>
            <a:ahLst/>
            <a:cxnLst/>
            <a:rect l="l" t="t" r="r" b="b"/>
            <a:pathLst>
              <a:path w="782954" h="346075">
                <a:moveTo>
                  <a:pt x="782523" y="172415"/>
                </a:moveTo>
                <a:lnTo>
                  <a:pt x="723607" y="80048"/>
                </a:lnTo>
                <a:lnTo>
                  <a:pt x="723607" y="0"/>
                </a:lnTo>
                <a:lnTo>
                  <a:pt x="0" y="0"/>
                </a:lnTo>
                <a:lnTo>
                  <a:pt x="0" y="345554"/>
                </a:lnTo>
                <a:lnTo>
                  <a:pt x="723607" y="345554"/>
                </a:lnTo>
                <a:lnTo>
                  <a:pt x="723607" y="273329"/>
                </a:lnTo>
                <a:lnTo>
                  <a:pt x="782523" y="172415"/>
                </a:lnTo>
                <a:close/>
              </a:path>
            </a:pathLst>
          </a:custGeom>
          <a:solidFill>
            <a:srgbClr val="7ACEA9">
              <a:alpha val="4307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/>
          <p:nvPr/>
        </p:nvSpPr>
        <p:spPr>
          <a:xfrm>
            <a:off x="8140116" y="2800476"/>
            <a:ext cx="782955" cy="346075"/>
          </a:xfrm>
          <a:custGeom>
            <a:avLst/>
            <a:gdLst/>
            <a:ahLst/>
            <a:cxnLst/>
            <a:rect l="l" t="t" r="r" b="b"/>
            <a:pathLst>
              <a:path w="782954" h="346075">
                <a:moveTo>
                  <a:pt x="782510" y="0"/>
                </a:moveTo>
                <a:lnTo>
                  <a:pt x="58902" y="0"/>
                </a:lnTo>
                <a:lnTo>
                  <a:pt x="58902" y="65557"/>
                </a:lnTo>
                <a:lnTo>
                  <a:pt x="0" y="157911"/>
                </a:lnTo>
                <a:lnTo>
                  <a:pt x="58902" y="258826"/>
                </a:lnTo>
                <a:lnTo>
                  <a:pt x="58902" y="345541"/>
                </a:lnTo>
                <a:lnTo>
                  <a:pt x="782510" y="345541"/>
                </a:lnTo>
                <a:lnTo>
                  <a:pt x="782510" y="0"/>
                </a:lnTo>
                <a:close/>
              </a:path>
            </a:pathLst>
          </a:custGeom>
          <a:solidFill>
            <a:srgbClr val="D84437">
              <a:alpha val="1076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/>
          <p:nvPr/>
        </p:nvSpPr>
        <p:spPr>
          <a:xfrm>
            <a:off x="8140116" y="3193122"/>
            <a:ext cx="782955" cy="346075"/>
          </a:xfrm>
          <a:custGeom>
            <a:avLst/>
            <a:gdLst/>
            <a:ahLst/>
            <a:cxnLst/>
            <a:rect l="l" t="t" r="r" b="b"/>
            <a:pathLst>
              <a:path w="782954" h="346075">
                <a:moveTo>
                  <a:pt x="782510" y="0"/>
                </a:moveTo>
                <a:lnTo>
                  <a:pt x="58902" y="0"/>
                </a:lnTo>
                <a:lnTo>
                  <a:pt x="58902" y="80048"/>
                </a:lnTo>
                <a:lnTo>
                  <a:pt x="0" y="172415"/>
                </a:lnTo>
                <a:lnTo>
                  <a:pt x="58902" y="273329"/>
                </a:lnTo>
                <a:lnTo>
                  <a:pt x="58902" y="345554"/>
                </a:lnTo>
                <a:lnTo>
                  <a:pt x="782510" y="345554"/>
                </a:lnTo>
                <a:lnTo>
                  <a:pt x="782510" y="0"/>
                </a:lnTo>
                <a:close/>
              </a:path>
            </a:pathLst>
          </a:custGeom>
          <a:solidFill>
            <a:srgbClr val="7ACEA9">
              <a:alpha val="4307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Labels</a:t>
            </a:r>
          </a:p>
        </p:txBody>
      </p:sp>
      <p:sp>
        <p:nvSpPr>
          <p:cNvPr id="57" name="object 5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56" name="object 56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888142" y="1301901"/>
            <a:ext cx="1323340" cy="1237615"/>
            <a:chOff x="2888142" y="1301901"/>
            <a:chExt cx="1323340" cy="1237615"/>
          </a:xfrm>
        </p:grpSpPr>
        <p:sp>
          <p:nvSpPr>
            <p:cNvPr id="3" name="object 3" descr=""/>
            <p:cNvSpPr/>
            <p:nvPr/>
          </p:nvSpPr>
          <p:spPr>
            <a:xfrm>
              <a:off x="2888132" y="1301902"/>
              <a:ext cx="1323340" cy="1237615"/>
            </a:xfrm>
            <a:custGeom>
              <a:avLst/>
              <a:gdLst/>
              <a:ahLst/>
              <a:cxnLst/>
              <a:rect l="l" t="t" r="r" b="b"/>
              <a:pathLst>
                <a:path w="1323339" h="1237614">
                  <a:moveTo>
                    <a:pt x="1322984" y="277863"/>
                  </a:moveTo>
                  <a:lnTo>
                    <a:pt x="1317599" y="223393"/>
                  </a:lnTo>
                  <a:lnTo>
                    <a:pt x="1301826" y="171526"/>
                  </a:lnTo>
                  <a:lnTo>
                    <a:pt x="1276273" y="123710"/>
                  </a:lnTo>
                  <a:lnTo>
                    <a:pt x="1241539" y="81381"/>
                  </a:lnTo>
                  <a:lnTo>
                    <a:pt x="1199184" y="46685"/>
                  </a:lnTo>
                  <a:lnTo>
                    <a:pt x="1151331" y="21158"/>
                  </a:lnTo>
                  <a:lnTo>
                    <a:pt x="1099413" y="5397"/>
                  </a:lnTo>
                  <a:lnTo>
                    <a:pt x="1044905" y="0"/>
                  </a:lnTo>
                  <a:lnTo>
                    <a:pt x="999807" y="3644"/>
                  </a:lnTo>
                  <a:lnTo>
                    <a:pt x="957008" y="14173"/>
                  </a:lnTo>
                  <a:lnTo>
                    <a:pt x="917117" y="31013"/>
                  </a:lnTo>
                  <a:lnTo>
                    <a:pt x="880681" y="53619"/>
                  </a:lnTo>
                  <a:lnTo>
                    <a:pt x="848271" y="81381"/>
                  </a:lnTo>
                  <a:lnTo>
                    <a:pt x="844257" y="86055"/>
                  </a:lnTo>
                  <a:lnTo>
                    <a:pt x="831875" y="80340"/>
                  </a:lnTo>
                  <a:lnTo>
                    <a:pt x="787819" y="64084"/>
                  </a:lnTo>
                  <a:lnTo>
                    <a:pt x="742569" y="51282"/>
                  </a:lnTo>
                  <a:lnTo>
                    <a:pt x="696315" y="42049"/>
                  </a:lnTo>
                  <a:lnTo>
                    <a:pt x="648627" y="36360"/>
                  </a:lnTo>
                  <a:lnTo>
                    <a:pt x="647319" y="36360"/>
                  </a:lnTo>
                  <a:lnTo>
                    <a:pt x="601637" y="34556"/>
                  </a:lnTo>
                  <a:lnTo>
                    <a:pt x="554621" y="36360"/>
                  </a:lnTo>
                  <a:lnTo>
                    <a:pt x="508596" y="41706"/>
                  </a:lnTo>
                  <a:lnTo>
                    <a:pt x="463689" y="50444"/>
                  </a:lnTo>
                  <a:lnTo>
                    <a:pt x="420039" y="62433"/>
                  </a:lnTo>
                  <a:lnTo>
                    <a:pt x="377786" y="77571"/>
                  </a:lnTo>
                  <a:lnTo>
                    <a:pt x="337058" y="95694"/>
                  </a:lnTo>
                  <a:lnTo>
                    <a:pt x="297980" y="116674"/>
                  </a:lnTo>
                  <a:lnTo>
                    <a:pt x="260705" y="140385"/>
                  </a:lnTo>
                  <a:lnTo>
                    <a:pt x="225348" y="166687"/>
                  </a:lnTo>
                  <a:lnTo>
                    <a:pt x="192049" y="195453"/>
                  </a:lnTo>
                  <a:lnTo>
                    <a:pt x="160947" y="226555"/>
                  </a:lnTo>
                  <a:lnTo>
                    <a:pt x="132181" y="259842"/>
                  </a:lnTo>
                  <a:lnTo>
                    <a:pt x="105867" y="295186"/>
                  </a:lnTo>
                  <a:lnTo>
                    <a:pt x="82143" y="332447"/>
                  </a:lnTo>
                  <a:lnTo>
                    <a:pt x="61150" y="371513"/>
                  </a:lnTo>
                  <a:lnTo>
                    <a:pt x="43027" y="412229"/>
                  </a:lnTo>
                  <a:lnTo>
                    <a:pt x="27889" y="454482"/>
                  </a:lnTo>
                  <a:lnTo>
                    <a:pt x="15887" y="498119"/>
                  </a:lnTo>
                  <a:lnTo>
                    <a:pt x="7150" y="543001"/>
                  </a:lnTo>
                  <a:lnTo>
                    <a:pt x="1816" y="589026"/>
                  </a:lnTo>
                  <a:lnTo>
                    <a:pt x="0" y="636028"/>
                  </a:lnTo>
                  <a:lnTo>
                    <a:pt x="1816" y="683031"/>
                  </a:lnTo>
                  <a:lnTo>
                    <a:pt x="7150" y="729043"/>
                  </a:lnTo>
                  <a:lnTo>
                    <a:pt x="15887" y="773938"/>
                  </a:lnTo>
                  <a:lnTo>
                    <a:pt x="27889" y="817575"/>
                  </a:lnTo>
                  <a:lnTo>
                    <a:pt x="43027" y="859815"/>
                  </a:lnTo>
                  <a:lnTo>
                    <a:pt x="61150" y="900544"/>
                  </a:lnTo>
                  <a:lnTo>
                    <a:pt x="82143" y="939596"/>
                  </a:lnTo>
                  <a:lnTo>
                    <a:pt x="105867" y="976871"/>
                  </a:lnTo>
                  <a:lnTo>
                    <a:pt x="132181" y="1012215"/>
                  </a:lnTo>
                  <a:lnTo>
                    <a:pt x="160947" y="1045502"/>
                  </a:lnTo>
                  <a:lnTo>
                    <a:pt x="192049" y="1076591"/>
                  </a:lnTo>
                  <a:lnTo>
                    <a:pt x="225348" y="1105357"/>
                  </a:lnTo>
                  <a:lnTo>
                    <a:pt x="260705" y="1131671"/>
                  </a:lnTo>
                  <a:lnTo>
                    <a:pt x="297980" y="1155382"/>
                  </a:lnTo>
                  <a:lnTo>
                    <a:pt x="337058" y="1176362"/>
                  </a:lnTo>
                  <a:lnTo>
                    <a:pt x="377786" y="1194485"/>
                  </a:lnTo>
                  <a:lnTo>
                    <a:pt x="420039" y="1209611"/>
                  </a:lnTo>
                  <a:lnTo>
                    <a:pt x="463689" y="1221613"/>
                  </a:lnTo>
                  <a:lnTo>
                    <a:pt x="508596" y="1230350"/>
                  </a:lnTo>
                  <a:lnTo>
                    <a:pt x="554621" y="1235684"/>
                  </a:lnTo>
                  <a:lnTo>
                    <a:pt x="601637" y="1237500"/>
                  </a:lnTo>
                  <a:lnTo>
                    <a:pt x="648652" y="1235684"/>
                  </a:lnTo>
                  <a:lnTo>
                    <a:pt x="694677" y="1230350"/>
                  </a:lnTo>
                  <a:lnTo>
                    <a:pt x="739584" y="1221613"/>
                  </a:lnTo>
                  <a:lnTo>
                    <a:pt x="783234" y="1209611"/>
                  </a:lnTo>
                  <a:lnTo>
                    <a:pt x="825487" y="1194485"/>
                  </a:lnTo>
                  <a:lnTo>
                    <a:pt x="866216" y="1176362"/>
                  </a:lnTo>
                  <a:lnTo>
                    <a:pt x="905294" y="1155382"/>
                  </a:lnTo>
                  <a:lnTo>
                    <a:pt x="942568" y="1131671"/>
                  </a:lnTo>
                  <a:lnTo>
                    <a:pt x="977925" y="1105357"/>
                  </a:lnTo>
                  <a:lnTo>
                    <a:pt x="1011224" y="1076591"/>
                  </a:lnTo>
                  <a:lnTo>
                    <a:pt x="1042327" y="1045502"/>
                  </a:lnTo>
                  <a:lnTo>
                    <a:pt x="1071092" y="1012215"/>
                  </a:lnTo>
                  <a:lnTo>
                    <a:pt x="1097407" y="976871"/>
                  </a:lnTo>
                  <a:lnTo>
                    <a:pt x="1121130" y="939596"/>
                  </a:lnTo>
                  <a:lnTo>
                    <a:pt x="1142123" y="900544"/>
                  </a:lnTo>
                  <a:lnTo>
                    <a:pt x="1160246" y="859815"/>
                  </a:lnTo>
                  <a:lnTo>
                    <a:pt x="1175372" y="817575"/>
                  </a:lnTo>
                  <a:lnTo>
                    <a:pt x="1187373" y="773938"/>
                  </a:lnTo>
                  <a:lnTo>
                    <a:pt x="1196111" y="729043"/>
                  </a:lnTo>
                  <a:lnTo>
                    <a:pt x="1201458" y="683031"/>
                  </a:lnTo>
                  <a:lnTo>
                    <a:pt x="1203274" y="636028"/>
                  </a:lnTo>
                  <a:lnTo>
                    <a:pt x="1201381" y="588403"/>
                  </a:lnTo>
                  <a:lnTo>
                    <a:pt x="1195768" y="541362"/>
                  </a:lnTo>
                  <a:lnTo>
                    <a:pt x="1190256" y="513816"/>
                  </a:lnTo>
                  <a:lnTo>
                    <a:pt x="1209141" y="502094"/>
                  </a:lnTo>
                  <a:lnTo>
                    <a:pt x="1241539" y="474332"/>
                  </a:lnTo>
                  <a:lnTo>
                    <a:pt x="1269339" y="441947"/>
                  </a:lnTo>
                  <a:lnTo>
                    <a:pt x="1291945" y="405549"/>
                  </a:lnTo>
                  <a:lnTo>
                    <a:pt x="1308811" y="365683"/>
                  </a:lnTo>
                  <a:lnTo>
                    <a:pt x="1319352" y="322922"/>
                  </a:lnTo>
                  <a:lnTo>
                    <a:pt x="1322984" y="277863"/>
                  </a:lnTo>
                  <a:close/>
                </a:path>
              </a:pathLst>
            </a:custGeom>
            <a:solidFill>
              <a:srgbClr val="D844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3738008" y="1384927"/>
              <a:ext cx="390525" cy="389890"/>
            </a:xfrm>
            <a:custGeom>
              <a:avLst/>
              <a:gdLst/>
              <a:ahLst/>
              <a:cxnLst/>
              <a:rect l="l" t="t" r="r" b="b"/>
              <a:pathLst>
                <a:path w="390525" h="389889">
                  <a:moveTo>
                    <a:pt x="195027" y="389642"/>
                  </a:moveTo>
                  <a:lnTo>
                    <a:pt x="150309" y="384497"/>
                  </a:lnTo>
                  <a:lnTo>
                    <a:pt x="109259" y="369840"/>
                  </a:lnTo>
                  <a:lnTo>
                    <a:pt x="73047" y="346842"/>
                  </a:lnTo>
                  <a:lnTo>
                    <a:pt x="42845" y="316671"/>
                  </a:lnTo>
                  <a:lnTo>
                    <a:pt x="19822" y="280498"/>
                  </a:lnTo>
                  <a:lnTo>
                    <a:pt x="5150" y="239491"/>
                  </a:lnTo>
                  <a:lnTo>
                    <a:pt x="0" y="194821"/>
                  </a:lnTo>
                  <a:lnTo>
                    <a:pt x="5150" y="150150"/>
                  </a:lnTo>
                  <a:lnTo>
                    <a:pt x="19822" y="109143"/>
                  </a:lnTo>
                  <a:lnTo>
                    <a:pt x="42845" y="72970"/>
                  </a:lnTo>
                  <a:lnTo>
                    <a:pt x="73047" y="42800"/>
                  </a:lnTo>
                  <a:lnTo>
                    <a:pt x="109259" y="19801"/>
                  </a:lnTo>
                  <a:lnTo>
                    <a:pt x="150309" y="5145"/>
                  </a:lnTo>
                  <a:lnTo>
                    <a:pt x="195027" y="0"/>
                  </a:lnTo>
                  <a:lnTo>
                    <a:pt x="233253" y="3778"/>
                  </a:lnTo>
                  <a:lnTo>
                    <a:pt x="303229" y="32732"/>
                  </a:lnTo>
                  <a:lnTo>
                    <a:pt x="332933" y="57061"/>
                  </a:lnTo>
                  <a:lnTo>
                    <a:pt x="357288" y="86734"/>
                  </a:lnTo>
                  <a:lnTo>
                    <a:pt x="386273" y="156636"/>
                  </a:lnTo>
                  <a:lnTo>
                    <a:pt x="390055" y="194821"/>
                  </a:lnTo>
                  <a:lnTo>
                    <a:pt x="384904" y="239491"/>
                  </a:lnTo>
                  <a:lnTo>
                    <a:pt x="370232" y="280498"/>
                  </a:lnTo>
                  <a:lnTo>
                    <a:pt x="347210" y="316671"/>
                  </a:lnTo>
                  <a:lnTo>
                    <a:pt x="317007" y="346842"/>
                  </a:lnTo>
                  <a:lnTo>
                    <a:pt x="280796" y="369840"/>
                  </a:lnTo>
                  <a:lnTo>
                    <a:pt x="239745" y="384497"/>
                  </a:lnTo>
                  <a:lnTo>
                    <a:pt x="195027" y="3896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885039" y="1492851"/>
              <a:ext cx="150495" cy="173990"/>
            </a:xfrm>
            <a:custGeom>
              <a:avLst/>
              <a:gdLst/>
              <a:ahLst/>
              <a:cxnLst/>
              <a:rect l="l" t="t" r="r" b="b"/>
              <a:pathLst>
                <a:path w="150495" h="173989">
                  <a:moveTo>
                    <a:pt x="0" y="173792"/>
                  </a:moveTo>
                  <a:lnTo>
                    <a:pt x="0" y="0"/>
                  </a:lnTo>
                  <a:lnTo>
                    <a:pt x="150330" y="86896"/>
                  </a:lnTo>
                  <a:lnTo>
                    <a:pt x="0" y="173792"/>
                  </a:lnTo>
                  <a:close/>
                </a:path>
              </a:pathLst>
            </a:custGeom>
            <a:solidFill>
              <a:srgbClr val="D8443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30517" y="1612277"/>
              <a:ext cx="302939" cy="303626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3051980" y="1639384"/>
              <a:ext cx="260350" cy="252729"/>
            </a:xfrm>
            <a:custGeom>
              <a:avLst/>
              <a:gdLst/>
              <a:ahLst/>
              <a:cxnLst/>
              <a:rect l="l" t="t" r="r" b="b"/>
              <a:pathLst>
                <a:path w="260350" h="252730">
                  <a:moveTo>
                    <a:pt x="115639" y="252163"/>
                  </a:moveTo>
                  <a:lnTo>
                    <a:pt x="66175" y="236508"/>
                  </a:lnTo>
                  <a:lnTo>
                    <a:pt x="27933" y="204795"/>
                  </a:lnTo>
                  <a:lnTo>
                    <a:pt x="4634" y="161554"/>
                  </a:lnTo>
                  <a:lnTo>
                    <a:pt x="0" y="111317"/>
                  </a:lnTo>
                  <a:lnTo>
                    <a:pt x="15792" y="63401"/>
                  </a:lnTo>
                  <a:lnTo>
                    <a:pt x="48202" y="26488"/>
                  </a:lnTo>
                  <a:lnTo>
                    <a:pt x="92587" y="4161"/>
                  </a:lnTo>
                  <a:lnTo>
                    <a:pt x="144304" y="0"/>
                  </a:lnTo>
                  <a:lnTo>
                    <a:pt x="169501" y="5338"/>
                  </a:lnTo>
                  <a:lnTo>
                    <a:pt x="214005" y="29374"/>
                  </a:lnTo>
                  <a:lnTo>
                    <a:pt x="246059" y="68414"/>
                  </a:lnTo>
                  <a:lnTo>
                    <a:pt x="260233" y="115846"/>
                  </a:lnTo>
                  <a:lnTo>
                    <a:pt x="259944" y="140845"/>
                  </a:lnTo>
                  <a:lnTo>
                    <a:pt x="244151" y="188761"/>
                  </a:lnTo>
                  <a:lnTo>
                    <a:pt x="211742" y="225674"/>
                  </a:lnTo>
                  <a:lnTo>
                    <a:pt x="167357" y="248001"/>
                  </a:lnTo>
                  <a:lnTo>
                    <a:pt x="115639" y="2521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09519" y="1691704"/>
              <a:ext cx="151598" cy="146916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3362934" y="1639925"/>
              <a:ext cx="171450" cy="172085"/>
            </a:xfrm>
            <a:custGeom>
              <a:avLst/>
              <a:gdLst/>
              <a:ahLst/>
              <a:cxnLst/>
              <a:rect l="l" t="t" r="r" b="b"/>
              <a:pathLst>
                <a:path w="171450" h="172085">
                  <a:moveTo>
                    <a:pt x="171310" y="96177"/>
                  </a:moveTo>
                  <a:lnTo>
                    <a:pt x="159194" y="89522"/>
                  </a:lnTo>
                  <a:lnTo>
                    <a:pt x="159296" y="80835"/>
                  </a:lnTo>
                  <a:lnTo>
                    <a:pt x="158419" y="76301"/>
                  </a:lnTo>
                  <a:lnTo>
                    <a:pt x="169430" y="69430"/>
                  </a:lnTo>
                  <a:lnTo>
                    <a:pt x="162801" y="48729"/>
                  </a:lnTo>
                  <a:lnTo>
                    <a:pt x="148399" y="49720"/>
                  </a:lnTo>
                  <a:lnTo>
                    <a:pt x="143344" y="42113"/>
                  </a:lnTo>
                  <a:lnTo>
                    <a:pt x="141668" y="40462"/>
                  </a:lnTo>
                  <a:lnTo>
                    <a:pt x="147980" y="27127"/>
                  </a:lnTo>
                  <a:lnTo>
                    <a:pt x="131165" y="13360"/>
                  </a:lnTo>
                  <a:lnTo>
                    <a:pt x="118478" y="22783"/>
                  </a:lnTo>
                  <a:lnTo>
                    <a:pt x="108000" y="18351"/>
                  </a:lnTo>
                  <a:lnTo>
                    <a:pt x="107848" y="18326"/>
                  </a:lnTo>
                  <a:lnTo>
                    <a:pt x="105765" y="2451"/>
                  </a:lnTo>
                  <a:lnTo>
                    <a:pt x="84137" y="0"/>
                  </a:lnTo>
                  <a:lnTo>
                    <a:pt x="77914" y="16598"/>
                  </a:lnTo>
                  <a:lnTo>
                    <a:pt x="68859" y="17322"/>
                  </a:lnTo>
                  <a:lnTo>
                    <a:pt x="57873" y="4394"/>
                  </a:lnTo>
                  <a:lnTo>
                    <a:pt x="38379" y="14033"/>
                  </a:lnTo>
                  <a:lnTo>
                    <a:pt x="41668" y="29159"/>
                  </a:lnTo>
                  <a:lnTo>
                    <a:pt x="39408" y="30289"/>
                  </a:lnTo>
                  <a:lnTo>
                    <a:pt x="33553" y="36957"/>
                  </a:lnTo>
                  <a:lnTo>
                    <a:pt x="18122" y="32270"/>
                  </a:lnTo>
                  <a:lnTo>
                    <a:pt x="7010" y="50939"/>
                  </a:lnTo>
                  <a:lnTo>
                    <a:pt x="17627" y="61556"/>
                  </a:lnTo>
                  <a:lnTo>
                    <a:pt x="13944" y="72732"/>
                  </a:lnTo>
                  <a:lnTo>
                    <a:pt x="0" y="76682"/>
                  </a:lnTo>
                  <a:lnTo>
                    <a:pt x="698" y="98425"/>
                  </a:lnTo>
                  <a:lnTo>
                    <a:pt x="14249" y="101384"/>
                  </a:lnTo>
                  <a:lnTo>
                    <a:pt x="14744" y="106654"/>
                  </a:lnTo>
                  <a:lnTo>
                    <a:pt x="18770" y="114160"/>
                  </a:lnTo>
                  <a:lnTo>
                    <a:pt x="8966" y="125234"/>
                  </a:lnTo>
                  <a:lnTo>
                    <a:pt x="21361" y="143090"/>
                  </a:lnTo>
                  <a:lnTo>
                    <a:pt x="35864" y="137706"/>
                  </a:lnTo>
                  <a:lnTo>
                    <a:pt x="44259" y="144665"/>
                  </a:lnTo>
                  <a:lnTo>
                    <a:pt x="41922" y="160159"/>
                  </a:lnTo>
                  <a:lnTo>
                    <a:pt x="62001" y="168478"/>
                  </a:lnTo>
                  <a:lnTo>
                    <a:pt x="71323" y="155943"/>
                  </a:lnTo>
                  <a:lnTo>
                    <a:pt x="77508" y="157899"/>
                  </a:lnTo>
                  <a:lnTo>
                    <a:pt x="83273" y="157441"/>
                  </a:lnTo>
                  <a:lnTo>
                    <a:pt x="89573" y="171665"/>
                  </a:lnTo>
                  <a:lnTo>
                    <a:pt x="111036" y="167970"/>
                  </a:lnTo>
                  <a:lnTo>
                    <a:pt x="112141" y="152844"/>
                  </a:lnTo>
                  <a:lnTo>
                    <a:pt x="123482" y="147154"/>
                  </a:lnTo>
                  <a:lnTo>
                    <a:pt x="136067" y="155346"/>
                  </a:lnTo>
                  <a:lnTo>
                    <a:pt x="152069" y="140614"/>
                  </a:lnTo>
                  <a:lnTo>
                    <a:pt x="145072" y="127901"/>
                  </a:lnTo>
                  <a:lnTo>
                    <a:pt x="150190" y="122059"/>
                  </a:lnTo>
                  <a:lnTo>
                    <a:pt x="151841" y="117043"/>
                  </a:lnTo>
                  <a:lnTo>
                    <a:pt x="165722" y="117208"/>
                  </a:lnTo>
                  <a:lnTo>
                    <a:pt x="171310" y="961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407217" y="1684823"/>
              <a:ext cx="85725" cy="83185"/>
            </a:xfrm>
            <a:custGeom>
              <a:avLst/>
              <a:gdLst/>
              <a:ahLst/>
              <a:cxnLst/>
              <a:rect l="l" t="t" r="r" b="b"/>
              <a:pathLst>
                <a:path w="85725" h="83185">
                  <a:moveTo>
                    <a:pt x="38084" y="83066"/>
                  </a:moveTo>
                  <a:lnTo>
                    <a:pt x="21790" y="77906"/>
                  </a:lnTo>
                  <a:lnTo>
                    <a:pt x="9195" y="67456"/>
                  </a:lnTo>
                  <a:lnTo>
                    <a:pt x="1523" y="53209"/>
                  </a:lnTo>
                  <a:lnTo>
                    <a:pt x="0" y="36660"/>
                  </a:lnTo>
                  <a:lnTo>
                    <a:pt x="5206" y="20876"/>
                  </a:lnTo>
                  <a:lnTo>
                    <a:pt x="15886" y="8718"/>
                  </a:lnTo>
                  <a:lnTo>
                    <a:pt x="30509" y="1367"/>
                  </a:lnTo>
                  <a:lnTo>
                    <a:pt x="47547" y="0"/>
                  </a:lnTo>
                  <a:lnTo>
                    <a:pt x="55847" y="1760"/>
                  </a:lnTo>
                  <a:lnTo>
                    <a:pt x="84183" y="30141"/>
                  </a:lnTo>
                  <a:lnTo>
                    <a:pt x="85729" y="38171"/>
                  </a:lnTo>
                  <a:lnTo>
                    <a:pt x="85631" y="46406"/>
                  </a:lnTo>
                  <a:lnTo>
                    <a:pt x="80425" y="62190"/>
                  </a:lnTo>
                  <a:lnTo>
                    <a:pt x="69746" y="74347"/>
                  </a:lnTo>
                  <a:lnTo>
                    <a:pt x="55122" y="81699"/>
                  </a:lnTo>
                  <a:lnTo>
                    <a:pt x="38084" y="83066"/>
                  </a:lnTo>
                  <a:close/>
                </a:path>
              </a:pathLst>
            </a:custGeom>
            <a:solidFill>
              <a:srgbClr val="D844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257004" y="1821738"/>
              <a:ext cx="611505" cy="603250"/>
            </a:xfrm>
            <a:custGeom>
              <a:avLst/>
              <a:gdLst/>
              <a:ahLst/>
              <a:cxnLst/>
              <a:rect l="l" t="t" r="r" b="b"/>
              <a:pathLst>
                <a:path w="611504" h="603250">
                  <a:moveTo>
                    <a:pt x="611378" y="304025"/>
                  </a:moveTo>
                  <a:lnTo>
                    <a:pt x="566026" y="285432"/>
                  </a:lnTo>
                  <a:lnTo>
                    <a:pt x="562902" y="254787"/>
                  </a:lnTo>
                  <a:lnTo>
                    <a:pt x="557987" y="239115"/>
                  </a:lnTo>
                  <a:lnTo>
                    <a:pt x="594029" y="210502"/>
                  </a:lnTo>
                  <a:lnTo>
                    <a:pt x="562356" y="140220"/>
                  </a:lnTo>
                  <a:lnTo>
                    <a:pt x="512064" y="149440"/>
                  </a:lnTo>
                  <a:lnTo>
                    <a:pt x="491172" y="124701"/>
                  </a:lnTo>
                  <a:lnTo>
                    <a:pt x="484632" y="119507"/>
                  </a:lnTo>
                  <a:lnTo>
                    <a:pt x="501497" y="70015"/>
                  </a:lnTo>
                  <a:lnTo>
                    <a:pt x="436702" y="28244"/>
                  </a:lnTo>
                  <a:lnTo>
                    <a:pt x="395833" y="66522"/>
                  </a:lnTo>
                  <a:lnTo>
                    <a:pt x="357098" y="55105"/>
                  </a:lnTo>
                  <a:lnTo>
                    <a:pt x="356590" y="55067"/>
                  </a:lnTo>
                  <a:lnTo>
                    <a:pt x="342836" y="0"/>
                  </a:lnTo>
                  <a:lnTo>
                    <a:pt x="265645" y="0"/>
                  </a:lnTo>
                  <a:lnTo>
                    <a:pt x="251612" y="56121"/>
                  </a:lnTo>
                  <a:lnTo>
                    <a:pt x="216877" y="65366"/>
                  </a:lnTo>
                  <a:lnTo>
                    <a:pt x="174904" y="26047"/>
                  </a:lnTo>
                  <a:lnTo>
                    <a:pt x="110109" y="67805"/>
                  </a:lnTo>
                  <a:lnTo>
                    <a:pt x="127508" y="118922"/>
                  </a:lnTo>
                  <a:lnTo>
                    <a:pt x="105079" y="140690"/>
                  </a:lnTo>
                  <a:lnTo>
                    <a:pt x="98425" y="149821"/>
                  </a:lnTo>
                  <a:lnTo>
                    <a:pt x="46050" y="140220"/>
                  </a:lnTo>
                  <a:lnTo>
                    <a:pt x="14376" y="210502"/>
                  </a:lnTo>
                  <a:lnTo>
                    <a:pt x="52692" y="240944"/>
                  </a:lnTo>
                  <a:lnTo>
                    <a:pt x="47612" y="258927"/>
                  </a:lnTo>
                  <a:lnTo>
                    <a:pt x="45148" y="285508"/>
                  </a:lnTo>
                  <a:lnTo>
                    <a:pt x="0" y="304025"/>
                  </a:lnTo>
                  <a:lnTo>
                    <a:pt x="11214" y="380403"/>
                  </a:lnTo>
                  <a:lnTo>
                    <a:pt x="57404" y="385076"/>
                  </a:lnTo>
                  <a:lnTo>
                    <a:pt x="59791" y="393471"/>
                  </a:lnTo>
                  <a:lnTo>
                    <a:pt x="78689" y="432104"/>
                  </a:lnTo>
                  <a:lnTo>
                    <a:pt x="51066" y="471538"/>
                  </a:lnTo>
                  <a:lnTo>
                    <a:pt x="101917" y="529526"/>
                  </a:lnTo>
                  <a:lnTo>
                    <a:pt x="147218" y="506539"/>
                  </a:lnTo>
                  <a:lnTo>
                    <a:pt x="173304" y="524421"/>
                  </a:lnTo>
                  <a:lnTo>
                    <a:pt x="183146" y="528967"/>
                  </a:lnTo>
                  <a:lnTo>
                    <a:pt x="181241" y="581418"/>
                  </a:lnTo>
                  <a:lnTo>
                    <a:pt x="255308" y="602691"/>
                  </a:lnTo>
                  <a:lnTo>
                    <a:pt x="281800" y="557098"/>
                  </a:lnTo>
                  <a:lnTo>
                    <a:pt x="305689" y="559168"/>
                  </a:lnTo>
                  <a:lnTo>
                    <a:pt x="327063" y="557326"/>
                  </a:lnTo>
                  <a:lnTo>
                    <a:pt x="353745" y="602881"/>
                  </a:lnTo>
                  <a:lnTo>
                    <a:pt x="427837" y="581215"/>
                  </a:lnTo>
                  <a:lnTo>
                    <a:pt x="425792" y="530085"/>
                  </a:lnTo>
                  <a:lnTo>
                    <a:pt x="438073" y="524421"/>
                  </a:lnTo>
                  <a:lnTo>
                    <a:pt x="466915" y="504647"/>
                  </a:lnTo>
                  <a:lnTo>
                    <a:pt x="510971" y="526719"/>
                  </a:lnTo>
                  <a:lnTo>
                    <a:pt x="561441" y="468337"/>
                  </a:lnTo>
                  <a:lnTo>
                    <a:pt x="533946" y="429514"/>
                  </a:lnTo>
                  <a:lnTo>
                    <a:pt x="551586" y="393471"/>
                  </a:lnTo>
                  <a:lnTo>
                    <a:pt x="553961" y="385076"/>
                  </a:lnTo>
                  <a:lnTo>
                    <a:pt x="600163" y="380403"/>
                  </a:lnTo>
                  <a:lnTo>
                    <a:pt x="611378" y="3040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404391" y="1978134"/>
              <a:ext cx="306070" cy="297180"/>
            </a:xfrm>
            <a:custGeom>
              <a:avLst/>
              <a:gdLst/>
              <a:ahLst/>
              <a:cxnLst/>
              <a:rect l="l" t="t" r="r" b="b"/>
              <a:pathLst>
                <a:path w="306070" h="297180">
                  <a:moveTo>
                    <a:pt x="152804" y="296561"/>
                  </a:moveTo>
                  <a:lnTo>
                    <a:pt x="104506" y="289001"/>
                  </a:lnTo>
                  <a:lnTo>
                    <a:pt x="62560" y="267951"/>
                  </a:lnTo>
                  <a:lnTo>
                    <a:pt x="29482" y="235853"/>
                  </a:lnTo>
                  <a:lnTo>
                    <a:pt x="7790" y="195148"/>
                  </a:lnTo>
                  <a:lnTo>
                    <a:pt x="0" y="148280"/>
                  </a:lnTo>
                  <a:lnTo>
                    <a:pt x="7790" y="101412"/>
                  </a:lnTo>
                  <a:lnTo>
                    <a:pt x="29482" y="60708"/>
                  </a:lnTo>
                  <a:lnTo>
                    <a:pt x="62560" y="28609"/>
                  </a:lnTo>
                  <a:lnTo>
                    <a:pt x="104506" y="7559"/>
                  </a:lnTo>
                  <a:lnTo>
                    <a:pt x="152804" y="0"/>
                  </a:lnTo>
                  <a:lnTo>
                    <a:pt x="182755" y="2875"/>
                  </a:lnTo>
                  <a:lnTo>
                    <a:pt x="237581" y="24912"/>
                  </a:lnTo>
                  <a:lnTo>
                    <a:pt x="279937" y="66014"/>
                  </a:lnTo>
                  <a:lnTo>
                    <a:pt x="302647" y="119217"/>
                  </a:lnTo>
                  <a:lnTo>
                    <a:pt x="305610" y="148280"/>
                  </a:lnTo>
                  <a:lnTo>
                    <a:pt x="297820" y="195148"/>
                  </a:lnTo>
                  <a:lnTo>
                    <a:pt x="276127" y="235853"/>
                  </a:lnTo>
                  <a:lnTo>
                    <a:pt x="243049" y="267951"/>
                  </a:lnTo>
                  <a:lnTo>
                    <a:pt x="201103" y="289001"/>
                  </a:lnTo>
                  <a:lnTo>
                    <a:pt x="152804" y="296561"/>
                  </a:lnTo>
                  <a:close/>
                </a:path>
              </a:pathLst>
            </a:custGeom>
            <a:solidFill>
              <a:srgbClr val="D8443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 descr=""/>
          <p:cNvGrpSpPr/>
          <p:nvPr/>
        </p:nvGrpSpPr>
        <p:grpSpPr>
          <a:xfrm>
            <a:off x="4871989" y="1301901"/>
            <a:ext cx="1323340" cy="1237615"/>
            <a:chOff x="4871989" y="1301901"/>
            <a:chExt cx="1323340" cy="1237615"/>
          </a:xfrm>
        </p:grpSpPr>
        <p:sp>
          <p:nvSpPr>
            <p:cNvPr id="14" name="object 14" descr=""/>
            <p:cNvSpPr/>
            <p:nvPr/>
          </p:nvSpPr>
          <p:spPr>
            <a:xfrm>
              <a:off x="4871986" y="1301902"/>
              <a:ext cx="1323340" cy="1237615"/>
            </a:xfrm>
            <a:custGeom>
              <a:avLst/>
              <a:gdLst/>
              <a:ahLst/>
              <a:cxnLst/>
              <a:rect l="l" t="t" r="r" b="b"/>
              <a:pathLst>
                <a:path w="1323339" h="1237614">
                  <a:moveTo>
                    <a:pt x="1322984" y="277863"/>
                  </a:moveTo>
                  <a:lnTo>
                    <a:pt x="1317586" y="223393"/>
                  </a:lnTo>
                  <a:lnTo>
                    <a:pt x="1301813" y="171526"/>
                  </a:lnTo>
                  <a:lnTo>
                    <a:pt x="1276261" y="123710"/>
                  </a:lnTo>
                  <a:lnTo>
                    <a:pt x="1241539" y="81381"/>
                  </a:lnTo>
                  <a:lnTo>
                    <a:pt x="1199184" y="46685"/>
                  </a:lnTo>
                  <a:lnTo>
                    <a:pt x="1151318" y="21158"/>
                  </a:lnTo>
                  <a:lnTo>
                    <a:pt x="1099400" y="5397"/>
                  </a:lnTo>
                  <a:lnTo>
                    <a:pt x="1044905" y="0"/>
                  </a:lnTo>
                  <a:lnTo>
                    <a:pt x="999794" y="3644"/>
                  </a:lnTo>
                  <a:lnTo>
                    <a:pt x="957008" y="14173"/>
                  </a:lnTo>
                  <a:lnTo>
                    <a:pt x="917105" y="31013"/>
                  </a:lnTo>
                  <a:lnTo>
                    <a:pt x="880668" y="53619"/>
                  </a:lnTo>
                  <a:lnTo>
                    <a:pt x="848271" y="81381"/>
                  </a:lnTo>
                  <a:lnTo>
                    <a:pt x="844257" y="86055"/>
                  </a:lnTo>
                  <a:lnTo>
                    <a:pt x="831862" y="80340"/>
                  </a:lnTo>
                  <a:lnTo>
                    <a:pt x="787819" y="64084"/>
                  </a:lnTo>
                  <a:lnTo>
                    <a:pt x="742556" y="51282"/>
                  </a:lnTo>
                  <a:lnTo>
                    <a:pt x="696315" y="42049"/>
                  </a:lnTo>
                  <a:lnTo>
                    <a:pt x="648614" y="36360"/>
                  </a:lnTo>
                  <a:lnTo>
                    <a:pt x="647306" y="36360"/>
                  </a:lnTo>
                  <a:lnTo>
                    <a:pt x="601624" y="34556"/>
                  </a:lnTo>
                  <a:lnTo>
                    <a:pt x="554609" y="36360"/>
                  </a:lnTo>
                  <a:lnTo>
                    <a:pt x="508584" y="41706"/>
                  </a:lnTo>
                  <a:lnTo>
                    <a:pt x="463677" y="50444"/>
                  </a:lnTo>
                  <a:lnTo>
                    <a:pt x="420027" y="62433"/>
                  </a:lnTo>
                  <a:lnTo>
                    <a:pt x="377774" y="77571"/>
                  </a:lnTo>
                  <a:lnTo>
                    <a:pt x="337045" y="95694"/>
                  </a:lnTo>
                  <a:lnTo>
                    <a:pt x="297967" y="116674"/>
                  </a:lnTo>
                  <a:lnTo>
                    <a:pt x="260692" y="140385"/>
                  </a:lnTo>
                  <a:lnTo>
                    <a:pt x="225336" y="166687"/>
                  </a:lnTo>
                  <a:lnTo>
                    <a:pt x="192049" y="195453"/>
                  </a:lnTo>
                  <a:lnTo>
                    <a:pt x="160947" y="226555"/>
                  </a:lnTo>
                  <a:lnTo>
                    <a:pt x="132168" y="259842"/>
                  </a:lnTo>
                  <a:lnTo>
                    <a:pt x="105854" y="295186"/>
                  </a:lnTo>
                  <a:lnTo>
                    <a:pt x="82130" y="332447"/>
                  </a:lnTo>
                  <a:lnTo>
                    <a:pt x="61150" y="371513"/>
                  </a:lnTo>
                  <a:lnTo>
                    <a:pt x="43014" y="412229"/>
                  </a:lnTo>
                  <a:lnTo>
                    <a:pt x="27889" y="454482"/>
                  </a:lnTo>
                  <a:lnTo>
                    <a:pt x="15887" y="498119"/>
                  </a:lnTo>
                  <a:lnTo>
                    <a:pt x="7150" y="543001"/>
                  </a:lnTo>
                  <a:lnTo>
                    <a:pt x="1803" y="589026"/>
                  </a:lnTo>
                  <a:lnTo>
                    <a:pt x="0" y="636028"/>
                  </a:lnTo>
                  <a:lnTo>
                    <a:pt x="1803" y="683031"/>
                  </a:lnTo>
                  <a:lnTo>
                    <a:pt x="7150" y="729043"/>
                  </a:lnTo>
                  <a:lnTo>
                    <a:pt x="15887" y="773938"/>
                  </a:lnTo>
                  <a:lnTo>
                    <a:pt x="27889" y="817575"/>
                  </a:lnTo>
                  <a:lnTo>
                    <a:pt x="43014" y="859815"/>
                  </a:lnTo>
                  <a:lnTo>
                    <a:pt x="61150" y="900544"/>
                  </a:lnTo>
                  <a:lnTo>
                    <a:pt x="82130" y="939596"/>
                  </a:lnTo>
                  <a:lnTo>
                    <a:pt x="105854" y="976871"/>
                  </a:lnTo>
                  <a:lnTo>
                    <a:pt x="132168" y="1012215"/>
                  </a:lnTo>
                  <a:lnTo>
                    <a:pt x="160947" y="1045502"/>
                  </a:lnTo>
                  <a:lnTo>
                    <a:pt x="192049" y="1076591"/>
                  </a:lnTo>
                  <a:lnTo>
                    <a:pt x="225336" y="1105357"/>
                  </a:lnTo>
                  <a:lnTo>
                    <a:pt x="260692" y="1131671"/>
                  </a:lnTo>
                  <a:lnTo>
                    <a:pt x="297967" y="1155382"/>
                  </a:lnTo>
                  <a:lnTo>
                    <a:pt x="337045" y="1176362"/>
                  </a:lnTo>
                  <a:lnTo>
                    <a:pt x="377774" y="1194485"/>
                  </a:lnTo>
                  <a:lnTo>
                    <a:pt x="420027" y="1209611"/>
                  </a:lnTo>
                  <a:lnTo>
                    <a:pt x="463677" y="1221613"/>
                  </a:lnTo>
                  <a:lnTo>
                    <a:pt x="508584" y="1230350"/>
                  </a:lnTo>
                  <a:lnTo>
                    <a:pt x="554609" y="1235684"/>
                  </a:lnTo>
                  <a:lnTo>
                    <a:pt x="601624" y="1237500"/>
                  </a:lnTo>
                  <a:lnTo>
                    <a:pt x="648652" y="1235684"/>
                  </a:lnTo>
                  <a:lnTo>
                    <a:pt x="694677" y="1230350"/>
                  </a:lnTo>
                  <a:lnTo>
                    <a:pt x="739571" y="1221613"/>
                  </a:lnTo>
                  <a:lnTo>
                    <a:pt x="783221" y="1209611"/>
                  </a:lnTo>
                  <a:lnTo>
                    <a:pt x="825474" y="1194485"/>
                  </a:lnTo>
                  <a:lnTo>
                    <a:pt x="866216" y="1176362"/>
                  </a:lnTo>
                  <a:lnTo>
                    <a:pt x="905281" y="1155382"/>
                  </a:lnTo>
                  <a:lnTo>
                    <a:pt x="942568" y="1131671"/>
                  </a:lnTo>
                  <a:lnTo>
                    <a:pt x="977925" y="1105357"/>
                  </a:lnTo>
                  <a:lnTo>
                    <a:pt x="1011212" y="1076591"/>
                  </a:lnTo>
                  <a:lnTo>
                    <a:pt x="1042314" y="1045502"/>
                  </a:lnTo>
                  <a:lnTo>
                    <a:pt x="1071092" y="1012215"/>
                  </a:lnTo>
                  <a:lnTo>
                    <a:pt x="1097407" y="976871"/>
                  </a:lnTo>
                  <a:lnTo>
                    <a:pt x="1121117" y="939596"/>
                  </a:lnTo>
                  <a:lnTo>
                    <a:pt x="1142111" y="900544"/>
                  </a:lnTo>
                  <a:lnTo>
                    <a:pt x="1160233" y="859815"/>
                  </a:lnTo>
                  <a:lnTo>
                    <a:pt x="1175372" y="817575"/>
                  </a:lnTo>
                  <a:lnTo>
                    <a:pt x="1187373" y="773938"/>
                  </a:lnTo>
                  <a:lnTo>
                    <a:pt x="1196111" y="729043"/>
                  </a:lnTo>
                  <a:lnTo>
                    <a:pt x="1201445" y="683031"/>
                  </a:lnTo>
                  <a:lnTo>
                    <a:pt x="1203261" y="636028"/>
                  </a:lnTo>
                  <a:lnTo>
                    <a:pt x="1201369" y="588403"/>
                  </a:lnTo>
                  <a:lnTo>
                    <a:pt x="1195768" y="541362"/>
                  </a:lnTo>
                  <a:lnTo>
                    <a:pt x="1190244" y="513803"/>
                  </a:lnTo>
                  <a:lnTo>
                    <a:pt x="1209128" y="502094"/>
                  </a:lnTo>
                  <a:lnTo>
                    <a:pt x="1241539" y="474332"/>
                  </a:lnTo>
                  <a:lnTo>
                    <a:pt x="1269326" y="441947"/>
                  </a:lnTo>
                  <a:lnTo>
                    <a:pt x="1291945" y="405549"/>
                  </a:lnTo>
                  <a:lnTo>
                    <a:pt x="1308811" y="365683"/>
                  </a:lnTo>
                  <a:lnTo>
                    <a:pt x="1319339" y="322922"/>
                  </a:lnTo>
                  <a:lnTo>
                    <a:pt x="1322984" y="277863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721855" y="1384927"/>
              <a:ext cx="390525" cy="389890"/>
            </a:xfrm>
            <a:custGeom>
              <a:avLst/>
              <a:gdLst/>
              <a:ahLst/>
              <a:cxnLst/>
              <a:rect l="l" t="t" r="r" b="b"/>
              <a:pathLst>
                <a:path w="390525" h="389889">
                  <a:moveTo>
                    <a:pt x="195027" y="389642"/>
                  </a:moveTo>
                  <a:lnTo>
                    <a:pt x="150309" y="384497"/>
                  </a:lnTo>
                  <a:lnTo>
                    <a:pt x="109259" y="369840"/>
                  </a:lnTo>
                  <a:lnTo>
                    <a:pt x="73047" y="346842"/>
                  </a:lnTo>
                  <a:lnTo>
                    <a:pt x="42845" y="316671"/>
                  </a:lnTo>
                  <a:lnTo>
                    <a:pt x="19822" y="280498"/>
                  </a:lnTo>
                  <a:lnTo>
                    <a:pt x="5150" y="239491"/>
                  </a:lnTo>
                  <a:lnTo>
                    <a:pt x="0" y="194821"/>
                  </a:lnTo>
                  <a:lnTo>
                    <a:pt x="5150" y="150150"/>
                  </a:lnTo>
                  <a:lnTo>
                    <a:pt x="19822" y="109143"/>
                  </a:lnTo>
                  <a:lnTo>
                    <a:pt x="42845" y="72970"/>
                  </a:lnTo>
                  <a:lnTo>
                    <a:pt x="73047" y="42800"/>
                  </a:lnTo>
                  <a:lnTo>
                    <a:pt x="109259" y="19801"/>
                  </a:lnTo>
                  <a:lnTo>
                    <a:pt x="150309" y="5145"/>
                  </a:lnTo>
                  <a:lnTo>
                    <a:pt x="195027" y="0"/>
                  </a:lnTo>
                  <a:lnTo>
                    <a:pt x="233253" y="3778"/>
                  </a:lnTo>
                  <a:lnTo>
                    <a:pt x="303229" y="32732"/>
                  </a:lnTo>
                  <a:lnTo>
                    <a:pt x="332933" y="57061"/>
                  </a:lnTo>
                  <a:lnTo>
                    <a:pt x="357288" y="86734"/>
                  </a:lnTo>
                  <a:lnTo>
                    <a:pt x="386273" y="156636"/>
                  </a:lnTo>
                  <a:lnTo>
                    <a:pt x="390055" y="194821"/>
                  </a:lnTo>
                  <a:lnTo>
                    <a:pt x="384904" y="239491"/>
                  </a:lnTo>
                  <a:lnTo>
                    <a:pt x="370232" y="280498"/>
                  </a:lnTo>
                  <a:lnTo>
                    <a:pt x="347210" y="316671"/>
                  </a:lnTo>
                  <a:lnTo>
                    <a:pt x="317007" y="346842"/>
                  </a:lnTo>
                  <a:lnTo>
                    <a:pt x="280796" y="369840"/>
                  </a:lnTo>
                  <a:lnTo>
                    <a:pt x="239745" y="384497"/>
                  </a:lnTo>
                  <a:lnTo>
                    <a:pt x="195027" y="3896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868886" y="1492851"/>
              <a:ext cx="150495" cy="173990"/>
            </a:xfrm>
            <a:custGeom>
              <a:avLst/>
              <a:gdLst/>
              <a:ahLst/>
              <a:cxnLst/>
              <a:rect l="l" t="t" r="r" b="b"/>
              <a:pathLst>
                <a:path w="150495" h="173989">
                  <a:moveTo>
                    <a:pt x="0" y="173792"/>
                  </a:moveTo>
                  <a:lnTo>
                    <a:pt x="0" y="0"/>
                  </a:lnTo>
                  <a:lnTo>
                    <a:pt x="150330" y="86896"/>
                  </a:lnTo>
                  <a:lnTo>
                    <a:pt x="0" y="173792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14364" y="1612277"/>
              <a:ext cx="302939" cy="303626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5035827" y="1639384"/>
              <a:ext cx="260350" cy="252729"/>
            </a:xfrm>
            <a:custGeom>
              <a:avLst/>
              <a:gdLst/>
              <a:ahLst/>
              <a:cxnLst/>
              <a:rect l="l" t="t" r="r" b="b"/>
              <a:pathLst>
                <a:path w="260350" h="252730">
                  <a:moveTo>
                    <a:pt x="115639" y="252163"/>
                  </a:moveTo>
                  <a:lnTo>
                    <a:pt x="66175" y="236508"/>
                  </a:lnTo>
                  <a:lnTo>
                    <a:pt x="27933" y="204795"/>
                  </a:lnTo>
                  <a:lnTo>
                    <a:pt x="4634" y="161554"/>
                  </a:lnTo>
                  <a:lnTo>
                    <a:pt x="0" y="111317"/>
                  </a:lnTo>
                  <a:lnTo>
                    <a:pt x="15792" y="63401"/>
                  </a:lnTo>
                  <a:lnTo>
                    <a:pt x="48202" y="26488"/>
                  </a:lnTo>
                  <a:lnTo>
                    <a:pt x="92587" y="4161"/>
                  </a:lnTo>
                  <a:lnTo>
                    <a:pt x="144304" y="0"/>
                  </a:lnTo>
                  <a:lnTo>
                    <a:pt x="169501" y="5338"/>
                  </a:lnTo>
                  <a:lnTo>
                    <a:pt x="214005" y="29374"/>
                  </a:lnTo>
                  <a:lnTo>
                    <a:pt x="246059" y="68414"/>
                  </a:lnTo>
                  <a:lnTo>
                    <a:pt x="260233" y="115846"/>
                  </a:lnTo>
                  <a:lnTo>
                    <a:pt x="259944" y="140845"/>
                  </a:lnTo>
                  <a:lnTo>
                    <a:pt x="244151" y="188761"/>
                  </a:lnTo>
                  <a:lnTo>
                    <a:pt x="211742" y="225674"/>
                  </a:lnTo>
                  <a:lnTo>
                    <a:pt x="167357" y="248001"/>
                  </a:lnTo>
                  <a:lnTo>
                    <a:pt x="115639" y="2521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93366" y="1691704"/>
              <a:ext cx="151598" cy="146916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5346776" y="1639925"/>
              <a:ext cx="171450" cy="172085"/>
            </a:xfrm>
            <a:custGeom>
              <a:avLst/>
              <a:gdLst/>
              <a:ahLst/>
              <a:cxnLst/>
              <a:rect l="l" t="t" r="r" b="b"/>
              <a:pathLst>
                <a:path w="171450" h="172085">
                  <a:moveTo>
                    <a:pt x="171310" y="96177"/>
                  </a:moveTo>
                  <a:lnTo>
                    <a:pt x="159194" y="89522"/>
                  </a:lnTo>
                  <a:lnTo>
                    <a:pt x="159296" y="80835"/>
                  </a:lnTo>
                  <a:lnTo>
                    <a:pt x="158419" y="76301"/>
                  </a:lnTo>
                  <a:lnTo>
                    <a:pt x="169430" y="69430"/>
                  </a:lnTo>
                  <a:lnTo>
                    <a:pt x="162801" y="48729"/>
                  </a:lnTo>
                  <a:lnTo>
                    <a:pt x="148412" y="49720"/>
                  </a:lnTo>
                  <a:lnTo>
                    <a:pt x="143344" y="42113"/>
                  </a:lnTo>
                  <a:lnTo>
                    <a:pt x="141681" y="40462"/>
                  </a:lnTo>
                  <a:lnTo>
                    <a:pt x="147993" y="27127"/>
                  </a:lnTo>
                  <a:lnTo>
                    <a:pt x="131165" y="13360"/>
                  </a:lnTo>
                  <a:lnTo>
                    <a:pt x="118491" y="22796"/>
                  </a:lnTo>
                  <a:lnTo>
                    <a:pt x="108000" y="18351"/>
                  </a:lnTo>
                  <a:lnTo>
                    <a:pt x="107861" y="18326"/>
                  </a:lnTo>
                  <a:lnTo>
                    <a:pt x="105765" y="2451"/>
                  </a:lnTo>
                  <a:lnTo>
                    <a:pt x="84137" y="0"/>
                  </a:lnTo>
                  <a:lnTo>
                    <a:pt x="77914" y="16598"/>
                  </a:lnTo>
                  <a:lnTo>
                    <a:pt x="68872" y="17322"/>
                  </a:lnTo>
                  <a:lnTo>
                    <a:pt x="57886" y="4394"/>
                  </a:lnTo>
                  <a:lnTo>
                    <a:pt x="38392" y="14033"/>
                  </a:lnTo>
                  <a:lnTo>
                    <a:pt x="41681" y="29146"/>
                  </a:lnTo>
                  <a:lnTo>
                    <a:pt x="39408" y="30289"/>
                  </a:lnTo>
                  <a:lnTo>
                    <a:pt x="33553" y="36944"/>
                  </a:lnTo>
                  <a:lnTo>
                    <a:pt x="18135" y="32270"/>
                  </a:lnTo>
                  <a:lnTo>
                    <a:pt x="7010" y="50939"/>
                  </a:lnTo>
                  <a:lnTo>
                    <a:pt x="17640" y="61556"/>
                  </a:lnTo>
                  <a:lnTo>
                    <a:pt x="13957" y="72732"/>
                  </a:lnTo>
                  <a:lnTo>
                    <a:pt x="0" y="76682"/>
                  </a:lnTo>
                  <a:lnTo>
                    <a:pt x="711" y="98425"/>
                  </a:lnTo>
                  <a:lnTo>
                    <a:pt x="14262" y="101384"/>
                  </a:lnTo>
                  <a:lnTo>
                    <a:pt x="14757" y="106654"/>
                  </a:lnTo>
                  <a:lnTo>
                    <a:pt x="18783" y="114147"/>
                  </a:lnTo>
                  <a:lnTo>
                    <a:pt x="8966" y="125234"/>
                  </a:lnTo>
                  <a:lnTo>
                    <a:pt x="21361" y="143090"/>
                  </a:lnTo>
                  <a:lnTo>
                    <a:pt x="35864" y="137706"/>
                  </a:lnTo>
                  <a:lnTo>
                    <a:pt x="44272" y="144665"/>
                  </a:lnTo>
                  <a:lnTo>
                    <a:pt x="41935" y="160159"/>
                  </a:lnTo>
                  <a:lnTo>
                    <a:pt x="62014" y="168478"/>
                  </a:lnTo>
                  <a:lnTo>
                    <a:pt x="71335" y="155943"/>
                  </a:lnTo>
                  <a:lnTo>
                    <a:pt x="77520" y="157899"/>
                  </a:lnTo>
                  <a:lnTo>
                    <a:pt x="83286" y="157441"/>
                  </a:lnTo>
                  <a:lnTo>
                    <a:pt x="89585" y="171665"/>
                  </a:lnTo>
                  <a:lnTo>
                    <a:pt x="111036" y="167970"/>
                  </a:lnTo>
                  <a:lnTo>
                    <a:pt x="112153" y="152844"/>
                  </a:lnTo>
                  <a:lnTo>
                    <a:pt x="123482" y="147154"/>
                  </a:lnTo>
                  <a:lnTo>
                    <a:pt x="136067" y="155346"/>
                  </a:lnTo>
                  <a:lnTo>
                    <a:pt x="152069" y="140614"/>
                  </a:lnTo>
                  <a:lnTo>
                    <a:pt x="145072" y="127901"/>
                  </a:lnTo>
                  <a:lnTo>
                    <a:pt x="150202" y="122059"/>
                  </a:lnTo>
                  <a:lnTo>
                    <a:pt x="151853" y="117043"/>
                  </a:lnTo>
                  <a:lnTo>
                    <a:pt x="165735" y="117208"/>
                  </a:lnTo>
                  <a:lnTo>
                    <a:pt x="171310" y="961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5391065" y="1684823"/>
              <a:ext cx="85725" cy="83185"/>
            </a:xfrm>
            <a:custGeom>
              <a:avLst/>
              <a:gdLst/>
              <a:ahLst/>
              <a:cxnLst/>
              <a:rect l="l" t="t" r="r" b="b"/>
              <a:pathLst>
                <a:path w="85725" h="83185">
                  <a:moveTo>
                    <a:pt x="38084" y="83066"/>
                  </a:moveTo>
                  <a:lnTo>
                    <a:pt x="21790" y="77906"/>
                  </a:lnTo>
                  <a:lnTo>
                    <a:pt x="9194" y="67456"/>
                  </a:lnTo>
                  <a:lnTo>
                    <a:pt x="1522" y="53209"/>
                  </a:lnTo>
                  <a:lnTo>
                    <a:pt x="0" y="36660"/>
                  </a:lnTo>
                  <a:lnTo>
                    <a:pt x="5206" y="20876"/>
                  </a:lnTo>
                  <a:lnTo>
                    <a:pt x="15885" y="8718"/>
                  </a:lnTo>
                  <a:lnTo>
                    <a:pt x="30509" y="1367"/>
                  </a:lnTo>
                  <a:lnTo>
                    <a:pt x="47547" y="0"/>
                  </a:lnTo>
                  <a:lnTo>
                    <a:pt x="55847" y="1760"/>
                  </a:lnTo>
                  <a:lnTo>
                    <a:pt x="84183" y="30141"/>
                  </a:lnTo>
                  <a:lnTo>
                    <a:pt x="85729" y="38171"/>
                  </a:lnTo>
                  <a:lnTo>
                    <a:pt x="85631" y="46406"/>
                  </a:lnTo>
                  <a:lnTo>
                    <a:pt x="80425" y="62190"/>
                  </a:lnTo>
                  <a:lnTo>
                    <a:pt x="69745" y="74347"/>
                  </a:lnTo>
                  <a:lnTo>
                    <a:pt x="55122" y="81699"/>
                  </a:lnTo>
                  <a:lnTo>
                    <a:pt x="38084" y="83066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5240845" y="1821738"/>
              <a:ext cx="611505" cy="603250"/>
            </a:xfrm>
            <a:custGeom>
              <a:avLst/>
              <a:gdLst/>
              <a:ahLst/>
              <a:cxnLst/>
              <a:rect l="l" t="t" r="r" b="b"/>
              <a:pathLst>
                <a:path w="611504" h="603250">
                  <a:moveTo>
                    <a:pt x="611378" y="304025"/>
                  </a:moveTo>
                  <a:lnTo>
                    <a:pt x="566026" y="285432"/>
                  </a:lnTo>
                  <a:lnTo>
                    <a:pt x="562914" y="254787"/>
                  </a:lnTo>
                  <a:lnTo>
                    <a:pt x="557999" y="239128"/>
                  </a:lnTo>
                  <a:lnTo>
                    <a:pt x="594042" y="210502"/>
                  </a:lnTo>
                  <a:lnTo>
                    <a:pt x="562368" y="140220"/>
                  </a:lnTo>
                  <a:lnTo>
                    <a:pt x="512064" y="149440"/>
                  </a:lnTo>
                  <a:lnTo>
                    <a:pt x="491172" y="124701"/>
                  </a:lnTo>
                  <a:lnTo>
                    <a:pt x="484644" y="119519"/>
                  </a:lnTo>
                  <a:lnTo>
                    <a:pt x="501510" y="70015"/>
                  </a:lnTo>
                  <a:lnTo>
                    <a:pt x="436714" y="28244"/>
                  </a:lnTo>
                  <a:lnTo>
                    <a:pt x="395846" y="66522"/>
                  </a:lnTo>
                  <a:lnTo>
                    <a:pt x="357111" y="55105"/>
                  </a:lnTo>
                  <a:lnTo>
                    <a:pt x="356603" y="55067"/>
                  </a:lnTo>
                  <a:lnTo>
                    <a:pt x="342849" y="0"/>
                  </a:lnTo>
                  <a:lnTo>
                    <a:pt x="265658" y="0"/>
                  </a:lnTo>
                  <a:lnTo>
                    <a:pt x="251625" y="56121"/>
                  </a:lnTo>
                  <a:lnTo>
                    <a:pt x="216890" y="65366"/>
                  </a:lnTo>
                  <a:lnTo>
                    <a:pt x="174917" y="26047"/>
                  </a:lnTo>
                  <a:lnTo>
                    <a:pt x="110109" y="67805"/>
                  </a:lnTo>
                  <a:lnTo>
                    <a:pt x="127508" y="118922"/>
                  </a:lnTo>
                  <a:lnTo>
                    <a:pt x="105079" y="140690"/>
                  </a:lnTo>
                  <a:lnTo>
                    <a:pt x="98425" y="149821"/>
                  </a:lnTo>
                  <a:lnTo>
                    <a:pt x="46050" y="140220"/>
                  </a:lnTo>
                  <a:lnTo>
                    <a:pt x="14376" y="210502"/>
                  </a:lnTo>
                  <a:lnTo>
                    <a:pt x="52692" y="240944"/>
                  </a:lnTo>
                  <a:lnTo>
                    <a:pt x="47612" y="258927"/>
                  </a:lnTo>
                  <a:lnTo>
                    <a:pt x="45161" y="285508"/>
                  </a:lnTo>
                  <a:lnTo>
                    <a:pt x="0" y="304025"/>
                  </a:lnTo>
                  <a:lnTo>
                    <a:pt x="11214" y="380403"/>
                  </a:lnTo>
                  <a:lnTo>
                    <a:pt x="57416" y="385076"/>
                  </a:lnTo>
                  <a:lnTo>
                    <a:pt x="59804" y="393471"/>
                  </a:lnTo>
                  <a:lnTo>
                    <a:pt x="78701" y="432117"/>
                  </a:lnTo>
                  <a:lnTo>
                    <a:pt x="51079" y="471538"/>
                  </a:lnTo>
                  <a:lnTo>
                    <a:pt x="101930" y="529526"/>
                  </a:lnTo>
                  <a:lnTo>
                    <a:pt x="147218" y="506552"/>
                  </a:lnTo>
                  <a:lnTo>
                    <a:pt x="173304" y="524421"/>
                  </a:lnTo>
                  <a:lnTo>
                    <a:pt x="183146" y="528967"/>
                  </a:lnTo>
                  <a:lnTo>
                    <a:pt x="181241" y="581418"/>
                  </a:lnTo>
                  <a:lnTo>
                    <a:pt x="255320" y="602691"/>
                  </a:lnTo>
                  <a:lnTo>
                    <a:pt x="281800" y="557098"/>
                  </a:lnTo>
                  <a:lnTo>
                    <a:pt x="305689" y="559168"/>
                  </a:lnTo>
                  <a:lnTo>
                    <a:pt x="327063" y="557326"/>
                  </a:lnTo>
                  <a:lnTo>
                    <a:pt x="353745" y="602881"/>
                  </a:lnTo>
                  <a:lnTo>
                    <a:pt x="427837" y="581215"/>
                  </a:lnTo>
                  <a:lnTo>
                    <a:pt x="425792" y="530085"/>
                  </a:lnTo>
                  <a:lnTo>
                    <a:pt x="438086" y="524421"/>
                  </a:lnTo>
                  <a:lnTo>
                    <a:pt x="466928" y="504647"/>
                  </a:lnTo>
                  <a:lnTo>
                    <a:pt x="510971" y="526719"/>
                  </a:lnTo>
                  <a:lnTo>
                    <a:pt x="561441" y="468337"/>
                  </a:lnTo>
                  <a:lnTo>
                    <a:pt x="533946" y="429514"/>
                  </a:lnTo>
                  <a:lnTo>
                    <a:pt x="551586" y="393471"/>
                  </a:lnTo>
                  <a:lnTo>
                    <a:pt x="553961" y="385076"/>
                  </a:lnTo>
                  <a:lnTo>
                    <a:pt x="600163" y="380403"/>
                  </a:lnTo>
                  <a:lnTo>
                    <a:pt x="611378" y="3040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388238" y="1978134"/>
              <a:ext cx="306070" cy="297180"/>
            </a:xfrm>
            <a:custGeom>
              <a:avLst/>
              <a:gdLst/>
              <a:ahLst/>
              <a:cxnLst/>
              <a:rect l="l" t="t" r="r" b="b"/>
              <a:pathLst>
                <a:path w="306070" h="297180">
                  <a:moveTo>
                    <a:pt x="152804" y="296561"/>
                  </a:moveTo>
                  <a:lnTo>
                    <a:pt x="104506" y="289001"/>
                  </a:lnTo>
                  <a:lnTo>
                    <a:pt x="62560" y="267951"/>
                  </a:lnTo>
                  <a:lnTo>
                    <a:pt x="29482" y="235853"/>
                  </a:lnTo>
                  <a:lnTo>
                    <a:pt x="7790" y="195148"/>
                  </a:lnTo>
                  <a:lnTo>
                    <a:pt x="0" y="148280"/>
                  </a:lnTo>
                  <a:lnTo>
                    <a:pt x="7790" y="101412"/>
                  </a:lnTo>
                  <a:lnTo>
                    <a:pt x="29482" y="60708"/>
                  </a:lnTo>
                  <a:lnTo>
                    <a:pt x="62560" y="28609"/>
                  </a:lnTo>
                  <a:lnTo>
                    <a:pt x="104506" y="7559"/>
                  </a:lnTo>
                  <a:lnTo>
                    <a:pt x="152804" y="0"/>
                  </a:lnTo>
                  <a:lnTo>
                    <a:pt x="182755" y="2875"/>
                  </a:lnTo>
                  <a:lnTo>
                    <a:pt x="237581" y="24912"/>
                  </a:lnTo>
                  <a:lnTo>
                    <a:pt x="279937" y="66014"/>
                  </a:lnTo>
                  <a:lnTo>
                    <a:pt x="302647" y="119217"/>
                  </a:lnTo>
                  <a:lnTo>
                    <a:pt x="305610" y="148280"/>
                  </a:lnTo>
                  <a:lnTo>
                    <a:pt x="297820" y="195148"/>
                  </a:lnTo>
                  <a:lnTo>
                    <a:pt x="276127" y="235853"/>
                  </a:lnTo>
                  <a:lnTo>
                    <a:pt x="243049" y="267951"/>
                  </a:lnTo>
                  <a:lnTo>
                    <a:pt x="201103" y="289001"/>
                  </a:lnTo>
                  <a:lnTo>
                    <a:pt x="152804" y="296561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 descr=""/>
          <p:cNvGrpSpPr/>
          <p:nvPr/>
        </p:nvGrpSpPr>
        <p:grpSpPr>
          <a:xfrm>
            <a:off x="2888142" y="2783546"/>
            <a:ext cx="1323340" cy="1237615"/>
            <a:chOff x="2888142" y="2783546"/>
            <a:chExt cx="1323340" cy="1237615"/>
          </a:xfrm>
        </p:grpSpPr>
        <p:sp>
          <p:nvSpPr>
            <p:cNvPr id="25" name="object 25" descr=""/>
            <p:cNvSpPr/>
            <p:nvPr/>
          </p:nvSpPr>
          <p:spPr>
            <a:xfrm>
              <a:off x="2888132" y="2783547"/>
              <a:ext cx="1323340" cy="1237615"/>
            </a:xfrm>
            <a:custGeom>
              <a:avLst/>
              <a:gdLst/>
              <a:ahLst/>
              <a:cxnLst/>
              <a:rect l="l" t="t" r="r" b="b"/>
              <a:pathLst>
                <a:path w="1323339" h="1237614">
                  <a:moveTo>
                    <a:pt x="1322984" y="277863"/>
                  </a:moveTo>
                  <a:lnTo>
                    <a:pt x="1317599" y="223393"/>
                  </a:lnTo>
                  <a:lnTo>
                    <a:pt x="1301826" y="171526"/>
                  </a:lnTo>
                  <a:lnTo>
                    <a:pt x="1276273" y="123710"/>
                  </a:lnTo>
                  <a:lnTo>
                    <a:pt x="1241539" y="81381"/>
                  </a:lnTo>
                  <a:lnTo>
                    <a:pt x="1199184" y="46685"/>
                  </a:lnTo>
                  <a:lnTo>
                    <a:pt x="1151331" y="21158"/>
                  </a:lnTo>
                  <a:lnTo>
                    <a:pt x="1099413" y="5397"/>
                  </a:lnTo>
                  <a:lnTo>
                    <a:pt x="1044905" y="0"/>
                  </a:lnTo>
                  <a:lnTo>
                    <a:pt x="999807" y="3644"/>
                  </a:lnTo>
                  <a:lnTo>
                    <a:pt x="957008" y="14173"/>
                  </a:lnTo>
                  <a:lnTo>
                    <a:pt x="917117" y="31013"/>
                  </a:lnTo>
                  <a:lnTo>
                    <a:pt x="880681" y="53619"/>
                  </a:lnTo>
                  <a:lnTo>
                    <a:pt x="848271" y="81381"/>
                  </a:lnTo>
                  <a:lnTo>
                    <a:pt x="844257" y="86055"/>
                  </a:lnTo>
                  <a:lnTo>
                    <a:pt x="831875" y="80340"/>
                  </a:lnTo>
                  <a:lnTo>
                    <a:pt x="787819" y="64084"/>
                  </a:lnTo>
                  <a:lnTo>
                    <a:pt x="742569" y="51282"/>
                  </a:lnTo>
                  <a:lnTo>
                    <a:pt x="696315" y="42049"/>
                  </a:lnTo>
                  <a:lnTo>
                    <a:pt x="648627" y="36360"/>
                  </a:lnTo>
                  <a:lnTo>
                    <a:pt x="647319" y="36360"/>
                  </a:lnTo>
                  <a:lnTo>
                    <a:pt x="601637" y="34556"/>
                  </a:lnTo>
                  <a:lnTo>
                    <a:pt x="554621" y="36360"/>
                  </a:lnTo>
                  <a:lnTo>
                    <a:pt x="508596" y="41706"/>
                  </a:lnTo>
                  <a:lnTo>
                    <a:pt x="463689" y="50444"/>
                  </a:lnTo>
                  <a:lnTo>
                    <a:pt x="420039" y="62433"/>
                  </a:lnTo>
                  <a:lnTo>
                    <a:pt x="377786" y="77571"/>
                  </a:lnTo>
                  <a:lnTo>
                    <a:pt x="337058" y="95694"/>
                  </a:lnTo>
                  <a:lnTo>
                    <a:pt x="297980" y="116674"/>
                  </a:lnTo>
                  <a:lnTo>
                    <a:pt x="260705" y="140385"/>
                  </a:lnTo>
                  <a:lnTo>
                    <a:pt x="225348" y="166687"/>
                  </a:lnTo>
                  <a:lnTo>
                    <a:pt x="192049" y="195453"/>
                  </a:lnTo>
                  <a:lnTo>
                    <a:pt x="160947" y="226555"/>
                  </a:lnTo>
                  <a:lnTo>
                    <a:pt x="132181" y="259842"/>
                  </a:lnTo>
                  <a:lnTo>
                    <a:pt x="105867" y="295186"/>
                  </a:lnTo>
                  <a:lnTo>
                    <a:pt x="82143" y="332447"/>
                  </a:lnTo>
                  <a:lnTo>
                    <a:pt x="61150" y="371513"/>
                  </a:lnTo>
                  <a:lnTo>
                    <a:pt x="43027" y="412229"/>
                  </a:lnTo>
                  <a:lnTo>
                    <a:pt x="27889" y="454482"/>
                  </a:lnTo>
                  <a:lnTo>
                    <a:pt x="15887" y="498119"/>
                  </a:lnTo>
                  <a:lnTo>
                    <a:pt x="7150" y="543001"/>
                  </a:lnTo>
                  <a:lnTo>
                    <a:pt x="1816" y="589026"/>
                  </a:lnTo>
                  <a:lnTo>
                    <a:pt x="0" y="636028"/>
                  </a:lnTo>
                  <a:lnTo>
                    <a:pt x="1816" y="683031"/>
                  </a:lnTo>
                  <a:lnTo>
                    <a:pt x="7150" y="729043"/>
                  </a:lnTo>
                  <a:lnTo>
                    <a:pt x="15887" y="773938"/>
                  </a:lnTo>
                  <a:lnTo>
                    <a:pt x="27889" y="817575"/>
                  </a:lnTo>
                  <a:lnTo>
                    <a:pt x="43027" y="859815"/>
                  </a:lnTo>
                  <a:lnTo>
                    <a:pt x="61150" y="900544"/>
                  </a:lnTo>
                  <a:lnTo>
                    <a:pt x="82143" y="939596"/>
                  </a:lnTo>
                  <a:lnTo>
                    <a:pt x="105867" y="976871"/>
                  </a:lnTo>
                  <a:lnTo>
                    <a:pt x="132181" y="1012215"/>
                  </a:lnTo>
                  <a:lnTo>
                    <a:pt x="160947" y="1045502"/>
                  </a:lnTo>
                  <a:lnTo>
                    <a:pt x="192049" y="1076591"/>
                  </a:lnTo>
                  <a:lnTo>
                    <a:pt x="225348" y="1105357"/>
                  </a:lnTo>
                  <a:lnTo>
                    <a:pt x="260705" y="1131671"/>
                  </a:lnTo>
                  <a:lnTo>
                    <a:pt x="297980" y="1155382"/>
                  </a:lnTo>
                  <a:lnTo>
                    <a:pt x="337058" y="1176362"/>
                  </a:lnTo>
                  <a:lnTo>
                    <a:pt x="377786" y="1194485"/>
                  </a:lnTo>
                  <a:lnTo>
                    <a:pt x="420039" y="1209611"/>
                  </a:lnTo>
                  <a:lnTo>
                    <a:pt x="463689" y="1221613"/>
                  </a:lnTo>
                  <a:lnTo>
                    <a:pt x="508596" y="1230350"/>
                  </a:lnTo>
                  <a:lnTo>
                    <a:pt x="554621" y="1235684"/>
                  </a:lnTo>
                  <a:lnTo>
                    <a:pt x="601637" y="1237500"/>
                  </a:lnTo>
                  <a:lnTo>
                    <a:pt x="648652" y="1235684"/>
                  </a:lnTo>
                  <a:lnTo>
                    <a:pt x="694677" y="1230350"/>
                  </a:lnTo>
                  <a:lnTo>
                    <a:pt x="739584" y="1221613"/>
                  </a:lnTo>
                  <a:lnTo>
                    <a:pt x="783234" y="1209611"/>
                  </a:lnTo>
                  <a:lnTo>
                    <a:pt x="825487" y="1194485"/>
                  </a:lnTo>
                  <a:lnTo>
                    <a:pt x="866216" y="1176362"/>
                  </a:lnTo>
                  <a:lnTo>
                    <a:pt x="905294" y="1155382"/>
                  </a:lnTo>
                  <a:lnTo>
                    <a:pt x="942568" y="1131671"/>
                  </a:lnTo>
                  <a:lnTo>
                    <a:pt x="977925" y="1105357"/>
                  </a:lnTo>
                  <a:lnTo>
                    <a:pt x="1011224" y="1076591"/>
                  </a:lnTo>
                  <a:lnTo>
                    <a:pt x="1042327" y="1045502"/>
                  </a:lnTo>
                  <a:lnTo>
                    <a:pt x="1071092" y="1012215"/>
                  </a:lnTo>
                  <a:lnTo>
                    <a:pt x="1097407" y="976871"/>
                  </a:lnTo>
                  <a:lnTo>
                    <a:pt x="1121130" y="939596"/>
                  </a:lnTo>
                  <a:lnTo>
                    <a:pt x="1142123" y="900544"/>
                  </a:lnTo>
                  <a:lnTo>
                    <a:pt x="1160246" y="859815"/>
                  </a:lnTo>
                  <a:lnTo>
                    <a:pt x="1175372" y="817575"/>
                  </a:lnTo>
                  <a:lnTo>
                    <a:pt x="1187373" y="773938"/>
                  </a:lnTo>
                  <a:lnTo>
                    <a:pt x="1196111" y="729043"/>
                  </a:lnTo>
                  <a:lnTo>
                    <a:pt x="1201458" y="683031"/>
                  </a:lnTo>
                  <a:lnTo>
                    <a:pt x="1203274" y="636028"/>
                  </a:lnTo>
                  <a:lnTo>
                    <a:pt x="1201381" y="588403"/>
                  </a:lnTo>
                  <a:lnTo>
                    <a:pt x="1195768" y="541362"/>
                  </a:lnTo>
                  <a:lnTo>
                    <a:pt x="1190256" y="513816"/>
                  </a:lnTo>
                  <a:lnTo>
                    <a:pt x="1209141" y="502094"/>
                  </a:lnTo>
                  <a:lnTo>
                    <a:pt x="1241539" y="474332"/>
                  </a:lnTo>
                  <a:lnTo>
                    <a:pt x="1269339" y="441947"/>
                  </a:lnTo>
                  <a:lnTo>
                    <a:pt x="1291945" y="405549"/>
                  </a:lnTo>
                  <a:lnTo>
                    <a:pt x="1308811" y="365683"/>
                  </a:lnTo>
                  <a:lnTo>
                    <a:pt x="1319352" y="322922"/>
                  </a:lnTo>
                  <a:lnTo>
                    <a:pt x="1322984" y="277863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3738008" y="2866572"/>
              <a:ext cx="390525" cy="389890"/>
            </a:xfrm>
            <a:custGeom>
              <a:avLst/>
              <a:gdLst/>
              <a:ahLst/>
              <a:cxnLst/>
              <a:rect l="l" t="t" r="r" b="b"/>
              <a:pathLst>
                <a:path w="390525" h="389889">
                  <a:moveTo>
                    <a:pt x="195027" y="389642"/>
                  </a:moveTo>
                  <a:lnTo>
                    <a:pt x="150309" y="384496"/>
                  </a:lnTo>
                  <a:lnTo>
                    <a:pt x="109259" y="369840"/>
                  </a:lnTo>
                  <a:lnTo>
                    <a:pt x="73047" y="346842"/>
                  </a:lnTo>
                  <a:lnTo>
                    <a:pt x="42845" y="316671"/>
                  </a:lnTo>
                  <a:lnTo>
                    <a:pt x="19822" y="280498"/>
                  </a:lnTo>
                  <a:lnTo>
                    <a:pt x="5150" y="239491"/>
                  </a:lnTo>
                  <a:lnTo>
                    <a:pt x="0" y="194821"/>
                  </a:lnTo>
                  <a:lnTo>
                    <a:pt x="5150" y="150150"/>
                  </a:lnTo>
                  <a:lnTo>
                    <a:pt x="19822" y="109143"/>
                  </a:lnTo>
                  <a:lnTo>
                    <a:pt x="42845" y="72970"/>
                  </a:lnTo>
                  <a:lnTo>
                    <a:pt x="73047" y="42799"/>
                  </a:lnTo>
                  <a:lnTo>
                    <a:pt x="109259" y="19801"/>
                  </a:lnTo>
                  <a:lnTo>
                    <a:pt x="150309" y="5145"/>
                  </a:lnTo>
                  <a:lnTo>
                    <a:pt x="195027" y="0"/>
                  </a:lnTo>
                  <a:lnTo>
                    <a:pt x="233253" y="3778"/>
                  </a:lnTo>
                  <a:lnTo>
                    <a:pt x="303229" y="32732"/>
                  </a:lnTo>
                  <a:lnTo>
                    <a:pt x="332933" y="57061"/>
                  </a:lnTo>
                  <a:lnTo>
                    <a:pt x="357288" y="86734"/>
                  </a:lnTo>
                  <a:lnTo>
                    <a:pt x="386273" y="156635"/>
                  </a:lnTo>
                  <a:lnTo>
                    <a:pt x="390055" y="194821"/>
                  </a:lnTo>
                  <a:lnTo>
                    <a:pt x="384904" y="239491"/>
                  </a:lnTo>
                  <a:lnTo>
                    <a:pt x="370232" y="280498"/>
                  </a:lnTo>
                  <a:lnTo>
                    <a:pt x="347210" y="316671"/>
                  </a:lnTo>
                  <a:lnTo>
                    <a:pt x="317007" y="346842"/>
                  </a:lnTo>
                  <a:lnTo>
                    <a:pt x="280796" y="369840"/>
                  </a:lnTo>
                  <a:lnTo>
                    <a:pt x="239745" y="384496"/>
                  </a:lnTo>
                  <a:lnTo>
                    <a:pt x="195027" y="3896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885039" y="2974497"/>
              <a:ext cx="150495" cy="173990"/>
            </a:xfrm>
            <a:custGeom>
              <a:avLst/>
              <a:gdLst/>
              <a:ahLst/>
              <a:cxnLst/>
              <a:rect l="l" t="t" r="r" b="b"/>
              <a:pathLst>
                <a:path w="150495" h="173989">
                  <a:moveTo>
                    <a:pt x="0" y="173792"/>
                  </a:moveTo>
                  <a:lnTo>
                    <a:pt x="0" y="0"/>
                  </a:lnTo>
                  <a:lnTo>
                    <a:pt x="150330" y="86896"/>
                  </a:lnTo>
                  <a:lnTo>
                    <a:pt x="0" y="173792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30517" y="3093922"/>
              <a:ext cx="302939" cy="303626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3051980" y="3121029"/>
              <a:ext cx="260350" cy="252729"/>
            </a:xfrm>
            <a:custGeom>
              <a:avLst/>
              <a:gdLst/>
              <a:ahLst/>
              <a:cxnLst/>
              <a:rect l="l" t="t" r="r" b="b"/>
              <a:pathLst>
                <a:path w="260350" h="252729">
                  <a:moveTo>
                    <a:pt x="115639" y="252163"/>
                  </a:moveTo>
                  <a:lnTo>
                    <a:pt x="66175" y="236508"/>
                  </a:lnTo>
                  <a:lnTo>
                    <a:pt x="27933" y="204795"/>
                  </a:lnTo>
                  <a:lnTo>
                    <a:pt x="4634" y="161554"/>
                  </a:lnTo>
                  <a:lnTo>
                    <a:pt x="0" y="111317"/>
                  </a:lnTo>
                  <a:lnTo>
                    <a:pt x="15792" y="63401"/>
                  </a:lnTo>
                  <a:lnTo>
                    <a:pt x="48202" y="26488"/>
                  </a:lnTo>
                  <a:lnTo>
                    <a:pt x="92587" y="4161"/>
                  </a:lnTo>
                  <a:lnTo>
                    <a:pt x="144304" y="0"/>
                  </a:lnTo>
                  <a:lnTo>
                    <a:pt x="169501" y="5338"/>
                  </a:lnTo>
                  <a:lnTo>
                    <a:pt x="214005" y="29374"/>
                  </a:lnTo>
                  <a:lnTo>
                    <a:pt x="246059" y="68414"/>
                  </a:lnTo>
                  <a:lnTo>
                    <a:pt x="260233" y="115846"/>
                  </a:lnTo>
                  <a:lnTo>
                    <a:pt x="259944" y="140845"/>
                  </a:lnTo>
                  <a:lnTo>
                    <a:pt x="244151" y="188761"/>
                  </a:lnTo>
                  <a:lnTo>
                    <a:pt x="211742" y="225674"/>
                  </a:lnTo>
                  <a:lnTo>
                    <a:pt x="167357" y="248001"/>
                  </a:lnTo>
                  <a:lnTo>
                    <a:pt x="115639" y="2521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09519" y="3173350"/>
              <a:ext cx="151598" cy="146916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3362934" y="3121570"/>
              <a:ext cx="171450" cy="172085"/>
            </a:xfrm>
            <a:custGeom>
              <a:avLst/>
              <a:gdLst/>
              <a:ahLst/>
              <a:cxnLst/>
              <a:rect l="l" t="t" r="r" b="b"/>
              <a:pathLst>
                <a:path w="171450" h="172085">
                  <a:moveTo>
                    <a:pt x="171310" y="96177"/>
                  </a:moveTo>
                  <a:lnTo>
                    <a:pt x="159194" y="89522"/>
                  </a:lnTo>
                  <a:lnTo>
                    <a:pt x="159296" y="80835"/>
                  </a:lnTo>
                  <a:lnTo>
                    <a:pt x="158419" y="76301"/>
                  </a:lnTo>
                  <a:lnTo>
                    <a:pt x="169430" y="69430"/>
                  </a:lnTo>
                  <a:lnTo>
                    <a:pt x="162801" y="48729"/>
                  </a:lnTo>
                  <a:lnTo>
                    <a:pt x="148399" y="49720"/>
                  </a:lnTo>
                  <a:lnTo>
                    <a:pt x="143344" y="42113"/>
                  </a:lnTo>
                  <a:lnTo>
                    <a:pt x="141668" y="40462"/>
                  </a:lnTo>
                  <a:lnTo>
                    <a:pt x="147980" y="27127"/>
                  </a:lnTo>
                  <a:lnTo>
                    <a:pt x="131165" y="13360"/>
                  </a:lnTo>
                  <a:lnTo>
                    <a:pt x="118478" y="22783"/>
                  </a:lnTo>
                  <a:lnTo>
                    <a:pt x="108000" y="18351"/>
                  </a:lnTo>
                  <a:lnTo>
                    <a:pt x="107848" y="18326"/>
                  </a:lnTo>
                  <a:lnTo>
                    <a:pt x="105765" y="2451"/>
                  </a:lnTo>
                  <a:lnTo>
                    <a:pt x="84137" y="0"/>
                  </a:lnTo>
                  <a:lnTo>
                    <a:pt x="77914" y="16598"/>
                  </a:lnTo>
                  <a:lnTo>
                    <a:pt x="68859" y="17322"/>
                  </a:lnTo>
                  <a:lnTo>
                    <a:pt x="57873" y="4394"/>
                  </a:lnTo>
                  <a:lnTo>
                    <a:pt x="38379" y="14033"/>
                  </a:lnTo>
                  <a:lnTo>
                    <a:pt x="41668" y="29159"/>
                  </a:lnTo>
                  <a:lnTo>
                    <a:pt x="39408" y="30289"/>
                  </a:lnTo>
                  <a:lnTo>
                    <a:pt x="33553" y="36957"/>
                  </a:lnTo>
                  <a:lnTo>
                    <a:pt x="18122" y="32270"/>
                  </a:lnTo>
                  <a:lnTo>
                    <a:pt x="7010" y="50939"/>
                  </a:lnTo>
                  <a:lnTo>
                    <a:pt x="17627" y="61556"/>
                  </a:lnTo>
                  <a:lnTo>
                    <a:pt x="13944" y="72732"/>
                  </a:lnTo>
                  <a:lnTo>
                    <a:pt x="0" y="76682"/>
                  </a:lnTo>
                  <a:lnTo>
                    <a:pt x="698" y="98425"/>
                  </a:lnTo>
                  <a:lnTo>
                    <a:pt x="14249" y="101384"/>
                  </a:lnTo>
                  <a:lnTo>
                    <a:pt x="14744" y="106654"/>
                  </a:lnTo>
                  <a:lnTo>
                    <a:pt x="18770" y="114160"/>
                  </a:lnTo>
                  <a:lnTo>
                    <a:pt x="8966" y="125234"/>
                  </a:lnTo>
                  <a:lnTo>
                    <a:pt x="21361" y="143090"/>
                  </a:lnTo>
                  <a:lnTo>
                    <a:pt x="35864" y="137706"/>
                  </a:lnTo>
                  <a:lnTo>
                    <a:pt x="44259" y="144665"/>
                  </a:lnTo>
                  <a:lnTo>
                    <a:pt x="41922" y="160159"/>
                  </a:lnTo>
                  <a:lnTo>
                    <a:pt x="62001" y="168478"/>
                  </a:lnTo>
                  <a:lnTo>
                    <a:pt x="71323" y="155943"/>
                  </a:lnTo>
                  <a:lnTo>
                    <a:pt x="77508" y="157899"/>
                  </a:lnTo>
                  <a:lnTo>
                    <a:pt x="83273" y="157441"/>
                  </a:lnTo>
                  <a:lnTo>
                    <a:pt x="89573" y="171665"/>
                  </a:lnTo>
                  <a:lnTo>
                    <a:pt x="111036" y="167970"/>
                  </a:lnTo>
                  <a:lnTo>
                    <a:pt x="112141" y="152844"/>
                  </a:lnTo>
                  <a:lnTo>
                    <a:pt x="123482" y="147154"/>
                  </a:lnTo>
                  <a:lnTo>
                    <a:pt x="136067" y="155346"/>
                  </a:lnTo>
                  <a:lnTo>
                    <a:pt x="152069" y="140614"/>
                  </a:lnTo>
                  <a:lnTo>
                    <a:pt x="145072" y="127901"/>
                  </a:lnTo>
                  <a:lnTo>
                    <a:pt x="150190" y="122059"/>
                  </a:lnTo>
                  <a:lnTo>
                    <a:pt x="151841" y="117043"/>
                  </a:lnTo>
                  <a:lnTo>
                    <a:pt x="165722" y="117208"/>
                  </a:lnTo>
                  <a:lnTo>
                    <a:pt x="171310" y="961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3407217" y="3166469"/>
              <a:ext cx="85725" cy="83185"/>
            </a:xfrm>
            <a:custGeom>
              <a:avLst/>
              <a:gdLst/>
              <a:ahLst/>
              <a:cxnLst/>
              <a:rect l="l" t="t" r="r" b="b"/>
              <a:pathLst>
                <a:path w="85725" h="83185">
                  <a:moveTo>
                    <a:pt x="38084" y="83066"/>
                  </a:moveTo>
                  <a:lnTo>
                    <a:pt x="21790" y="77906"/>
                  </a:lnTo>
                  <a:lnTo>
                    <a:pt x="9195" y="67456"/>
                  </a:lnTo>
                  <a:lnTo>
                    <a:pt x="1523" y="53210"/>
                  </a:lnTo>
                  <a:lnTo>
                    <a:pt x="0" y="36660"/>
                  </a:lnTo>
                  <a:lnTo>
                    <a:pt x="5206" y="20876"/>
                  </a:lnTo>
                  <a:lnTo>
                    <a:pt x="15886" y="8719"/>
                  </a:lnTo>
                  <a:lnTo>
                    <a:pt x="30509" y="1367"/>
                  </a:lnTo>
                  <a:lnTo>
                    <a:pt x="47547" y="0"/>
                  </a:lnTo>
                  <a:lnTo>
                    <a:pt x="55847" y="1760"/>
                  </a:lnTo>
                  <a:lnTo>
                    <a:pt x="84183" y="30141"/>
                  </a:lnTo>
                  <a:lnTo>
                    <a:pt x="85729" y="38171"/>
                  </a:lnTo>
                  <a:lnTo>
                    <a:pt x="85631" y="46406"/>
                  </a:lnTo>
                  <a:lnTo>
                    <a:pt x="80425" y="62190"/>
                  </a:lnTo>
                  <a:lnTo>
                    <a:pt x="69746" y="74347"/>
                  </a:lnTo>
                  <a:lnTo>
                    <a:pt x="55122" y="81699"/>
                  </a:lnTo>
                  <a:lnTo>
                    <a:pt x="38084" y="83066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3257004" y="3303384"/>
              <a:ext cx="611505" cy="603250"/>
            </a:xfrm>
            <a:custGeom>
              <a:avLst/>
              <a:gdLst/>
              <a:ahLst/>
              <a:cxnLst/>
              <a:rect l="l" t="t" r="r" b="b"/>
              <a:pathLst>
                <a:path w="611504" h="603250">
                  <a:moveTo>
                    <a:pt x="611378" y="304025"/>
                  </a:moveTo>
                  <a:lnTo>
                    <a:pt x="566026" y="285432"/>
                  </a:lnTo>
                  <a:lnTo>
                    <a:pt x="562902" y="254787"/>
                  </a:lnTo>
                  <a:lnTo>
                    <a:pt x="557987" y="239115"/>
                  </a:lnTo>
                  <a:lnTo>
                    <a:pt x="594029" y="210502"/>
                  </a:lnTo>
                  <a:lnTo>
                    <a:pt x="562356" y="140220"/>
                  </a:lnTo>
                  <a:lnTo>
                    <a:pt x="512064" y="149440"/>
                  </a:lnTo>
                  <a:lnTo>
                    <a:pt x="491172" y="124701"/>
                  </a:lnTo>
                  <a:lnTo>
                    <a:pt x="484632" y="119507"/>
                  </a:lnTo>
                  <a:lnTo>
                    <a:pt x="501497" y="70015"/>
                  </a:lnTo>
                  <a:lnTo>
                    <a:pt x="436702" y="28244"/>
                  </a:lnTo>
                  <a:lnTo>
                    <a:pt x="395833" y="66522"/>
                  </a:lnTo>
                  <a:lnTo>
                    <a:pt x="357098" y="55105"/>
                  </a:lnTo>
                  <a:lnTo>
                    <a:pt x="356590" y="55067"/>
                  </a:lnTo>
                  <a:lnTo>
                    <a:pt x="342836" y="0"/>
                  </a:lnTo>
                  <a:lnTo>
                    <a:pt x="265645" y="0"/>
                  </a:lnTo>
                  <a:lnTo>
                    <a:pt x="251612" y="56121"/>
                  </a:lnTo>
                  <a:lnTo>
                    <a:pt x="216877" y="65366"/>
                  </a:lnTo>
                  <a:lnTo>
                    <a:pt x="174904" y="26047"/>
                  </a:lnTo>
                  <a:lnTo>
                    <a:pt x="110109" y="67805"/>
                  </a:lnTo>
                  <a:lnTo>
                    <a:pt x="127508" y="118922"/>
                  </a:lnTo>
                  <a:lnTo>
                    <a:pt x="105079" y="140690"/>
                  </a:lnTo>
                  <a:lnTo>
                    <a:pt x="98425" y="149821"/>
                  </a:lnTo>
                  <a:lnTo>
                    <a:pt x="46050" y="140220"/>
                  </a:lnTo>
                  <a:lnTo>
                    <a:pt x="14376" y="210502"/>
                  </a:lnTo>
                  <a:lnTo>
                    <a:pt x="52692" y="240944"/>
                  </a:lnTo>
                  <a:lnTo>
                    <a:pt x="47612" y="258927"/>
                  </a:lnTo>
                  <a:lnTo>
                    <a:pt x="45148" y="285508"/>
                  </a:lnTo>
                  <a:lnTo>
                    <a:pt x="0" y="304025"/>
                  </a:lnTo>
                  <a:lnTo>
                    <a:pt x="11214" y="380403"/>
                  </a:lnTo>
                  <a:lnTo>
                    <a:pt x="57404" y="385076"/>
                  </a:lnTo>
                  <a:lnTo>
                    <a:pt x="59791" y="393471"/>
                  </a:lnTo>
                  <a:lnTo>
                    <a:pt x="78689" y="432117"/>
                  </a:lnTo>
                  <a:lnTo>
                    <a:pt x="51066" y="471538"/>
                  </a:lnTo>
                  <a:lnTo>
                    <a:pt x="101917" y="529526"/>
                  </a:lnTo>
                  <a:lnTo>
                    <a:pt x="147218" y="506539"/>
                  </a:lnTo>
                  <a:lnTo>
                    <a:pt x="173304" y="524421"/>
                  </a:lnTo>
                  <a:lnTo>
                    <a:pt x="183146" y="528967"/>
                  </a:lnTo>
                  <a:lnTo>
                    <a:pt x="181241" y="581418"/>
                  </a:lnTo>
                  <a:lnTo>
                    <a:pt x="255308" y="602691"/>
                  </a:lnTo>
                  <a:lnTo>
                    <a:pt x="281800" y="557098"/>
                  </a:lnTo>
                  <a:lnTo>
                    <a:pt x="305689" y="559168"/>
                  </a:lnTo>
                  <a:lnTo>
                    <a:pt x="327063" y="557326"/>
                  </a:lnTo>
                  <a:lnTo>
                    <a:pt x="353745" y="602881"/>
                  </a:lnTo>
                  <a:lnTo>
                    <a:pt x="427837" y="581215"/>
                  </a:lnTo>
                  <a:lnTo>
                    <a:pt x="425792" y="530085"/>
                  </a:lnTo>
                  <a:lnTo>
                    <a:pt x="438073" y="524421"/>
                  </a:lnTo>
                  <a:lnTo>
                    <a:pt x="466915" y="504647"/>
                  </a:lnTo>
                  <a:lnTo>
                    <a:pt x="510971" y="526719"/>
                  </a:lnTo>
                  <a:lnTo>
                    <a:pt x="561441" y="468337"/>
                  </a:lnTo>
                  <a:lnTo>
                    <a:pt x="533946" y="429514"/>
                  </a:lnTo>
                  <a:lnTo>
                    <a:pt x="551586" y="393471"/>
                  </a:lnTo>
                  <a:lnTo>
                    <a:pt x="553961" y="385076"/>
                  </a:lnTo>
                  <a:lnTo>
                    <a:pt x="600163" y="380403"/>
                  </a:lnTo>
                  <a:lnTo>
                    <a:pt x="611378" y="3040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3404391" y="3459780"/>
              <a:ext cx="306070" cy="297180"/>
            </a:xfrm>
            <a:custGeom>
              <a:avLst/>
              <a:gdLst/>
              <a:ahLst/>
              <a:cxnLst/>
              <a:rect l="l" t="t" r="r" b="b"/>
              <a:pathLst>
                <a:path w="306070" h="297179">
                  <a:moveTo>
                    <a:pt x="152804" y="296561"/>
                  </a:moveTo>
                  <a:lnTo>
                    <a:pt x="104506" y="289001"/>
                  </a:lnTo>
                  <a:lnTo>
                    <a:pt x="62560" y="267951"/>
                  </a:lnTo>
                  <a:lnTo>
                    <a:pt x="29482" y="235853"/>
                  </a:lnTo>
                  <a:lnTo>
                    <a:pt x="7790" y="195148"/>
                  </a:lnTo>
                  <a:lnTo>
                    <a:pt x="0" y="148280"/>
                  </a:lnTo>
                  <a:lnTo>
                    <a:pt x="7790" y="101412"/>
                  </a:lnTo>
                  <a:lnTo>
                    <a:pt x="29482" y="60708"/>
                  </a:lnTo>
                  <a:lnTo>
                    <a:pt x="62560" y="28609"/>
                  </a:lnTo>
                  <a:lnTo>
                    <a:pt x="104506" y="7559"/>
                  </a:lnTo>
                  <a:lnTo>
                    <a:pt x="152804" y="0"/>
                  </a:lnTo>
                  <a:lnTo>
                    <a:pt x="182755" y="2875"/>
                  </a:lnTo>
                  <a:lnTo>
                    <a:pt x="237581" y="24912"/>
                  </a:lnTo>
                  <a:lnTo>
                    <a:pt x="279937" y="66014"/>
                  </a:lnTo>
                  <a:lnTo>
                    <a:pt x="302647" y="119217"/>
                  </a:lnTo>
                  <a:lnTo>
                    <a:pt x="305610" y="148280"/>
                  </a:lnTo>
                  <a:lnTo>
                    <a:pt x="297820" y="195148"/>
                  </a:lnTo>
                  <a:lnTo>
                    <a:pt x="276127" y="235853"/>
                  </a:lnTo>
                  <a:lnTo>
                    <a:pt x="243049" y="267951"/>
                  </a:lnTo>
                  <a:lnTo>
                    <a:pt x="201103" y="289001"/>
                  </a:lnTo>
                  <a:lnTo>
                    <a:pt x="152804" y="296561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 descr=""/>
          <p:cNvGrpSpPr/>
          <p:nvPr/>
        </p:nvGrpSpPr>
        <p:grpSpPr>
          <a:xfrm>
            <a:off x="4906988" y="2783546"/>
            <a:ext cx="1288415" cy="1237615"/>
            <a:chOff x="4906988" y="2783546"/>
            <a:chExt cx="1288415" cy="1237615"/>
          </a:xfrm>
        </p:grpSpPr>
        <p:sp>
          <p:nvSpPr>
            <p:cNvPr id="36" name="object 36" descr=""/>
            <p:cNvSpPr/>
            <p:nvPr/>
          </p:nvSpPr>
          <p:spPr>
            <a:xfrm>
              <a:off x="4906988" y="2783547"/>
              <a:ext cx="1288415" cy="1237615"/>
            </a:xfrm>
            <a:custGeom>
              <a:avLst/>
              <a:gdLst/>
              <a:ahLst/>
              <a:cxnLst/>
              <a:rect l="l" t="t" r="r" b="b"/>
              <a:pathLst>
                <a:path w="1288414" h="1237614">
                  <a:moveTo>
                    <a:pt x="1287983" y="277863"/>
                  </a:moveTo>
                  <a:lnTo>
                    <a:pt x="1282585" y="223393"/>
                  </a:lnTo>
                  <a:lnTo>
                    <a:pt x="1266812" y="171526"/>
                  </a:lnTo>
                  <a:lnTo>
                    <a:pt x="1241259" y="123710"/>
                  </a:lnTo>
                  <a:lnTo>
                    <a:pt x="1206538" y="81381"/>
                  </a:lnTo>
                  <a:lnTo>
                    <a:pt x="1164183" y="46685"/>
                  </a:lnTo>
                  <a:lnTo>
                    <a:pt x="1116317" y="21158"/>
                  </a:lnTo>
                  <a:lnTo>
                    <a:pt x="1064399" y="5397"/>
                  </a:lnTo>
                  <a:lnTo>
                    <a:pt x="1009904" y="0"/>
                  </a:lnTo>
                  <a:lnTo>
                    <a:pt x="964793" y="3644"/>
                  </a:lnTo>
                  <a:lnTo>
                    <a:pt x="922007" y="14173"/>
                  </a:lnTo>
                  <a:lnTo>
                    <a:pt x="882103" y="31013"/>
                  </a:lnTo>
                  <a:lnTo>
                    <a:pt x="845667" y="53619"/>
                  </a:lnTo>
                  <a:lnTo>
                    <a:pt x="819708" y="75869"/>
                  </a:lnTo>
                  <a:lnTo>
                    <a:pt x="787806" y="64084"/>
                  </a:lnTo>
                  <a:lnTo>
                    <a:pt x="742556" y="51282"/>
                  </a:lnTo>
                  <a:lnTo>
                    <a:pt x="696315" y="42049"/>
                  </a:lnTo>
                  <a:lnTo>
                    <a:pt x="648614" y="36360"/>
                  </a:lnTo>
                  <a:lnTo>
                    <a:pt x="647306" y="36360"/>
                  </a:lnTo>
                  <a:lnTo>
                    <a:pt x="601624" y="34556"/>
                  </a:lnTo>
                  <a:lnTo>
                    <a:pt x="554609" y="36360"/>
                  </a:lnTo>
                  <a:lnTo>
                    <a:pt x="508584" y="41706"/>
                  </a:lnTo>
                  <a:lnTo>
                    <a:pt x="463677" y="50444"/>
                  </a:lnTo>
                  <a:lnTo>
                    <a:pt x="420027" y="62433"/>
                  </a:lnTo>
                  <a:lnTo>
                    <a:pt x="377774" y="77571"/>
                  </a:lnTo>
                  <a:lnTo>
                    <a:pt x="337045" y="95694"/>
                  </a:lnTo>
                  <a:lnTo>
                    <a:pt x="297967" y="116674"/>
                  </a:lnTo>
                  <a:lnTo>
                    <a:pt x="260692" y="140385"/>
                  </a:lnTo>
                  <a:lnTo>
                    <a:pt x="225336" y="166687"/>
                  </a:lnTo>
                  <a:lnTo>
                    <a:pt x="192036" y="195453"/>
                  </a:lnTo>
                  <a:lnTo>
                    <a:pt x="160934" y="226555"/>
                  </a:lnTo>
                  <a:lnTo>
                    <a:pt x="132168" y="259842"/>
                  </a:lnTo>
                  <a:lnTo>
                    <a:pt x="105854" y="295186"/>
                  </a:lnTo>
                  <a:lnTo>
                    <a:pt x="82130" y="332447"/>
                  </a:lnTo>
                  <a:lnTo>
                    <a:pt x="61150" y="371513"/>
                  </a:lnTo>
                  <a:lnTo>
                    <a:pt x="43014" y="412229"/>
                  </a:lnTo>
                  <a:lnTo>
                    <a:pt x="27889" y="454482"/>
                  </a:lnTo>
                  <a:lnTo>
                    <a:pt x="15887" y="498119"/>
                  </a:lnTo>
                  <a:lnTo>
                    <a:pt x="7150" y="543001"/>
                  </a:lnTo>
                  <a:lnTo>
                    <a:pt x="1803" y="589026"/>
                  </a:lnTo>
                  <a:lnTo>
                    <a:pt x="0" y="636028"/>
                  </a:lnTo>
                  <a:lnTo>
                    <a:pt x="1803" y="683031"/>
                  </a:lnTo>
                  <a:lnTo>
                    <a:pt x="7150" y="729043"/>
                  </a:lnTo>
                  <a:lnTo>
                    <a:pt x="15887" y="773938"/>
                  </a:lnTo>
                  <a:lnTo>
                    <a:pt x="27889" y="817575"/>
                  </a:lnTo>
                  <a:lnTo>
                    <a:pt x="43014" y="859815"/>
                  </a:lnTo>
                  <a:lnTo>
                    <a:pt x="61150" y="900544"/>
                  </a:lnTo>
                  <a:lnTo>
                    <a:pt x="82130" y="939596"/>
                  </a:lnTo>
                  <a:lnTo>
                    <a:pt x="105854" y="976871"/>
                  </a:lnTo>
                  <a:lnTo>
                    <a:pt x="132168" y="1012215"/>
                  </a:lnTo>
                  <a:lnTo>
                    <a:pt x="160934" y="1045502"/>
                  </a:lnTo>
                  <a:lnTo>
                    <a:pt x="192036" y="1076591"/>
                  </a:lnTo>
                  <a:lnTo>
                    <a:pt x="225336" y="1105357"/>
                  </a:lnTo>
                  <a:lnTo>
                    <a:pt x="260692" y="1131671"/>
                  </a:lnTo>
                  <a:lnTo>
                    <a:pt x="297967" y="1155382"/>
                  </a:lnTo>
                  <a:lnTo>
                    <a:pt x="337045" y="1176362"/>
                  </a:lnTo>
                  <a:lnTo>
                    <a:pt x="377774" y="1194485"/>
                  </a:lnTo>
                  <a:lnTo>
                    <a:pt x="420027" y="1209611"/>
                  </a:lnTo>
                  <a:lnTo>
                    <a:pt x="463677" y="1221613"/>
                  </a:lnTo>
                  <a:lnTo>
                    <a:pt x="508584" y="1230350"/>
                  </a:lnTo>
                  <a:lnTo>
                    <a:pt x="554609" y="1235684"/>
                  </a:lnTo>
                  <a:lnTo>
                    <a:pt x="601624" y="1237500"/>
                  </a:lnTo>
                  <a:lnTo>
                    <a:pt x="648639" y="1235684"/>
                  </a:lnTo>
                  <a:lnTo>
                    <a:pt x="694677" y="1230350"/>
                  </a:lnTo>
                  <a:lnTo>
                    <a:pt x="739571" y="1221613"/>
                  </a:lnTo>
                  <a:lnTo>
                    <a:pt x="783221" y="1209611"/>
                  </a:lnTo>
                  <a:lnTo>
                    <a:pt x="825474" y="1194485"/>
                  </a:lnTo>
                  <a:lnTo>
                    <a:pt x="866203" y="1176362"/>
                  </a:lnTo>
                  <a:lnTo>
                    <a:pt x="905281" y="1155382"/>
                  </a:lnTo>
                  <a:lnTo>
                    <a:pt x="942568" y="1131671"/>
                  </a:lnTo>
                  <a:lnTo>
                    <a:pt x="977912" y="1105357"/>
                  </a:lnTo>
                  <a:lnTo>
                    <a:pt x="1011212" y="1076591"/>
                  </a:lnTo>
                  <a:lnTo>
                    <a:pt x="1042314" y="1045502"/>
                  </a:lnTo>
                  <a:lnTo>
                    <a:pt x="1071092" y="1012215"/>
                  </a:lnTo>
                  <a:lnTo>
                    <a:pt x="1097394" y="976871"/>
                  </a:lnTo>
                  <a:lnTo>
                    <a:pt x="1121117" y="939596"/>
                  </a:lnTo>
                  <a:lnTo>
                    <a:pt x="1142111" y="900544"/>
                  </a:lnTo>
                  <a:lnTo>
                    <a:pt x="1160233" y="859815"/>
                  </a:lnTo>
                  <a:lnTo>
                    <a:pt x="1175372" y="817575"/>
                  </a:lnTo>
                  <a:lnTo>
                    <a:pt x="1187373" y="773938"/>
                  </a:lnTo>
                  <a:lnTo>
                    <a:pt x="1196111" y="729043"/>
                  </a:lnTo>
                  <a:lnTo>
                    <a:pt x="1201445" y="683031"/>
                  </a:lnTo>
                  <a:lnTo>
                    <a:pt x="1203261" y="636028"/>
                  </a:lnTo>
                  <a:lnTo>
                    <a:pt x="1201369" y="588403"/>
                  </a:lnTo>
                  <a:lnTo>
                    <a:pt x="1195768" y="541362"/>
                  </a:lnTo>
                  <a:lnTo>
                    <a:pt x="1186522" y="495134"/>
                  </a:lnTo>
                  <a:lnTo>
                    <a:pt x="1185684" y="492201"/>
                  </a:lnTo>
                  <a:lnTo>
                    <a:pt x="1206538" y="474332"/>
                  </a:lnTo>
                  <a:lnTo>
                    <a:pt x="1234325" y="441947"/>
                  </a:lnTo>
                  <a:lnTo>
                    <a:pt x="1256944" y="405549"/>
                  </a:lnTo>
                  <a:lnTo>
                    <a:pt x="1273810" y="365683"/>
                  </a:lnTo>
                  <a:lnTo>
                    <a:pt x="1284338" y="322922"/>
                  </a:lnTo>
                  <a:lnTo>
                    <a:pt x="1287983" y="277863"/>
                  </a:lnTo>
                  <a:close/>
                </a:path>
              </a:pathLst>
            </a:custGeom>
            <a:solidFill>
              <a:srgbClr val="FACB4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5721855" y="2866572"/>
              <a:ext cx="390525" cy="389890"/>
            </a:xfrm>
            <a:custGeom>
              <a:avLst/>
              <a:gdLst/>
              <a:ahLst/>
              <a:cxnLst/>
              <a:rect l="l" t="t" r="r" b="b"/>
              <a:pathLst>
                <a:path w="390525" h="389889">
                  <a:moveTo>
                    <a:pt x="195027" y="389642"/>
                  </a:moveTo>
                  <a:lnTo>
                    <a:pt x="150309" y="384496"/>
                  </a:lnTo>
                  <a:lnTo>
                    <a:pt x="109259" y="369840"/>
                  </a:lnTo>
                  <a:lnTo>
                    <a:pt x="73047" y="346842"/>
                  </a:lnTo>
                  <a:lnTo>
                    <a:pt x="42845" y="316671"/>
                  </a:lnTo>
                  <a:lnTo>
                    <a:pt x="19822" y="280498"/>
                  </a:lnTo>
                  <a:lnTo>
                    <a:pt x="5150" y="239491"/>
                  </a:lnTo>
                  <a:lnTo>
                    <a:pt x="0" y="194821"/>
                  </a:lnTo>
                  <a:lnTo>
                    <a:pt x="5150" y="150150"/>
                  </a:lnTo>
                  <a:lnTo>
                    <a:pt x="19822" y="109143"/>
                  </a:lnTo>
                  <a:lnTo>
                    <a:pt x="42845" y="72970"/>
                  </a:lnTo>
                  <a:lnTo>
                    <a:pt x="73047" y="42799"/>
                  </a:lnTo>
                  <a:lnTo>
                    <a:pt x="109259" y="19801"/>
                  </a:lnTo>
                  <a:lnTo>
                    <a:pt x="150309" y="5145"/>
                  </a:lnTo>
                  <a:lnTo>
                    <a:pt x="195027" y="0"/>
                  </a:lnTo>
                  <a:lnTo>
                    <a:pt x="233253" y="3778"/>
                  </a:lnTo>
                  <a:lnTo>
                    <a:pt x="303229" y="32732"/>
                  </a:lnTo>
                  <a:lnTo>
                    <a:pt x="332933" y="57061"/>
                  </a:lnTo>
                  <a:lnTo>
                    <a:pt x="357288" y="86734"/>
                  </a:lnTo>
                  <a:lnTo>
                    <a:pt x="386273" y="156635"/>
                  </a:lnTo>
                  <a:lnTo>
                    <a:pt x="390055" y="194821"/>
                  </a:lnTo>
                  <a:lnTo>
                    <a:pt x="384904" y="239491"/>
                  </a:lnTo>
                  <a:lnTo>
                    <a:pt x="370232" y="280498"/>
                  </a:lnTo>
                  <a:lnTo>
                    <a:pt x="347210" y="316671"/>
                  </a:lnTo>
                  <a:lnTo>
                    <a:pt x="317007" y="346842"/>
                  </a:lnTo>
                  <a:lnTo>
                    <a:pt x="280796" y="369840"/>
                  </a:lnTo>
                  <a:lnTo>
                    <a:pt x="239745" y="384496"/>
                  </a:lnTo>
                  <a:lnTo>
                    <a:pt x="195027" y="3896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5868886" y="2974497"/>
              <a:ext cx="150495" cy="173990"/>
            </a:xfrm>
            <a:custGeom>
              <a:avLst/>
              <a:gdLst/>
              <a:ahLst/>
              <a:cxnLst/>
              <a:rect l="l" t="t" r="r" b="b"/>
              <a:pathLst>
                <a:path w="150495" h="173989">
                  <a:moveTo>
                    <a:pt x="0" y="173792"/>
                  </a:moveTo>
                  <a:lnTo>
                    <a:pt x="0" y="0"/>
                  </a:lnTo>
                  <a:lnTo>
                    <a:pt x="150330" y="86896"/>
                  </a:lnTo>
                  <a:lnTo>
                    <a:pt x="0" y="173792"/>
                  </a:lnTo>
                  <a:close/>
                </a:path>
              </a:pathLst>
            </a:custGeom>
            <a:solidFill>
              <a:srgbClr val="FACB4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14364" y="3093922"/>
              <a:ext cx="302939" cy="303626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5035827" y="3121029"/>
              <a:ext cx="260350" cy="252729"/>
            </a:xfrm>
            <a:custGeom>
              <a:avLst/>
              <a:gdLst/>
              <a:ahLst/>
              <a:cxnLst/>
              <a:rect l="l" t="t" r="r" b="b"/>
              <a:pathLst>
                <a:path w="260350" h="252729">
                  <a:moveTo>
                    <a:pt x="115639" y="252163"/>
                  </a:moveTo>
                  <a:lnTo>
                    <a:pt x="66175" y="236508"/>
                  </a:lnTo>
                  <a:lnTo>
                    <a:pt x="27933" y="204795"/>
                  </a:lnTo>
                  <a:lnTo>
                    <a:pt x="4634" y="161554"/>
                  </a:lnTo>
                  <a:lnTo>
                    <a:pt x="0" y="111317"/>
                  </a:lnTo>
                  <a:lnTo>
                    <a:pt x="15792" y="63401"/>
                  </a:lnTo>
                  <a:lnTo>
                    <a:pt x="48202" y="26488"/>
                  </a:lnTo>
                  <a:lnTo>
                    <a:pt x="92587" y="4161"/>
                  </a:lnTo>
                  <a:lnTo>
                    <a:pt x="144304" y="0"/>
                  </a:lnTo>
                  <a:lnTo>
                    <a:pt x="169501" y="5338"/>
                  </a:lnTo>
                  <a:lnTo>
                    <a:pt x="214005" y="29374"/>
                  </a:lnTo>
                  <a:lnTo>
                    <a:pt x="246059" y="68414"/>
                  </a:lnTo>
                  <a:lnTo>
                    <a:pt x="260233" y="115846"/>
                  </a:lnTo>
                  <a:lnTo>
                    <a:pt x="259944" y="140845"/>
                  </a:lnTo>
                  <a:lnTo>
                    <a:pt x="244151" y="188761"/>
                  </a:lnTo>
                  <a:lnTo>
                    <a:pt x="211742" y="225674"/>
                  </a:lnTo>
                  <a:lnTo>
                    <a:pt x="167357" y="248001"/>
                  </a:lnTo>
                  <a:lnTo>
                    <a:pt x="115639" y="2521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93366" y="3173350"/>
              <a:ext cx="151598" cy="146916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5346776" y="3121570"/>
              <a:ext cx="171450" cy="172085"/>
            </a:xfrm>
            <a:custGeom>
              <a:avLst/>
              <a:gdLst/>
              <a:ahLst/>
              <a:cxnLst/>
              <a:rect l="l" t="t" r="r" b="b"/>
              <a:pathLst>
                <a:path w="171450" h="172085">
                  <a:moveTo>
                    <a:pt x="171310" y="96177"/>
                  </a:moveTo>
                  <a:lnTo>
                    <a:pt x="159194" y="89522"/>
                  </a:lnTo>
                  <a:lnTo>
                    <a:pt x="159296" y="80835"/>
                  </a:lnTo>
                  <a:lnTo>
                    <a:pt x="158419" y="76301"/>
                  </a:lnTo>
                  <a:lnTo>
                    <a:pt x="169430" y="69430"/>
                  </a:lnTo>
                  <a:lnTo>
                    <a:pt x="162801" y="48729"/>
                  </a:lnTo>
                  <a:lnTo>
                    <a:pt x="148412" y="49720"/>
                  </a:lnTo>
                  <a:lnTo>
                    <a:pt x="143344" y="42113"/>
                  </a:lnTo>
                  <a:lnTo>
                    <a:pt x="141681" y="40462"/>
                  </a:lnTo>
                  <a:lnTo>
                    <a:pt x="147993" y="27127"/>
                  </a:lnTo>
                  <a:lnTo>
                    <a:pt x="131165" y="13360"/>
                  </a:lnTo>
                  <a:lnTo>
                    <a:pt x="118491" y="22796"/>
                  </a:lnTo>
                  <a:lnTo>
                    <a:pt x="108000" y="18351"/>
                  </a:lnTo>
                  <a:lnTo>
                    <a:pt x="107861" y="18326"/>
                  </a:lnTo>
                  <a:lnTo>
                    <a:pt x="105765" y="2451"/>
                  </a:lnTo>
                  <a:lnTo>
                    <a:pt x="84137" y="0"/>
                  </a:lnTo>
                  <a:lnTo>
                    <a:pt x="77914" y="16598"/>
                  </a:lnTo>
                  <a:lnTo>
                    <a:pt x="68872" y="17322"/>
                  </a:lnTo>
                  <a:lnTo>
                    <a:pt x="57886" y="4394"/>
                  </a:lnTo>
                  <a:lnTo>
                    <a:pt x="38392" y="14033"/>
                  </a:lnTo>
                  <a:lnTo>
                    <a:pt x="41681" y="29146"/>
                  </a:lnTo>
                  <a:lnTo>
                    <a:pt x="39408" y="30289"/>
                  </a:lnTo>
                  <a:lnTo>
                    <a:pt x="33553" y="36944"/>
                  </a:lnTo>
                  <a:lnTo>
                    <a:pt x="18135" y="32270"/>
                  </a:lnTo>
                  <a:lnTo>
                    <a:pt x="7010" y="50939"/>
                  </a:lnTo>
                  <a:lnTo>
                    <a:pt x="17640" y="61556"/>
                  </a:lnTo>
                  <a:lnTo>
                    <a:pt x="13957" y="72732"/>
                  </a:lnTo>
                  <a:lnTo>
                    <a:pt x="0" y="76682"/>
                  </a:lnTo>
                  <a:lnTo>
                    <a:pt x="711" y="98425"/>
                  </a:lnTo>
                  <a:lnTo>
                    <a:pt x="14262" y="101384"/>
                  </a:lnTo>
                  <a:lnTo>
                    <a:pt x="14757" y="106654"/>
                  </a:lnTo>
                  <a:lnTo>
                    <a:pt x="18783" y="114147"/>
                  </a:lnTo>
                  <a:lnTo>
                    <a:pt x="8966" y="125234"/>
                  </a:lnTo>
                  <a:lnTo>
                    <a:pt x="21361" y="143090"/>
                  </a:lnTo>
                  <a:lnTo>
                    <a:pt x="35864" y="137706"/>
                  </a:lnTo>
                  <a:lnTo>
                    <a:pt x="44272" y="144665"/>
                  </a:lnTo>
                  <a:lnTo>
                    <a:pt x="41935" y="160159"/>
                  </a:lnTo>
                  <a:lnTo>
                    <a:pt x="62014" y="168478"/>
                  </a:lnTo>
                  <a:lnTo>
                    <a:pt x="71335" y="155943"/>
                  </a:lnTo>
                  <a:lnTo>
                    <a:pt x="77520" y="157899"/>
                  </a:lnTo>
                  <a:lnTo>
                    <a:pt x="83286" y="157441"/>
                  </a:lnTo>
                  <a:lnTo>
                    <a:pt x="89585" y="171665"/>
                  </a:lnTo>
                  <a:lnTo>
                    <a:pt x="111036" y="167970"/>
                  </a:lnTo>
                  <a:lnTo>
                    <a:pt x="112153" y="152844"/>
                  </a:lnTo>
                  <a:lnTo>
                    <a:pt x="123482" y="147154"/>
                  </a:lnTo>
                  <a:lnTo>
                    <a:pt x="136067" y="155346"/>
                  </a:lnTo>
                  <a:lnTo>
                    <a:pt x="152069" y="140614"/>
                  </a:lnTo>
                  <a:lnTo>
                    <a:pt x="145072" y="127901"/>
                  </a:lnTo>
                  <a:lnTo>
                    <a:pt x="150202" y="122059"/>
                  </a:lnTo>
                  <a:lnTo>
                    <a:pt x="151853" y="117043"/>
                  </a:lnTo>
                  <a:lnTo>
                    <a:pt x="165735" y="117208"/>
                  </a:lnTo>
                  <a:lnTo>
                    <a:pt x="171310" y="961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5391065" y="3166469"/>
              <a:ext cx="85725" cy="83185"/>
            </a:xfrm>
            <a:custGeom>
              <a:avLst/>
              <a:gdLst/>
              <a:ahLst/>
              <a:cxnLst/>
              <a:rect l="l" t="t" r="r" b="b"/>
              <a:pathLst>
                <a:path w="85725" h="83185">
                  <a:moveTo>
                    <a:pt x="38084" y="83066"/>
                  </a:moveTo>
                  <a:lnTo>
                    <a:pt x="21790" y="77906"/>
                  </a:lnTo>
                  <a:lnTo>
                    <a:pt x="9194" y="67456"/>
                  </a:lnTo>
                  <a:lnTo>
                    <a:pt x="1522" y="53210"/>
                  </a:lnTo>
                  <a:lnTo>
                    <a:pt x="0" y="36660"/>
                  </a:lnTo>
                  <a:lnTo>
                    <a:pt x="5206" y="20876"/>
                  </a:lnTo>
                  <a:lnTo>
                    <a:pt x="15885" y="8719"/>
                  </a:lnTo>
                  <a:lnTo>
                    <a:pt x="30509" y="1367"/>
                  </a:lnTo>
                  <a:lnTo>
                    <a:pt x="47547" y="0"/>
                  </a:lnTo>
                  <a:lnTo>
                    <a:pt x="55847" y="1760"/>
                  </a:lnTo>
                  <a:lnTo>
                    <a:pt x="84183" y="30141"/>
                  </a:lnTo>
                  <a:lnTo>
                    <a:pt x="85729" y="38171"/>
                  </a:lnTo>
                  <a:lnTo>
                    <a:pt x="85631" y="46406"/>
                  </a:lnTo>
                  <a:lnTo>
                    <a:pt x="80425" y="62190"/>
                  </a:lnTo>
                  <a:lnTo>
                    <a:pt x="69745" y="74347"/>
                  </a:lnTo>
                  <a:lnTo>
                    <a:pt x="55122" y="81699"/>
                  </a:lnTo>
                  <a:lnTo>
                    <a:pt x="38084" y="83066"/>
                  </a:lnTo>
                  <a:close/>
                </a:path>
              </a:pathLst>
            </a:custGeom>
            <a:solidFill>
              <a:srgbClr val="FACB4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5240845" y="3303384"/>
              <a:ext cx="611505" cy="603250"/>
            </a:xfrm>
            <a:custGeom>
              <a:avLst/>
              <a:gdLst/>
              <a:ahLst/>
              <a:cxnLst/>
              <a:rect l="l" t="t" r="r" b="b"/>
              <a:pathLst>
                <a:path w="611504" h="603250">
                  <a:moveTo>
                    <a:pt x="611378" y="304025"/>
                  </a:moveTo>
                  <a:lnTo>
                    <a:pt x="566026" y="285432"/>
                  </a:lnTo>
                  <a:lnTo>
                    <a:pt x="562914" y="254787"/>
                  </a:lnTo>
                  <a:lnTo>
                    <a:pt x="557999" y="239128"/>
                  </a:lnTo>
                  <a:lnTo>
                    <a:pt x="594042" y="210502"/>
                  </a:lnTo>
                  <a:lnTo>
                    <a:pt x="562368" y="140220"/>
                  </a:lnTo>
                  <a:lnTo>
                    <a:pt x="512064" y="149440"/>
                  </a:lnTo>
                  <a:lnTo>
                    <a:pt x="491172" y="124701"/>
                  </a:lnTo>
                  <a:lnTo>
                    <a:pt x="484644" y="119519"/>
                  </a:lnTo>
                  <a:lnTo>
                    <a:pt x="501510" y="70015"/>
                  </a:lnTo>
                  <a:lnTo>
                    <a:pt x="436714" y="28244"/>
                  </a:lnTo>
                  <a:lnTo>
                    <a:pt x="395846" y="66522"/>
                  </a:lnTo>
                  <a:lnTo>
                    <a:pt x="357111" y="55105"/>
                  </a:lnTo>
                  <a:lnTo>
                    <a:pt x="356603" y="55067"/>
                  </a:lnTo>
                  <a:lnTo>
                    <a:pt x="342849" y="0"/>
                  </a:lnTo>
                  <a:lnTo>
                    <a:pt x="265658" y="0"/>
                  </a:lnTo>
                  <a:lnTo>
                    <a:pt x="251625" y="56121"/>
                  </a:lnTo>
                  <a:lnTo>
                    <a:pt x="216890" y="65366"/>
                  </a:lnTo>
                  <a:lnTo>
                    <a:pt x="174917" y="26047"/>
                  </a:lnTo>
                  <a:lnTo>
                    <a:pt x="110109" y="67805"/>
                  </a:lnTo>
                  <a:lnTo>
                    <a:pt x="127508" y="118922"/>
                  </a:lnTo>
                  <a:lnTo>
                    <a:pt x="105079" y="140690"/>
                  </a:lnTo>
                  <a:lnTo>
                    <a:pt x="98425" y="149821"/>
                  </a:lnTo>
                  <a:lnTo>
                    <a:pt x="46050" y="140220"/>
                  </a:lnTo>
                  <a:lnTo>
                    <a:pt x="14376" y="210502"/>
                  </a:lnTo>
                  <a:lnTo>
                    <a:pt x="52692" y="240944"/>
                  </a:lnTo>
                  <a:lnTo>
                    <a:pt x="47612" y="258927"/>
                  </a:lnTo>
                  <a:lnTo>
                    <a:pt x="45161" y="285508"/>
                  </a:lnTo>
                  <a:lnTo>
                    <a:pt x="0" y="304025"/>
                  </a:lnTo>
                  <a:lnTo>
                    <a:pt x="11214" y="380403"/>
                  </a:lnTo>
                  <a:lnTo>
                    <a:pt x="57416" y="385076"/>
                  </a:lnTo>
                  <a:lnTo>
                    <a:pt x="59804" y="393471"/>
                  </a:lnTo>
                  <a:lnTo>
                    <a:pt x="78701" y="432130"/>
                  </a:lnTo>
                  <a:lnTo>
                    <a:pt x="51079" y="471538"/>
                  </a:lnTo>
                  <a:lnTo>
                    <a:pt x="101930" y="529526"/>
                  </a:lnTo>
                  <a:lnTo>
                    <a:pt x="147218" y="506552"/>
                  </a:lnTo>
                  <a:lnTo>
                    <a:pt x="173304" y="524421"/>
                  </a:lnTo>
                  <a:lnTo>
                    <a:pt x="183146" y="528967"/>
                  </a:lnTo>
                  <a:lnTo>
                    <a:pt x="181241" y="581418"/>
                  </a:lnTo>
                  <a:lnTo>
                    <a:pt x="255320" y="602691"/>
                  </a:lnTo>
                  <a:lnTo>
                    <a:pt x="281800" y="557098"/>
                  </a:lnTo>
                  <a:lnTo>
                    <a:pt x="305689" y="559168"/>
                  </a:lnTo>
                  <a:lnTo>
                    <a:pt x="327063" y="557326"/>
                  </a:lnTo>
                  <a:lnTo>
                    <a:pt x="353745" y="602881"/>
                  </a:lnTo>
                  <a:lnTo>
                    <a:pt x="427837" y="581215"/>
                  </a:lnTo>
                  <a:lnTo>
                    <a:pt x="425792" y="530085"/>
                  </a:lnTo>
                  <a:lnTo>
                    <a:pt x="438086" y="524421"/>
                  </a:lnTo>
                  <a:lnTo>
                    <a:pt x="466928" y="504647"/>
                  </a:lnTo>
                  <a:lnTo>
                    <a:pt x="510971" y="526719"/>
                  </a:lnTo>
                  <a:lnTo>
                    <a:pt x="561441" y="468337"/>
                  </a:lnTo>
                  <a:lnTo>
                    <a:pt x="533946" y="429514"/>
                  </a:lnTo>
                  <a:lnTo>
                    <a:pt x="551586" y="393471"/>
                  </a:lnTo>
                  <a:lnTo>
                    <a:pt x="553961" y="385076"/>
                  </a:lnTo>
                  <a:lnTo>
                    <a:pt x="600163" y="380403"/>
                  </a:lnTo>
                  <a:lnTo>
                    <a:pt x="611378" y="3040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5388238" y="3459780"/>
              <a:ext cx="306070" cy="297180"/>
            </a:xfrm>
            <a:custGeom>
              <a:avLst/>
              <a:gdLst/>
              <a:ahLst/>
              <a:cxnLst/>
              <a:rect l="l" t="t" r="r" b="b"/>
              <a:pathLst>
                <a:path w="306070" h="297179">
                  <a:moveTo>
                    <a:pt x="152804" y="296561"/>
                  </a:moveTo>
                  <a:lnTo>
                    <a:pt x="104506" y="289001"/>
                  </a:lnTo>
                  <a:lnTo>
                    <a:pt x="62560" y="267951"/>
                  </a:lnTo>
                  <a:lnTo>
                    <a:pt x="29482" y="235853"/>
                  </a:lnTo>
                  <a:lnTo>
                    <a:pt x="7790" y="195148"/>
                  </a:lnTo>
                  <a:lnTo>
                    <a:pt x="0" y="148280"/>
                  </a:lnTo>
                  <a:lnTo>
                    <a:pt x="7790" y="101412"/>
                  </a:lnTo>
                  <a:lnTo>
                    <a:pt x="29482" y="60708"/>
                  </a:lnTo>
                  <a:lnTo>
                    <a:pt x="62560" y="28609"/>
                  </a:lnTo>
                  <a:lnTo>
                    <a:pt x="104506" y="7559"/>
                  </a:lnTo>
                  <a:lnTo>
                    <a:pt x="152804" y="0"/>
                  </a:lnTo>
                  <a:lnTo>
                    <a:pt x="182755" y="2875"/>
                  </a:lnTo>
                  <a:lnTo>
                    <a:pt x="237581" y="24912"/>
                  </a:lnTo>
                  <a:lnTo>
                    <a:pt x="279937" y="66014"/>
                  </a:lnTo>
                  <a:lnTo>
                    <a:pt x="302647" y="119217"/>
                  </a:lnTo>
                  <a:lnTo>
                    <a:pt x="305610" y="148280"/>
                  </a:lnTo>
                  <a:lnTo>
                    <a:pt x="297820" y="195148"/>
                  </a:lnTo>
                  <a:lnTo>
                    <a:pt x="276127" y="235853"/>
                  </a:lnTo>
                  <a:lnTo>
                    <a:pt x="243049" y="267951"/>
                  </a:lnTo>
                  <a:lnTo>
                    <a:pt x="201103" y="289001"/>
                  </a:lnTo>
                  <a:lnTo>
                    <a:pt x="152804" y="296561"/>
                  </a:lnTo>
                  <a:close/>
                </a:path>
              </a:pathLst>
            </a:custGeom>
            <a:solidFill>
              <a:srgbClr val="FACB4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"/>
          <p:cNvSpPr txBox="1"/>
          <p:nvPr/>
        </p:nvSpPr>
        <p:spPr>
          <a:xfrm>
            <a:off x="972881" y="1478053"/>
            <a:ext cx="1296670" cy="288925"/>
          </a:xfrm>
          <a:prstGeom prst="rect">
            <a:avLst/>
          </a:prstGeom>
          <a:solidFill>
            <a:srgbClr val="D84437">
              <a:alpha val="10769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App:</a:t>
            </a:r>
            <a:r>
              <a:rPr dirty="0" sz="1400" spc="-50">
                <a:latin typeface="Roboto"/>
                <a:cs typeface="Roboto"/>
              </a:rPr>
              <a:t> </a:t>
            </a:r>
            <a:r>
              <a:rPr dirty="0" sz="1400" spc="-10">
                <a:latin typeface="Roboto"/>
                <a:cs typeface="Roboto"/>
              </a:rPr>
              <a:t>MyApp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7" name="object 47" descr=""/>
          <p:cNvSpPr/>
          <p:nvPr/>
        </p:nvSpPr>
        <p:spPr>
          <a:xfrm>
            <a:off x="2269334" y="1532707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4" h="161925">
                <a:moveTo>
                  <a:pt x="0" y="161327"/>
                </a:moveTo>
                <a:lnTo>
                  <a:pt x="0" y="0"/>
                </a:lnTo>
                <a:lnTo>
                  <a:pt x="105599" y="77101"/>
                </a:lnTo>
                <a:lnTo>
                  <a:pt x="0" y="161327"/>
                </a:lnTo>
                <a:close/>
              </a:path>
            </a:pathLst>
          </a:custGeom>
          <a:solidFill>
            <a:srgbClr val="D84437">
              <a:alpha val="1076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 txBox="1"/>
          <p:nvPr/>
        </p:nvSpPr>
        <p:spPr>
          <a:xfrm>
            <a:off x="972881" y="1805636"/>
            <a:ext cx="1296670" cy="288925"/>
          </a:xfrm>
          <a:prstGeom prst="rect">
            <a:avLst/>
          </a:prstGeom>
          <a:solidFill>
            <a:srgbClr val="7ACEA9">
              <a:alpha val="43078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Phase:</a:t>
            </a:r>
            <a:r>
              <a:rPr dirty="0" sz="1400" spc="-75">
                <a:latin typeface="Roboto"/>
                <a:cs typeface="Roboto"/>
              </a:rPr>
              <a:t> </a:t>
            </a:r>
            <a:r>
              <a:rPr dirty="0" sz="1400" spc="-20">
                <a:latin typeface="Roboto"/>
                <a:cs typeface="Roboto"/>
              </a:rPr>
              <a:t>prod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9" name="object 49" descr=""/>
          <p:cNvSpPr/>
          <p:nvPr/>
        </p:nvSpPr>
        <p:spPr>
          <a:xfrm>
            <a:off x="2269334" y="1872379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4" h="161925">
                <a:moveTo>
                  <a:pt x="0" y="161327"/>
                </a:moveTo>
                <a:lnTo>
                  <a:pt x="0" y="0"/>
                </a:lnTo>
                <a:lnTo>
                  <a:pt x="105599" y="77101"/>
                </a:lnTo>
                <a:lnTo>
                  <a:pt x="0" y="161327"/>
                </a:lnTo>
                <a:close/>
              </a:path>
            </a:pathLst>
          </a:custGeom>
          <a:solidFill>
            <a:srgbClr val="7ACEA9">
              <a:alpha val="4307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 descr=""/>
          <p:cNvSpPr txBox="1"/>
          <p:nvPr/>
        </p:nvSpPr>
        <p:spPr>
          <a:xfrm>
            <a:off x="972881" y="2137065"/>
            <a:ext cx="1296670" cy="288925"/>
          </a:xfrm>
          <a:prstGeom prst="rect">
            <a:avLst/>
          </a:prstGeom>
          <a:solidFill>
            <a:srgbClr val="A0C3FF">
              <a:alpha val="50000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Role:</a:t>
            </a:r>
            <a:r>
              <a:rPr dirty="0" sz="1400" spc="-25">
                <a:latin typeface="Roboto"/>
                <a:cs typeface="Roboto"/>
              </a:rPr>
              <a:t> FE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1" name="object 51" descr=""/>
          <p:cNvSpPr/>
          <p:nvPr/>
        </p:nvSpPr>
        <p:spPr>
          <a:xfrm>
            <a:off x="2269334" y="2191719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4" h="161925">
                <a:moveTo>
                  <a:pt x="0" y="161327"/>
                </a:moveTo>
                <a:lnTo>
                  <a:pt x="0" y="0"/>
                </a:lnTo>
                <a:lnTo>
                  <a:pt x="105599" y="77101"/>
                </a:lnTo>
                <a:lnTo>
                  <a:pt x="0" y="161327"/>
                </a:lnTo>
                <a:close/>
              </a:path>
            </a:pathLst>
          </a:custGeom>
          <a:solidFill>
            <a:srgbClr val="A0C3FF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2" name="object 5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460213" y="1498182"/>
            <a:ext cx="244486" cy="244065"/>
          </a:xfrm>
          <a:prstGeom prst="rect">
            <a:avLst/>
          </a:prstGeom>
        </p:spPr>
      </p:pic>
      <p:pic>
        <p:nvPicPr>
          <p:cNvPr id="53" name="object 53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460415" y="2157197"/>
            <a:ext cx="244518" cy="244060"/>
          </a:xfrm>
          <a:prstGeom prst="rect">
            <a:avLst/>
          </a:prstGeom>
        </p:spPr>
      </p:pic>
      <p:pic>
        <p:nvPicPr>
          <p:cNvPr id="54" name="object 54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460415" y="1825768"/>
            <a:ext cx="244518" cy="244060"/>
          </a:xfrm>
          <a:prstGeom prst="rect">
            <a:avLst/>
          </a:prstGeom>
        </p:spPr>
      </p:pic>
      <p:sp>
        <p:nvSpPr>
          <p:cNvPr id="55" name="object 55" descr=""/>
          <p:cNvSpPr txBox="1"/>
          <p:nvPr/>
        </p:nvSpPr>
        <p:spPr>
          <a:xfrm>
            <a:off x="972871" y="2956658"/>
            <a:ext cx="1296670" cy="288925"/>
          </a:xfrm>
          <a:prstGeom prst="rect">
            <a:avLst/>
          </a:prstGeom>
          <a:solidFill>
            <a:srgbClr val="D84437">
              <a:alpha val="10769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App:</a:t>
            </a:r>
            <a:r>
              <a:rPr dirty="0" sz="1400" spc="-50">
                <a:latin typeface="Roboto"/>
                <a:cs typeface="Roboto"/>
              </a:rPr>
              <a:t> </a:t>
            </a:r>
            <a:r>
              <a:rPr dirty="0" sz="1400" spc="-10">
                <a:latin typeface="Roboto"/>
                <a:cs typeface="Roboto"/>
              </a:rPr>
              <a:t>MyApp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6" name="object 56" descr=""/>
          <p:cNvSpPr/>
          <p:nvPr/>
        </p:nvSpPr>
        <p:spPr>
          <a:xfrm>
            <a:off x="2269324" y="3011313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4" h="161925">
                <a:moveTo>
                  <a:pt x="0" y="161327"/>
                </a:moveTo>
                <a:lnTo>
                  <a:pt x="0" y="0"/>
                </a:lnTo>
                <a:lnTo>
                  <a:pt x="105599" y="77101"/>
                </a:lnTo>
                <a:lnTo>
                  <a:pt x="0" y="161327"/>
                </a:lnTo>
                <a:close/>
              </a:path>
            </a:pathLst>
          </a:custGeom>
          <a:solidFill>
            <a:srgbClr val="D84437">
              <a:alpha val="1076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 descr=""/>
          <p:cNvSpPr txBox="1"/>
          <p:nvPr/>
        </p:nvSpPr>
        <p:spPr>
          <a:xfrm>
            <a:off x="972871" y="3284242"/>
            <a:ext cx="1296670" cy="288925"/>
          </a:xfrm>
          <a:prstGeom prst="rect">
            <a:avLst/>
          </a:prstGeom>
          <a:solidFill>
            <a:srgbClr val="7ACEA9">
              <a:alpha val="43078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Phase:</a:t>
            </a:r>
            <a:r>
              <a:rPr dirty="0" sz="1400" spc="-75">
                <a:latin typeface="Roboto"/>
                <a:cs typeface="Roboto"/>
              </a:rPr>
              <a:t> </a:t>
            </a:r>
            <a:r>
              <a:rPr dirty="0" sz="1400" spc="-20">
                <a:latin typeface="Roboto"/>
                <a:cs typeface="Roboto"/>
              </a:rPr>
              <a:t>test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8" name="object 58" descr=""/>
          <p:cNvSpPr/>
          <p:nvPr/>
        </p:nvSpPr>
        <p:spPr>
          <a:xfrm>
            <a:off x="2269324" y="3350985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4" h="161925">
                <a:moveTo>
                  <a:pt x="0" y="161327"/>
                </a:moveTo>
                <a:lnTo>
                  <a:pt x="0" y="0"/>
                </a:lnTo>
                <a:lnTo>
                  <a:pt x="105599" y="77101"/>
                </a:lnTo>
                <a:lnTo>
                  <a:pt x="0" y="161327"/>
                </a:lnTo>
                <a:close/>
              </a:path>
            </a:pathLst>
          </a:custGeom>
          <a:solidFill>
            <a:srgbClr val="7ACEA9">
              <a:alpha val="4307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 txBox="1"/>
          <p:nvPr/>
        </p:nvSpPr>
        <p:spPr>
          <a:xfrm>
            <a:off x="972871" y="3615671"/>
            <a:ext cx="1296670" cy="288925"/>
          </a:xfrm>
          <a:prstGeom prst="rect">
            <a:avLst/>
          </a:prstGeom>
          <a:solidFill>
            <a:srgbClr val="A0C3FF">
              <a:alpha val="50000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Role:</a:t>
            </a:r>
            <a:r>
              <a:rPr dirty="0" sz="1400" spc="-25">
                <a:latin typeface="Roboto"/>
                <a:cs typeface="Roboto"/>
              </a:rPr>
              <a:t> FE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0" name="object 60" descr=""/>
          <p:cNvSpPr/>
          <p:nvPr/>
        </p:nvSpPr>
        <p:spPr>
          <a:xfrm>
            <a:off x="2269324" y="3670325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4" h="161925">
                <a:moveTo>
                  <a:pt x="0" y="161327"/>
                </a:moveTo>
                <a:lnTo>
                  <a:pt x="0" y="0"/>
                </a:lnTo>
                <a:lnTo>
                  <a:pt x="105599" y="77101"/>
                </a:lnTo>
                <a:lnTo>
                  <a:pt x="0" y="161327"/>
                </a:lnTo>
                <a:close/>
              </a:path>
            </a:pathLst>
          </a:custGeom>
          <a:solidFill>
            <a:srgbClr val="A0C3FF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1" name="object 6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460204" y="2976788"/>
            <a:ext cx="244486" cy="244065"/>
          </a:xfrm>
          <a:prstGeom prst="rect">
            <a:avLst/>
          </a:prstGeom>
        </p:spPr>
      </p:pic>
      <p:pic>
        <p:nvPicPr>
          <p:cNvPr id="62" name="object 62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460406" y="3635803"/>
            <a:ext cx="244518" cy="244060"/>
          </a:xfrm>
          <a:prstGeom prst="rect">
            <a:avLst/>
          </a:prstGeom>
        </p:spPr>
      </p:pic>
      <p:pic>
        <p:nvPicPr>
          <p:cNvPr id="63" name="object 63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460406" y="3304374"/>
            <a:ext cx="244518" cy="244060"/>
          </a:xfrm>
          <a:prstGeom prst="rect">
            <a:avLst/>
          </a:prstGeom>
        </p:spPr>
      </p:pic>
      <p:pic>
        <p:nvPicPr>
          <p:cNvPr id="64" name="object 64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439099" y="1458938"/>
            <a:ext cx="244486" cy="244065"/>
          </a:xfrm>
          <a:prstGeom prst="rect">
            <a:avLst/>
          </a:prstGeom>
        </p:spPr>
      </p:pic>
      <p:pic>
        <p:nvPicPr>
          <p:cNvPr id="65" name="object 65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439301" y="2117953"/>
            <a:ext cx="244517" cy="244060"/>
          </a:xfrm>
          <a:prstGeom prst="rect">
            <a:avLst/>
          </a:prstGeom>
        </p:spPr>
      </p:pic>
      <p:pic>
        <p:nvPicPr>
          <p:cNvPr id="66" name="object 66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439301" y="1786524"/>
            <a:ext cx="244517" cy="244060"/>
          </a:xfrm>
          <a:prstGeom prst="rect">
            <a:avLst/>
          </a:prstGeom>
        </p:spPr>
      </p:pic>
      <p:pic>
        <p:nvPicPr>
          <p:cNvPr id="67" name="object 67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439090" y="2931534"/>
            <a:ext cx="244486" cy="244065"/>
          </a:xfrm>
          <a:prstGeom prst="rect">
            <a:avLst/>
          </a:prstGeom>
        </p:spPr>
      </p:pic>
      <p:pic>
        <p:nvPicPr>
          <p:cNvPr id="68" name="object 68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439292" y="3590549"/>
            <a:ext cx="244518" cy="244060"/>
          </a:xfrm>
          <a:prstGeom prst="rect">
            <a:avLst/>
          </a:prstGeom>
        </p:spPr>
      </p:pic>
      <p:pic>
        <p:nvPicPr>
          <p:cNvPr id="69" name="object 69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439292" y="3259120"/>
            <a:ext cx="244518" cy="244060"/>
          </a:xfrm>
          <a:prstGeom prst="rect">
            <a:avLst/>
          </a:prstGeom>
        </p:spPr>
      </p:pic>
      <p:sp>
        <p:nvSpPr>
          <p:cNvPr id="70" name="object 70" descr=""/>
          <p:cNvSpPr txBox="1"/>
          <p:nvPr/>
        </p:nvSpPr>
        <p:spPr>
          <a:xfrm>
            <a:off x="6873580" y="1436822"/>
            <a:ext cx="1296670" cy="288290"/>
          </a:xfrm>
          <a:prstGeom prst="rect">
            <a:avLst/>
          </a:prstGeom>
          <a:solidFill>
            <a:srgbClr val="D84437">
              <a:alpha val="10769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App:</a:t>
            </a:r>
            <a:r>
              <a:rPr dirty="0" sz="1400" spc="-50">
                <a:latin typeface="Roboto"/>
                <a:cs typeface="Roboto"/>
              </a:rPr>
              <a:t> </a:t>
            </a:r>
            <a:r>
              <a:rPr dirty="0" sz="1400" spc="-10">
                <a:latin typeface="Roboto"/>
                <a:cs typeface="Roboto"/>
              </a:rPr>
              <a:t>MyApp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1" name="object 71" descr=""/>
          <p:cNvSpPr/>
          <p:nvPr/>
        </p:nvSpPr>
        <p:spPr>
          <a:xfrm>
            <a:off x="6768034" y="1491475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5" h="161925">
                <a:moveTo>
                  <a:pt x="105595" y="161322"/>
                </a:moveTo>
                <a:lnTo>
                  <a:pt x="0" y="77099"/>
                </a:lnTo>
                <a:lnTo>
                  <a:pt x="105595" y="0"/>
                </a:lnTo>
                <a:lnTo>
                  <a:pt x="105595" y="161322"/>
                </a:lnTo>
                <a:close/>
              </a:path>
            </a:pathLst>
          </a:custGeom>
          <a:solidFill>
            <a:srgbClr val="D84437">
              <a:alpha val="1076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 descr=""/>
          <p:cNvSpPr txBox="1"/>
          <p:nvPr/>
        </p:nvSpPr>
        <p:spPr>
          <a:xfrm>
            <a:off x="6873580" y="1764406"/>
            <a:ext cx="1296670" cy="288290"/>
          </a:xfrm>
          <a:prstGeom prst="rect">
            <a:avLst/>
          </a:prstGeom>
          <a:solidFill>
            <a:srgbClr val="7ACEA9">
              <a:alpha val="43078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Phase:</a:t>
            </a:r>
            <a:r>
              <a:rPr dirty="0" sz="1400" spc="-75">
                <a:latin typeface="Roboto"/>
                <a:cs typeface="Roboto"/>
              </a:rPr>
              <a:t> </a:t>
            </a:r>
            <a:r>
              <a:rPr dirty="0" sz="1400" spc="-20">
                <a:latin typeface="Roboto"/>
                <a:cs typeface="Roboto"/>
              </a:rPr>
              <a:t>prod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3" name="object 73" descr=""/>
          <p:cNvSpPr/>
          <p:nvPr/>
        </p:nvSpPr>
        <p:spPr>
          <a:xfrm>
            <a:off x="6768034" y="1831147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5" h="161925">
                <a:moveTo>
                  <a:pt x="105595" y="161322"/>
                </a:moveTo>
                <a:lnTo>
                  <a:pt x="0" y="77098"/>
                </a:lnTo>
                <a:lnTo>
                  <a:pt x="105595" y="0"/>
                </a:lnTo>
                <a:lnTo>
                  <a:pt x="105595" y="161322"/>
                </a:lnTo>
                <a:close/>
              </a:path>
            </a:pathLst>
          </a:custGeom>
          <a:solidFill>
            <a:srgbClr val="7ACEA9">
              <a:alpha val="4307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 txBox="1"/>
          <p:nvPr/>
        </p:nvSpPr>
        <p:spPr>
          <a:xfrm>
            <a:off x="6873580" y="2095834"/>
            <a:ext cx="1296670" cy="288290"/>
          </a:xfrm>
          <a:prstGeom prst="rect">
            <a:avLst/>
          </a:prstGeom>
          <a:solidFill>
            <a:srgbClr val="A0C3FF">
              <a:alpha val="50000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Role:</a:t>
            </a:r>
            <a:r>
              <a:rPr dirty="0" sz="1400" spc="-25">
                <a:latin typeface="Roboto"/>
                <a:cs typeface="Roboto"/>
              </a:rPr>
              <a:t> BE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5" name="object 75" descr=""/>
          <p:cNvSpPr/>
          <p:nvPr/>
        </p:nvSpPr>
        <p:spPr>
          <a:xfrm>
            <a:off x="6768034" y="2150487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5" h="161925">
                <a:moveTo>
                  <a:pt x="105595" y="161322"/>
                </a:moveTo>
                <a:lnTo>
                  <a:pt x="0" y="77098"/>
                </a:lnTo>
                <a:lnTo>
                  <a:pt x="105595" y="0"/>
                </a:lnTo>
                <a:lnTo>
                  <a:pt x="105595" y="161322"/>
                </a:lnTo>
                <a:close/>
              </a:path>
            </a:pathLst>
          </a:custGeom>
          <a:solidFill>
            <a:srgbClr val="A0C3FF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 descr=""/>
          <p:cNvSpPr txBox="1"/>
          <p:nvPr/>
        </p:nvSpPr>
        <p:spPr>
          <a:xfrm>
            <a:off x="6873580" y="2909418"/>
            <a:ext cx="1296670" cy="288290"/>
          </a:xfrm>
          <a:prstGeom prst="rect">
            <a:avLst/>
          </a:prstGeom>
          <a:solidFill>
            <a:srgbClr val="D84437">
              <a:alpha val="10769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App:</a:t>
            </a:r>
            <a:r>
              <a:rPr dirty="0" sz="1400" spc="-50">
                <a:latin typeface="Roboto"/>
                <a:cs typeface="Roboto"/>
              </a:rPr>
              <a:t> </a:t>
            </a:r>
            <a:r>
              <a:rPr dirty="0" sz="1400" spc="-10">
                <a:latin typeface="Roboto"/>
                <a:cs typeface="Roboto"/>
              </a:rPr>
              <a:t>MyApp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7" name="object 77" descr=""/>
          <p:cNvSpPr/>
          <p:nvPr/>
        </p:nvSpPr>
        <p:spPr>
          <a:xfrm>
            <a:off x="6768034" y="2964071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5" h="161925">
                <a:moveTo>
                  <a:pt x="105595" y="161322"/>
                </a:moveTo>
                <a:lnTo>
                  <a:pt x="0" y="77098"/>
                </a:lnTo>
                <a:lnTo>
                  <a:pt x="105595" y="0"/>
                </a:lnTo>
                <a:lnTo>
                  <a:pt x="105595" y="161322"/>
                </a:lnTo>
                <a:close/>
              </a:path>
            </a:pathLst>
          </a:custGeom>
          <a:solidFill>
            <a:srgbClr val="D84437">
              <a:alpha val="1076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 descr=""/>
          <p:cNvSpPr txBox="1"/>
          <p:nvPr/>
        </p:nvSpPr>
        <p:spPr>
          <a:xfrm>
            <a:off x="6873580" y="3237002"/>
            <a:ext cx="1296670" cy="288290"/>
          </a:xfrm>
          <a:prstGeom prst="rect">
            <a:avLst/>
          </a:prstGeom>
          <a:solidFill>
            <a:srgbClr val="7ACEA9">
              <a:alpha val="43078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Phase:</a:t>
            </a:r>
            <a:r>
              <a:rPr dirty="0" sz="1400" spc="-75">
                <a:latin typeface="Roboto"/>
                <a:cs typeface="Roboto"/>
              </a:rPr>
              <a:t> </a:t>
            </a:r>
            <a:r>
              <a:rPr dirty="0" sz="1400" spc="-20">
                <a:latin typeface="Roboto"/>
                <a:cs typeface="Roboto"/>
              </a:rPr>
              <a:t>test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9" name="object 79" descr=""/>
          <p:cNvSpPr/>
          <p:nvPr/>
        </p:nvSpPr>
        <p:spPr>
          <a:xfrm>
            <a:off x="6768034" y="3303743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5" h="161925">
                <a:moveTo>
                  <a:pt x="105595" y="161322"/>
                </a:moveTo>
                <a:lnTo>
                  <a:pt x="0" y="77099"/>
                </a:lnTo>
                <a:lnTo>
                  <a:pt x="105595" y="0"/>
                </a:lnTo>
                <a:lnTo>
                  <a:pt x="105595" y="161322"/>
                </a:lnTo>
                <a:close/>
              </a:path>
            </a:pathLst>
          </a:custGeom>
          <a:solidFill>
            <a:srgbClr val="7ACEA9">
              <a:alpha val="4307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 descr=""/>
          <p:cNvSpPr txBox="1"/>
          <p:nvPr/>
        </p:nvSpPr>
        <p:spPr>
          <a:xfrm>
            <a:off x="6873580" y="3568430"/>
            <a:ext cx="1296670" cy="288290"/>
          </a:xfrm>
          <a:prstGeom prst="rect">
            <a:avLst/>
          </a:prstGeom>
          <a:solidFill>
            <a:srgbClr val="A0C3FF">
              <a:alpha val="50000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Role:</a:t>
            </a:r>
            <a:r>
              <a:rPr dirty="0" sz="1400" spc="-25">
                <a:latin typeface="Roboto"/>
                <a:cs typeface="Roboto"/>
              </a:rPr>
              <a:t> BE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1" name="object 81" descr=""/>
          <p:cNvSpPr/>
          <p:nvPr/>
        </p:nvSpPr>
        <p:spPr>
          <a:xfrm>
            <a:off x="6768034" y="3623083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5" h="161925">
                <a:moveTo>
                  <a:pt x="105595" y="161322"/>
                </a:moveTo>
                <a:lnTo>
                  <a:pt x="0" y="77098"/>
                </a:lnTo>
                <a:lnTo>
                  <a:pt x="105595" y="0"/>
                </a:lnTo>
                <a:lnTo>
                  <a:pt x="105595" y="161322"/>
                </a:lnTo>
                <a:close/>
              </a:path>
            </a:pathLst>
          </a:custGeom>
          <a:solidFill>
            <a:srgbClr val="A0C3FF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Selectors</a:t>
            </a:r>
          </a:p>
        </p:txBody>
      </p:sp>
      <p:sp>
        <p:nvSpPr>
          <p:cNvPr id="84" name="object 8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83" name="object 83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0204" y="1081218"/>
            <a:ext cx="4223615" cy="3083099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72881" y="1478053"/>
            <a:ext cx="1296670" cy="288925"/>
          </a:xfrm>
          <a:prstGeom prst="rect">
            <a:avLst/>
          </a:prstGeom>
          <a:solidFill>
            <a:srgbClr val="D84437">
              <a:alpha val="10769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App:</a:t>
            </a:r>
            <a:r>
              <a:rPr dirty="0" sz="1400" spc="-50">
                <a:latin typeface="Roboto"/>
                <a:cs typeface="Roboto"/>
              </a:rPr>
              <a:t> </a:t>
            </a:r>
            <a:r>
              <a:rPr dirty="0" sz="1400" spc="-10">
                <a:latin typeface="Roboto"/>
                <a:cs typeface="Roboto"/>
              </a:rPr>
              <a:t>MyApp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269334" y="1532707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4" h="161925">
                <a:moveTo>
                  <a:pt x="0" y="161327"/>
                </a:moveTo>
                <a:lnTo>
                  <a:pt x="0" y="0"/>
                </a:lnTo>
                <a:lnTo>
                  <a:pt x="105599" y="77101"/>
                </a:lnTo>
                <a:lnTo>
                  <a:pt x="0" y="161327"/>
                </a:lnTo>
                <a:close/>
              </a:path>
            </a:pathLst>
          </a:custGeom>
          <a:solidFill>
            <a:srgbClr val="D84437">
              <a:alpha val="1076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972881" y="1805636"/>
            <a:ext cx="1296670" cy="288925"/>
          </a:xfrm>
          <a:prstGeom prst="rect">
            <a:avLst/>
          </a:prstGeom>
          <a:solidFill>
            <a:srgbClr val="7ACEA9">
              <a:alpha val="43078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Phase:</a:t>
            </a:r>
            <a:r>
              <a:rPr dirty="0" sz="1400" spc="-75">
                <a:latin typeface="Roboto"/>
                <a:cs typeface="Roboto"/>
              </a:rPr>
              <a:t> </a:t>
            </a:r>
            <a:r>
              <a:rPr dirty="0" sz="1400" spc="-20">
                <a:latin typeface="Roboto"/>
                <a:cs typeface="Roboto"/>
              </a:rPr>
              <a:t>prod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2269334" y="1872379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4" h="161925">
                <a:moveTo>
                  <a:pt x="0" y="161327"/>
                </a:moveTo>
                <a:lnTo>
                  <a:pt x="0" y="0"/>
                </a:lnTo>
                <a:lnTo>
                  <a:pt x="105599" y="77101"/>
                </a:lnTo>
                <a:lnTo>
                  <a:pt x="0" y="161327"/>
                </a:lnTo>
                <a:close/>
              </a:path>
            </a:pathLst>
          </a:custGeom>
          <a:solidFill>
            <a:srgbClr val="7ACEA9">
              <a:alpha val="4307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972881" y="2137065"/>
            <a:ext cx="1296670" cy="288925"/>
          </a:xfrm>
          <a:prstGeom prst="rect">
            <a:avLst/>
          </a:prstGeom>
          <a:solidFill>
            <a:srgbClr val="A0C3FF">
              <a:alpha val="50000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Role:</a:t>
            </a:r>
            <a:r>
              <a:rPr dirty="0" sz="1400" spc="-25">
                <a:latin typeface="Roboto"/>
                <a:cs typeface="Roboto"/>
              </a:rPr>
              <a:t> FE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2269334" y="2191719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4" h="161925">
                <a:moveTo>
                  <a:pt x="0" y="161327"/>
                </a:moveTo>
                <a:lnTo>
                  <a:pt x="0" y="0"/>
                </a:lnTo>
                <a:lnTo>
                  <a:pt x="105599" y="77101"/>
                </a:lnTo>
                <a:lnTo>
                  <a:pt x="0" y="161327"/>
                </a:lnTo>
                <a:close/>
              </a:path>
            </a:pathLst>
          </a:custGeom>
          <a:solidFill>
            <a:srgbClr val="A0C3FF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972871" y="2956658"/>
            <a:ext cx="1296670" cy="288925"/>
          </a:xfrm>
          <a:prstGeom prst="rect">
            <a:avLst/>
          </a:prstGeom>
          <a:solidFill>
            <a:srgbClr val="D84437">
              <a:alpha val="10769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App:</a:t>
            </a:r>
            <a:r>
              <a:rPr dirty="0" sz="1400" spc="-50">
                <a:latin typeface="Roboto"/>
                <a:cs typeface="Roboto"/>
              </a:rPr>
              <a:t> </a:t>
            </a:r>
            <a:r>
              <a:rPr dirty="0" sz="1400" spc="-10">
                <a:latin typeface="Roboto"/>
                <a:cs typeface="Roboto"/>
              </a:rPr>
              <a:t>MyApp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2269324" y="3011313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4" h="161925">
                <a:moveTo>
                  <a:pt x="0" y="161327"/>
                </a:moveTo>
                <a:lnTo>
                  <a:pt x="0" y="0"/>
                </a:lnTo>
                <a:lnTo>
                  <a:pt x="105599" y="77101"/>
                </a:lnTo>
                <a:lnTo>
                  <a:pt x="0" y="161327"/>
                </a:lnTo>
                <a:close/>
              </a:path>
            </a:pathLst>
          </a:custGeom>
          <a:solidFill>
            <a:srgbClr val="D84437">
              <a:alpha val="1076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972871" y="3284242"/>
            <a:ext cx="1296670" cy="288925"/>
          </a:xfrm>
          <a:prstGeom prst="rect">
            <a:avLst/>
          </a:prstGeom>
          <a:solidFill>
            <a:srgbClr val="7ACEA9">
              <a:alpha val="43078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Phase:</a:t>
            </a:r>
            <a:r>
              <a:rPr dirty="0" sz="1400" spc="-75">
                <a:latin typeface="Roboto"/>
                <a:cs typeface="Roboto"/>
              </a:rPr>
              <a:t> </a:t>
            </a:r>
            <a:r>
              <a:rPr dirty="0" sz="1400" spc="-20">
                <a:latin typeface="Roboto"/>
                <a:cs typeface="Roboto"/>
              </a:rPr>
              <a:t>test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2269324" y="3350985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4" h="161925">
                <a:moveTo>
                  <a:pt x="0" y="161327"/>
                </a:moveTo>
                <a:lnTo>
                  <a:pt x="0" y="0"/>
                </a:lnTo>
                <a:lnTo>
                  <a:pt x="105599" y="77101"/>
                </a:lnTo>
                <a:lnTo>
                  <a:pt x="0" y="161327"/>
                </a:lnTo>
                <a:close/>
              </a:path>
            </a:pathLst>
          </a:custGeom>
          <a:solidFill>
            <a:srgbClr val="7ACEA9">
              <a:alpha val="4307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972871" y="3615671"/>
            <a:ext cx="1296670" cy="288925"/>
          </a:xfrm>
          <a:prstGeom prst="rect">
            <a:avLst/>
          </a:prstGeom>
          <a:solidFill>
            <a:srgbClr val="A0C3FF">
              <a:alpha val="50000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Role:</a:t>
            </a:r>
            <a:r>
              <a:rPr dirty="0" sz="1400" spc="-25">
                <a:latin typeface="Roboto"/>
                <a:cs typeface="Roboto"/>
              </a:rPr>
              <a:t> FE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2269324" y="3670325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4" h="161925">
                <a:moveTo>
                  <a:pt x="0" y="161327"/>
                </a:moveTo>
                <a:lnTo>
                  <a:pt x="0" y="0"/>
                </a:lnTo>
                <a:lnTo>
                  <a:pt x="105599" y="77101"/>
                </a:lnTo>
                <a:lnTo>
                  <a:pt x="0" y="161327"/>
                </a:lnTo>
                <a:close/>
              </a:path>
            </a:pathLst>
          </a:custGeom>
          <a:solidFill>
            <a:srgbClr val="A0C3FF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6873580" y="1436822"/>
            <a:ext cx="1296670" cy="288290"/>
          </a:xfrm>
          <a:prstGeom prst="rect">
            <a:avLst/>
          </a:prstGeom>
          <a:solidFill>
            <a:srgbClr val="D84437">
              <a:alpha val="10769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App:</a:t>
            </a:r>
            <a:r>
              <a:rPr dirty="0" sz="1400" spc="-50">
                <a:latin typeface="Roboto"/>
                <a:cs typeface="Roboto"/>
              </a:rPr>
              <a:t> </a:t>
            </a:r>
            <a:r>
              <a:rPr dirty="0" sz="1400" spc="-10">
                <a:latin typeface="Roboto"/>
                <a:cs typeface="Roboto"/>
              </a:rPr>
              <a:t>MyApp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6768034" y="1491475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5" h="161925">
                <a:moveTo>
                  <a:pt x="105595" y="161322"/>
                </a:moveTo>
                <a:lnTo>
                  <a:pt x="0" y="77099"/>
                </a:lnTo>
                <a:lnTo>
                  <a:pt x="105595" y="0"/>
                </a:lnTo>
                <a:lnTo>
                  <a:pt x="105595" y="161322"/>
                </a:lnTo>
                <a:close/>
              </a:path>
            </a:pathLst>
          </a:custGeom>
          <a:solidFill>
            <a:srgbClr val="D84437">
              <a:alpha val="1076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6873580" y="1764406"/>
            <a:ext cx="1296670" cy="288290"/>
          </a:xfrm>
          <a:prstGeom prst="rect">
            <a:avLst/>
          </a:prstGeom>
          <a:solidFill>
            <a:srgbClr val="7ACEA9">
              <a:alpha val="43078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Phase:</a:t>
            </a:r>
            <a:r>
              <a:rPr dirty="0" sz="1400" spc="-75">
                <a:latin typeface="Roboto"/>
                <a:cs typeface="Roboto"/>
              </a:rPr>
              <a:t> </a:t>
            </a:r>
            <a:r>
              <a:rPr dirty="0" sz="1400" spc="-20">
                <a:latin typeface="Roboto"/>
                <a:cs typeface="Roboto"/>
              </a:rPr>
              <a:t>prod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6768034" y="1831147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5" h="161925">
                <a:moveTo>
                  <a:pt x="105595" y="161322"/>
                </a:moveTo>
                <a:lnTo>
                  <a:pt x="0" y="77098"/>
                </a:lnTo>
                <a:lnTo>
                  <a:pt x="105595" y="0"/>
                </a:lnTo>
                <a:lnTo>
                  <a:pt x="105595" y="161322"/>
                </a:lnTo>
                <a:close/>
              </a:path>
            </a:pathLst>
          </a:custGeom>
          <a:solidFill>
            <a:srgbClr val="7ACEA9">
              <a:alpha val="4307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6873580" y="2095834"/>
            <a:ext cx="1296670" cy="288290"/>
          </a:xfrm>
          <a:prstGeom prst="rect">
            <a:avLst/>
          </a:prstGeom>
          <a:solidFill>
            <a:srgbClr val="A0C3FF">
              <a:alpha val="50000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Role:</a:t>
            </a:r>
            <a:r>
              <a:rPr dirty="0" sz="1400" spc="-25">
                <a:latin typeface="Roboto"/>
                <a:cs typeface="Roboto"/>
              </a:rPr>
              <a:t> BE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6768034" y="2150487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5" h="161925">
                <a:moveTo>
                  <a:pt x="105595" y="161322"/>
                </a:moveTo>
                <a:lnTo>
                  <a:pt x="0" y="77098"/>
                </a:lnTo>
                <a:lnTo>
                  <a:pt x="105595" y="0"/>
                </a:lnTo>
                <a:lnTo>
                  <a:pt x="105595" y="161322"/>
                </a:lnTo>
                <a:close/>
              </a:path>
            </a:pathLst>
          </a:custGeom>
          <a:solidFill>
            <a:srgbClr val="A0C3FF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6873580" y="2909418"/>
            <a:ext cx="1296670" cy="288290"/>
          </a:xfrm>
          <a:prstGeom prst="rect">
            <a:avLst/>
          </a:prstGeom>
          <a:solidFill>
            <a:srgbClr val="D84437">
              <a:alpha val="10769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App:</a:t>
            </a:r>
            <a:r>
              <a:rPr dirty="0" sz="1400" spc="-50">
                <a:latin typeface="Roboto"/>
                <a:cs typeface="Roboto"/>
              </a:rPr>
              <a:t> </a:t>
            </a:r>
            <a:r>
              <a:rPr dirty="0" sz="1400" spc="-10">
                <a:latin typeface="Roboto"/>
                <a:cs typeface="Roboto"/>
              </a:rPr>
              <a:t>MyApp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6768034" y="2964071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5" h="161925">
                <a:moveTo>
                  <a:pt x="105595" y="161322"/>
                </a:moveTo>
                <a:lnTo>
                  <a:pt x="0" y="77098"/>
                </a:lnTo>
                <a:lnTo>
                  <a:pt x="105595" y="0"/>
                </a:lnTo>
                <a:lnTo>
                  <a:pt x="105595" y="161322"/>
                </a:lnTo>
                <a:close/>
              </a:path>
            </a:pathLst>
          </a:custGeom>
          <a:solidFill>
            <a:srgbClr val="D84437">
              <a:alpha val="1076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6873580" y="3237002"/>
            <a:ext cx="1296670" cy="288290"/>
          </a:xfrm>
          <a:prstGeom prst="rect">
            <a:avLst/>
          </a:prstGeom>
          <a:solidFill>
            <a:srgbClr val="7ACEA9">
              <a:alpha val="43078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Phase:</a:t>
            </a:r>
            <a:r>
              <a:rPr dirty="0" sz="1400" spc="-75">
                <a:latin typeface="Roboto"/>
                <a:cs typeface="Roboto"/>
              </a:rPr>
              <a:t> </a:t>
            </a:r>
            <a:r>
              <a:rPr dirty="0" sz="1400" spc="-20">
                <a:latin typeface="Roboto"/>
                <a:cs typeface="Roboto"/>
              </a:rPr>
              <a:t>test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6768034" y="3303743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5" h="161925">
                <a:moveTo>
                  <a:pt x="105595" y="161322"/>
                </a:moveTo>
                <a:lnTo>
                  <a:pt x="0" y="77099"/>
                </a:lnTo>
                <a:lnTo>
                  <a:pt x="105595" y="0"/>
                </a:lnTo>
                <a:lnTo>
                  <a:pt x="105595" y="161322"/>
                </a:lnTo>
                <a:close/>
              </a:path>
            </a:pathLst>
          </a:custGeom>
          <a:solidFill>
            <a:srgbClr val="7ACEA9">
              <a:alpha val="4307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6873580" y="3568430"/>
            <a:ext cx="1296670" cy="288290"/>
          </a:xfrm>
          <a:prstGeom prst="rect">
            <a:avLst/>
          </a:prstGeom>
          <a:solidFill>
            <a:srgbClr val="A0C3FF">
              <a:alpha val="50000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Role:</a:t>
            </a:r>
            <a:r>
              <a:rPr dirty="0" sz="1400" spc="-25">
                <a:latin typeface="Roboto"/>
                <a:cs typeface="Roboto"/>
              </a:rPr>
              <a:t> BE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6768034" y="3623083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5" h="161925">
                <a:moveTo>
                  <a:pt x="105595" y="161322"/>
                </a:moveTo>
                <a:lnTo>
                  <a:pt x="0" y="77098"/>
                </a:lnTo>
                <a:lnTo>
                  <a:pt x="105595" y="0"/>
                </a:lnTo>
                <a:lnTo>
                  <a:pt x="105595" y="161322"/>
                </a:lnTo>
                <a:close/>
              </a:path>
            </a:pathLst>
          </a:custGeom>
          <a:solidFill>
            <a:srgbClr val="A0C3FF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3536125" y="4356640"/>
            <a:ext cx="209613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b="1">
                <a:solidFill>
                  <a:srgbClr val="444444"/>
                </a:solidFill>
                <a:latin typeface="Roboto"/>
                <a:cs typeface="Roboto"/>
              </a:rPr>
              <a:t>App</a:t>
            </a:r>
            <a:r>
              <a:rPr dirty="0" sz="2700" spc="-45" b="1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2700" b="1">
                <a:solidFill>
                  <a:srgbClr val="444444"/>
                </a:solidFill>
                <a:latin typeface="Roboto"/>
                <a:cs typeface="Roboto"/>
              </a:rPr>
              <a:t>=</a:t>
            </a:r>
            <a:r>
              <a:rPr dirty="0" sz="2700" spc="-40" b="1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2700" spc="-10" b="1">
                <a:solidFill>
                  <a:srgbClr val="444444"/>
                </a:solidFill>
                <a:latin typeface="Roboto"/>
                <a:cs typeface="Roboto"/>
              </a:rPr>
              <a:t>MyApp</a:t>
            </a:r>
            <a:endParaRPr sz="2700">
              <a:latin typeface="Roboto"/>
              <a:cs typeface="Roboto"/>
            </a:endParaRPr>
          </a:p>
        </p:txBody>
      </p:sp>
      <p:sp>
        <p:nvSpPr>
          <p:cNvPr id="30" name="object 3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Selectors</a:t>
            </a:r>
          </a:p>
        </p:txBody>
      </p:sp>
      <p:sp>
        <p:nvSpPr>
          <p:cNvPr id="29" name="object 29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72881" y="1478053"/>
            <a:ext cx="1296670" cy="288925"/>
          </a:xfrm>
          <a:prstGeom prst="rect">
            <a:avLst/>
          </a:prstGeom>
          <a:solidFill>
            <a:srgbClr val="D84437">
              <a:alpha val="10769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App:</a:t>
            </a:r>
            <a:r>
              <a:rPr dirty="0" sz="1400" spc="-50">
                <a:latin typeface="Roboto"/>
                <a:cs typeface="Roboto"/>
              </a:rPr>
              <a:t> </a:t>
            </a:r>
            <a:r>
              <a:rPr dirty="0" sz="1400" spc="-10">
                <a:latin typeface="Roboto"/>
                <a:cs typeface="Roboto"/>
              </a:rPr>
              <a:t>MyApp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269334" y="1532707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4" h="161925">
                <a:moveTo>
                  <a:pt x="0" y="161327"/>
                </a:moveTo>
                <a:lnTo>
                  <a:pt x="0" y="0"/>
                </a:lnTo>
                <a:lnTo>
                  <a:pt x="105599" y="77101"/>
                </a:lnTo>
                <a:lnTo>
                  <a:pt x="0" y="161327"/>
                </a:lnTo>
                <a:close/>
              </a:path>
            </a:pathLst>
          </a:custGeom>
          <a:solidFill>
            <a:srgbClr val="D84437">
              <a:alpha val="1076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72881" y="1805636"/>
            <a:ext cx="1296670" cy="288925"/>
          </a:xfrm>
          <a:prstGeom prst="rect">
            <a:avLst/>
          </a:prstGeom>
          <a:solidFill>
            <a:srgbClr val="7ACEA9">
              <a:alpha val="43078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Phase:</a:t>
            </a:r>
            <a:r>
              <a:rPr dirty="0" sz="1400" spc="-75">
                <a:latin typeface="Roboto"/>
                <a:cs typeface="Roboto"/>
              </a:rPr>
              <a:t> </a:t>
            </a:r>
            <a:r>
              <a:rPr dirty="0" sz="1400" spc="-20">
                <a:latin typeface="Roboto"/>
                <a:cs typeface="Roboto"/>
              </a:rPr>
              <a:t>prod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2269334" y="1872379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4" h="161925">
                <a:moveTo>
                  <a:pt x="0" y="161327"/>
                </a:moveTo>
                <a:lnTo>
                  <a:pt x="0" y="0"/>
                </a:lnTo>
                <a:lnTo>
                  <a:pt x="105599" y="77101"/>
                </a:lnTo>
                <a:lnTo>
                  <a:pt x="0" y="161327"/>
                </a:lnTo>
                <a:close/>
              </a:path>
            </a:pathLst>
          </a:custGeom>
          <a:solidFill>
            <a:srgbClr val="7ACEA9">
              <a:alpha val="4307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972881" y="2137065"/>
            <a:ext cx="1296670" cy="288925"/>
          </a:xfrm>
          <a:prstGeom prst="rect">
            <a:avLst/>
          </a:prstGeom>
          <a:solidFill>
            <a:srgbClr val="A0C3FF">
              <a:alpha val="50000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Role:</a:t>
            </a:r>
            <a:r>
              <a:rPr dirty="0" sz="1400" spc="-25">
                <a:latin typeface="Roboto"/>
                <a:cs typeface="Roboto"/>
              </a:rPr>
              <a:t> FE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2269334" y="2191719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4" h="161925">
                <a:moveTo>
                  <a:pt x="0" y="161327"/>
                </a:moveTo>
                <a:lnTo>
                  <a:pt x="0" y="0"/>
                </a:lnTo>
                <a:lnTo>
                  <a:pt x="105599" y="77101"/>
                </a:lnTo>
                <a:lnTo>
                  <a:pt x="0" y="161327"/>
                </a:lnTo>
                <a:close/>
              </a:path>
            </a:pathLst>
          </a:custGeom>
          <a:solidFill>
            <a:srgbClr val="A0C3FF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972871" y="2956658"/>
            <a:ext cx="1296670" cy="288925"/>
          </a:xfrm>
          <a:prstGeom prst="rect">
            <a:avLst/>
          </a:prstGeom>
          <a:solidFill>
            <a:srgbClr val="D84437">
              <a:alpha val="10769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App:</a:t>
            </a:r>
            <a:r>
              <a:rPr dirty="0" sz="1400" spc="-50">
                <a:latin typeface="Roboto"/>
                <a:cs typeface="Roboto"/>
              </a:rPr>
              <a:t> </a:t>
            </a:r>
            <a:r>
              <a:rPr dirty="0" sz="1400" spc="-10">
                <a:latin typeface="Roboto"/>
                <a:cs typeface="Roboto"/>
              </a:rPr>
              <a:t>MyApp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2269324" y="3011313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4" h="161925">
                <a:moveTo>
                  <a:pt x="0" y="161327"/>
                </a:moveTo>
                <a:lnTo>
                  <a:pt x="0" y="0"/>
                </a:lnTo>
                <a:lnTo>
                  <a:pt x="105599" y="77101"/>
                </a:lnTo>
                <a:lnTo>
                  <a:pt x="0" y="161327"/>
                </a:lnTo>
                <a:close/>
              </a:path>
            </a:pathLst>
          </a:custGeom>
          <a:solidFill>
            <a:srgbClr val="D84437">
              <a:alpha val="1076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972871" y="3284242"/>
            <a:ext cx="1296670" cy="288925"/>
          </a:xfrm>
          <a:prstGeom prst="rect">
            <a:avLst/>
          </a:prstGeom>
          <a:solidFill>
            <a:srgbClr val="7ACEA9">
              <a:alpha val="43078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Phase:</a:t>
            </a:r>
            <a:r>
              <a:rPr dirty="0" sz="1400" spc="-75">
                <a:latin typeface="Roboto"/>
                <a:cs typeface="Roboto"/>
              </a:rPr>
              <a:t> </a:t>
            </a:r>
            <a:r>
              <a:rPr dirty="0" sz="1400" spc="-20">
                <a:latin typeface="Roboto"/>
                <a:cs typeface="Roboto"/>
              </a:rPr>
              <a:t>test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2269324" y="3350985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4" h="161925">
                <a:moveTo>
                  <a:pt x="0" y="161327"/>
                </a:moveTo>
                <a:lnTo>
                  <a:pt x="0" y="0"/>
                </a:lnTo>
                <a:lnTo>
                  <a:pt x="105599" y="77101"/>
                </a:lnTo>
                <a:lnTo>
                  <a:pt x="0" y="161327"/>
                </a:lnTo>
                <a:close/>
              </a:path>
            </a:pathLst>
          </a:custGeom>
          <a:solidFill>
            <a:srgbClr val="7ACEA9">
              <a:alpha val="4307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972871" y="3615671"/>
            <a:ext cx="1296670" cy="288925"/>
          </a:xfrm>
          <a:prstGeom prst="rect">
            <a:avLst/>
          </a:prstGeom>
          <a:solidFill>
            <a:srgbClr val="A0C3FF">
              <a:alpha val="50000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Role:</a:t>
            </a:r>
            <a:r>
              <a:rPr dirty="0" sz="1400" spc="-25">
                <a:latin typeface="Roboto"/>
                <a:cs typeface="Roboto"/>
              </a:rPr>
              <a:t> FE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2269324" y="3670325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4" h="161925">
                <a:moveTo>
                  <a:pt x="0" y="161327"/>
                </a:moveTo>
                <a:lnTo>
                  <a:pt x="0" y="0"/>
                </a:lnTo>
                <a:lnTo>
                  <a:pt x="105599" y="77101"/>
                </a:lnTo>
                <a:lnTo>
                  <a:pt x="0" y="161327"/>
                </a:lnTo>
                <a:close/>
              </a:path>
            </a:pathLst>
          </a:custGeom>
          <a:solidFill>
            <a:srgbClr val="A0C3FF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6873580" y="1436822"/>
            <a:ext cx="1296670" cy="288290"/>
          </a:xfrm>
          <a:prstGeom prst="rect">
            <a:avLst/>
          </a:prstGeom>
          <a:solidFill>
            <a:srgbClr val="D84437">
              <a:alpha val="10769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App:</a:t>
            </a:r>
            <a:r>
              <a:rPr dirty="0" sz="1400" spc="-50">
                <a:latin typeface="Roboto"/>
                <a:cs typeface="Roboto"/>
              </a:rPr>
              <a:t> </a:t>
            </a:r>
            <a:r>
              <a:rPr dirty="0" sz="1400" spc="-10">
                <a:latin typeface="Roboto"/>
                <a:cs typeface="Roboto"/>
              </a:rPr>
              <a:t>MyApp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6768034" y="1491475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5" h="161925">
                <a:moveTo>
                  <a:pt x="105595" y="161322"/>
                </a:moveTo>
                <a:lnTo>
                  <a:pt x="0" y="77099"/>
                </a:lnTo>
                <a:lnTo>
                  <a:pt x="105595" y="0"/>
                </a:lnTo>
                <a:lnTo>
                  <a:pt x="105595" y="161322"/>
                </a:lnTo>
                <a:close/>
              </a:path>
            </a:pathLst>
          </a:custGeom>
          <a:solidFill>
            <a:srgbClr val="D84437">
              <a:alpha val="1076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6873580" y="1764406"/>
            <a:ext cx="1296670" cy="288290"/>
          </a:xfrm>
          <a:prstGeom prst="rect">
            <a:avLst/>
          </a:prstGeom>
          <a:solidFill>
            <a:srgbClr val="7ACEA9">
              <a:alpha val="43078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Phase:</a:t>
            </a:r>
            <a:r>
              <a:rPr dirty="0" sz="1400" spc="-75">
                <a:latin typeface="Roboto"/>
                <a:cs typeface="Roboto"/>
              </a:rPr>
              <a:t> </a:t>
            </a:r>
            <a:r>
              <a:rPr dirty="0" sz="1400" spc="-20">
                <a:latin typeface="Roboto"/>
                <a:cs typeface="Roboto"/>
              </a:rPr>
              <a:t>prod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6768034" y="1831147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5" h="161925">
                <a:moveTo>
                  <a:pt x="105595" y="161322"/>
                </a:moveTo>
                <a:lnTo>
                  <a:pt x="0" y="77098"/>
                </a:lnTo>
                <a:lnTo>
                  <a:pt x="105595" y="0"/>
                </a:lnTo>
                <a:lnTo>
                  <a:pt x="105595" y="161322"/>
                </a:lnTo>
                <a:close/>
              </a:path>
            </a:pathLst>
          </a:custGeom>
          <a:solidFill>
            <a:srgbClr val="7ACEA9">
              <a:alpha val="4307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6873580" y="2095834"/>
            <a:ext cx="1296670" cy="288290"/>
          </a:xfrm>
          <a:prstGeom prst="rect">
            <a:avLst/>
          </a:prstGeom>
          <a:solidFill>
            <a:srgbClr val="A0C3FF">
              <a:alpha val="50000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Role:</a:t>
            </a:r>
            <a:r>
              <a:rPr dirty="0" sz="1400" spc="-25">
                <a:latin typeface="Roboto"/>
                <a:cs typeface="Roboto"/>
              </a:rPr>
              <a:t> BE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6768034" y="2150487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5" h="161925">
                <a:moveTo>
                  <a:pt x="105595" y="161322"/>
                </a:moveTo>
                <a:lnTo>
                  <a:pt x="0" y="77098"/>
                </a:lnTo>
                <a:lnTo>
                  <a:pt x="105595" y="0"/>
                </a:lnTo>
                <a:lnTo>
                  <a:pt x="105595" y="161322"/>
                </a:lnTo>
                <a:close/>
              </a:path>
            </a:pathLst>
          </a:custGeom>
          <a:solidFill>
            <a:srgbClr val="A0C3FF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6873580" y="2909418"/>
            <a:ext cx="1296670" cy="288290"/>
          </a:xfrm>
          <a:prstGeom prst="rect">
            <a:avLst/>
          </a:prstGeom>
          <a:solidFill>
            <a:srgbClr val="D84437">
              <a:alpha val="10769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App:</a:t>
            </a:r>
            <a:r>
              <a:rPr dirty="0" sz="1400" spc="-50">
                <a:latin typeface="Roboto"/>
                <a:cs typeface="Roboto"/>
              </a:rPr>
              <a:t> </a:t>
            </a:r>
            <a:r>
              <a:rPr dirty="0" sz="1400" spc="-10">
                <a:latin typeface="Roboto"/>
                <a:cs typeface="Roboto"/>
              </a:rPr>
              <a:t>MyApp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6768034" y="2964071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5" h="161925">
                <a:moveTo>
                  <a:pt x="105595" y="161322"/>
                </a:moveTo>
                <a:lnTo>
                  <a:pt x="0" y="77098"/>
                </a:lnTo>
                <a:lnTo>
                  <a:pt x="105595" y="0"/>
                </a:lnTo>
                <a:lnTo>
                  <a:pt x="105595" y="161322"/>
                </a:lnTo>
                <a:close/>
              </a:path>
            </a:pathLst>
          </a:custGeom>
          <a:solidFill>
            <a:srgbClr val="D84437">
              <a:alpha val="1076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6873580" y="3237002"/>
            <a:ext cx="1296670" cy="288290"/>
          </a:xfrm>
          <a:prstGeom prst="rect">
            <a:avLst/>
          </a:prstGeom>
          <a:solidFill>
            <a:srgbClr val="7ACEA9">
              <a:alpha val="43078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Phase:</a:t>
            </a:r>
            <a:r>
              <a:rPr dirty="0" sz="1400" spc="-75">
                <a:latin typeface="Roboto"/>
                <a:cs typeface="Roboto"/>
              </a:rPr>
              <a:t> </a:t>
            </a:r>
            <a:r>
              <a:rPr dirty="0" sz="1400" spc="-20">
                <a:latin typeface="Roboto"/>
                <a:cs typeface="Roboto"/>
              </a:rPr>
              <a:t>test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6768034" y="3303743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5" h="161925">
                <a:moveTo>
                  <a:pt x="105595" y="161322"/>
                </a:moveTo>
                <a:lnTo>
                  <a:pt x="0" y="77099"/>
                </a:lnTo>
                <a:lnTo>
                  <a:pt x="105595" y="0"/>
                </a:lnTo>
                <a:lnTo>
                  <a:pt x="105595" y="161322"/>
                </a:lnTo>
                <a:close/>
              </a:path>
            </a:pathLst>
          </a:custGeom>
          <a:solidFill>
            <a:srgbClr val="7ACEA9">
              <a:alpha val="4307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6873580" y="3568430"/>
            <a:ext cx="1296670" cy="288290"/>
          </a:xfrm>
          <a:prstGeom prst="rect">
            <a:avLst/>
          </a:prstGeom>
          <a:solidFill>
            <a:srgbClr val="A0C3FF">
              <a:alpha val="50000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Role:</a:t>
            </a:r>
            <a:r>
              <a:rPr dirty="0" sz="1400" spc="-25">
                <a:latin typeface="Roboto"/>
                <a:cs typeface="Roboto"/>
              </a:rPr>
              <a:t> BE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6768034" y="3623083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5" h="161925">
                <a:moveTo>
                  <a:pt x="105595" y="161322"/>
                </a:moveTo>
                <a:lnTo>
                  <a:pt x="0" y="77098"/>
                </a:lnTo>
                <a:lnTo>
                  <a:pt x="105595" y="0"/>
                </a:lnTo>
                <a:lnTo>
                  <a:pt x="105595" y="161322"/>
                </a:lnTo>
                <a:close/>
              </a:path>
            </a:pathLst>
          </a:custGeom>
          <a:solidFill>
            <a:srgbClr val="A0C3FF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6" name="object 2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0204" y="1081218"/>
            <a:ext cx="1856978" cy="3083099"/>
          </a:xfrm>
          <a:prstGeom prst="rect">
            <a:avLst/>
          </a:prstGeom>
        </p:spPr>
      </p:pic>
      <p:sp>
        <p:nvSpPr>
          <p:cNvPr id="27" name="object 27" descr=""/>
          <p:cNvSpPr txBox="1"/>
          <p:nvPr/>
        </p:nvSpPr>
        <p:spPr>
          <a:xfrm>
            <a:off x="2733206" y="4356640"/>
            <a:ext cx="370205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b="1">
                <a:solidFill>
                  <a:srgbClr val="444444"/>
                </a:solidFill>
                <a:latin typeface="Roboto"/>
                <a:cs typeface="Roboto"/>
              </a:rPr>
              <a:t>App</a:t>
            </a:r>
            <a:r>
              <a:rPr dirty="0" sz="2700" spc="-50" b="1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2700" b="1">
                <a:solidFill>
                  <a:srgbClr val="444444"/>
                </a:solidFill>
                <a:latin typeface="Roboto"/>
                <a:cs typeface="Roboto"/>
              </a:rPr>
              <a:t>=</a:t>
            </a:r>
            <a:r>
              <a:rPr dirty="0" sz="2700" spc="-50" b="1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2700" b="1">
                <a:solidFill>
                  <a:srgbClr val="444444"/>
                </a:solidFill>
                <a:latin typeface="Roboto"/>
                <a:cs typeface="Roboto"/>
              </a:rPr>
              <a:t>MyApp,</a:t>
            </a:r>
            <a:r>
              <a:rPr dirty="0" sz="2700" spc="-50" b="1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2700" b="1">
                <a:solidFill>
                  <a:srgbClr val="444444"/>
                </a:solidFill>
                <a:latin typeface="Roboto"/>
                <a:cs typeface="Roboto"/>
              </a:rPr>
              <a:t>Role</a:t>
            </a:r>
            <a:r>
              <a:rPr dirty="0" sz="2700" spc="-50" b="1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2700" b="1">
                <a:solidFill>
                  <a:srgbClr val="444444"/>
                </a:solidFill>
                <a:latin typeface="Roboto"/>
                <a:cs typeface="Roboto"/>
              </a:rPr>
              <a:t>=</a:t>
            </a:r>
            <a:r>
              <a:rPr dirty="0" sz="2700" spc="-50" b="1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2700" spc="-25" b="1">
                <a:solidFill>
                  <a:srgbClr val="444444"/>
                </a:solidFill>
                <a:latin typeface="Roboto"/>
                <a:cs typeface="Roboto"/>
              </a:rPr>
              <a:t>FE</a:t>
            </a:r>
            <a:endParaRPr sz="2700">
              <a:latin typeface="Roboto"/>
              <a:cs typeface="Roboto"/>
            </a:endParaRPr>
          </a:p>
        </p:txBody>
      </p:sp>
      <p:pic>
        <p:nvPicPr>
          <p:cNvPr id="28" name="object 2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39099" y="1458938"/>
            <a:ext cx="244486" cy="244065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39301" y="2117953"/>
            <a:ext cx="244517" cy="244060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39301" y="1786524"/>
            <a:ext cx="244517" cy="244060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439090" y="2931534"/>
            <a:ext cx="244486" cy="244065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39292" y="3590549"/>
            <a:ext cx="244518" cy="244060"/>
          </a:xfrm>
          <a:prstGeom prst="rect">
            <a:avLst/>
          </a:prstGeom>
        </p:spPr>
      </p:pic>
      <p:pic>
        <p:nvPicPr>
          <p:cNvPr id="33" name="object 3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439292" y="3259120"/>
            <a:ext cx="244518" cy="244060"/>
          </a:xfrm>
          <a:prstGeom prst="rect">
            <a:avLst/>
          </a:prstGeom>
        </p:spPr>
      </p:pic>
      <p:grpSp>
        <p:nvGrpSpPr>
          <p:cNvPr id="34" name="object 34" descr=""/>
          <p:cNvGrpSpPr/>
          <p:nvPr/>
        </p:nvGrpSpPr>
        <p:grpSpPr>
          <a:xfrm>
            <a:off x="4871989" y="1301901"/>
            <a:ext cx="1323340" cy="1237615"/>
            <a:chOff x="4871989" y="1301901"/>
            <a:chExt cx="1323340" cy="1237615"/>
          </a:xfrm>
        </p:grpSpPr>
        <p:sp>
          <p:nvSpPr>
            <p:cNvPr id="35" name="object 35" descr=""/>
            <p:cNvSpPr/>
            <p:nvPr/>
          </p:nvSpPr>
          <p:spPr>
            <a:xfrm>
              <a:off x="4871986" y="1301902"/>
              <a:ext cx="1323340" cy="1237615"/>
            </a:xfrm>
            <a:custGeom>
              <a:avLst/>
              <a:gdLst/>
              <a:ahLst/>
              <a:cxnLst/>
              <a:rect l="l" t="t" r="r" b="b"/>
              <a:pathLst>
                <a:path w="1323339" h="1237614">
                  <a:moveTo>
                    <a:pt x="1322984" y="277863"/>
                  </a:moveTo>
                  <a:lnTo>
                    <a:pt x="1317586" y="223393"/>
                  </a:lnTo>
                  <a:lnTo>
                    <a:pt x="1301813" y="171526"/>
                  </a:lnTo>
                  <a:lnTo>
                    <a:pt x="1276261" y="123710"/>
                  </a:lnTo>
                  <a:lnTo>
                    <a:pt x="1241539" y="81381"/>
                  </a:lnTo>
                  <a:lnTo>
                    <a:pt x="1199184" y="46685"/>
                  </a:lnTo>
                  <a:lnTo>
                    <a:pt x="1151318" y="21158"/>
                  </a:lnTo>
                  <a:lnTo>
                    <a:pt x="1099400" y="5397"/>
                  </a:lnTo>
                  <a:lnTo>
                    <a:pt x="1044905" y="0"/>
                  </a:lnTo>
                  <a:lnTo>
                    <a:pt x="999794" y="3644"/>
                  </a:lnTo>
                  <a:lnTo>
                    <a:pt x="957008" y="14173"/>
                  </a:lnTo>
                  <a:lnTo>
                    <a:pt x="917105" y="31013"/>
                  </a:lnTo>
                  <a:lnTo>
                    <a:pt x="880668" y="53619"/>
                  </a:lnTo>
                  <a:lnTo>
                    <a:pt x="848271" y="81381"/>
                  </a:lnTo>
                  <a:lnTo>
                    <a:pt x="844257" y="86055"/>
                  </a:lnTo>
                  <a:lnTo>
                    <a:pt x="831862" y="80340"/>
                  </a:lnTo>
                  <a:lnTo>
                    <a:pt x="787819" y="64084"/>
                  </a:lnTo>
                  <a:lnTo>
                    <a:pt x="742556" y="51282"/>
                  </a:lnTo>
                  <a:lnTo>
                    <a:pt x="696315" y="42049"/>
                  </a:lnTo>
                  <a:lnTo>
                    <a:pt x="648614" y="36360"/>
                  </a:lnTo>
                  <a:lnTo>
                    <a:pt x="647306" y="36360"/>
                  </a:lnTo>
                  <a:lnTo>
                    <a:pt x="601624" y="34556"/>
                  </a:lnTo>
                  <a:lnTo>
                    <a:pt x="554609" y="36360"/>
                  </a:lnTo>
                  <a:lnTo>
                    <a:pt x="508584" y="41706"/>
                  </a:lnTo>
                  <a:lnTo>
                    <a:pt x="463677" y="50444"/>
                  </a:lnTo>
                  <a:lnTo>
                    <a:pt x="420027" y="62433"/>
                  </a:lnTo>
                  <a:lnTo>
                    <a:pt x="377774" y="77571"/>
                  </a:lnTo>
                  <a:lnTo>
                    <a:pt x="337045" y="95694"/>
                  </a:lnTo>
                  <a:lnTo>
                    <a:pt x="297967" y="116674"/>
                  </a:lnTo>
                  <a:lnTo>
                    <a:pt x="260692" y="140385"/>
                  </a:lnTo>
                  <a:lnTo>
                    <a:pt x="225336" y="166687"/>
                  </a:lnTo>
                  <a:lnTo>
                    <a:pt x="192049" y="195453"/>
                  </a:lnTo>
                  <a:lnTo>
                    <a:pt x="160947" y="226555"/>
                  </a:lnTo>
                  <a:lnTo>
                    <a:pt x="132168" y="259842"/>
                  </a:lnTo>
                  <a:lnTo>
                    <a:pt x="105854" y="295186"/>
                  </a:lnTo>
                  <a:lnTo>
                    <a:pt x="82130" y="332447"/>
                  </a:lnTo>
                  <a:lnTo>
                    <a:pt x="61150" y="371513"/>
                  </a:lnTo>
                  <a:lnTo>
                    <a:pt x="43014" y="412229"/>
                  </a:lnTo>
                  <a:lnTo>
                    <a:pt x="27889" y="454482"/>
                  </a:lnTo>
                  <a:lnTo>
                    <a:pt x="15887" y="498119"/>
                  </a:lnTo>
                  <a:lnTo>
                    <a:pt x="7150" y="543001"/>
                  </a:lnTo>
                  <a:lnTo>
                    <a:pt x="1803" y="589026"/>
                  </a:lnTo>
                  <a:lnTo>
                    <a:pt x="0" y="636028"/>
                  </a:lnTo>
                  <a:lnTo>
                    <a:pt x="1803" y="683031"/>
                  </a:lnTo>
                  <a:lnTo>
                    <a:pt x="7150" y="729043"/>
                  </a:lnTo>
                  <a:lnTo>
                    <a:pt x="15887" y="773938"/>
                  </a:lnTo>
                  <a:lnTo>
                    <a:pt x="27889" y="817575"/>
                  </a:lnTo>
                  <a:lnTo>
                    <a:pt x="43014" y="859815"/>
                  </a:lnTo>
                  <a:lnTo>
                    <a:pt x="61150" y="900544"/>
                  </a:lnTo>
                  <a:lnTo>
                    <a:pt x="82130" y="939596"/>
                  </a:lnTo>
                  <a:lnTo>
                    <a:pt x="105854" y="976871"/>
                  </a:lnTo>
                  <a:lnTo>
                    <a:pt x="132168" y="1012215"/>
                  </a:lnTo>
                  <a:lnTo>
                    <a:pt x="160947" y="1045502"/>
                  </a:lnTo>
                  <a:lnTo>
                    <a:pt x="192049" y="1076591"/>
                  </a:lnTo>
                  <a:lnTo>
                    <a:pt x="225336" y="1105357"/>
                  </a:lnTo>
                  <a:lnTo>
                    <a:pt x="260692" y="1131671"/>
                  </a:lnTo>
                  <a:lnTo>
                    <a:pt x="297967" y="1155382"/>
                  </a:lnTo>
                  <a:lnTo>
                    <a:pt x="337045" y="1176362"/>
                  </a:lnTo>
                  <a:lnTo>
                    <a:pt x="377774" y="1194485"/>
                  </a:lnTo>
                  <a:lnTo>
                    <a:pt x="420027" y="1209611"/>
                  </a:lnTo>
                  <a:lnTo>
                    <a:pt x="463677" y="1221613"/>
                  </a:lnTo>
                  <a:lnTo>
                    <a:pt x="508584" y="1230350"/>
                  </a:lnTo>
                  <a:lnTo>
                    <a:pt x="554609" y="1235684"/>
                  </a:lnTo>
                  <a:lnTo>
                    <a:pt x="601624" y="1237500"/>
                  </a:lnTo>
                  <a:lnTo>
                    <a:pt x="648652" y="1235684"/>
                  </a:lnTo>
                  <a:lnTo>
                    <a:pt x="694677" y="1230350"/>
                  </a:lnTo>
                  <a:lnTo>
                    <a:pt x="739571" y="1221613"/>
                  </a:lnTo>
                  <a:lnTo>
                    <a:pt x="783221" y="1209611"/>
                  </a:lnTo>
                  <a:lnTo>
                    <a:pt x="825474" y="1194485"/>
                  </a:lnTo>
                  <a:lnTo>
                    <a:pt x="866216" y="1176362"/>
                  </a:lnTo>
                  <a:lnTo>
                    <a:pt x="905281" y="1155382"/>
                  </a:lnTo>
                  <a:lnTo>
                    <a:pt x="942568" y="1131671"/>
                  </a:lnTo>
                  <a:lnTo>
                    <a:pt x="977925" y="1105357"/>
                  </a:lnTo>
                  <a:lnTo>
                    <a:pt x="1011212" y="1076591"/>
                  </a:lnTo>
                  <a:lnTo>
                    <a:pt x="1042314" y="1045502"/>
                  </a:lnTo>
                  <a:lnTo>
                    <a:pt x="1071092" y="1012215"/>
                  </a:lnTo>
                  <a:lnTo>
                    <a:pt x="1097407" y="976871"/>
                  </a:lnTo>
                  <a:lnTo>
                    <a:pt x="1121117" y="939596"/>
                  </a:lnTo>
                  <a:lnTo>
                    <a:pt x="1142111" y="900544"/>
                  </a:lnTo>
                  <a:lnTo>
                    <a:pt x="1160233" y="859815"/>
                  </a:lnTo>
                  <a:lnTo>
                    <a:pt x="1175372" y="817575"/>
                  </a:lnTo>
                  <a:lnTo>
                    <a:pt x="1187373" y="773938"/>
                  </a:lnTo>
                  <a:lnTo>
                    <a:pt x="1196111" y="729043"/>
                  </a:lnTo>
                  <a:lnTo>
                    <a:pt x="1201445" y="683031"/>
                  </a:lnTo>
                  <a:lnTo>
                    <a:pt x="1203261" y="636028"/>
                  </a:lnTo>
                  <a:lnTo>
                    <a:pt x="1201369" y="588403"/>
                  </a:lnTo>
                  <a:lnTo>
                    <a:pt x="1195768" y="541362"/>
                  </a:lnTo>
                  <a:lnTo>
                    <a:pt x="1190244" y="513803"/>
                  </a:lnTo>
                  <a:lnTo>
                    <a:pt x="1209128" y="502094"/>
                  </a:lnTo>
                  <a:lnTo>
                    <a:pt x="1241539" y="474332"/>
                  </a:lnTo>
                  <a:lnTo>
                    <a:pt x="1269326" y="441947"/>
                  </a:lnTo>
                  <a:lnTo>
                    <a:pt x="1291945" y="405549"/>
                  </a:lnTo>
                  <a:lnTo>
                    <a:pt x="1308811" y="365683"/>
                  </a:lnTo>
                  <a:lnTo>
                    <a:pt x="1319339" y="322922"/>
                  </a:lnTo>
                  <a:lnTo>
                    <a:pt x="1322984" y="277863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5721855" y="1384927"/>
              <a:ext cx="390525" cy="389890"/>
            </a:xfrm>
            <a:custGeom>
              <a:avLst/>
              <a:gdLst/>
              <a:ahLst/>
              <a:cxnLst/>
              <a:rect l="l" t="t" r="r" b="b"/>
              <a:pathLst>
                <a:path w="390525" h="389889">
                  <a:moveTo>
                    <a:pt x="195027" y="389642"/>
                  </a:moveTo>
                  <a:lnTo>
                    <a:pt x="150309" y="384497"/>
                  </a:lnTo>
                  <a:lnTo>
                    <a:pt x="109259" y="369840"/>
                  </a:lnTo>
                  <a:lnTo>
                    <a:pt x="73047" y="346842"/>
                  </a:lnTo>
                  <a:lnTo>
                    <a:pt x="42845" y="316671"/>
                  </a:lnTo>
                  <a:lnTo>
                    <a:pt x="19822" y="280498"/>
                  </a:lnTo>
                  <a:lnTo>
                    <a:pt x="5150" y="239491"/>
                  </a:lnTo>
                  <a:lnTo>
                    <a:pt x="0" y="194821"/>
                  </a:lnTo>
                  <a:lnTo>
                    <a:pt x="5150" y="150150"/>
                  </a:lnTo>
                  <a:lnTo>
                    <a:pt x="19822" y="109143"/>
                  </a:lnTo>
                  <a:lnTo>
                    <a:pt x="42845" y="72970"/>
                  </a:lnTo>
                  <a:lnTo>
                    <a:pt x="73047" y="42800"/>
                  </a:lnTo>
                  <a:lnTo>
                    <a:pt x="109259" y="19801"/>
                  </a:lnTo>
                  <a:lnTo>
                    <a:pt x="150309" y="5145"/>
                  </a:lnTo>
                  <a:lnTo>
                    <a:pt x="195027" y="0"/>
                  </a:lnTo>
                  <a:lnTo>
                    <a:pt x="233253" y="3778"/>
                  </a:lnTo>
                  <a:lnTo>
                    <a:pt x="303229" y="32732"/>
                  </a:lnTo>
                  <a:lnTo>
                    <a:pt x="332933" y="57061"/>
                  </a:lnTo>
                  <a:lnTo>
                    <a:pt x="357288" y="86734"/>
                  </a:lnTo>
                  <a:lnTo>
                    <a:pt x="386273" y="156636"/>
                  </a:lnTo>
                  <a:lnTo>
                    <a:pt x="390055" y="194821"/>
                  </a:lnTo>
                  <a:lnTo>
                    <a:pt x="384904" y="239491"/>
                  </a:lnTo>
                  <a:lnTo>
                    <a:pt x="370232" y="280498"/>
                  </a:lnTo>
                  <a:lnTo>
                    <a:pt x="347210" y="316671"/>
                  </a:lnTo>
                  <a:lnTo>
                    <a:pt x="317007" y="346842"/>
                  </a:lnTo>
                  <a:lnTo>
                    <a:pt x="280796" y="369840"/>
                  </a:lnTo>
                  <a:lnTo>
                    <a:pt x="239745" y="384497"/>
                  </a:lnTo>
                  <a:lnTo>
                    <a:pt x="195027" y="3896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5868886" y="1492851"/>
              <a:ext cx="150495" cy="173990"/>
            </a:xfrm>
            <a:custGeom>
              <a:avLst/>
              <a:gdLst/>
              <a:ahLst/>
              <a:cxnLst/>
              <a:rect l="l" t="t" r="r" b="b"/>
              <a:pathLst>
                <a:path w="150495" h="173989">
                  <a:moveTo>
                    <a:pt x="0" y="173792"/>
                  </a:moveTo>
                  <a:lnTo>
                    <a:pt x="0" y="0"/>
                  </a:lnTo>
                  <a:lnTo>
                    <a:pt x="150330" y="86896"/>
                  </a:lnTo>
                  <a:lnTo>
                    <a:pt x="0" y="173792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14364" y="1612277"/>
              <a:ext cx="302939" cy="303626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5035827" y="1639384"/>
              <a:ext cx="260350" cy="252729"/>
            </a:xfrm>
            <a:custGeom>
              <a:avLst/>
              <a:gdLst/>
              <a:ahLst/>
              <a:cxnLst/>
              <a:rect l="l" t="t" r="r" b="b"/>
              <a:pathLst>
                <a:path w="260350" h="252730">
                  <a:moveTo>
                    <a:pt x="115639" y="252163"/>
                  </a:moveTo>
                  <a:lnTo>
                    <a:pt x="66175" y="236508"/>
                  </a:lnTo>
                  <a:lnTo>
                    <a:pt x="27933" y="204795"/>
                  </a:lnTo>
                  <a:lnTo>
                    <a:pt x="4634" y="161554"/>
                  </a:lnTo>
                  <a:lnTo>
                    <a:pt x="0" y="111317"/>
                  </a:lnTo>
                  <a:lnTo>
                    <a:pt x="15792" y="63401"/>
                  </a:lnTo>
                  <a:lnTo>
                    <a:pt x="48202" y="26488"/>
                  </a:lnTo>
                  <a:lnTo>
                    <a:pt x="92587" y="4161"/>
                  </a:lnTo>
                  <a:lnTo>
                    <a:pt x="144304" y="0"/>
                  </a:lnTo>
                  <a:lnTo>
                    <a:pt x="169501" y="5338"/>
                  </a:lnTo>
                  <a:lnTo>
                    <a:pt x="214005" y="29374"/>
                  </a:lnTo>
                  <a:lnTo>
                    <a:pt x="246059" y="68414"/>
                  </a:lnTo>
                  <a:lnTo>
                    <a:pt x="260233" y="115846"/>
                  </a:lnTo>
                  <a:lnTo>
                    <a:pt x="259944" y="140845"/>
                  </a:lnTo>
                  <a:lnTo>
                    <a:pt x="244151" y="188761"/>
                  </a:lnTo>
                  <a:lnTo>
                    <a:pt x="211742" y="225674"/>
                  </a:lnTo>
                  <a:lnTo>
                    <a:pt x="167357" y="248001"/>
                  </a:lnTo>
                  <a:lnTo>
                    <a:pt x="115639" y="2521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93366" y="1691704"/>
              <a:ext cx="151598" cy="146916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5346776" y="1639925"/>
              <a:ext cx="171450" cy="172085"/>
            </a:xfrm>
            <a:custGeom>
              <a:avLst/>
              <a:gdLst/>
              <a:ahLst/>
              <a:cxnLst/>
              <a:rect l="l" t="t" r="r" b="b"/>
              <a:pathLst>
                <a:path w="171450" h="172085">
                  <a:moveTo>
                    <a:pt x="171310" y="96177"/>
                  </a:moveTo>
                  <a:lnTo>
                    <a:pt x="159194" y="89522"/>
                  </a:lnTo>
                  <a:lnTo>
                    <a:pt x="159296" y="80835"/>
                  </a:lnTo>
                  <a:lnTo>
                    <a:pt x="158419" y="76301"/>
                  </a:lnTo>
                  <a:lnTo>
                    <a:pt x="169430" y="69430"/>
                  </a:lnTo>
                  <a:lnTo>
                    <a:pt x="162801" y="48729"/>
                  </a:lnTo>
                  <a:lnTo>
                    <a:pt x="148412" y="49720"/>
                  </a:lnTo>
                  <a:lnTo>
                    <a:pt x="143344" y="42113"/>
                  </a:lnTo>
                  <a:lnTo>
                    <a:pt x="141681" y="40462"/>
                  </a:lnTo>
                  <a:lnTo>
                    <a:pt x="147993" y="27127"/>
                  </a:lnTo>
                  <a:lnTo>
                    <a:pt x="131165" y="13360"/>
                  </a:lnTo>
                  <a:lnTo>
                    <a:pt x="118491" y="22796"/>
                  </a:lnTo>
                  <a:lnTo>
                    <a:pt x="108000" y="18351"/>
                  </a:lnTo>
                  <a:lnTo>
                    <a:pt x="107861" y="18326"/>
                  </a:lnTo>
                  <a:lnTo>
                    <a:pt x="105765" y="2451"/>
                  </a:lnTo>
                  <a:lnTo>
                    <a:pt x="84137" y="0"/>
                  </a:lnTo>
                  <a:lnTo>
                    <a:pt x="77914" y="16598"/>
                  </a:lnTo>
                  <a:lnTo>
                    <a:pt x="68872" y="17322"/>
                  </a:lnTo>
                  <a:lnTo>
                    <a:pt x="57886" y="4394"/>
                  </a:lnTo>
                  <a:lnTo>
                    <a:pt x="38392" y="14033"/>
                  </a:lnTo>
                  <a:lnTo>
                    <a:pt x="41681" y="29146"/>
                  </a:lnTo>
                  <a:lnTo>
                    <a:pt x="39408" y="30289"/>
                  </a:lnTo>
                  <a:lnTo>
                    <a:pt x="33553" y="36944"/>
                  </a:lnTo>
                  <a:lnTo>
                    <a:pt x="18135" y="32270"/>
                  </a:lnTo>
                  <a:lnTo>
                    <a:pt x="7010" y="50939"/>
                  </a:lnTo>
                  <a:lnTo>
                    <a:pt x="17640" y="61556"/>
                  </a:lnTo>
                  <a:lnTo>
                    <a:pt x="13957" y="72732"/>
                  </a:lnTo>
                  <a:lnTo>
                    <a:pt x="0" y="76682"/>
                  </a:lnTo>
                  <a:lnTo>
                    <a:pt x="711" y="98425"/>
                  </a:lnTo>
                  <a:lnTo>
                    <a:pt x="14262" y="101384"/>
                  </a:lnTo>
                  <a:lnTo>
                    <a:pt x="14757" y="106654"/>
                  </a:lnTo>
                  <a:lnTo>
                    <a:pt x="18783" y="114147"/>
                  </a:lnTo>
                  <a:lnTo>
                    <a:pt x="8966" y="125234"/>
                  </a:lnTo>
                  <a:lnTo>
                    <a:pt x="21361" y="143090"/>
                  </a:lnTo>
                  <a:lnTo>
                    <a:pt x="35864" y="137706"/>
                  </a:lnTo>
                  <a:lnTo>
                    <a:pt x="44272" y="144665"/>
                  </a:lnTo>
                  <a:lnTo>
                    <a:pt x="41935" y="160159"/>
                  </a:lnTo>
                  <a:lnTo>
                    <a:pt x="62014" y="168478"/>
                  </a:lnTo>
                  <a:lnTo>
                    <a:pt x="71335" y="155943"/>
                  </a:lnTo>
                  <a:lnTo>
                    <a:pt x="77520" y="157899"/>
                  </a:lnTo>
                  <a:lnTo>
                    <a:pt x="83286" y="157441"/>
                  </a:lnTo>
                  <a:lnTo>
                    <a:pt x="89585" y="171665"/>
                  </a:lnTo>
                  <a:lnTo>
                    <a:pt x="111036" y="167970"/>
                  </a:lnTo>
                  <a:lnTo>
                    <a:pt x="112153" y="152844"/>
                  </a:lnTo>
                  <a:lnTo>
                    <a:pt x="123482" y="147154"/>
                  </a:lnTo>
                  <a:lnTo>
                    <a:pt x="136067" y="155346"/>
                  </a:lnTo>
                  <a:lnTo>
                    <a:pt x="152069" y="140614"/>
                  </a:lnTo>
                  <a:lnTo>
                    <a:pt x="145072" y="127901"/>
                  </a:lnTo>
                  <a:lnTo>
                    <a:pt x="150202" y="122059"/>
                  </a:lnTo>
                  <a:lnTo>
                    <a:pt x="151853" y="117043"/>
                  </a:lnTo>
                  <a:lnTo>
                    <a:pt x="165735" y="117208"/>
                  </a:lnTo>
                  <a:lnTo>
                    <a:pt x="171310" y="961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5391065" y="1684823"/>
              <a:ext cx="85725" cy="83185"/>
            </a:xfrm>
            <a:custGeom>
              <a:avLst/>
              <a:gdLst/>
              <a:ahLst/>
              <a:cxnLst/>
              <a:rect l="l" t="t" r="r" b="b"/>
              <a:pathLst>
                <a:path w="85725" h="83185">
                  <a:moveTo>
                    <a:pt x="38084" y="83066"/>
                  </a:moveTo>
                  <a:lnTo>
                    <a:pt x="21790" y="77906"/>
                  </a:lnTo>
                  <a:lnTo>
                    <a:pt x="9194" y="67456"/>
                  </a:lnTo>
                  <a:lnTo>
                    <a:pt x="1522" y="53209"/>
                  </a:lnTo>
                  <a:lnTo>
                    <a:pt x="0" y="36660"/>
                  </a:lnTo>
                  <a:lnTo>
                    <a:pt x="5206" y="20876"/>
                  </a:lnTo>
                  <a:lnTo>
                    <a:pt x="15885" y="8718"/>
                  </a:lnTo>
                  <a:lnTo>
                    <a:pt x="30509" y="1367"/>
                  </a:lnTo>
                  <a:lnTo>
                    <a:pt x="47547" y="0"/>
                  </a:lnTo>
                  <a:lnTo>
                    <a:pt x="55847" y="1760"/>
                  </a:lnTo>
                  <a:lnTo>
                    <a:pt x="84183" y="30141"/>
                  </a:lnTo>
                  <a:lnTo>
                    <a:pt x="85729" y="38171"/>
                  </a:lnTo>
                  <a:lnTo>
                    <a:pt x="85631" y="46406"/>
                  </a:lnTo>
                  <a:lnTo>
                    <a:pt x="80425" y="62190"/>
                  </a:lnTo>
                  <a:lnTo>
                    <a:pt x="69745" y="74347"/>
                  </a:lnTo>
                  <a:lnTo>
                    <a:pt x="55122" y="81699"/>
                  </a:lnTo>
                  <a:lnTo>
                    <a:pt x="38084" y="83066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5240845" y="1821738"/>
              <a:ext cx="611505" cy="603250"/>
            </a:xfrm>
            <a:custGeom>
              <a:avLst/>
              <a:gdLst/>
              <a:ahLst/>
              <a:cxnLst/>
              <a:rect l="l" t="t" r="r" b="b"/>
              <a:pathLst>
                <a:path w="611504" h="603250">
                  <a:moveTo>
                    <a:pt x="611378" y="304025"/>
                  </a:moveTo>
                  <a:lnTo>
                    <a:pt x="566026" y="285432"/>
                  </a:lnTo>
                  <a:lnTo>
                    <a:pt x="562914" y="254787"/>
                  </a:lnTo>
                  <a:lnTo>
                    <a:pt x="557999" y="239128"/>
                  </a:lnTo>
                  <a:lnTo>
                    <a:pt x="594042" y="210502"/>
                  </a:lnTo>
                  <a:lnTo>
                    <a:pt x="562368" y="140220"/>
                  </a:lnTo>
                  <a:lnTo>
                    <a:pt x="512064" y="149440"/>
                  </a:lnTo>
                  <a:lnTo>
                    <a:pt x="491172" y="124701"/>
                  </a:lnTo>
                  <a:lnTo>
                    <a:pt x="484644" y="119519"/>
                  </a:lnTo>
                  <a:lnTo>
                    <a:pt x="501510" y="70015"/>
                  </a:lnTo>
                  <a:lnTo>
                    <a:pt x="436714" y="28244"/>
                  </a:lnTo>
                  <a:lnTo>
                    <a:pt x="395846" y="66522"/>
                  </a:lnTo>
                  <a:lnTo>
                    <a:pt x="357111" y="55105"/>
                  </a:lnTo>
                  <a:lnTo>
                    <a:pt x="356603" y="55067"/>
                  </a:lnTo>
                  <a:lnTo>
                    <a:pt x="342849" y="0"/>
                  </a:lnTo>
                  <a:lnTo>
                    <a:pt x="265658" y="0"/>
                  </a:lnTo>
                  <a:lnTo>
                    <a:pt x="251625" y="56121"/>
                  </a:lnTo>
                  <a:lnTo>
                    <a:pt x="216890" y="65366"/>
                  </a:lnTo>
                  <a:lnTo>
                    <a:pt x="174917" y="26047"/>
                  </a:lnTo>
                  <a:lnTo>
                    <a:pt x="110109" y="67805"/>
                  </a:lnTo>
                  <a:lnTo>
                    <a:pt x="127508" y="118922"/>
                  </a:lnTo>
                  <a:lnTo>
                    <a:pt x="105079" y="140690"/>
                  </a:lnTo>
                  <a:lnTo>
                    <a:pt x="98425" y="149821"/>
                  </a:lnTo>
                  <a:lnTo>
                    <a:pt x="46050" y="140220"/>
                  </a:lnTo>
                  <a:lnTo>
                    <a:pt x="14376" y="210502"/>
                  </a:lnTo>
                  <a:lnTo>
                    <a:pt x="52692" y="240944"/>
                  </a:lnTo>
                  <a:lnTo>
                    <a:pt x="47612" y="258927"/>
                  </a:lnTo>
                  <a:lnTo>
                    <a:pt x="45161" y="285508"/>
                  </a:lnTo>
                  <a:lnTo>
                    <a:pt x="0" y="304025"/>
                  </a:lnTo>
                  <a:lnTo>
                    <a:pt x="11214" y="380403"/>
                  </a:lnTo>
                  <a:lnTo>
                    <a:pt x="57416" y="385076"/>
                  </a:lnTo>
                  <a:lnTo>
                    <a:pt x="59804" y="393471"/>
                  </a:lnTo>
                  <a:lnTo>
                    <a:pt x="78701" y="432117"/>
                  </a:lnTo>
                  <a:lnTo>
                    <a:pt x="51079" y="471538"/>
                  </a:lnTo>
                  <a:lnTo>
                    <a:pt x="101930" y="529526"/>
                  </a:lnTo>
                  <a:lnTo>
                    <a:pt x="147218" y="506552"/>
                  </a:lnTo>
                  <a:lnTo>
                    <a:pt x="173304" y="524421"/>
                  </a:lnTo>
                  <a:lnTo>
                    <a:pt x="183146" y="528967"/>
                  </a:lnTo>
                  <a:lnTo>
                    <a:pt x="181241" y="581418"/>
                  </a:lnTo>
                  <a:lnTo>
                    <a:pt x="255320" y="602691"/>
                  </a:lnTo>
                  <a:lnTo>
                    <a:pt x="281800" y="557098"/>
                  </a:lnTo>
                  <a:lnTo>
                    <a:pt x="305689" y="559168"/>
                  </a:lnTo>
                  <a:lnTo>
                    <a:pt x="327063" y="557326"/>
                  </a:lnTo>
                  <a:lnTo>
                    <a:pt x="353745" y="602881"/>
                  </a:lnTo>
                  <a:lnTo>
                    <a:pt x="427837" y="581215"/>
                  </a:lnTo>
                  <a:lnTo>
                    <a:pt x="425792" y="530085"/>
                  </a:lnTo>
                  <a:lnTo>
                    <a:pt x="438086" y="524421"/>
                  </a:lnTo>
                  <a:lnTo>
                    <a:pt x="466928" y="504647"/>
                  </a:lnTo>
                  <a:lnTo>
                    <a:pt x="510971" y="526719"/>
                  </a:lnTo>
                  <a:lnTo>
                    <a:pt x="561441" y="468337"/>
                  </a:lnTo>
                  <a:lnTo>
                    <a:pt x="533946" y="429514"/>
                  </a:lnTo>
                  <a:lnTo>
                    <a:pt x="551586" y="393471"/>
                  </a:lnTo>
                  <a:lnTo>
                    <a:pt x="553961" y="385076"/>
                  </a:lnTo>
                  <a:lnTo>
                    <a:pt x="600163" y="380403"/>
                  </a:lnTo>
                  <a:lnTo>
                    <a:pt x="611378" y="3040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5388238" y="1978134"/>
              <a:ext cx="306070" cy="297180"/>
            </a:xfrm>
            <a:custGeom>
              <a:avLst/>
              <a:gdLst/>
              <a:ahLst/>
              <a:cxnLst/>
              <a:rect l="l" t="t" r="r" b="b"/>
              <a:pathLst>
                <a:path w="306070" h="297180">
                  <a:moveTo>
                    <a:pt x="152804" y="296561"/>
                  </a:moveTo>
                  <a:lnTo>
                    <a:pt x="104506" y="289001"/>
                  </a:lnTo>
                  <a:lnTo>
                    <a:pt x="62560" y="267951"/>
                  </a:lnTo>
                  <a:lnTo>
                    <a:pt x="29482" y="235853"/>
                  </a:lnTo>
                  <a:lnTo>
                    <a:pt x="7790" y="195148"/>
                  </a:lnTo>
                  <a:lnTo>
                    <a:pt x="0" y="148280"/>
                  </a:lnTo>
                  <a:lnTo>
                    <a:pt x="7790" y="101412"/>
                  </a:lnTo>
                  <a:lnTo>
                    <a:pt x="29482" y="60708"/>
                  </a:lnTo>
                  <a:lnTo>
                    <a:pt x="62560" y="28609"/>
                  </a:lnTo>
                  <a:lnTo>
                    <a:pt x="104506" y="7559"/>
                  </a:lnTo>
                  <a:lnTo>
                    <a:pt x="152804" y="0"/>
                  </a:lnTo>
                  <a:lnTo>
                    <a:pt x="182755" y="2875"/>
                  </a:lnTo>
                  <a:lnTo>
                    <a:pt x="237581" y="24912"/>
                  </a:lnTo>
                  <a:lnTo>
                    <a:pt x="279937" y="66014"/>
                  </a:lnTo>
                  <a:lnTo>
                    <a:pt x="302647" y="119217"/>
                  </a:lnTo>
                  <a:lnTo>
                    <a:pt x="305610" y="148280"/>
                  </a:lnTo>
                  <a:lnTo>
                    <a:pt x="297820" y="195148"/>
                  </a:lnTo>
                  <a:lnTo>
                    <a:pt x="276127" y="235853"/>
                  </a:lnTo>
                  <a:lnTo>
                    <a:pt x="243049" y="267951"/>
                  </a:lnTo>
                  <a:lnTo>
                    <a:pt x="201103" y="289001"/>
                  </a:lnTo>
                  <a:lnTo>
                    <a:pt x="152804" y="296561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5" name="object 45" descr=""/>
          <p:cNvGrpSpPr/>
          <p:nvPr/>
        </p:nvGrpSpPr>
        <p:grpSpPr>
          <a:xfrm>
            <a:off x="4906988" y="2783546"/>
            <a:ext cx="1288415" cy="1237615"/>
            <a:chOff x="4906988" y="2783546"/>
            <a:chExt cx="1288415" cy="1237615"/>
          </a:xfrm>
        </p:grpSpPr>
        <p:sp>
          <p:nvSpPr>
            <p:cNvPr id="46" name="object 46" descr=""/>
            <p:cNvSpPr/>
            <p:nvPr/>
          </p:nvSpPr>
          <p:spPr>
            <a:xfrm>
              <a:off x="4906988" y="2783547"/>
              <a:ext cx="1288415" cy="1237615"/>
            </a:xfrm>
            <a:custGeom>
              <a:avLst/>
              <a:gdLst/>
              <a:ahLst/>
              <a:cxnLst/>
              <a:rect l="l" t="t" r="r" b="b"/>
              <a:pathLst>
                <a:path w="1288414" h="1237614">
                  <a:moveTo>
                    <a:pt x="1287983" y="277863"/>
                  </a:moveTo>
                  <a:lnTo>
                    <a:pt x="1282585" y="223393"/>
                  </a:lnTo>
                  <a:lnTo>
                    <a:pt x="1266812" y="171526"/>
                  </a:lnTo>
                  <a:lnTo>
                    <a:pt x="1241259" y="123710"/>
                  </a:lnTo>
                  <a:lnTo>
                    <a:pt x="1206538" y="81381"/>
                  </a:lnTo>
                  <a:lnTo>
                    <a:pt x="1164183" y="46685"/>
                  </a:lnTo>
                  <a:lnTo>
                    <a:pt x="1116317" y="21158"/>
                  </a:lnTo>
                  <a:lnTo>
                    <a:pt x="1064399" y="5397"/>
                  </a:lnTo>
                  <a:lnTo>
                    <a:pt x="1009904" y="0"/>
                  </a:lnTo>
                  <a:lnTo>
                    <a:pt x="964793" y="3644"/>
                  </a:lnTo>
                  <a:lnTo>
                    <a:pt x="922007" y="14173"/>
                  </a:lnTo>
                  <a:lnTo>
                    <a:pt x="882103" y="31013"/>
                  </a:lnTo>
                  <a:lnTo>
                    <a:pt x="845667" y="53619"/>
                  </a:lnTo>
                  <a:lnTo>
                    <a:pt x="819708" y="75869"/>
                  </a:lnTo>
                  <a:lnTo>
                    <a:pt x="787806" y="64084"/>
                  </a:lnTo>
                  <a:lnTo>
                    <a:pt x="742556" y="51282"/>
                  </a:lnTo>
                  <a:lnTo>
                    <a:pt x="696315" y="42049"/>
                  </a:lnTo>
                  <a:lnTo>
                    <a:pt x="648614" y="36360"/>
                  </a:lnTo>
                  <a:lnTo>
                    <a:pt x="647306" y="36360"/>
                  </a:lnTo>
                  <a:lnTo>
                    <a:pt x="601624" y="34556"/>
                  </a:lnTo>
                  <a:lnTo>
                    <a:pt x="554609" y="36360"/>
                  </a:lnTo>
                  <a:lnTo>
                    <a:pt x="508584" y="41706"/>
                  </a:lnTo>
                  <a:lnTo>
                    <a:pt x="463677" y="50444"/>
                  </a:lnTo>
                  <a:lnTo>
                    <a:pt x="420027" y="62433"/>
                  </a:lnTo>
                  <a:lnTo>
                    <a:pt x="377774" y="77571"/>
                  </a:lnTo>
                  <a:lnTo>
                    <a:pt x="337045" y="95694"/>
                  </a:lnTo>
                  <a:lnTo>
                    <a:pt x="297967" y="116674"/>
                  </a:lnTo>
                  <a:lnTo>
                    <a:pt x="260692" y="140385"/>
                  </a:lnTo>
                  <a:lnTo>
                    <a:pt x="225336" y="166687"/>
                  </a:lnTo>
                  <a:lnTo>
                    <a:pt x="192036" y="195453"/>
                  </a:lnTo>
                  <a:lnTo>
                    <a:pt x="160934" y="226555"/>
                  </a:lnTo>
                  <a:lnTo>
                    <a:pt x="132168" y="259842"/>
                  </a:lnTo>
                  <a:lnTo>
                    <a:pt x="105854" y="295186"/>
                  </a:lnTo>
                  <a:lnTo>
                    <a:pt x="82130" y="332447"/>
                  </a:lnTo>
                  <a:lnTo>
                    <a:pt x="61150" y="371513"/>
                  </a:lnTo>
                  <a:lnTo>
                    <a:pt x="43014" y="412229"/>
                  </a:lnTo>
                  <a:lnTo>
                    <a:pt x="27889" y="454482"/>
                  </a:lnTo>
                  <a:lnTo>
                    <a:pt x="15887" y="498119"/>
                  </a:lnTo>
                  <a:lnTo>
                    <a:pt x="7150" y="543001"/>
                  </a:lnTo>
                  <a:lnTo>
                    <a:pt x="1803" y="589026"/>
                  </a:lnTo>
                  <a:lnTo>
                    <a:pt x="0" y="636028"/>
                  </a:lnTo>
                  <a:lnTo>
                    <a:pt x="1803" y="683031"/>
                  </a:lnTo>
                  <a:lnTo>
                    <a:pt x="7150" y="729043"/>
                  </a:lnTo>
                  <a:lnTo>
                    <a:pt x="15887" y="773938"/>
                  </a:lnTo>
                  <a:lnTo>
                    <a:pt x="27889" y="817575"/>
                  </a:lnTo>
                  <a:lnTo>
                    <a:pt x="43014" y="859815"/>
                  </a:lnTo>
                  <a:lnTo>
                    <a:pt x="61150" y="900544"/>
                  </a:lnTo>
                  <a:lnTo>
                    <a:pt x="82130" y="939596"/>
                  </a:lnTo>
                  <a:lnTo>
                    <a:pt x="105854" y="976871"/>
                  </a:lnTo>
                  <a:lnTo>
                    <a:pt x="132168" y="1012215"/>
                  </a:lnTo>
                  <a:lnTo>
                    <a:pt x="160934" y="1045502"/>
                  </a:lnTo>
                  <a:lnTo>
                    <a:pt x="192036" y="1076591"/>
                  </a:lnTo>
                  <a:lnTo>
                    <a:pt x="225336" y="1105357"/>
                  </a:lnTo>
                  <a:lnTo>
                    <a:pt x="260692" y="1131671"/>
                  </a:lnTo>
                  <a:lnTo>
                    <a:pt x="297967" y="1155382"/>
                  </a:lnTo>
                  <a:lnTo>
                    <a:pt x="337045" y="1176362"/>
                  </a:lnTo>
                  <a:lnTo>
                    <a:pt x="377774" y="1194485"/>
                  </a:lnTo>
                  <a:lnTo>
                    <a:pt x="420027" y="1209611"/>
                  </a:lnTo>
                  <a:lnTo>
                    <a:pt x="463677" y="1221613"/>
                  </a:lnTo>
                  <a:lnTo>
                    <a:pt x="508584" y="1230350"/>
                  </a:lnTo>
                  <a:lnTo>
                    <a:pt x="554609" y="1235684"/>
                  </a:lnTo>
                  <a:lnTo>
                    <a:pt x="601624" y="1237500"/>
                  </a:lnTo>
                  <a:lnTo>
                    <a:pt x="648639" y="1235684"/>
                  </a:lnTo>
                  <a:lnTo>
                    <a:pt x="694677" y="1230350"/>
                  </a:lnTo>
                  <a:lnTo>
                    <a:pt x="739571" y="1221613"/>
                  </a:lnTo>
                  <a:lnTo>
                    <a:pt x="783221" y="1209611"/>
                  </a:lnTo>
                  <a:lnTo>
                    <a:pt x="825474" y="1194485"/>
                  </a:lnTo>
                  <a:lnTo>
                    <a:pt x="866203" y="1176362"/>
                  </a:lnTo>
                  <a:lnTo>
                    <a:pt x="905281" y="1155382"/>
                  </a:lnTo>
                  <a:lnTo>
                    <a:pt x="942568" y="1131671"/>
                  </a:lnTo>
                  <a:lnTo>
                    <a:pt x="977912" y="1105357"/>
                  </a:lnTo>
                  <a:lnTo>
                    <a:pt x="1011212" y="1076591"/>
                  </a:lnTo>
                  <a:lnTo>
                    <a:pt x="1042314" y="1045502"/>
                  </a:lnTo>
                  <a:lnTo>
                    <a:pt x="1071092" y="1012215"/>
                  </a:lnTo>
                  <a:lnTo>
                    <a:pt x="1097394" y="976871"/>
                  </a:lnTo>
                  <a:lnTo>
                    <a:pt x="1121117" y="939596"/>
                  </a:lnTo>
                  <a:lnTo>
                    <a:pt x="1142111" y="900544"/>
                  </a:lnTo>
                  <a:lnTo>
                    <a:pt x="1160233" y="859815"/>
                  </a:lnTo>
                  <a:lnTo>
                    <a:pt x="1175372" y="817575"/>
                  </a:lnTo>
                  <a:lnTo>
                    <a:pt x="1187373" y="773938"/>
                  </a:lnTo>
                  <a:lnTo>
                    <a:pt x="1196111" y="729043"/>
                  </a:lnTo>
                  <a:lnTo>
                    <a:pt x="1201445" y="683031"/>
                  </a:lnTo>
                  <a:lnTo>
                    <a:pt x="1203261" y="636028"/>
                  </a:lnTo>
                  <a:lnTo>
                    <a:pt x="1201369" y="588403"/>
                  </a:lnTo>
                  <a:lnTo>
                    <a:pt x="1195768" y="541362"/>
                  </a:lnTo>
                  <a:lnTo>
                    <a:pt x="1186522" y="495134"/>
                  </a:lnTo>
                  <a:lnTo>
                    <a:pt x="1185684" y="492201"/>
                  </a:lnTo>
                  <a:lnTo>
                    <a:pt x="1206538" y="474332"/>
                  </a:lnTo>
                  <a:lnTo>
                    <a:pt x="1234325" y="441947"/>
                  </a:lnTo>
                  <a:lnTo>
                    <a:pt x="1256944" y="405549"/>
                  </a:lnTo>
                  <a:lnTo>
                    <a:pt x="1273810" y="365683"/>
                  </a:lnTo>
                  <a:lnTo>
                    <a:pt x="1284338" y="322922"/>
                  </a:lnTo>
                  <a:lnTo>
                    <a:pt x="1287983" y="277863"/>
                  </a:lnTo>
                  <a:close/>
                </a:path>
              </a:pathLst>
            </a:custGeom>
            <a:solidFill>
              <a:srgbClr val="FACB4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5721855" y="2866572"/>
              <a:ext cx="390525" cy="389890"/>
            </a:xfrm>
            <a:custGeom>
              <a:avLst/>
              <a:gdLst/>
              <a:ahLst/>
              <a:cxnLst/>
              <a:rect l="l" t="t" r="r" b="b"/>
              <a:pathLst>
                <a:path w="390525" h="389889">
                  <a:moveTo>
                    <a:pt x="195027" y="389642"/>
                  </a:moveTo>
                  <a:lnTo>
                    <a:pt x="150309" y="384496"/>
                  </a:lnTo>
                  <a:lnTo>
                    <a:pt x="109259" y="369840"/>
                  </a:lnTo>
                  <a:lnTo>
                    <a:pt x="73047" y="346842"/>
                  </a:lnTo>
                  <a:lnTo>
                    <a:pt x="42845" y="316671"/>
                  </a:lnTo>
                  <a:lnTo>
                    <a:pt x="19822" y="280498"/>
                  </a:lnTo>
                  <a:lnTo>
                    <a:pt x="5150" y="239491"/>
                  </a:lnTo>
                  <a:lnTo>
                    <a:pt x="0" y="194821"/>
                  </a:lnTo>
                  <a:lnTo>
                    <a:pt x="5150" y="150150"/>
                  </a:lnTo>
                  <a:lnTo>
                    <a:pt x="19822" y="109143"/>
                  </a:lnTo>
                  <a:lnTo>
                    <a:pt x="42845" y="72970"/>
                  </a:lnTo>
                  <a:lnTo>
                    <a:pt x="73047" y="42799"/>
                  </a:lnTo>
                  <a:lnTo>
                    <a:pt x="109259" y="19801"/>
                  </a:lnTo>
                  <a:lnTo>
                    <a:pt x="150309" y="5145"/>
                  </a:lnTo>
                  <a:lnTo>
                    <a:pt x="195027" y="0"/>
                  </a:lnTo>
                  <a:lnTo>
                    <a:pt x="233253" y="3778"/>
                  </a:lnTo>
                  <a:lnTo>
                    <a:pt x="303229" y="32732"/>
                  </a:lnTo>
                  <a:lnTo>
                    <a:pt x="332933" y="57061"/>
                  </a:lnTo>
                  <a:lnTo>
                    <a:pt x="357288" y="86734"/>
                  </a:lnTo>
                  <a:lnTo>
                    <a:pt x="386273" y="156635"/>
                  </a:lnTo>
                  <a:lnTo>
                    <a:pt x="390055" y="194821"/>
                  </a:lnTo>
                  <a:lnTo>
                    <a:pt x="384904" y="239491"/>
                  </a:lnTo>
                  <a:lnTo>
                    <a:pt x="370232" y="280498"/>
                  </a:lnTo>
                  <a:lnTo>
                    <a:pt x="347210" y="316671"/>
                  </a:lnTo>
                  <a:lnTo>
                    <a:pt x="317007" y="346842"/>
                  </a:lnTo>
                  <a:lnTo>
                    <a:pt x="280796" y="369840"/>
                  </a:lnTo>
                  <a:lnTo>
                    <a:pt x="239745" y="384496"/>
                  </a:lnTo>
                  <a:lnTo>
                    <a:pt x="195027" y="3896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5868886" y="2974497"/>
              <a:ext cx="150495" cy="173990"/>
            </a:xfrm>
            <a:custGeom>
              <a:avLst/>
              <a:gdLst/>
              <a:ahLst/>
              <a:cxnLst/>
              <a:rect l="l" t="t" r="r" b="b"/>
              <a:pathLst>
                <a:path w="150495" h="173989">
                  <a:moveTo>
                    <a:pt x="0" y="173792"/>
                  </a:moveTo>
                  <a:lnTo>
                    <a:pt x="0" y="0"/>
                  </a:lnTo>
                  <a:lnTo>
                    <a:pt x="150330" y="86896"/>
                  </a:lnTo>
                  <a:lnTo>
                    <a:pt x="0" y="173792"/>
                  </a:lnTo>
                  <a:close/>
                </a:path>
              </a:pathLst>
            </a:custGeom>
            <a:solidFill>
              <a:srgbClr val="FACB4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14364" y="3093922"/>
              <a:ext cx="302939" cy="303626"/>
            </a:xfrm>
            <a:prstGeom prst="rect">
              <a:avLst/>
            </a:prstGeom>
          </p:spPr>
        </p:pic>
        <p:sp>
          <p:nvSpPr>
            <p:cNvPr id="50" name="object 50" descr=""/>
            <p:cNvSpPr/>
            <p:nvPr/>
          </p:nvSpPr>
          <p:spPr>
            <a:xfrm>
              <a:off x="5035827" y="3121029"/>
              <a:ext cx="260350" cy="252729"/>
            </a:xfrm>
            <a:custGeom>
              <a:avLst/>
              <a:gdLst/>
              <a:ahLst/>
              <a:cxnLst/>
              <a:rect l="l" t="t" r="r" b="b"/>
              <a:pathLst>
                <a:path w="260350" h="252729">
                  <a:moveTo>
                    <a:pt x="115639" y="252163"/>
                  </a:moveTo>
                  <a:lnTo>
                    <a:pt x="66175" y="236508"/>
                  </a:lnTo>
                  <a:lnTo>
                    <a:pt x="27933" y="204795"/>
                  </a:lnTo>
                  <a:lnTo>
                    <a:pt x="4634" y="161554"/>
                  </a:lnTo>
                  <a:lnTo>
                    <a:pt x="0" y="111317"/>
                  </a:lnTo>
                  <a:lnTo>
                    <a:pt x="15792" y="63401"/>
                  </a:lnTo>
                  <a:lnTo>
                    <a:pt x="48202" y="26488"/>
                  </a:lnTo>
                  <a:lnTo>
                    <a:pt x="92587" y="4161"/>
                  </a:lnTo>
                  <a:lnTo>
                    <a:pt x="144304" y="0"/>
                  </a:lnTo>
                  <a:lnTo>
                    <a:pt x="169501" y="5338"/>
                  </a:lnTo>
                  <a:lnTo>
                    <a:pt x="214005" y="29374"/>
                  </a:lnTo>
                  <a:lnTo>
                    <a:pt x="246059" y="68414"/>
                  </a:lnTo>
                  <a:lnTo>
                    <a:pt x="260233" y="115846"/>
                  </a:lnTo>
                  <a:lnTo>
                    <a:pt x="259944" y="140845"/>
                  </a:lnTo>
                  <a:lnTo>
                    <a:pt x="244151" y="188761"/>
                  </a:lnTo>
                  <a:lnTo>
                    <a:pt x="211742" y="225674"/>
                  </a:lnTo>
                  <a:lnTo>
                    <a:pt x="167357" y="248001"/>
                  </a:lnTo>
                  <a:lnTo>
                    <a:pt x="115639" y="2521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093366" y="3173350"/>
              <a:ext cx="151598" cy="146916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5346776" y="3121570"/>
              <a:ext cx="171450" cy="172085"/>
            </a:xfrm>
            <a:custGeom>
              <a:avLst/>
              <a:gdLst/>
              <a:ahLst/>
              <a:cxnLst/>
              <a:rect l="l" t="t" r="r" b="b"/>
              <a:pathLst>
                <a:path w="171450" h="172085">
                  <a:moveTo>
                    <a:pt x="171310" y="96177"/>
                  </a:moveTo>
                  <a:lnTo>
                    <a:pt x="159194" y="89522"/>
                  </a:lnTo>
                  <a:lnTo>
                    <a:pt x="159296" y="80835"/>
                  </a:lnTo>
                  <a:lnTo>
                    <a:pt x="158419" y="76301"/>
                  </a:lnTo>
                  <a:lnTo>
                    <a:pt x="169430" y="69430"/>
                  </a:lnTo>
                  <a:lnTo>
                    <a:pt x="162801" y="48729"/>
                  </a:lnTo>
                  <a:lnTo>
                    <a:pt x="148412" y="49720"/>
                  </a:lnTo>
                  <a:lnTo>
                    <a:pt x="143344" y="42113"/>
                  </a:lnTo>
                  <a:lnTo>
                    <a:pt x="141681" y="40462"/>
                  </a:lnTo>
                  <a:lnTo>
                    <a:pt x="147993" y="27127"/>
                  </a:lnTo>
                  <a:lnTo>
                    <a:pt x="131165" y="13360"/>
                  </a:lnTo>
                  <a:lnTo>
                    <a:pt x="118491" y="22796"/>
                  </a:lnTo>
                  <a:lnTo>
                    <a:pt x="108000" y="18351"/>
                  </a:lnTo>
                  <a:lnTo>
                    <a:pt x="107861" y="18326"/>
                  </a:lnTo>
                  <a:lnTo>
                    <a:pt x="105765" y="2451"/>
                  </a:lnTo>
                  <a:lnTo>
                    <a:pt x="84137" y="0"/>
                  </a:lnTo>
                  <a:lnTo>
                    <a:pt x="77914" y="16598"/>
                  </a:lnTo>
                  <a:lnTo>
                    <a:pt x="68872" y="17322"/>
                  </a:lnTo>
                  <a:lnTo>
                    <a:pt x="57886" y="4394"/>
                  </a:lnTo>
                  <a:lnTo>
                    <a:pt x="38392" y="14033"/>
                  </a:lnTo>
                  <a:lnTo>
                    <a:pt x="41681" y="29146"/>
                  </a:lnTo>
                  <a:lnTo>
                    <a:pt x="39408" y="30289"/>
                  </a:lnTo>
                  <a:lnTo>
                    <a:pt x="33553" y="36944"/>
                  </a:lnTo>
                  <a:lnTo>
                    <a:pt x="18135" y="32270"/>
                  </a:lnTo>
                  <a:lnTo>
                    <a:pt x="7010" y="50939"/>
                  </a:lnTo>
                  <a:lnTo>
                    <a:pt x="17640" y="61556"/>
                  </a:lnTo>
                  <a:lnTo>
                    <a:pt x="13957" y="72732"/>
                  </a:lnTo>
                  <a:lnTo>
                    <a:pt x="0" y="76682"/>
                  </a:lnTo>
                  <a:lnTo>
                    <a:pt x="711" y="98425"/>
                  </a:lnTo>
                  <a:lnTo>
                    <a:pt x="14262" y="101384"/>
                  </a:lnTo>
                  <a:lnTo>
                    <a:pt x="14757" y="106654"/>
                  </a:lnTo>
                  <a:lnTo>
                    <a:pt x="18783" y="114147"/>
                  </a:lnTo>
                  <a:lnTo>
                    <a:pt x="8966" y="125234"/>
                  </a:lnTo>
                  <a:lnTo>
                    <a:pt x="21361" y="143090"/>
                  </a:lnTo>
                  <a:lnTo>
                    <a:pt x="35864" y="137706"/>
                  </a:lnTo>
                  <a:lnTo>
                    <a:pt x="44272" y="144665"/>
                  </a:lnTo>
                  <a:lnTo>
                    <a:pt x="41935" y="160159"/>
                  </a:lnTo>
                  <a:lnTo>
                    <a:pt x="62014" y="168478"/>
                  </a:lnTo>
                  <a:lnTo>
                    <a:pt x="71335" y="155943"/>
                  </a:lnTo>
                  <a:lnTo>
                    <a:pt x="77520" y="157899"/>
                  </a:lnTo>
                  <a:lnTo>
                    <a:pt x="83286" y="157441"/>
                  </a:lnTo>
                  <a:lnTo>
                    <a:pt x="89585" y="171665"/>
                  </a:lnTo>
                  <a:lnTo>
                    <a:pt x="111036" y="167970"/>
                  </a:lnTo>
                  <a:lnTo>
                    <a:pt x="112153" y="152844"/>
                  </a:lnTo>
                  <a:lnTo>
                    <a:pt x="123482" y="147154"/>
                  </a:lnTo>
                  <a:lnTo>
                    <a:pt x="136067" y="155346"/>
                  </a:lnTo>
                  <a:lnTo>
                    <a:pt x="152069" y="140614"/>
                  </a:lnTo>
                  <a:lnTo>
                    <a:pt x="145072" y="127901"/>
                  </a:lnTo>
                  <a:lnTo>
                    <a:pt x="150202" y="122059"/>
                  </a:lnTo>
                  <a:lnTo>
                    <a:pt x="151853" y="117043"/>
                  </a:lnTo>
                  <a:lnTo>
                    <a:pt x="165735" y="117208"/>
                  </a:lnTo>
                  <a:lnTo>
                    <a:pt x="171310" y="961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5391065" y="3166469"/>
              <a:ext cx="85725" cy="83185"/>
            </a:xfrm>
            <a:custGeom>
              <a:avLst/>
              <a:gdLst/>
              <a:ahLst/>
              <a:cxnLst/>
              <a:rect l="l" t="t" r="r" b="b"/>
              <a:pathLst>
                <a:path w="85725" h="83185">
                  <a:moveTo>
                    <a:pt x="38084" y="83066"/>
                  </a:moveTo>
                  <a:lnTo>
                    <a:pt x="21790" y="77906"/>
                  </a:lnTo>
                  <a:lnTo>
                    <a:pt x="9194" y="67456"/>
                  </a:lnTo>
                  <a:lnTo>
                    <a:pt x="1522" y="53210"/>
                  </a:lnTo>
                  <a:lnTo>
                    <a:pt x="0" y="36660"/>
                  </a:lnTo>
                  <a:lnTo>
                    <a:pt x="5206" y="20876"/>
                  </a:lnTo>
                  <a:lnTo>
                    <a:pt x="15885" y="8719"/>
                  </a:lnTo>
                  <a:lnTo>
                    <a:pt x="30509" y="1367"/>
                  </a:lnTo>
                  <a:lnTo>
                    <a:pt x="47547" y="0"/>
                  </a:lnTo>
                  <a:lnTo>
                    <a:pt x="55847" y="1760"/>
                  </a:lnTo>
                  <a:lnTo>
                    <a:pt x="84183" y="30141"/>
                  </a:lnTo>
                  <a:lnTo>
                    <a:pt x="85729" y="38171"/>
                  </a:lnTo>
                  <a:lnTo>
                    <a:pt x="85631" y="46406"/>
                  </a:lnTo>
                  <a:lnTo>
                    <a:pt x="80425" y="62190"/>
                  </a:lnTo>
                  <a:lnTo>
                    <a:pt x="69745" y="74347"/>
                  </a:lnTo>
                  <a:lnTo>
                    <a:pt x="55122" y="81699"/>
                  </a:lnTo>
                  <a:lnTo>
                    <a:pt x="38084" y="83066"/>
                  </a:lnTo>
                  <a:close/>
                </a:path>
              </a:pathLst>
            </a:custGeom>
            <a:solidFill>
              <a:srgbClr val="FACB4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5240845" y="3303384"/>
              <a:ext cx="611505" cy="603250"/>
            </a:xfrm>
            <a:custGeom>
              <a:avLst/>
              <a:gdLst/>
              <a:ahLst/>
              <a:cxnLst/>
              <a:rect l="l" t="t" r="r" b="b"/>
              <a:pathLst>
                <a:path w="611504" h="603250">
                  <a:moveTo>
                    <a:pt x="611378" y="304025"/>
                  </a:moveTo>
                  <a:lnTo>
                    <a:pt x="566026" y="285432"/>
                  </a:lnTo>
                  <a:lnTo>
                    <a:pt x="562914" y="254787"/>
                  </a:lnTo>
                  <a:lnTo>
                    <a:pt x="557999" y="239128"/>
                  </a:lnTo>
                  <a:lnTo>
                    <a:pt x="594042" y="210502"/>
                  </a:lnTo>
                  <a:lnTo>
                    <a:pt x="562368" y="140220"/>
                  </a:lnTo>
                  <a:lnTo>
                    <a:pt x="512064" y="149440"/>
                  </a:lnTo>
                  <a:lnTo>
                    <a:pt x="491172" y="124701"/>
                  </a:lnTo>
                  <a:lnTo>
                    <a:pt x="484644" y="119519"/>
                  </a:lnTo>
                  <a:lnTo>
                    <a:pt x="501510" y="70015"/>
                  </a:lnTo>
                  <a:lnTo>
                    <a:pt x="436714" y="28244"/>
                  </a:lnTo>
                  <a:lnTo>
                    <a:pt x="395846" y="66522"/>
                  </a:lnTo>
                  <a:lnTo>
                    <a:pt x="357111" y="55105"/>
                  </a:lnTo>
                  <a:lnTo>
                    <a:pt x="356603" y="55067"/>
                  </a:lnTo>
                  <a:lnTo>
                    <a:pt x="342849" y="0"/>
                  </a:lnTo>
                  <a:lnTo>
                    <a:pt x="265658" y="0"/>
                  </a:lnTo>
                  <a:lnTo>
                    <a:pt x="251625" y="56121"/>
                  </a:lnTo>
                  <a:lnTo>
                    <a:pt x="216890" y="65366"/>
                  </a:lnTo>
                  <a:lnTo>
                    <a:pt x="174917" y="26047"/>
                  </a:lnTo>
                  <a:lnTo>
                    <a:pt x="110109" y="67805"/>
                  </a:lnTo>
                  <a:lnTo>
                    <a:pt x="127508" y="118922"/>
                  </a:lnTo>
                  <a:lnTo>
                    <a:pt x="105079" y="140690"/>
                  </a:lnTo>
                  <a:lnTo>
                    <a:pt x="98425" y="149821"/>
                  </a:lnTo>
                  <a:lnTo>
                    <a:pt x="46050" y="140220"/>
                  </a:lnTo>
                  <a:lnTo>
                    <a:pt x="14376" y="210502"/>
                  </a:lnTo>
                  <a:lnTo>
                    <a:pt x="52692" y="240944"/>
                  </a:lnTo>
                  <a:lnTo>
                    <a:pt x="47612" y="258927"/>
                  </a:lnTo>
                  <a:lnTo>
                    <a:pt x="45161" y="285508"/>
                  </a:lnTo>
                  <a:lnTo>
                    <a:pt x="0" y="304025"/>
                  </a:lnTo>
                  <a:lnTo>
                    <a:pt x="11214" y="380403"/>
                  </a:lnTo>
                  <a:lnTo>
                    <a:pt x="57416" y="385076"/>
                  </a:lnTo>
                  <a:lnTo>
                    <a:pt x="59804" y="393471"/>
                  </a:lnTo>
                  <a:lnTo>
                    <a:pt x="78701" y="432130"/>
                  </a:lnTo>
                  <a:lnTo>
                    <a:pt x="51079" y="471538"/>
                  </a:lnTo>
                  <a:lnTo>
                    <a:pt x="101930" y="529526"/>
                  </a:lnTo>
                  <a:lnTo>
                    <a:pt x="147218" y="506552"/>
                  </a:lnTo>
                  <a:lnTo>
                    <a:pt x="173304" y="524421"/>
                  </a:lnTo>
                  <a:lnTo>
                    <a:pt x="183146" y="528967"/>
                  </a:lnTo>
                  <a:lnTo>
                    <a:pt x="181241" y="581418"/>
                  </a:lnTo>
                  <a:lnTo>
                    <a:pt x="255320" y="602691"/>
                  </a:lnTo>
                  <a:lnTo>
                    <a:pt x="281800" y="557098"/>
                  </a:lnTo>
                  <a:lnTo>
                    <a:pt x="305689" y="559168"/>
                  </a:lnTo>
                  <a:lnTo>
                    <a:pt x="327063" y="557326"/>
                  </a:lnTo>
                  <a:lnTo>
                    <a:pt x="353745" y="602881"/>
                  </a:lnTo>
                  <a:lnTo>
                    <a:pt x="427837" y="581215"/>
                  </a:lnTo>
                  <a:lnTo>
                    <a:pt x="425792" y="530085"/>
                  </a:lnTo>
                  <a:lnTo>
                    <a:pt x="438086" y="524421"/>
                  </a:lnTo>
                  <a:lnTo>
                    <a:pt x="466928" y="504647"/>
                  </a:lnTo>
                  <a:lnTo>
                    <a:pt x="510971" y="526719"/>
                  </a:lnTo>
                  <a:lnTo>
                    <a:pt x="561441" y="468337"/>
                  </a:lnTo>
                  <a:lnTo>
                    <a:pt x="533946" y="429514"/>
                  </a:lnTo>
                  <a:lnTo>
                    <a:pt x="551586" y="393471"/>
                  </a:lnTo>
                  <a:lnTo>
                    <a:pt x="553961" y="385076"/>
                  </a:lnTo>
                  <a:lnTo>
                    <a:pt x="600163" y="380403"/>
                  </a:lnTo>
                  <a:lnTo>
                    <a:pt x="611378" y="3040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5388238" y="3459780"/>
              <a:ext cx="306070" cy="297180"/>
            </a:xfrm>
            <a:custGeom>
              <a:avLst/>
              <a:gdLst/>
              <a:ahLst/>
              <a:cxnLst/>
              <a:rect l="l" t="t" r="r" b="b"/>
              <a:pathLst>
                <a:path w="306070" h="297179">
                  <a:moveTo>
                    <a:pt x="152804" y="296561"/>
                  </a:moveTo>
                  <a:lnTo>
                    <a:pt x="104506" y="289001"/>
                  </a:lnTo>
                  <a:lnTo>
                    <a:pt x="62560" y="267951"/>
                  </a:lnTo>
                  <a:lnTo>
                    <a:pt x="29482" y="235853"/>
                  </a:lnTo>
                  <a:lnTo>
                    <a:pt x="7790" y="195148"/>
                  </a:lnTo>
                  <a:lnTo>
                    <a:pt x="0" y="148280"/>
                  </a:lnTo>
                  <a:lnTo>
                    <a:pt x="7790" y="101412"/>
                  </a:lnTo>
                  <a:lnTo>
                    <a:pt x="29482" y="60708"/>
                  </a:lnTo>
                  <a:lnTo>
                    <a:pt x="62560" y="28609"/>
                  </a:lnTo>
                  <a:lnTo>
                    <a:pt x="104506" y="7559"/>
                  </a:lnTo>
                  <a:lnTo>
                    <a:pt x="152804" y="0"/>
                  </a:lnTo>
                  <a:lnTo>
                    <a:pt x="182755" y="2875"/>
                  </a:lnTo>
                  <a:lnTo>
                    <a:pt x="237581" y="24912"/>
                  </a:lnTo>
                  <a:lnTo>
                    <a:pt x="279937" y="66014"/>
                  </a:lnTo>
                  <a:lnTo>
                    <a:pt x="302647" y="119217"/>
                  </a:lnTo>
                  <a:lnTo>
                    <a:pt x="305610" y="148280"/>
                  </a:lnTo>
                  <a:lnTo>
                    <a:pt x="297820" y="195148"/>
                  </a:lnTo>
                  <a:lnTo>
                    <a:pt x="276127" y="235853"/>
                  </a:lnTo>
                  <a:lnTo>
                    <a:pt x="243049" y="267951"/>
                  </a:lnTo>
                  <a:lnTo>
                    <a:pt x="201103" y="289001"/>
                  </a:lnTo>
                  <a:lnTo>
                    <a:pt x="152804" y="296561"/>
                  </a:lnTo>
                  <a:close/>
                </a:path>
              </a:pathLst>
            </a:custGeom>
            <a:solidFill>
              <a:srgbClr val="FACB4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Selectors</a:t>
            </a:r>
          </a:p>
        </p:txBody>
      </p:sp>
      <p:sp>
        <p:nvSpPr>
          <p:cNvPr id="58" name="object 5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57" name="object 57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72881" y="1478053"/>
            <a:ext cx="1296670" cy="288925"/>
          </a:xfrm>
          <a:prstGeom prst="rect">
            <a:avLst/>
          </a:prstGeom>
          <a:solidFill>
            <a:srgbClr val="D84437">
              <a:alpha val="10769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App:</a:t>
            </a:r>
            <a:r>
              <a:rPr dirty="0" sz="1400" spc="-50">
                <a:latin typeface="Roboto"/>
                <a:cs typeface="Roboto"/>
              </a:rPr>
              <a:t> </a:t>
            </a:r>
            <a:r>
              <a:rPr dirty="0" sz="1400" spc="-10">
                <a:latin typeface="Roboto"/>
                <a:cs typeface="Roboto"/>
              </a:rPr>
              <a:t>MyApp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269334" y="1532707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4" h="161925">
                <a:moveTo>
                  <a:pt x="0" y="161327"/>
                </a:moveTo>
                <a:lnTo>
                  <a:pt x="0" y="0"/>
                </a:lnTo>
                <a:lnTo>
                  <a:pt x="105599" y="77101"/>
                </a:lnTo>
                <a:lnTo>
                  <a:pt x="0" y="161327"/>
                </a:lnTo>
                <a:close/>
              </a:path>
            </a:pathLst>
          </a:custGeom>
          <a:solidFill>
            <a:srgbClr val="D84437">
              <a:alpha val="1076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72881" y="1805636"/>
            <a:ext cx="1296670" cy="288925"/>
          </a:xfrm>
          <a:prstGeom prst="rect">
            <a:avLst/>
          </a:prstGeom>
          <a:solidFill>
            <a:srgbClr val="7ACEA9">
              <a:alpha val="43078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Phase:</a:t>
            </a:r>
            <a:r>
              <a:rPr dirty="0" sz="1400" spc="-75">
                <a:latin typeface="Roboto"/>
                <a:cs typeface="Roboto"/>
              </a:rPr>
              <a:t> </a:t>
            </a:r>
            <a:r>
              <a:rPr dirty="0" sz="1400" spc="-20">
                <a:latin typeface="Roboto"/>
                <a:cs typeface="Roboto"/>
              </a:rPr>
              <a:t>prod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2269334" y="1872379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4" h="161925">
                <a:moveTo>
                  <a:pt x="0" y="161327"/>
                </a:moveTo>
                <a:lnTo>
                  <a:pt x="0" y="0"/>
                </a:lnTo>
                <a:lnTo>
                  <a:pt x="105599" y="77101"/>
                </a:lnTo>
                <a:lnTo>
                  <a:pt x="0" y="161327"/>
                </a:lnTo>
                <a:close/>
              </a:path>
            </a:pathLst>
          </a:custGeom>
          <a:solidFill>
            <a:srgbClr val="7ACEA9">
              <a:alpha val="4307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972881" y="2137065"/>
            <a:ext cx="1296670" cy="288925"/>
          </a:xfrm>
          <a:prstGeom prst="rect">
            <a:avLst/>
          </a:prstGeom>
          <a:solidFill>
            <a:srgbClr val="A0C3FF">
              <a:alpha val="50000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Role:</a:t>
            </a:r>
            <a:r>
              <a:rPr dirty="0" sz="1400" spc="-25">
                <a:latin typeface="Roboto"/>
                <a:cs typeface="Roboto"/>
              </a:rPr>
              <a:t> FE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2269334" y="2191719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4" h="161925">
                <a:moveTo>
                  <a:pt x="0" y="161327"/>
                </a:moveTo>
                <a:lnTo>
                  <a:pt x="0" y="0"/>
                </a:lnTo>
                <a:lnTo>
                  <a:pt x="105599" y="77101"/>
                </a:lnTo>
                <a:lnTo>
                  <a:pt x="0" y="161327"/>
                </a:lnTo>
                <a:close/>
              </a:path>
            </a:pathLst>
          </a:custGeom>
          <a:solidFill>
            <a:srgbClr val="A0C3FF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972871" y="2956658"/>
            <a:ext cx="1296670" cy="288925"/>
          </a:xfrm>
          <a:prstGeom prst="rect">
            <a:avLst/>
          </a:prstGeom>
          <a:solidFill>
            <a:srgbClr val="D84437">
              <a:alpha val="10769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App:</a:t>
            </a:r>
            <a:r>
              <a:rPr dirty="0" sz="1400" spc="-50">
                <a:latin typeface="Roboto"/>
                <a:cs typeface="Roboto"/>
              </a:rPr>
              <a:t> </a:t>
            </a:r>
            <a:r>
              <a:rPr dirty="0" sz="1400" spc="-10">
                <a:latin typeface="Roboto"/>
                <a:cs typeface="Roboto"/>
              </a:rPr>
              <a:t>MyApp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2269324" y="3011313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4" h="161925">
                <a:moveTo>
                  <a:pt x="0" y="161327"/>
                </a:moveTo>
                <a:lnTo>
                  <a:pt x="0" y="0"/>
                </a:lnTo>
                <a:lnTo>
                  <a:pt x="105599" y="77101"/>
                </a:lnTo>
                <a:lnTo>
                  <a:pt x="0" y="161327"/>
                </a:lnTo>
                <a:close/>
              </a:path>
            </a:pathLst>
          </a:custGeom>
          <a:solidFill>
            <a:srgbClr val="D84437">
              <a:alpha val="1076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972871" y="3284242"/>
            <a:ext cx="1296670" cy="288925"/>
          </a:xfrm>
          <a:prstGeom prst="rect">
            <a:avLst/>
          </a:prstGeom>
          <a:solidFill>
            <a:srgbClr val="7ACEA9">
              <a:alpha val="43078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Phase:</a:t>
            </a:r>
            <a:r>
              <a:rPr dirty="0" sz="1400" spc="-75">
                <a:latin typeface="Roboto"/>
                <a:cs typeface="Roboto"/>
              </a:rPr>
              <a:t> </a:t>
            </a:r>
            <a:r>
              <a:rPr dirty="0" sz="1400" spc="-20">
                <a:latin typeface="Roboto"/>
                <a:cs typeface="Roboto"/>
              </a:rPr>
              <a:t>test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2269324" y="3350985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4" h="161925">
                <a:moveTo>
                  <a:pt x="0" y="161327"/>
                </a:moveTo>
                <a:lnTo>
                  <a:pt x="0" y="0"/>
                </a:lnTo>
                <a:lnTo>
                  <a:pt x="105599" y="77101"/>
                </a:lnTo>
                <a:lnTo>
                  <a:pt x="0" y="161327"/>
                </a:lnTo>
                <a:close/>
              </a:path>
            </a:pathLst>
          </a:custGeom>
          <a:solidFill>
            <a:srgbClr val="7ACEA9">
              <a:alpha val="4307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972871" y="3615671"/>
            <a:ext cx="1296670" cy="288925"/>
          </a:xfrm>
          <a:prstGeom prst="rect">
            <a:avLst/>
          </a:prstGeom>
          <a:solidFill>
            <a:srgbClr val="A0C3FF">
              <a:alpha val="50000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Role:</a:t>
            </a:r>
            <a:r>
              <a:rPr dirty="0" sz="1400" spc="-25">
                <a:latin typeface="Roboto"/>
                <a:cs typeface="Roboto"/>
              </a:rPr>
              <a:t> FE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2269324" y="3670325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4" h="161925">
                <a:moveTo>
                  <a:pt x="0" y="161327"/>
                </a:moveTo>
                <a:lnTo>
                  <a:pt x="0" y="0"/>
                </a:lnTo>
                <a:lnTo>
                  <a:pt x="105599" y="77101"/>
                </a:lnTo>
                <a:lnTo>
                  <a:pt x="0" y="161327"/>
                </a:lnTo>
                <a:close/>
              </a:path>
            </a:pathLst>
          </a:custGeom>
          <a:solidFill>
            <a:srgbClr val="A0C3FF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6873580" y="1436822"/>
            <a:ext cx="1296670" cy="288290"/>
          </a:xfrm>
          <a:prstGeom prst="rect">
            <a:avLst/>
          </a:prstGeom>
          <a:solidFill>
            <a:srgbClr val="D84437">
              <a:alpha val="10769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App:</a:t>
            </a:r>
            <a:r>
              <a:rPr dirty="0" sz="1400" spc="-50">
                <a:latin typeface="Roboto"/>
                <a:cs typeface="Roboto"/>
              </a:rPr>
              <a:t> </a:t>
            </a:r>
            <a:r>
              <a:rPr dirty="0" sz="1400" spc="-10">
                <a:latin typeface="Roboto"/>
                <a:cs typeface="Roboto"/>
              </a:rPr>
              <a:t>MyApp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6768034" y="1491475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5" h="161925">
                <a:moveTo>
                  <a:pt x="105595" y="161322"/>
                </a:moveTo>
                <a:lnTo>
                  <a:pt x="0" y="77099"/>
                </a:lnTo>
                <a:lnTo>
                  <a:pt x="105595" y="0"/>
                </a:lnTo>
                <a:lnTo>
                  <a:pt x="105595" y="161322"/>
                </a:lnTo>
                <a:close/>
              </a:path>
            </a:pathLst>
          </a:custGeom>
          <a:solidFill>
            <a:srgbClr val="D84437">
              <a:alpha val="1076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6873580" y="1764406"/>
            <a:ext cx="1296670" cy="288290"/>
          </a:xfrm>
          <a:prstGeom prst="rect">
            <a:avLst/>
          </a:prstGeom>
          <a:solidFill>
            <a:srgbClr val="7ACEA9">
              <a:alpha val="43078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Phase:</a:t>
            </a:r>
            <a:r>
              <a:rPr dirty="0" sz="1400" spc="-75">
                <a:latin typeface="Roboto"/>
                <a:cs typeface="Roboto"/>
              </a:rPr>
              <a:t> </a:t>
            </a:r>
            <a:r>
              <a:rPr dirty="0" sz="1400" spc="-20">
                <a:latin typeface="Roboto"/>
                <a:cs typeface="Roboto"/>
              </a:rPr>
              <a:t>prod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6768034" y="1831147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5" h="161925">
                <a:moveTo>
                  <a:pt x="105595" y="161322"/>
                </a:moveTo>
                <a:lnTo>
                  <a:pt x="0" y="77098"/>
                </a:lnTo>
                <a:lnTo>
                  <a:pt x="105595" y="0"/>
                </a:lnTo>
                <a:lnTo>
                  <a:pt x="105595" y="161322"/>
                </a:lnTo>
                <a:close/>
              </a:path>
            </a:pathLst>
          </a:custGeom>
          <a:solidFill>
            <a:srgbClr val="7ACEA9">
              <a:alpha val="4307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6873580" y="2095834"/>
            <a:ext cx="1296670" cy="288290"/>
          </a:xfrm>
          <a:prstGeom prst="rect">
            <a:avLst/>
          </a:prstGeom>
          <a:solidFill>
            <a:srgbClr val="A0C3FF">
              <a:alpha val="50000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Role:</a:t>
            </a:r>
            <a:r>
              <a:rPr dirty="0" sz="1400" spc="-25">
                <a:latin typeface="Roboto"/>
                <a:cs typeface="Roboto"/>
              </a:rPr>
              <a:t> BE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6768034" y="2150487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5" h="161925">
                <a:moveTo>
                  <a:pt x="105595" y="161322"/>
                </a:moveTo>
                <a:lnTo>
                  <a:pt x="0" y="77098"/>
                </a:lnTo>
                <a:lnTo>
                  <a:pt x="105595" y="0"/>
                </a:lnTo>
                <a:lnTo>
                  <a:pt x="105595" y="161322"/>
                </a:lnTo>
                <a:close/>
              </a:path>
            </a:pathLst>
          </a:custGeom>
          <a:solidFill>
            <a:srgbClr val="A0C3FF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6873580" y="2909418"/>
            <a:ext cx="1296670" cy="288290"/>
          </a:xfrm>
          <a:prstGeom prst="rect">
            <a:avLst/>
          </a:prstGeom>
          <a:solidFill>
            <a:srgbClr val="D84437">
              <a:alpha val="10769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App:</a:t>
            </a:r>
            <a:r>
              <a:rPr dirty="0" sz="1400" spc="-50">
                <a:latin typeface="Roboto"/>
                <a:cs typeface="Roboto"/>
              </a:rPr>
              <a:t> </a:t>
            </a:r>
            <a:r>
              <a:rPr dirty="0" sz="1400" spc="-10">
                <a:latin typeface="Roboto"/>
                <a:cs typeface="Roboto"/>
              </a:rPr>
              <a:t>MyApp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6768034" y="2964071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5" h="161925">
                <a:moveTo>
                  <a:pt x="105595" y="161322"/>
                </a:moveTo>
                <a:lnTo>
                  <a:pt x="0" y="77098"/>
                </a:lnTo>
                <a:lnTo>
                  <a:pt x="105595" y="0"/>
                </a:lnTo>
                <a:lnTo>
                  <a:pt x="105595" y="161322"/>
                </a:lnTo>
                <a:close/>
              </a:path>
            </a:pathLst>
          </a:custGeom>
          <a:solidFill>
            <a:srgbClr val="D84437">
              <a:alpha val="1076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6873580" y="3237002"/>
            <a:ext cx="1296670" cy="288290"/>
          </a:xfrm>
          <a:prstGeom prst="rect">
            <a:avLst/>
          </a:prstGeom>
          <a:solidFill>
            <a:srgbClr val="7ACEA9">
              <a:alpha val="43078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Phase:</a:t>
            </a:r>
            <a:r>
              <a:rPr dirty="0" sz="1400" spc="-75">
                <a:latin typeface="Roboto"/>
                <a:cs typeface="Roboto"/>
              </a:rPr>
              <a:t> </a:t>
            </a:r>
            <a:r>
              <a:rPr dirty="0" sz="1400" spc="-20">
                <a:latin typeface="Roboto"/>
                <a:cs typeface="Roboto"/>
              </a:rPr>
              <a:t>test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6768034" y="3303743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5" h="161925">
                <a:moveTo>
                  <a:pt x="105595" y="161322"/>
                </a:moveTo>
                <a:lnTo>
                  <a:pt x="0" y="77099"/>
                </a:lnTo>
                <a:lnTo>
                  <a:pt x="105595" y="0"/>
                </a:lnTo>
                <a:lnTo>
                  <a:pt x="105595" y="161322"/>
                </a:lnTo>
                <a:close/>
              </a:path>
            </a:pathLst>
          </a:custGeom>
          <a:solidFill>
            <a:srgbClr val="7ACEA9">
              <a:alpha val="4307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6873580" y="3568430"/>
            <a:ext cx="1296670" cy="288290"/>
          </a:xfrm>
          <a:prstGeom prst="rect">
            <a:avLst/>
          </a:prstGeom>
          <a:solidFill>
            <a:srgbClr val="A0C3FF">
              <a:alpha val="50000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Role:</a:t>
            </a:r>
            <a:r>
              <a:rPr dirty="0" sz="1400" spc="-25">
                <a:latin typeface="Roboto"/>
                <a:cs typeface="Roboto"/>
              </a:rPr>
              <a:t> BE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6768034" y="3623083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5" h="161925">
                <a:moveTo>
                  <a:pt x="105595" y="161322"/>
                </a:moveTo>
                <a:lnTo>
                  <a:pt x="0" y="77098"/>
                </a:lnTo>
                <a:lnTo>
                  <a:pt x="105595" y="0"/>
                </a:lnTo>
                <a:lnTo>
                  <a:pt x="105595" y="161322"/>
                </a:lnTo>
                <a:close/>
              </a:path>
            </a:pathLst>
          </a:custGeom>
          <a:solidFill>
            <a:srgbClr val="A0C3FF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2717719" y="4356640"/>
            <a:ext cx="373316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b="1">
                <a:solidFill>
                  <a:srgbClr val="444444"/>
                </a:solidFill>
                <a:latin typeface="Roboto"/>
                <a:cs typeface="Roboto"/>
              </a:rPr>
              <a:t>App</a:t>
            </a:r>
            <a:r>
              <a:rPr dirty="0" sz="2700" spc="-50" b="1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2700" b="1">
                <a:solidFill>
                  <a:srgbClr val="444444"/>
                </a:solidFill>
                <a:latin typeface="Roboto"/>
                <a:cs typeface="Roboto"/>
              </a:rPr>
              <a:t>=</a:t>
            </a:r>
            <a:r>
              <a:rPr dirty="0" sz="2700" spc="-50" b="1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2700" b="1">
                <a:solidFill>
                  <a:srgbClr val="444444"/>
                </a:solidFill>
                <a:latin typeface="Roboto"/>
                <a:cs typeface="Roboto"/>
              </a:rPr>
              <a:t>MyApp,</a:t>
            </a:r>
            <a:r>
              <a:rPr dirty="0" sz="2700" spc="-50" b="1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2700" b="1">
                <a:solidFill>
                  <a:srgbClr val="444444"/>
                </a:solidFill>
                <a:latin typeface="Roboto"/>
                <a:cs typeface="Roboto"/>
              </a:rPr>
              <a:t>Role</a:t>
            </a:r>
            <a:r>
              <a:rPr dirty="0" sz="2700" spc="-50" b="1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2700" b="1">
                <a:solidFill>
                  <a:srgbClr val="444444"/>
                </a:solidFill>
                <a:latin typeface="Roboto"/>
                <a:cs typeface="Roboto"/>
              </a:rPr>
              <a:t>=</a:t>
            </a:r>
            <a:r>
              <a:rPr dirty="0" sz="2700" spc="-50" b="1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2700" spc="-25" b="1">
                <a:solidFill>
                  <a:srgbClr val="444444"/>
                </a:solidFill>
                <a:latin typeface="Roboto"/>
                <a:cs typeface="Roboto"/>
              </a:rPr>
              <a:t>BE</a:t>
            </a:r>
            <a:endParaRPr sz="2700">
              <a:latin typeface="Roboto"/>
              <a:cs typeface="Roboto"/>
            </a:endParaRPr>
          </a:p>
        </p:txBody>
      </p:sp>
      <p:pic>
        <p:nvPicPr>
          <p:cNvPr id="27" name="object 2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0213" y="1498182"/>
            <a:ext cx="244486" cy="244065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60415" y="2157197"/>
            <a:ext cx="244518" cy="244060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60415" y="1825768"/>
            <a:ext cx="244518" cy="244060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0204" y="2976788"/>
            <a:ext cx="244486" cy="244065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60406" y="3635803"/>
            <a:ext cx="244518" cy="244060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52854" y="1081218"/>
            <a:ext cx="1565099" cy="3083099"/>
          </a:xfrm>
          <a:prstGeom prst="rect">
            <a:avLst/>
          </a:prstGeom>
        </p:spPr>
      </p:pic>
      <p:pic>
        <p:nvPicPr>
          <p:cNvPr id="33" name="object 33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60406" y="3304374"/>
            <a:ext cx="244518" cy="244060"/>
          </a:xfrm>
          <a:prstGeom prst="rect">
            <a:avLst/>
          </a:prstGeom>
        </p:spPr>
      </p:pic>
      <p:pic>
        <p:nvPicPr>
          <p:cNvPr id="34" name="object 34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439099" y="1458938"/>
            <a:ext cx="244486" cy="244065"/>
          </a:xfrm>
          <a:prstGeom prst="rect">
            <a:avLst/>
          </a:prstGeom>
        </p:spPr>
      </p:pic>
      <p:pic>
        <p:nvPicPr>
          <p:cNvPr id="35" name="object 35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439301" y="2117953"/>
            <a:ext cx="244517" cy="244060"/>
          </a:xfrm>
          <a:prstGeom prst="rect">
            <a:avLst/>
          </a:prstGeom>
        </p:spPr>
      </p:pic>
      <p:pic>
        <p:nvPicPr>
          <p:cNvPr id="36" name="object 36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439301" y="1786524"/>
            <a:ext cx="244517" cy="244060"/>
          </a:xfrm>
          <a:prstGeom prst="rect">
            <a:avLst/>
          </a:prstGeom>
        </p:spPr>
      </p:pic>
      <p:pic>
        <p:nvPicPr>
          <p:cNvPr id="37" name="object 37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439090" y="2931534"/>
            <a:ext cx="244486" cy="244065"/>
          </a:xfrm>
          <a:prstGeom prst="rect">
            <a:avLst/>
          </a:prstGeom>
        </p:spPr>
      </p:pic>
      <p:pic>
        <p:nvPicPr>
          <p:cNvPr id="38" name="object 38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439292" y="3590549"/>
            <a:ext cx="244518" cy="244060"/>
          </a:xfrm>
          <a:prstGeom prst="rect">
            <a:avLst/>
          </a:prstGeom>
        </p:spPr>
      </p:pic>
      <p:pic>
        <p:nvPicPr>
          <p:cNvPr id="39" name="object 3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39292" y="3259120"/>
            <a:ext cx="244518" cy="244060"/>
          </a:xfrm>
          <a:prstGeom prst="rect">
            <a:avLst/>
          </a:prstGeom>
        </p:spPr>
      </p:pic>
      <p:grpSp>
        <p:nvGrpSpPr>
          <p:cNvPr id="40" name="object 40" descr=""/>
          <p:cNvGrpSpPr/>
          <p:nvPr/>
        </p:nvGrpSpPr>
        <p:grpSpPr>
          <a:xfrm>
            <a:off x="2888142" y="1301901"/>
            <a:ext cx="1323340" cy="1237615"/>
            <a:chOff x="2888142" y="1301901"/>
            <a:chExt cx="1323340" cy="1237615"/>
          </a:xfrm>
        </p:grpSpPr>
        <p:sp>
          <p:nvSpPr>
            <p:cNvPr id="41" name="object 41" descr=""/>
            <p:cNvSpPr/>
            <p:nvPr/>
          </p:nvSpPr>
          <p:spPr>
            <a:xfrm>
              <a:off x="2888132" y="1301902"/>
              <a:ext cx="1323340" cy="1237615"/>
            </a:xfrm>
            <a:custGeom>
              <a:avLst/>
              <a:gdLst/>
              <a:ahLst/>
              <a:cxnLst/>
              <a:rect l="l" t="t" r="r" b="b"/>
              <a:pathLst>
                <a:path w="1323339" h="1237614">
                  <a:moveTo>
                    <a:pt x="1322984" y="277863"/>
                  </a:moveTo>
                  <a:lnTo>
                    <a:pt x="1317599" y="223393"/>
                  </a:lnTo>
                  <a:lnTo>
                    <a:pt x="1301826" y="171526"/>
                  </a:lnTo>
                  <a:lnTo>
                    <a:pt x="1276273" y="123710"/>
                  </a:lnTo>
                  <a:lnTo>
                    <a:pt x="1241539" y="81381"/>
                  </a:lnTo>
                  <a:lnTo>
                    <a:pt x="1199184" y="46685"/>
                  </a:lnTo>
                  <a:lnTo>
                    <a:pt x="1151331" y="21158"/>
                  </a:lnTo>
                  <a:lnTo>
                    <a:pt x="1099413" y="5397"/>
                  </a:lnTo>
                  <a:lnTo>
                    <a:pt x="1044905" y="0"/>
                  </a:lnTo>
                  <a:lnTo>
                    <a:pt x="999807" y="3644"/>
                  </a:lnTo>
                  <a:lnTo>
                    <a:pt x="957008" y="14173"/>
                  </a:lnTo>
                  <a:lnTo>
                    <a:pt x="917117" y="31013"/>
                  </a:lnTo>
                  <a:lnTo>
                    <a:pt x="880681" y="53619"/>
                  </a:lnTo>
                  <a:lnTo>
                    <a:pt x="848271" y="81381"/>
                  </a:lnTo>
                  <a:lnTo>
                    <a:pt x="844257" y="86055"/>
                  </a:lnTo>
                  <a:lnTo>
                    <a:pt x="831875" y="80340"/>
                  </a:lnTo>
                  <a:lnTo>
                    <a:pt x="787819" y="64084"/>
                  </a:lnTo>
                  <a:lnTo>
                    <a:pt x="742569" y="51282"/>
                  </a:lnTo>
                  <a:lnTo>
                    <a:pt x="696315" y="42049"/>
                  </a:lnTo>
                  <a:lnTo>
                    <a:pt x="648627" y="36360"/>
                  </a:lnTo>
                  <a:lnTo>
                    <a:pt x="647319" y="36360"/>
                  </a:lnTo>
                  <a:lnTo>
                    <a:pt x="601637" y="34556"/>
                  </a:lnTo>
                  <a:lnTo>
                    <a:pt x="554621" y="36360"/>
                  </a:lnTo>
                  <a:lnTo>
                    <a:pt x="508596" y="41706"/>
                  </a:lnTo>
                  <a:lnTo>
                    <a:pt x="463689" y="50444"/>
                  </a:lnTo>
                  <a:lnTo>
                    <a:pt x="420039" y="62433"/>
                  </a:lnTo>
                  <a:lnTo>
                    <a:pt x="377786" y="77571"/>
                  </a:lnTo>
                  <a:lnTo>
                    <a:pt x="337058" y="95694"/>
                  </a:lnTo>
                  <a:lnTo>
                    <a:pt x="297980" y="116674"/>
                  </a:lnTo>
                  <a:lnTo>
                    <a:pt x="260705" y="140385"/>
                  </a:lnTo>
                  <a:lnTo>
                    <a:pt x="225348" y="166687"/>
                  </a:lnTo>
                  <a:lnTo>
                    <a:pt x="192049" y="195453"/>
                  </a:lnTo>
                  <a:lnTo>
                    <a:pt x="160947" y="226555"/>
                  </a:lnTo>
                  <a:lnTo>
                    <a:pt x="132181" y="259842"/>
                  </a:lnTo>
                  <a:lnTo>
                    <a:pt x="105867" y="295186"/>
                  </a:lnTo>
                  <a:lnTo>
                    <a:pt x="82143" y="332447"/>
                  </a:lnTo>
                  <a:lnTo>
                    <a:pt x="61150" y="371513"/>
                  </a:lnTo>
                  <a:lnTo>
                    <a:pt x="43027" y="412229"/>
                  </a:lnTo>
                  <a:lnTo>
                    <a:pt x="27889" y="454482"/>
                  </a:lnTo>
                  <a:lnTo>
                    <a:pt x="15887" y="498119"/>
                  </a:lnTo>
                  <a:lnTo>
                    <a:pt x="7150" y="543001"/>
                  </a:lnTo>
                  <a:lnTo>
                    <a:pt x="1816" y="589026"/>
                  </a:lnTo>
                  <a:lnTo>
                    <a:pt x="0" y="636028"/>
                  </a:lnTo>
                  <a:lnTo>
                    <a:pt x="1816" y="683031"/>
                  </a:lnTo>
                  <a:lnTo>
                    <a:pt x="7150" y="729043"/>
                  </a:lnTo>
                  <a:lnTo>
                    <a:pt x="15887" y="773938"/>
                  </a:lnTo>
                  <a:lnTo>
                    <a:pt x="27889" y="817575"/>
                  </a:lnTo>
                  <a:lnTo>
                    <a:pt x="43027" y="859815"/>
                  </a:lnTo>
                  <a:lnTo>
                    <a:pt x="61150" y="900544"/>
                  </a:lnTo>
                  <a:lnTo>
                    <a:pt x="82143" y="939596"/>
                  </a:lnTo>
                  <a:lnTo>
                    <a:pt x="105867" y="976871"/>
                  </a:lnTo>
                  <a:lnTo>
                    <a:pt x="132181" y="1012215"/>
                  </a:lnTo>
                  <a:lnTo>
                    <a:pt x="160947" y="1045502"/>
                  </a:lnTo>
                  <a:lnTo>
                    <a:pt x="192049" y="1076591"/>
                  </a:lnTo>
                  <a:lnTo>
                    <a:pt x="225348" y="1105357"/>
                  </a:lnTo>
                  <a:lnTo>
                    <a:pt x="260705" y="1131671"/>
                  </a:lnTo>
                  <a:lnTo>
                    <a:pt x="297980" y="1155382"/>
                  </a:lnTo>
                  <a:lnTo>
                    <a:pt x="337058" y="1176362"/>
                  </a:lnTo>
                  <a:lnTo>
                    <a:pt x="377786" y="1194485"/>
                  </a:lnTo>
                  <a:lnTo>
                    <a:pt x="420039" y="1209611"/>
                  </a:lnTo>
                  <a:lnTo>
                    <a:pt x="463689" y="1221613"/>
                  </a:lnTo>
                  <a:lnTo>
                    <a:pt x="508596" y="1230350"/>
                  </a:lnTo>
                  <a:lnTo>
                    <a:pt x="554621" y="1235684"/>
                  </a:lnTo>
                  <a:lnTo>
                    <a:pt x="601637" y="1237500"/>
                  </a:lnTo>
                  <a:lnTo>
                    <a:pt x="648652" y="1235684"/>
                  </a:lnTo>
                  <a:lnTo>
                    <a:pt x="694677" y="1230350"/>
                  </a:lnTo>
                  <a:lnTo>
                    <a:pt x="739584" y="1221613"/>
                  </a:lnTo>
                  <a:lnTo>
                    <a:pt x="783234" y="1209611"/>
                  </a:lnTo>
                  <a:lnTo>
                    <a:pt x="825487" y="1194485"/>
                  </a:lnTo>
                  <a:lnTo>
                    <a:pt x="866216" y="1176362"/>
                  </a:lnTo>
                  <a:lnTo>
                    <a:pt x="905294" y="1155382"/>
                  </a:lnTo>
                  <a:lnTo>
                    <a:pt x="942568" y="1131671"/>
                  </a:lnTo>
                  <a:lnTo>
                    <a:pt x="977925" y="1105357"/>
                  </a:lnTo>
                  <a:lnTo>
                    <a:pt x="1011224" y="1076591"/>
                  </a:lnTo>
                  <a:lnTo>
                    <a:pt x="1042327" y="1045502"/>
                  </a:lnTo>
                  <a:lnTo>
                    <a:pt x="1071092" y="1012215"/>
                  </a:lnTo>
                  <a:lnTo>
                    <a:pt x="1097407" y="976871"/>
                  </a:lnTo>
                  <a:lnTo>
                    <a:pt x="1121130" y="939596"/>
                  </a:lnTo>
                  <a:lnTo>
                    <a:pt x="1142123" y="900544"/>
                  </a:lnTo>
                  <a:lnTo>
                    <a:pt x="1160246" y="859815"/>
                  </a:lnTo>
                  <a:lnTo>
                    <a:pt x="1175372" y="817575"/>
                  </a:lnTo>
                  <a:lnTo>
                    <a:pt x="1187373" y="773938"/>
                  </a:lnTo>
                  <a:lnTo>
                    <a:pt x="1196111" y="729043"/>
                  </a:lnTo>
                  <a:lnTo>
                    <a:pt x="1201458" y="683031"/>
                  </a:lnTo>
                  <a:lnTo>
                    <a:pt x="1203274" y="636028"/>
                  </a:lnTo>
                  <a:lnTo>
                    <a:pt x="1201381" y="588403"/>
                  </a:lnTo>
                  <a:lnTo>
                    <a:pt x="1195768" y="541362"/>
                  </a:lnTo>
                  <a:lnTo>
                    <a:pt x="1190256" y="513816"/>
                  </a:lnTo>
                  <a:lnTo>
                    <a:pt x="1209141" y="502094"/>
                  </a:lnTo>
                  <a:lnTo>
                    <a:pt x="1241539" y="474332"/>
                  </a:lnTo>
                  <a:lnTo>
                    <a:pt x="1269339" y="441947"/>
                  </a:lnTo>
                  <a:lnTo>
                    <a:pt x="1291945" y="405549"/>
                  </a:lnTo>
                  <a:lnTo>
                    <a:pt x="1308811" y="365683"/>
                  </a:lnTo>
                  <a:lnTo>
                    <a:pt x="1319352" y="322922"/>
                  </a:lnTo>
                  <a:lnTo>
                    <a:pt x="1322984" y="277863"/>
                  </a:lnTo>
                  <a:close/>
                </a:path>
              </a:pathLst>
            </a:custGeom>
            <a:solidFill>
              <a:srgbClr val="D844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3738008" y="1384927"/>
              <a:ext cx="390525" cy="389890"/>
            </a:xfrm>
            <a:custGeom>
              <a:avLst/>
              <a:gdLst/>
              <a:ahLst/>
              <a:cxnLst/>
              <a:rect l="l" t="t" r="r" b="b"/>
              <a:pathLst>
                <a:path w="390525" h="389889">
                  <a:moveTo>
                    <a:pt x="195027" y="389642"/>
                  </a:moveTo>
                  <a:lnTo>
                    <a:pt x="150309" y="384497"/>
                  </a:lnTo>
                  <a:lnTo>
                    <a:pt x="109259" y="369840"/>
                  </a:lnTo>
                  <a:lnTo>
                    <a:pt x="73047" y="346842"/>
                  </a:lnTo>
                  <a:lnTo>
                    <a:pt x="42845" y="316671"/>
                  </a:lnTo>
                  <a:lnTo>
                    <a:pt x="19822" y="280498"/>
                  </a:lnTo>
                  <a:lnTo>
                    <a:pt x="5150" y="239491"/>
                  </a:lnTo>
                  <a:lnTo>
                    <a:pt x="0" y="194821"/>
                  </a:lnTo>
                  <a:lnTo>
                    <a:pt x="5150" y="150150"/>
                  </a:lnTo>
                  <a:lnTo>
                    <a:pt x="19822" y="109143"/>
                  </a:lnTo>
                  <a:lnTo>
                    <a:pt x="42845" y="72970"/>
                  </a:lnTo>
                  <a:lnTo>
                    <a:pt x="73047" y="42800"/>
                  </a:lnTo>
                  <a:lnTo>
                    <a:pt x="109259" y="19801"/>
                  </a:lnTo>
                  <a:lnTo>
                    <a:pt x="150309" y="5145"/>
                  </a:lnTo>
                  <a:lnTo>
                    <a:pt x="195027" y="0"/>
                  </a:lnTo>
                  <a:lnTo>
                    <a:pt x="233253" y="3778"/>
                  </a:lnTo>
                  <a:lnTo>
                    <a:pt x="303229" y="32732"/>
                  </a:lnTo>
                  <a:lnTo>
                    <a:pt x="332933" y="57061"/>
                  </a:lnTo>
                  <a:lnTo>
                    <a:pt x="357288" y="86734"/>
                  </a:lnTo>
                  <a:lnTo>
                    <a:pt x="386273" y="156636"/>
                  </a:lnTo>
                  <a:lnTo>
                    <a:pt x="390055" y="194821"/>
                  </a:lnTo>
                  <a:lnTo>
                    <a:pt x="384904" y="239491"/>
                  </a:lnTo>
                  <a:lnTo>
                    <a:pt x="370232" y="280498"/>
                  </a:lnTo>
                  <a:lnTo>
                    <a:pt x="347210" y="316671"/>
                  </a:lnTo>
                  <a:lnTo>
                    <a:pt x="317007" y="346842"/>
                  </a:lnTo>
                  <a:lnTo>
                    <a:pt x="280796" y="369840"/>
                  </a:lnTo>
                  <a:lnTo>
                    <a:pt x="239745" y="384497"/>
                  </a:lnTo>
                  <a:lnTo>
                    <a:pt x="195027" y="3896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3885039" y="1492851"/>
              <a:ext cx="150495" cy="173990"/>
            </a:xfrm>
            <a:custGeom>
              <a:avLst/>
              <a:gdLst/>
              <a:ahLst/>
              <a:cxnLst/>
              <a:rect l="l" t="t" r="r" b="b"/>
              <a:pathLst>
                <a:path w="150495" h="173989">
                  <a:moveTo>
                    <a:pt x="0" y="173792"/>
                  </a:moveTo>
                  <a:lnTo>
                    <a:pt x="0" y="0"/>
                  </a:lnTo>
                  <a:lnTo>
                    <a:pt x="150330" y="86896"/>
                  </a:lnTo>
                  <a:lnTo>
                    <a:pt x="0" y="173792"/>
                  </a:lnTo>
                  <a:close/>
                </a:path>
              </a:pathLst>
            </a:custGeom>
            <a:solidFill>
              <a:srgbClr val="D8443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030517" y="1612277"/>
              <a:ext cx="302939" cy="303626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3051980" y="1639384"/>
              <a:ext cx="260350" cy="252729"/>
            </a:xfrm>
            <a:custGeom>
              <a:avLst/>
              <a:gdLst/>
              <a:ahLst/>
              <a:cxnLst/>
              <a:rect l="l" t="t" r="r" b="b"/>
              <a:pathLst>
                <a:path w="260350" h="252730">
                  <a:moveTo>
                    <a:pt x="115639" y="252163"/>
                  </a:moveTo>
                  <a:lnTo>
                    <a:pt x="66175" y="236508"/>
                  </a:lnTo>
                  <a:lnTo>
                    <a:pt x="27933" y="204795"/>
                  </a:lnTo>
                  <a:lnTo>
                    <a:pt x="4634" y="161554"/>
                  </a:lnTo>
                  <a:lnTo>
                    <a:pt x="0" y="111317"/>
                  </a:lnTo>
                  <a:lnTo>
                    <a:pt x="15792" y="63401"/>
                  </a:lnTo>
                  <a:lnTo>
                    <a:pt x="48202" y="26488"/>
                  </a:lnTo>
                  <a:lnTo>
                    <a:pt x="92587" y="4161"/>
                  </a:lnTo>
                  <a:lnTo>
                    <a:pt x="144304" y="0"/>
                  </a:lnTo>
                  <a:lnTo>
                    <a:pt x="169501" y="5338"/>
                  </a:lnTo>
                  <a:lnTo>
                    <a:pt x="214005" y="29374"/>
                  </a:lnTo>
                  <a:lnTo>
                    <a:pt x="246059" y="68414"/>
                  </a:lnTo>
                  <a:lnTo>
                    <a:pt x="260233" y="115846"/>
                  </a:lnTo>
                  <a:lnTo>
                    <a:pt x="259944" y="140845"/>
                  </a:lnTo>
                  <a:lnTo>
                    <a:pt x="244151" y="188761"/>
                  </a:lnTo>
                  <a:lnTo>
                    <a:pt x="211742" y="225674"/>
                  </a:lnTo>
                  <a:lnTo>
                    <a:pt x="167357" y="248001"/>
                  </a:lnTo>
                  <a:lnTo>
                    <a:pt x="115639" y="2521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109519" y="1691704"/>
              <a:ext cx="151598" cy="146916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3362934" y="1639925"/>
              <a:ext cx="171450" cy="172085"/>
            </a:xfrm>
            <a:custGeom>
              <a:avLst/>
              <a:gdLst/>
              <a:ahLst/>
              <a:cxnLst/>
              <a:rect l="l" t="t" r="r" b="b"/>
              <a:pathLst>
                <a:path w="171450" h="172085">
                  <a:moveTo>
                    <a:pt x="171310" y="96177"/>
                  </a:moveTo>
                  <a:lnTo>
                    <a:pt x="159194" y="89522"/>
                  </a:lnTo>
                  <a:lnTo>
                    <a:pt x="159296" y="80835"/>
                  </a:lnTo>
                  <a:lnTo>
                    <a:pt x="158419" y="76301"/>
                  </a:lnTo>
                  <a:lnTo>
                    <a:pt x="169430" y="69430"/>
                  </a:lnTo>
                  <a:lnTo>
                    <a:pt x="162801" y="48729"/>
                  </a:lnTo>
                  <a:lnTo>
                    <a:pt x="148399" y="49720"/>
                  </a:lnTo>
                  <a:lnTo>
                    <a:pt x="143344" y="42113"/>
                  </a:lnTo>
                  <a:lnTo>
                    <a:pt x="141668" y="40462"/>
                  </a:lnTo>
                  <a:lnTo>
                    <a:pt x="147980" y="27127"/>
                  </a:lnTo>
                  <a:lnTo>
                    <a:pt x="131165" y="13360"/>
                  </a:lnTo>
                  <a:lnTo>
                    <a:pt x="118478" y="22783"/>
                  </a:lnTo>
                  <a:lnTo>
                    <a:pt x="108000" y="18351"/>
                  </a:lnTo>
                  <a:lnTo>
                    <a:pt x="107848" y="18326"/>
                  </a:lnTo>
                  <a:lnTo>
                    <a:pt x="105765" y="2451"/>
                  </a:lnTo>
                  <a:lnTo>
                    <a:pt x="84137" y="0"/>
                  </a:lnTo>
                  <a:lnTo>
                    <a:pt x="77914" y="16598"/>
                  </a:lnTo>
                  <a:lnTo>
                    <a:pt x="68859" y="17322"/>
                  </a:lnTo>
                  <a:lnTo>
                    <a:pt x="57873" y="4394"/>
                  </a:lnTo>
                  <a:lnTo>
                    <a:pt x="38379" y="14033"/>
                  </a:lnTo>
                  <a:lnTo>
                    <a:pt x="41668" y="29159"/>
                  </a:lnTo>
                  <a:lnTo>
                    <a:pt x="39408" y="30289"/>
                  </a:lnTo>
                  <a:lnTo>
                    <a:pt x="33553" y="36957"/>
                  </a:lnTo>
                  <a:lnTo>
                    <a:pt x="18122" y="32270"/>
                  </a:lnTo>
                  <a:lnTo>
                    <a:pt x="7010" y="50939"/>
                  </a:lnTo>
                  <a:lnTo>
                    <a:pt x="17627" y="61556"/>
                  </a:lnTo>
                  <a:lnTo>
                    <a:pt x="13944" y="72732"/>
                  </a:lnTo>
                  <a:lnTo>
                    <a:pt x="0" y="76682"/>
                  </a:lnTo>
                  <a:lnTo>
                    <a:pt x="698" y="98425"/>
                  </a:lnTo>
                  <a:lnTo>
                    <a:pt x="14249" y="101384"/>
                  </a:lnTo>
                  <a:lnTo>
                    <a:pt x="14744" y="106654"/>
                  </a:lnTo>
                  <a:lnTo>
                    <a:pt x="18770" y="114160"/>
                  </a:lnTo>
                  <a:lnTo>
                    <a:pt x="8966" y="125234"/>
                  </a:lnTo>
                  <a:lnTo>
                    <a:pt x="21361" y="143090"/>
                  </a:lnTo>
                  <a:lnTo>
                    <a:pt x="35864" y="137706"/>
                  </a:lnTo>
                  <a:lnTo>
                    <a:pt x="44259" y="144665"/>
                  </a:lnTo>
                  <a:lnTo>
                    <a:pt x="41922" y="160159"/>
                  </a:lnTo>
                  <a:lnTo>
                    <a:pt x="62001" y="168478"/>
                  </a:lnTo>
                  <a:lnTo>
                    <a:pt x="71323" y="155943"/>
                  </a:lnTo>
                  <a:lnTo>
                    <a:pt x="77508" y="157899"/>
                  </a:lnTo>
                  <a:lnTo>
                    <a:pt x="83273" y="157441"/>
                  </a:lnTo>
                  <a:lnTo>
                    <a:pt x="89573" y="171665"/>
                  </a:lnTo>
                  <a:lnTo>
                    <a:pt x="111036" y="167970"/>
                  </a:lnTo>
                  <a:lnTo>
                    <a:pt x="112141" y="152844"/>
                  </a:lnTo>
                  <a:lnTo>
                    <a:pt x="123482" y="147154"/>
                  </a:lnTo>
                  <a:lnTo>
                    <a:pt x="136067" y="155346"/>
                  </a:lnTo>
                  <a:lnTo>
                    <a:pt x="152069" y="140614"/>
                  </a:lnTo>
                  <a:lnTo>
                    <a:pt x="145072" y="127901"/>
                  </a:lnTo>
                  <a:lnTo>
                    <a:pt x="150190" y="122059"/>
                  </a:lnTo>
                  <a:lnTo>
                    <a:pt x="151841" y="117043"/>
                  </a:lnTo>
                  <a:lnTo>
                    <a:pt x="165722" y="117208"/>
                  </a:lnTo>
                  <a:lnTo>
                    <a:pt x="171310" y="961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3407217" y="1684823"/>
              <a:ext cx="85725" cy="83185"/>
            </a:xfrm>
            <a:custGeom>
              <a:avLst/>
              <a:gdLst/>
              <a:ahLst/>
              <a:cxnLst/>
              <a:rect l="l" t="t" r="r" b="b"/>
              <a:pathLst>
                <a:path w="85725" h="83185">
                  <a:moveTo>
                    <a:pt x="38084" y="83066"/>
                  </a:moveTo>
                  <a:lnTo>
                    <a:pt x="21790" y="77906"/>
                  </a:lnTo>
                  <a:lnTo>
                    <a:pt x="9195" y="67456"/>
                  </a:lnTo>
                  <a:lnTo>
                    <a:pt x="1523" y="53209"/>
                  </a:lnTo>
                  <a:lnTo>
                    <a:pt x="0" y="36660"/>
                  </a:lnTo>
                  <a:lnTo>
                    <a:pt x="5206" y="20876"/>
                  </a:lnTo>
                  <a:lnTo>
                    <a:pt x="15886" y="8718"/>
                  </a:lnTo>
                  <a:lnTo>
                    <a:pt x="30509" y="1367"/>
                  </a:lnTo>
                  <a:lnTo>
                    <a:pt x="47547" y="0"/>
                  </a:lnTo>
                  <a:lnTo>
                    <a:pt x="55847" y="1760"/>
                  </a:lnTo>
                  <a:lnTo>
                    <a:pt x="84183" y="30141"/>
                  </a:lnTo>
                  <a:lnTo>
                    <a:pt x="85729" y="38171"/>
                  </a:lnTo>
                  <a:lnTo>
                    <a:pt x="85631" y="46406"/>
                  </a:lnTo>
                  <a:lnTo>
                    <a:pt x="80425" y="62190"/>
                  </a:lnTo>
                  <a:lnTo>
                    <a:pt x="69746" y="74347"/>
                  </a:lnTo>
                  <a:lnTo>
                    <a:pt x="55122" y="81699"/>
                  </a:lnTo>
                  <a:lnTo>
                    <a:pt x="38084" y="83066"/>
                  </a:lnTo>
                  <a:close/>
                </a:path>
              </a:pathLst>
            </a:custGeom>
            <a:solidFill>
              <a:srgbClr val="D844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3257004" y="1821738"/>
              <a:ext cx="611505" cy="603250"/>
            </a:xfrm>
            <a:custGeom>
              <a:avLst/>
              <a:gdLst/>
              <a:ahLst/>
              <a:cxnLst/>
              <a:rect l="l" t="t" r="r" b="b"/>
              <a:pathLst>
                <a:path w="611504" h="603250">
                  <a:moveTo>
                    <a:pt x="611378" y="304025"/>
                  </a:moveTo>
                  <a:lnTo>
                    <a:pt x="566026" y="285432"/>
                  </a:lnTo>
                  <a:lnTo>
                    <a:pt x="562902" y="254787"/>
                  </a:lnTo>
                  <a:lnTo>
                    <a:pt x="557987" y="239115"/>
                  </a:lnTo>
                  <a:lnTo>
                    <a:pt x="594029" y="210502"/>
                  </a:lnTo>
                  <a:lnTo>
                    <a:pt x="562356" y="140220"/>
                  </a:lnTo>
                  <a:lnTo>
                    <a:pt x="512064" y="149440"/>
                  </a:lnTo>
                  <a:lnTo>
                    <a:pt x="491172" y="124701"/>
                  </a:lnTo>
                  <a:lnTo>
                    <a:pt x="484632" y="119507"/>
                  </a:lnTo>
                  <a:lnTo>
                    <a:pt x="501497" y="70015"/>
                  </a:lnTo>
                  <a:lnTo>
                    <a:pt x="436702" y="28244"/>
                  </a:lnTo>
                  <a:lnTo>
                    <a:pt x="395833" y="66522"/>
                  </a:lnTo>
                  <a:lnTo>
                    <a:pt x="357098" y="55105"/>
                  </a:lnTo>
                  <a:lnTo>
                    <a:pt x="356590" y="55067"/>
                  </a:lnTo>
                  <a:lnTo>
                    <a:pt x="342836" y="0"/>
                  </a:lnTo>
                  <a:lnTo>
                    <a:pt x="265645" y="0"/>
                  </a:lnTo>
                  <a:lnTo>
                    <a:pt x="251612" y="56121"/>
                  </a:lnTo>
                  <a:lnTo>
                    <a:pt x="216877" y="65366"/>
                  </a:lnTo>
                  <a:lnTo>
                    <a:pt x="174904" y="26047"/>
                  </a:lnTo>
                  <a:lnTo>
                    <a:pt x="110109" y="67805"/>
                  </a:lnTo>
                  <a:lnTo>
                    <a:pt x="127508" y="118922"/>
                  </a:lnTo>
                  <a:lnTo>
                    <a:pt x="105079" y="140690"/>
                  </a:lnTo>
                  <a:lnTo>
                    <a:pt x="98425" y="149821"/>
                  </a:lnTo>
                  <a:lnTo>
                    <a:pt x="46050" y="140220"/>
                  </a:lnTo>
                  <a:lnTo>
                    <a:pt x="14376" y="210502"/>
                  </a:lnTo>
                  <a:lnTo>
                    <a:pt x="52692" y="240944"/>
                  </a:lnTo>
                  <a:lnTo>
                    <a:pt x="47612" y="258927"/>
                  </a:lnTo>
                  <a:lnTo>
                    <a:pt x="45148" y="285508"/>
                  </a:lnTo>
                  <a:lnTo>
                    <a:pt x="0" y="304025"/>
                  </a:lnTo>
                  <a:lnTo>
                    <a:pt x="11214" y="380403"/>
                  </a:lnTo>
                  <a:lnTo>
                    <a:pt x="57404" y="385076"/>
                  </a:lnTo>
                  <a:lnTo>
                    <a:pt x="59791" y="393471"/>
                  </a:lnTo>
                  <a:lnTo>
                    <a:pt x="78689" y="432104"/>
                  </a:lnTo>
                  <a:lnTo>
                    <a:pt x="51066" y="471538"/>
                  </a:lnTo>
                  <a:lnTo>
                    <a:pt x="101917" y="529526"/>
                  </a:lnTo>
                  <a:lnTo>
                    <a:pt x="147218" y="506539"/>
                  </a:lnTo>
                  <a:lnTo>
                    <a:pt x="173304" y="524421"/>
                  </a:lnTo>
                  <a:lnTo>
                    <a:pt x="183146" y="528967"/>
                  </a:lnTo>
                  <a:lnTo>
                    <a:pt x="181241" y="581418"/>
                  </a:lnTo>
                  <a:lnTo>
                    <a:pt x="255308" y="602691"/>
                  </a:lnTo>
                  <a:lnTo>
                    <a:pt x="281800" y="557098"/>
                  </a:lnTo>
                  <a:lnTo>
                    <a:pt x="305689" y="559168"/>
                  </a:lnTo>
                  <a:lnTo>
                    <a:pt x="327063" y="557326"/>
                  </a:lnTo>
                  <a:lnTo>
                    <a:pt x="353745" y="602881"/>
                  </a:lnTo>
                  <a:lnTo>
                    <a:pt x="427837" y="581215"/>
                  </a:lnTo>
                  <a:lnTo>
                    <a:pt x="425792" y="530085"/>
                  </a:lnTo>
                  <a:lnTo>
                    <a:pt x="438073" y="524421"/>
                  </a:lnTo>
                  <a:lnTo>
                    <a:pt x="466915" y="504647"/>
                  </a:lnTo>
                  <a:lnTo>
                    <a:pt x="510971" y="526719"/>
                  </a:lnTo>
                  <a:lnTo>
                    <a:pt x="561441" y="468337"/>
                  </a:lnTo>
                  <a:lnTo>
                    <a:pt x="533946" y="429514"/>
                  </a:lnTo>
                  <a:lnTo>
                    <a:pt x="551586" y="393471"/>
                  </a:lnTo>
                  <a:lnTo>
                    <a:pt x="553961" y="385076"/>
                  </a:lnTo>
                  <a:lnTo>
                    <a:pt x="600163" y="380403"/>
                  </a:lnTo>
                  <a:lnTo>
                    <a:pt x="611378" y="3040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3404391" y="1978134"/>
              <a:ext cx="306070" cy="297180"/>
            </a:xfrm>
            <a:custGeom>
              <a:avLst/>
              <a:gdLst/>
              <a:ahLst/>
              <a:cxnLst/>
              <a:rect l="l" t="t" r="r" b="b"/>
              <a:pathLst>
                <a:path w="306070" h="297180">
                  <a:moveTo>
                    <a:pt x="152804" y="296561"/>
                  </a:moveTo>
                  <a:lnTo>
                    <a:pt x="104506" y="289001"/>
                  </a:lnTo>
                  <a:lnTo>
                    <a:pt x="62560" y="267951"/>
                  </a:lnTo>
                  <a:lnTo>
                    <a:pt x="29482" y="235853"/>
                  </a:lnTo>
                  <a:lnTo>
                    <a:pt x="7790" y="195148"/>
                  </a:lnTo>
                  <a:lnTo>
                    <a:pt x="0" y="148280"/>
                  </a:lnTo>
                  <a:lnTo>
                    <a:pt x="7790" y="101412"/>
                  </a:lnTo>
                  <a:lnTo>
                    <a:pt x="29482" y="60708"/>
                  </a:lnTo>
                  <a:lnTo>
                    <a:pt x="62560" y="28609"/>
                  </a:lnTo>
                  <a:lnTo>
                    <a:pt x="104506" y="7559"/>
                  </a:lnTo>
                  <a:lnTo>
                    <a:pt x="152804" y="0"/>
                  </a:lnTo>
                  <a:lnTo>
                    <a:pt x="182755" y="2875"/>
                  </a:lnTo>
                  <a:lnTo>
                    <a:pt x="237581" y="24912"/>
                  </a:lnTo>
                  <a:lnTo>
                    <a:pt x="279937" y="66014"/>
                  </a:lnTo>
                  <a:lnTo>
                    <a:pt x="302647" y="119217"/>
                  </a:lnTo>
                  <a:lnTo>
                    <a:pt x="305610" y="148280"/>
                  </a:lnTo>
                  <a:lnTo>
                    <a:pt x="297820" y="195148"/>
                  </a:lnTo>
                  <a:lnTo>
                    <a:pt x="276127" y="235853"/>
                  </a:lnTo>
                  <a:lnTo>
                    <a:pt x="243049" y="267951"/>
                  </a:lnTo>
                  <a:lnTo>
                    <a:pt x="201103" y="289001"/>
                  </a:lnTo>
                  <a:lnTo>
                    <a:pt x="152804" y="296561"/>
                  </a:lnTo>
                  <a:close/>
                </a:path>
              </a:pathLst>
            </a:custGeom>
            <a:solidFill>
              <a:srgbClr val="D8443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1" name="object 51" descr=""/>
          <p:cNvGrpSpPr/>
          <p:nvPr/>
        </p:nvGrpSpPr>
        <p:grpSpPr>
          <a:xfrm>
            <a:off x="2888142" y="2783546"/>
            <a:ext cx="1323340" cy="1237615"/>
            <a:chOff x="2888142" y="2783546"/>
            <a:chExt cx="1323340" cy="1237615"/>
          </a:xfrm>
        </p:grpSpPr>
        <p:sp>
          <p:nvSpPr>
            <p:cNvPr id="52" name="object 52" descr=""/>
            <p:cNvSpPr/>
            <p:nvPr/>
          </p:nvSpPr>
          <p:spPr>
            <a:xfrm>
              <a:off x="2888132" y="2783547"/>
              <a:ext cx="1323340" cy="1237615"/>
            </a:xfrm>
            <a:custGeom>
              <a:avLst/>
              <a:gdLst/>
              <a:ahLst/>
              <a:cxnLst/>
              <a:rect l="l" t="t" r="r" b="b"/>
              <a:pathLst>
                <a:path w="1323339" h="1237614">
                  <a:moveTo>
                    <a:pt x="1322984" y="277863"/>
                  </a:moveTo>
                  <a:lnTo>
                    <a:pt x="1317599" y="223393"/>
                  </a:lnTo>
                  <a:lnTo>
                    <a:pt x="1301826" y="171526"/>
                  </a:lnTo>
                  <a:lnTo>
                    <a:pt x="1276273" y="123710"/>
                  </a:lnTo>
                  <a:lnTo>
                    <a:pt x="1241539" y="81381"/>
                  </a:lnTo>
                  <a:lnTo>
                    <a:pt x="1199184" y="46685"/>
                  </a:lnTo>
                  <a:lnTo>
                    <a:pt x="1151331" y="21158"/>
                  </a:lnTo>
                  <a:lnTo>
                    <a:pt x="1099413" y="5397"/>
                  </a:lnTo>
                  <a:lnTo>
                    <a:pt x="1044905" y="0"/>
                  </a:lnTo>
                  <a:lnTo>
                    <a:pt x="999807" y="3644"/>
                  </a:lnTo>
                  <a:lnTo>
                    <a:pt x="957008" y="14173"/>
                  </a:lnTo>
                  <a:lnTo>
                    <a:pt x="917117" y="31013"/>
                  </a:lnTo>
                  <a:lnTo>
                    <a:pt x="880681" y="53619"/>
                  </a:lnTo>
                  <a:lnTo>
                    <a:pt x="848271" y="81381"/>
                  </a:lnTo>
                  <a:lnTo>
                    <a:pt x="844257" y="86055"/>
                  </a:lnTo>
                  <a:lnTo>
                    <a:pt x="831875" y="80340"/>
                  </a:lnTo>
                  <a:lnTo>
                    <a:pt x="787819" y="64084"/>
                  </a:lnTo>
                  <a:lnTo>
                    <a:pt x="742569" y="51282"/>
                  </a:lnTo>
                  <a:lnTo>
                    <a:pt x="696315" y="42049"/>
                  </a:lnTo>
                  <a:lnTo>
                    <a:pt x="648627" y="36360"/>
                  </a:lnTo>
                  <a:lnTo>
                    <a:pt x="647319" y="36360"/>
                  </a:lnTo>
                  <a:lnTo>
                    <a:pt x="601637" y="34556"/>
                  </a:lnTo>
                  <a:lnTo>
                    <a:pt x="554621" y="36360"/>
                  </a:lnTo>
                  <a:lnTo>
                    <a:pt x="508596" y="41706"/>
                  </a:lnTo>
                  <a:lnTo>
                    <a:pt x="463689" y="50444"/>
                  </a:lnTo>
                  <a:lnTo>
                    <a:pt x="420039" y="62433"/>
                  </a:lnTo>
                  <a:lnTo>
                    <a:pt x="377786" y="77571"/>
                  </a:lnTo>
                  <a:lnTo>
                    <a:pt x="337058" y="95694"/>
                  </a:lnTo>
                  <a:lnTo>
                    <a:pt x="297980" y="116674"/>
                  </a:lnTo>
                  <a:lnTo>
                    <a:pt x="260705" y="140385"/>
                  </a:lnTo>
                  <a:lnTo>
                    <a:pt x="225348" y="166687"/>
                  </a:lnTo>
                  <a:lnTo>
                    <a:pt x="192049" y="195453"/>
                  </a:lnTo>
                  <a:lnTo>
                    <a:pt x="160947" y="226555"/>
                  </a:lnTo>
                  <a:lnTo>
                    <a:pt x="132181" y="259842"/>
                  </a:lnTo>
                  <a:lnTo>
                    <a:pt x="105867" y="295186"/>
                  </a:lnTo>
                  <a:lnTo>
                    <a:pt x="82143" y="332447"/>
                  </a:lnTo>
                  <a:lnTo>
                    <a:pt x="61150" y="371513"/>
                  </a:lnTo>
                  <a:lnTo>
                    <a:pt x="43027" y="412229"/>
                  </a:lnTo>
                  <a:lnTo>
                    <a:pt x="27889" y="454482"/>
                  </a:lnTo>
                  <a:lnTo>
                    <a:pt x="15887" y="498119"/>
                  </a:lnTo>
                  <a:lnTo>
                    <a:pt x="7150" y="543001"/>
                  </a:lnTo>
                  <a:lnTo>
                    <a:pt x="1816" y="589026"/>
                  </a:lnTo>
                  <a:lnTo>
                    <a:pt x="0" y="636028"/>
                  </a:lnTo>
                  <a:lnTo>
                    <a:pt x="1816" y="683031"/>
                  </a:lnTo>
                  <a:lnTo>
                    <a:pt x="7150" y="729043"/>
                  </a:lnTo>
                  <a:lnTo>
                    <a:pt x="15887" y="773938"/>
                  </a:lnTo>
                  <a:lnTo>
                    <a:pt x="27889" y="817575"/>
                  </a:lnTo>
                  <a:lnTo>
                    <a:pt x="43027" y="859815"/>
                  </a:lnTo>
                  <a:lnTo>
                    <a:pt x="61150" y="900544"/>
                  </a:lnTo>
                  <a:lnTo>
                    <a:pt x="82143" y="939596"/>
                  </a:lnTo>
                  <a:lnTo>
                    <a:pt x="105867" y="976871"/>
                  </a:lnTo>
                  <a:lnTo>
                    <a:pt x="132181" y="1012215"/>
                  </a:lnTo>
                  <a:lnTo>
                    <a:pt x="160947" y="1045502"/>
                  </a:lnTo>
                  <a:lnTo>
                    <a:pt x="192049" y="1076591"/>
                  </a:lnTo>
                  <a:lnTo>
                    <a:pt x="225348" y="1105357"/>
                  </a:lnTo>
                  <a:lnTo>
                    <a:pt x="260705" y="1131671"/>
                  </a:lnTo>
                  <a:lnTo>
                    <a:pt x="297980" y="1155382"/>
                  </a:lnTo>
                  <a:lnTo>
                    <a:pt x="337058" y="1176362"/>
                  </a:lnTo>
                  <a:lnTo>
                    <a:pt x="377786" y="1194485"/>
                  </a:lnTo>
                  <a:lnTo>
                    <a:pt x="420039" y="1209611"/>
                  </a:lnTo>
                  <a:lnTo>
                    <a:pt x="463689" y="1221613"/>
                  </a:lnTo>
                  <a:lnTo>
                    <a:pt x="508596" y="1230350"/>
                  </a:lnTo>
                  <a:lnTo>
                    <a:pt x="554621" y="1235684"/>
                  </a:lnTo>
                  <a:lnTo>
                    <a:pt x="601637" y="1237500"/>
                  </a:lnTo>
                  <a:lnTo>
                    <a:pt x="648652" y="1235684"/>
                  </a:lnTo>
                  <a:lnTo>
                    <a:pt x="694677" y="1230350"/>
                  </a:lnTo>
                  <a:lnTo>
                    <a:pt x="739584" y="1221613"/>
                  </a:lnTo>
                  <a:lnTo>
                    <a:pt x="783234" y="1209611"/>
                  </a:lnTo>
                  <a:lnTo>
                    <a:pt x="825487" y="1194485"/>
                  </a:lnTo>
                  <a:lnTo>
                    <a:pt x="866216" y="1176362"/>
                  </a:lnTo>
                  <a:lnTo>
                    <a:pt x="905294" y="1155382"/>
                  </a:lnTo>
                  <a:lnTo>
                    <a:pt x="942568" y="1131671"/>
                  </a:lnTo>
                  <a:lnTo>
                    <a:pt x="977925" y="1105357"/>
                  </a:lnTo>
                  <a:lnTo>
                    <a:pt x="1011224" y="1076591"/>
                  </a:lnTo>
                  <a:lnTo>
                    <a:pt x="1042327" y="1045502"/>
                  </a:lnTo>
                  <a:lnTo>
                    <a:pt x="1071092" y="1012215"/>
                  </a:lnTo>
                  <a:lnTo>
                    <a:pt x="1097407" y="976871"/>
                  </a:lnTo>
                  <a:lnTo>
                    <a:pt x="1121130" y="939596"/>
                  </a:lnTo>
                  <a:lnTo>
                    <a:pt x="1142123" y="900544"/>
                  </a:lnTo>
                  <a:lnTo>
                    <a:pt x="1160246" y="859815"/>
                  </a:lnTo>
                  <a:lnTo>
                    <a:pt x="1175372" y="817575"/>
                  </a:lnTo>
                  <a:lnTo>
                    <a:pt x="1187373" y="773938"/>
                  </a:lnTo>
                  <a:lnTo>
                    <a:pt x="1196111" y="729043"/>
                  </a:lnTo>
                  <a:lnTo>
                    <a:pt x="1201458" y="683031"/>
                  </a:lnTo>
                  <a:lnTo>
                    <a:pt x="1203274" y="636028"/>
                  </a:lnTo>
                  <a:lnTo>
                    <a:pt x="1201381" y="588403"/>
                  </a:lnTo>
                  <a:lnTo>
                    <a:pt x="1195768" y="541362"/>
                  </a:lnTo>
                  <a:lnTo>
                    <a:pt x="1190256" y="513816"/>
                  </a:lnTo>
                  <a:lnTo>
                    <a:pt x="1209141" y="502094"/>
                  </a:lnTo>
                  <a:lnTo>
                    <a:pt x="1241539" y="474332"/>
                  </a:lnTo>
                  <a:lnTo>
                    <a:pt x="1269339" y="441947"/>
                  </a:lnTo>
                  <a:lnTo>
                    <a:pt x="1291945" y="405549"/>
                  </a:lnTo>
                  <a:lnTo>
                    <a:pt x="1308811" y="365683"/>
                  </a:lnTo>
                  <a:lnTo>
                    <a:pt x="1319352" y="322922"/>
                  </a:lnTo>
                  <a:lnTo>
                    <a:pt x="1322984" y="277863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3738008" y="2866572"/>
              <a:ext cx="390525" cy="389890"/>
            </a:xfrm>
            <a:custGeom>
              <a:avLst/>
              <a:gdLst/>
              <a:ahLst/>
              <a:cxnLst/>
              <a:rect l="l" t="t" r="r" b="b"/>
              <a:pathLst>
                <a:path w="390525" h="389889">
                  <a:moveTo>
                    <a:pt x="195027" y="389642"/>
                  </a:moveTo>
                  <a:lnTo>
                    <a:pt x="150309" y="384496"/>
                  </a:lnTo>
                  <a:lnTo>
                    <a:pt x="109259" y="369840"/>
                  </a:lnTo>
                  <a:lnTo>
                    <a:pt x="73047" y="346842"/>
                  </a:lnTo>
                  <a:lnTo>
                    <a:pt x="42845" y="316671"/>
                  </a:lnTo>
                  <a:lnTo>
                    <a:pt x="19822" y="280498"/>
                  </a:lnTo>
                  <a:lnTo>
                    <a:pt x="5150" y="239491"/>
                  </a:lnTo>
                  <a:lnTo>
                    <a:pt x="0" y="194821"/>
                  </a:lnTo>
                  <a:lnTo>
                    <a:pt x="5150" y="150150"/>
                  </a:lnTo>
                  <a:lnTo>
                    <a:pt x="19822" y="109143"/>
                  </a:lnTo>
                  <a:lnTo>
                    <a:pt x="42845" y="72970"/>
                  </a:lnTo>
                  <a:lnTo>
                    <a:pt x="73047" y="42799"/>
                  </a:lnTo>
                  <a:lnTo>
                    <a:pt x="109259" y="19801"/>
                  </a:lnTo>
                  <a:lnTo>
                    <a:pt x="150309" y="5145"/>
                  </a:lnTo>
                  <a:lnTo>
                    <a:pt x="195027" y="0"/>
                  </a:lnTo>
                  <a:lnTo>
                    <a:pt x="233253" y="3778"/>
                  </a:lnTo>
                  <a:lnTo>
                    <a:pt x="303229" y="32732"/>
                  </a:lnTo>
                  <a:lnTo>
                    <a:pt x="332933" y="57061"/>
                  </a:lnTo>
                  <a:lnTo>
                    <a:pt x="357288" y="86734"/>
                  </a:lnTo>
                  <a:lnTo>
                    <a:pt x="386273" y="156635"/>
                  </a:lnTo>
                  <a:lnTo>
                    <a:pt x="390055" y="194821"/>
                  </a:lnTo>
                  <a:lnTo>
                    <a:pt x="384904" y="239491"/>
                  </a:lnTo>
                  <a:lnTo>
                    <a:pt x="370232" y="280498"/>
                  </a:lnTo>
                  <a:lnTo>
                    <a:pt x="347210" y="316671"/>
                  </a:lnTo>
                  <a:lnTo>
                    <a:pt x="317007" y="346842"/>
                  </a:lnTo>
                  <a:lnTo>
                    <a:pt x="280796" y="369840"/>
                  </a:lnTo>
                  <a:lnTo>
                    <a:pt x="239745" y="384496"/>
                  </a:lnTo>
                  <a:lnTo>
                    <a:pt x="195027" y="3896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3885039" y="2974497"/>
              <a:ext cx="150495" cy="173990"/>
            </a:xfrm>
            <a:custGeom>
              <a:avLst/>
              <a:gdLst/>
              <a:ahLst/>
              <a:cxnLst/>
              <a:rect l="l" t="t" r="r" b="b"/>
              <a:pathLst>
                <a:path w="150495" h="173989">
                  <a:moveTo>
                    <a:pt x="0" y="173792"/>
                  </a:moveTo>
                  <a:lnTo>
                    <a:pt x="0" y="0"/>
                  </a:lnTo>
                  <a:lnTo>
                    <a:pt x="150330" y="86896"/>
                  </a:lnTo>
                  <a:lnTo>
                    <a:pt x="0" y="173792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030517" y="3093922"/>
              <a:ext cx="302939" cy="303626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3051980" y="3121029"/>
              <a:ext cx="260350" cy="252729"/>
            </a:xfrm>
            <a:custGeom>
              <a:avLst/>
              <a:gdLst/>
              <a:ahLst/>
              <a:cxnLst/>
              <a:rect l="l" t="t" r="r" b="b"/>
              <a:pathLst>
                <a:path w="260350" h="252729">
                  <a:moveTo>
                    <a:pt x="115639" y="252163"/>
                  </a:moveTo>
                  <a:lnTo>
                    <a:pt x="66175" y="236508"/>
                  </a:lnTo>
                  <a:lnTo>
                    <a:pt x="27933" y="204795"/>
                  </a:lnTo>
                  <a:lnTo>
                    <a:pt x="4634" y="161554"/>
                  </a:lnTo>
                  <a:lnTo>
                    <a:pt x="0" y="111317"/>
                  </a:lnTo>
                  <a:lnTo>
                    <a:pt x="15792" y="63401"/>
                  </a:lnTo>
                  <a:lnTo>
                    <a:pt x="48202" y="26488"/>
                  </a:lnTo>
                  <a:lnTo>
                    <a:pt x="92587" y="4161"/>
                  </a:lnTo>
                  <a:lnTo>
                    <a:pt x="144304" y="0"/>
                  </a:lnTo>
                  <a:lnTo>
                    <a:pt x="169501" y="5338"/>
                  </a:lnTo>
                  <a:lnTo>
                    <a:pt x="214005" y="29374"/>
                  </a:lnTo>
                  <a:lnTo>
                    <a:pt x="246059" y="68414"/>
                  </a:lnTo>
                  <a:lnTo>
                    <a:pt x="260233" y="115846"/>
                  </a:lnTo>
                  <a:lnTo>
                    <a:pt x="259944" y="140845"/>
                  </a:lnTo>
                  <a:lnTo>
                    <a:pt x="244151" y="188761"/>
                  </a:lnTo>
                  <a:lnTo>
                    <a:pt x="211742" y="225674"/>
                  </a:lnTo>
                  <a:lnTo>
                    <a:pt x="167357" y="248001"/>
                  </a:lnTo>
                  <a:lnTo>
                    <a:pt x="115639" y="2521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109519" y="3173350"/>
              <a:ext cx="151598" cy="146916"/>
            </a:xfrm>
            <a:prstGeom prst="rect">
              <a:avLst/>
            </a:prstGeom>
          </p:spPr>
        </p:pic>
        <p:sp>
          <p:nvSpPr>
            <p:cNvPr id="58" name="object 58" descr=""/>
            <p:cNvSpPr/>
            <p:nvPr/>
          </p:nvSpPr>
          <p:spPr>
            <a:xfrm>
              <a:off x="3362934" y="3121570"/>
              <a:ext cx="171450" cy="172085"/>
            </a:xfrm>
            <a:custGeom>
              <a:avLst/>
              <a:gdLst/>
              <a:ahLst/>
              <a:cxnLst/>
              <a:rect l="l" t="t" r="r" b="b"/>
              <a:pathLst>
                <a:path w="171450" h="172085">
                  <a:moveTo>
                    <a:pt x="171310" y="96177"/>
                  </a:moveTo>
                  <a:lnTo>
                    <a:pt x="159194" y="89522"/>
                  </a:lnTo>
                  <a:lnTo>
                    <a:pt x="159296" y="80835"/>
                  </a:lnTo>
                  <a:lnTo>
                    <a:pt x="158419" y="76301"/>
                  </a:lnTo>
                  <a:lnTo>
                    <a:pt x="169430" y="69430"/>
                  </a:lnTo>
                  <a:lnTo>
                    <a:pt x="162801" y="48729"/>
                  </a:lnTo>
                  <a:lnTo>
                    <a:pt x="148399" y="49720"/>
                  </a:lnTo>
                  <a:lnTo>
                    <a:pt x="143344" y="42113"/>
                  </a:lnTo>
                  <a:lnTo>
                    <a:pt x="141668" y="40462"/>
                  </a:lnTo>
                  <a:lnTo>
                    <a:pt x="147980" y="27127"/>
                  </a:lnTo>
                  <a:lnTo>
                    <a:pt x="131165" y="13360"/>
                  </a:lnTo>
                  <a:lnTo>
                    <a:pt x="118478" y="22783"/>
                  </a:lnTo>
                  <a:lnTo>
                    <a:pt x="108000" y="18351"/>
                  </a:lnTo>
                  <a:lnTo>
                    <a:pt x="107848" y="18326"/>
                  </a:lnTo>
                  <a:lnTo>
                    <a:pt x="105765" y="2451"/>
                  </a:lnTo>
                  <a:lnTo>
                    <a:pt x="84137" y="0"/>
                  </a:lnTo>
                  <a:lnTo>
                    <a:pt x="77914" y="16598"/>
                  </a:lnTo>
                  <a:lnTo>
                    <a:pt x="68859" y="17322"/>
                  </a:lnTo>
                  <a:lnTo>
                    <a:pt x="57873" y="4394"/>
                  </a:lnTo>
                  <a:lnTo>
                    <a:pt x="38379" y="14033"/>
                  </a:lnTo>
                  <a:lnTo>
                    <a:pt x="41668" y="29159"/>
                  </a:lnTo>
                  <a:lnTo>
                    <a:pt x="39408" y="30289"/>
                  </a:lnTo>
                  <a:lnTo>
                    <a:pt x="33553" y="36957"/>
                  </a:lnTo>
                  <a:lnTo>
                    <a:pt x="18122" y="32270"/>
                  </a:lnTo>
                  <a:lnTo>
                    <a:pt x="7010" y="50939"/>
                  </a:lnTo>
                  <a:lnTo>
                    <a:pt x="17627" y="61556"/>
                  </a:lnTo>
                  <a:lnTo>
                    <a:pt x="13944" y="72732"/>
                  </a:lnTo>
                  <a:lnTo>
                    <a:pt x="0" y="76682"/>
                  </a:lnTo>
                  <a:lnTo>
                    <a:pt x="698" y="98425"/>
                  </a:lnTo>
                  <a:lnTo>
                    <a:pt x="14249" y="101384"/>
                  </a:lnTo>
                  <a:lnTo>
                    <a:pt x="14744" y="106654"/>
                  </a:lnTo>
                  <a:lnTo>
                    <a:pt x="18770" y="114160"/>
                  </a:lnTo>
                  <a:lnTo>
                    <a:pt x="8966" y="125234"/>
                  </a:lnTo>
                  <a:lnTo>
                    <a:pt x="21361" y="143090"/>
                  </a:lnTo>
                  <a:lnTo>
                    <a:pt x="35864" y="137706"/>
                  </a:lnTo>
                  <a:lnTo>
                    <a:pt x="44259" y="144665"/>
                  </a:lnTo>
                  <a:lnTo>
                    <a:pt x="41922" y="160159"/>
                  </a:lnTo>
                  <a:lnTo>
                    <a:pt x="62001" y="168478"/>
                  </a:lnTo>
                  <a:lnTo>
                    <a:pt x="71323" y="155943"/>
                  </a:lnTo>
                  <a:lnTo>
                    <a:pt x="77508" y="157899"/>
                  </a:lnTo>
                  <a:lnTo>
                    <a:pt x="83273" y="157441"/>
                  </a:lnTo>
                  <a:lnTo>
                    <a:pt x="89573" y="171665"/>
                  </a:lnTo>
                  <a:lnTo>
                    <a:pt x="111036" y="167970"/>
                  </a:lnTo>
                  <a:lnTo>
                    <a:pt x="112141" y="152844"/>
                  </a:lnTo>
                  <a:lnTo>
                    <a:pt x="123482" y="147154"/>
                  </a:lnTo>
                  <a:lnTo>
                    <a:pt x="136067" y="155346"/>
                  </a:lnTo>
                  <a:lnTo>
                    <a:pt x="152069" y="140614"/>
                  </a:lnTo>
                  <a:lnTo>
                    <a:pt x="145072" y="127901"/>
                  </a:lnTo>
                  <a:lnTo>
                    <a:pt x="150190" y="122059"/>
                  </a:lnTo>
                  <a:lnTo>
                    <a:pt x="151841" y="117043"/>
                  </a:lnTo>
                  <a:lnTo>
                    <a:pt x="165722" y="117208"/>
                  </a:lnTo>
                  <a:lnTo>
                    <a:pt x="171310" y="961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3407217" y="3166469"/>
              <a:ext cx="85725" cy="83185"/>
            </a:xfrm>
            <a:custGeom>
              <a:avLst/>
              <a:gdLst/>
              <a:ahLst/>
              <a:cxnLst/>
              <a:rect l="l" t="t" r="r" b="b"/>
              <a:pathLst>
                <a:path w="85725" h="83185">
                  <a:moveTo>
                    <a:pt x="38084" y="83066"/>
                  </a:moveTo>
                  <a:lnTo>
                    <a:pt x="21790" y="77906"/>
                  </a:lnTo>
                  <a:lnTo>
                    <a:pt x="9195" y="67456"/>
                  </a:lnTo>
                  <a:lnTo>
                    <a:pt x="1523" y="53210"/>
                  </a:lnTo>
                  <a:lnTo>
                    <a:pt x="0" y="36660"/>
                  </a:lnTo>
                  <a:lnTo>
                    <a:pt x="5206" y="20876"/>
                  </a:lnTo>
                  <a:lnTo>
                    <a:pt x="15886" y="8719"/>
                  </a:lnTo>
                  <a:lnTo>
                    <a:pt x="30509" y="1367"/>
                  </a:lnTo>
                  <a:lnTo>
                    <a:pt x="47547" y="0"/>
                  </a:lnTo>
                  <a:lnTo>
                    <a:pt x="55847" y="1760"/>
                  </a:lnTo>
                  <a:lnTo>
                    <a:pt x="84183" y="30141"/>
                  </a:lnTo>
                  <a:lnTo>
                    <a:pt x="85729" y="38171"/>
                  </a:lnTo>
                  <a:lnTo>
                    <a:pt x="85631" y="46406"/>
                  </a:lnTo>
                  <a:lnTo>
                    <a:pt x="80425" y="62190"/>
                  </a:lnTo>
                  <a:lnTo>
                    <a:pt x="69746" y="74347"/>
                  </a:lnTo>
                  <a:lnTo>
                    <a:pt x="55122" y="81699"/>
                  </a:lnTo>
                  <a:lnTo>
                    <a:pt x="38084" y="83066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3257004" y="3303384"/>
              <a:ext cx="611505" cy="603250"/>
            </a:xfrm>
            <a:custGeom>
              <a:avLst/>
              <a:gdLst/>
              <a:ahLst/>
              <a:cxnLst/>
              <a:rect l="l" t="t" r="r" b="b"/>
              <a:pathLst>
                <a:path w="611504" h="603250">
                  <a:moveTo>
                    <a:pt x="611378" y="304025"/>
                  </a:moveTo>
                  <a:lnTo>
                    <a:pt x="566026" y="285432"/>
                  </a:lnTo>
                  <a:lnTo>
                    <a:pt x="562902" y="254787"/>
                  </a:lnTo>
                  <a:lnTo>
                    <a:pt x="557987" y="239115"/>
                  </a:lnTo>
                  <a:lnTo>
                    <a:pt x="594029" y="210502"/>
                  </a:lnTo>
                  <a:lnTo>
                    <a:pt x="562356" y="140220"/>
                  </a:lnTo>
                  <a:lnTo>
                    <a:pt x="512064" y="149440"/>
                  </a:lnTo>
                  <a:lnTo>
                    <a:pt x="491172" y="124701"/>
                  </a:lnTo>
                  <a:lnTo>
                    <a:pt x="484632" y="119507"/>
                  </a:lnTo>
                  <a:lnTo>
                    <a:pt x="501497" y="70015"/>
                  </a:lnTo>
                  <a:lnTo>
                    <a:pt x="436702" y="28244"/>
                  </a:lnTo>
                  <a:lnTo>
                    <a:pt x="395833" y="66522"/>
                  </a:lnTo>
                  <a:lnTo>
                    <a:pt x="357098" y="55105"/>
                  </a:lnTo>
                  <a:lnTo>
                    <a:pt x="356590" y="55067"/>
                  </a:lnTo>
                  <a:lnTo>
                    <a:pt x="342836" y="0"/>
                  </a:lnTo>
                  <a:lnTo>
                    <a:pt x="265645" y="0"/>
                  </a:lnTo>
                  <a:lnTo>
                    <a:pt x="251612" y="56121"/>
                  </a:lnTo>
                  <a:lnTo>
                    <a:pt x="216877" y="65366"/>
                  </a:lnTo>
                  <a:lnTo>
                    <a:pt x="174904" y="26047"/>
                  </a:lnTo>
                  <a:lnTo>
                    <a:pt x="110109" y="67805"/>
                  </a:lnTo>
                  <a:lnTo>
                    <a:pt x="127508" y="118922"/>
                  </a:lnTo>
                  <a:lnTo>
                    <a:pt x="105079" y="140690"/>
                  </a:lnTo>
                  <a:lnTo>
                    <a:pt x="98425" y="149821"/>
                  </a:lnTo>
                  <a:lnTo>
                    <a:pt x="46050" y="140220"/>
                  </a:lnTo>
                  <a:lnTo>
                    <a:pt x="14376" y="210502"/>
                  </a:lnTo>
                  <a:lnTo>
                    <a:pt x="52692" y="240944"/>
                  </a:lnTo>
                  <a:lnTo>
                    <a:pt x="47612" y="258927"/>
                  </a:lnTo>
                  <a:lnTo>
                    <a:pt x="45148" y="285508"/>
                  </a:lnTo>
                  <a:lnTo>
                    <a:pt x="0" y="304025"/>
                  </a:lnTo>
                  <a:lnTo>
                    <a:pt x="11214" y="380403"/>
                  </a:lnTo>
                  <a:lnTo>
                    <a:pt x="57404" y="385076"/>
                  </a:lnTo>
                  <a:lnTo>
                    <a:pt x="59791" y="393471"/>
                  </a:lnTo>
                  <a:lnTo>
                    <a:pt x="78689" y="432117"/>
                  </a:lnTo>
                  <a:lnTo>
                    <a:pt x="51066" y="471538"/>
                  </a:lnTo>
                  <a:lnTo>
                    <a:pt x="101917" y="529526"/>
                  </a:lnTo>
                  <a:lnTo>
                    <a:pt x="147218" y="506539"/>
                  </a:lnTo>
                  <a:lnTo>
                    <a:pt x="173304" y="524421"/>
                  </a:lnTo>
                  <a:lnTo>
                    <a:pt x="183146" y="528967"/>
                  </a:lnTo>
                  <a:lnTo>
                    <a:pt x="181241" y="581418"/>
                  </a:lnTo>
                  <a:lnTo>
                    <a:pt x="255308" y="602691"/>
                  </a:lnTo>
                  <a:lnTo>
                    <a:pt x="281800" y="557098"/>
                  </a:lnTo>
                  <a:lnTo>
                    <a:pt x="305689" y="559168"/>
                  </a:lnTo>
                  <a:lnTo>
                    <a:pt x="327063" y="557326"/>
                  </a:lnTo>
                  <a:lnTo>
                    <a:pt x="353745" y="602881"/>
                  </a:lnTo>
                  <a:lnTo>
                    <a:pt x="427837" y="581215"/>
                  </a:lnTo>
                  <a:lnTo>
                    <a:pt x="425792" y="530085"/>
                  </a:lnTo>
                  <a:lnTo>
                    <a:pt x="438073" y="524421"/>
                  </a:lnTo>
                  <a:lnTo>
                    <a:pt x="466915" y="504647"/>
                  </a:lnTo>
                  <a:lnTo>
                    <a:pt x="510971" y="526719"/>
                  </a:lnTo>
                  <a:lnTo>
                    <a:pt x="561441" y="468337"/>
                  </a:lnTo>
                  <a:lnTo>
                    <a:pt x="533946" y="429514"/>
                  </a:lnTo>
                  <a:lnTo>
                    <a:pt x="551586" y="393471"/>
                  </a:lnTo>
                  <a:lnTo>
                    <a:pt x="553961" y="385076"/>
                  </a:lnTo>
                  <a:lnTo>
                    <a:pt x="600163" y="380403"/>
                  </a:lnTo>
                  <a:lnTo>
                    <a:pt x="611378" y="3040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3404391" y="3459780"/>
              <a:ext cx="306070" cy="297180"/>
            </a:xfrm>
            <a:custGeom>
              <a:avLst/>
              <a:gdLst/>
              <a:ahLst/>
              <a:cxnLst/>
              <a:rect l="l" t="t" r="r" b="b"/>
              <a:pathLst>
                <a:path w="306070" h="297179">
                  <a:moveTo>
                    <a:pt x="152804" y="296561"/>
                  </a:moveTo>
                  <a:lnTo>
                    <a:pt x="104506" y="289001"/>
                  </a:lnTo>
                  <a:lnTo>
                    <a:pt x="62560" y="267951"/>
                  </a:lnTo>
                  <a:lnTo>
                    <a:pt x="29482" y="235853"/>
                  </a:lnTo>
                  <a:lnTo>
                    <a:pt x="7790" y="195148"/>
                  </a:lnTo>
                  <a:lnTo>
                    <a:pt x="0" y="148280"/>
                  </a:lnTo>
                  <a:lnTo>
                    <a:pt x="7790" y="101412"/>
                  </a:lnTo>
                  <a:lnTo>
                    <a:pt x="29482" y="60708"/>
                  </a:lnTo>
                  <a:lnTo>
                    <a:pt x="62560" y="28609"/>
                  </a:lnTo>
                  <a:lnTo>
                    <a:pt x="104506" y="7559"/>
                  </a:lnTo>
                  <a:lnTo>
                    <a:pt x="152804" y="0"/>
                  </a:lnTo>
                  <a:lnTo>
                    <a:pt x="182755" y="2875"/>
                  </a:lnTo>
                  <a:lnTo>
                    <a:pt x="237581" y="24912"/>
                  </a:lnTo>
                  <a:lnTo>
                    <a:pt x="279937" y="66014"/>
                  </a:lnTo>
                  <a:lnTo>
                    <a:pt x="302647" y="119217"/>
                  </a:lnTo>
                  <a:lnTo>
                    <a:pt x="305610" y="148280"/>
                  </a:lnTo>
                  <a:lnTo>
                    <a:pt x="297820" y="195148"/>
                  </a:lnTo>
                  <a:lnTo>
                    <a:pt x="276127" y="235853"/>
                  </a:lnTo>
                  <a:lnTo>
                    <a:pt x="243049" y="267951"/>
                  </a:lnTo>
                  <a:lnTo>
                    <a:pt x="201103" y="289001"/>
                  </a:lnTo>
                  <a:lnTo>
                    <a:pt x="152804" y="296561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Selectors</a:t>
            </a:r>
          </a:p>
        </p:txBody>
      </p:sp>
      <p:sp>
        <p:nvSpPr>
          <p:cNvPr id="64" name="object 6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63" name="object 63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72881" y="1478053"/>
            <a:ext cx="1296670" cy="288925"/>
          </a:xfrm>
          <a:prstGeom prst="rect">
            <a:avLst/>
          </a:prstGeom>
          <a:solidFill>
            <a:srgbClr val="D84437">
              <a:alpha val="10769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App:</a:t>
            </a:r>
            <a:r>
              <a:rPr dirty="0" sz="1400" spc="-50">
                <a:latin typeface="Roboto"/>
                <a:cs typeface="Roboto"/>
              </a:rPr>
              <a:t> </a:t>
            </a:r>
            <a:r>
              <a:rPr dirty="0" sz="1400" spc="-10">
                <a:latin typeface="Roboto"/>
                <a:cs typeface="Roboto"/>
              </a:rPr>
              <a:t>MyApp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269334" y="1532707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4" h="161925">
                <a:moveTo>
                  <a:pt x="0" y="161327"/>
                </a:moveTo>
                <a:lnTo>
                  <a:pt x="0" y="0"/>
                </a:lnTo>
                <a:lnTo>
                  <a:pt x="105599" y="77101"/>
                </a:lnTo>
                <a:lnTo>
                  <a:pt x="0" y="161327"/>
                </a:lnTo>
                <a:close/>
              </a:path>
            </a:pathLst>
          </a:custGeom>
          <a:solidFill>
            <a:srgbClr val="D84437">
              <a:alpha val="1076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72881" y="1805636"/>
            <a:ext cx="1296670" cy="288925"/>
          </a:xfrm>
          <a:prstGeom prst="rect">
            <a:avLst/>
          </a:prstGeom>
          <a:solidFill>
            <a:srgbClr val="7ACEA9">
              <a:alpha val="43078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Phase:</a:t>
            </a:r>
            <a:r>
              <a:rPr dirty="0" sz="1400" spc="-75">
                <a:latin typeface="Roboto"/>
                <a:cs typeface="Roboto"/>
              </a:rPr>
              <a:t> </a:t>
            </a:r>
            <a:r>
              <a:rPr dirty="0" sz="1400" spc="-20">
                <a:latin typeface="Roboto"/>
                <a:cs typeface="Roboto"/>
              </a:rPr>
              <a:t>prod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2269334" y="1872379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4" h="161925">
                <a:moveTo>
                  <a:pt x="0" y="161327"/>
                </a:moveTo>
                <a:lnTo>
                  <a:pt x="0" y="0"/>
                </a:lnTo>
                <a:lnTo>
                  <a:pt x="105599" y="77101"/>
                </a:lnTo>
                <a:lnTo>
                  <a:pt x="0" y="161327"/>
                </a:lnTo>
                <a:close/>
              </a:path>
            </a:pathLst>
          </a:custGeom>
          <a:solidFill>
            <a:srgbClr val="7ACEA9">
              <a:alpha val="4307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972881" y="2137065"/>
            <a:ext cx="1296670" cy="288925"/>
          </a:xfrm>
          <a:prstGeom prst="rect">
            <a:avLst/>
          </a:prstGeom>
          <a:solidFill>
            <a:srgbClr val="A0C3FF">
              <a:alpha val="50000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Role:</a:t>
            </a:r>
            <a:r>
              <a:rPr dirty="0" sz="1400" spc="-25">
                <a:latin typeface="Roboto"/>
                <a:cs typeface="Roboto"/>
              </a:rPr>
              <a:t> FE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2269334" y="2191719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4" h="161925">
                <a:moveTo>
                  <a:pt x="0" y="161327"/>
                </a:moveTo>
                <a:lnTo>
                  <a:pt x="0" y="0"/>
                </a:lnTo>
                <a:lnTo>
                  <a:pt x="105599" y="77101"/>
                </a:lnTo>
                <a:lnTo>
                  <a:pt x="0" y="161327"/>
                </a:lnTo>
                <a:close/>
              </a:path>
            </a:pathLst>
          </a:custGeom>
          <a:solidFill>
            <a:srgbClr val="A0C3FF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972871" y="2956658"/>
            <a:ext cx="1296670" cy="288925"/>
          </a:xfrm>
          <a:prstGeom prst="rect">
            <a:avLst/>
          </a:prstGeom>
          <a:solidFill>
            <a:srgbClr val="D84437">
              <a:alpha val="10769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App:</a:t>
            </a:r>
            <a:r>
              <a:rPr dirty="0" sz="1400" spc="-50">
                <a:latin typeface="Roboto"/>
                <a:cs typeface="Roboto"/>
              </a:rPr>
              <a:t> </a:t>
            </a:r>
            <a:r>
              <a:rPr dirty="0" sz="1400" spc="-10">
                <a:latin typeface="Roboto"/>
                <a:cs typeface="Roboto"/>
              </a:rPr>
              <a:t>MyApp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2269324" y="3011313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4" h="161925">
                <a:moveTo>
                  <a:pt x="0" y="161327"/>
                </a:moveTo>
                <a:lnTo>
                  <a:pt x="0" y="0"/>
                </a:lnTo>
                <a:lnTo>
                  <a:pt x="105599" y="77101"/>
                </a:lnTo>
                <a:lnTo>
                  <a:pt x="0" y="161327"/>
                </a:lnTo>
                <a:close/>
              </a:path>
            </a:pathLst>
          </a:custGeom>
          <a:solidFill>
            <a:srgbClr val="D84437">
              <a:alpha val="1076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972871" y="3284242"/>
            <a:ext cx="1296670" cy="288925"/>
          </a:xfrm>
          <a:prstGeom prst="rect">
            <a:avLst/>
          </a:prstGeom>
          <a:solidFill>
            <a:srgbClr val="7ACEA9">
              <a:alpha val="43078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Phase:</a:t>
            </a:r>
            <a:r>
              <a:rPr dirty="0" sz="1400" spc="-75">
                <a:latin typeface="Roboto"/>
                <a:cs typeface="Roboto"/>
              </a:rPr>
              <a:t> </a:t>
            </a:r>
            <a:r>
              <a:rPr dirty="0" sz="1400" spc="-20">
                <a:latin typeface="Roboto"/>
                <a:cs typeface="Roboto"/>
              </a:rPr>
              <a:t>test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2269324" y="3350985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4" h="161925">
                <a:moveTo>
                  <a:pt x="0" y="161327"/>
                </a:moveTo>
                <a:lnTo>
                  <a:pt x="0" y="0"/>
                </a:lnTo>
                <a:lnTo>
                  <a:pt x="105599" y="77101"/>
                </a:lnTo>
                <a:lnTo>
                  <a:pt x="0" y="161327"/>
                </a:lnTo>
                <a:close/>
              </a:path>
            </a:pathLst>
          </a:custGeom>
          <a:solidFill>
            <a:srgbClr val="7ACEA9">
              <a:alpha val="4307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972871" y="3615671"/>
            <a:ext cx="1296670" cy="288925"/>
          </a:xfrm>
          <a:prstGeom prst="rect">
            <a:avLst/>
          </a:prstGeom>
          <a:solidFill>
            <a:srgbClr val="A0C3FF">
              <a:alpha val="50000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Role:</a:t>
            </a:r>
            <a:r>
              <a:rPr dirty="0" sz="1400" spc="-25">
                <a:latin typeface="Roboto"/>
                <a:cs typeface="Roboto"/>
              </a:rPr>
              <a:t> FE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2269324" y="3670325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4" h="161925">
                <a:moveTo>
                  <a:pt x="0" y="161327"/>
                </a:moveTo>
                <a:lnTo>
                  <a:pt x="0" y="0"/>
                </a:lnTo>
                <a:lnTo>
                  <a:pt x="105599" y="77101"/>
                </a:lnTo>
                <a:lnTo>
                  <a:pt x="0" y="161327"/>
                </a:lnTo>
                <a:close/>
              </a:path>
            </a:pathLst>
          </a:custGeom>
          <a:solidFill>
            <a:srgbClr val="A0C3FF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6873580" y="1436822"/>
            <a:ext cx="1296670" cy="288290"/>
          </a:xfrm>
          <a:prstGeom prst="rect">
            <a:avLst/>
          </a:prstGeom>
          <a:solidFill>
            <a:srgbClr val="D84437">
              <a:alpha val="10769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App:</a:t>
            </a:r>
            <a:r>
              <a:rPr dirty="0" sz="1400" spc="-50">
                <a:latin typeface="Roboto"/>
                <a:cs typeface="Roboto"/>
              </a:rPr>
              <a:t> </a:t>
            </a:r>
            <a:r>
              <a:rPr dirty="0" sz="1400" spc="-10">
                <a:latin typeface="Roboto"/>
                <a:cs typeface="Roboto"/>
              </a:rPr>
              <a:t>MyApp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6768034" y="1491475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5" h="161925">
                <a:moveTo>
                  <a:pt x="105595" y="161322"/>
                </a:moveTo>
                <a:lnTo>
                  <a:pt x="0" y="77099"/>
                </a:lnTo>
                <a:lnTo>
                  <a:pt x="105595" y="0"/>
                </a:lnTo>
                <a:lnTo>
                  <a:pt x="105595" y="161322"/>
                </a:lnTo>
                <a:close/>
              </a:path>
            </a:pathLst>
          </a:custGeom>
          <a:solidFill>
            <a:srgbClr val="D84437">
              <a:alpha val="1076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6873580" y="1764406"/>
            <a:ext cx="1296670" cy="288290"/>
          </a:xfrm>
          <a:prstGeom prst="rect">
            <a:avLst/>
          </a:prstGeom>
          <a:solidFill>
            <a:srgbClr val="7ACEA9">
              <a:alpha val="43078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Phase:</a:t>
            </a:r>
            <a:r>
              <a:rPr dirty="0" sz="1400" spc="-75">
                <a:latin typeface="Roboto"/>
                <a:cs typeface="Roboto"/>
              </a:rPr>
              <a:t> </a:t>
            </a:r>
            <a:r>
              <a:rPr dirty="0" sz="1400" spc="-20">
                <a:latin typeface="Roboto"/>
                <a:cs typeface="Roboto"/>
              </a:rPr>
              <a:t>prod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6768034" y="1831147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5" h="161925">
                <a:moveTo>
                  <a:pt x="105595" y="161322"/>
                </a:moveTo>
                <a:lnTo>
                  <a:pt x="0" y="77098"/>
                </a:lnTo>
                <a:lnTo>
                  <a:pt x="105595" y="0"/>
                </a:lnTo>
                <a:lnTo>
                  <a:pt x="105595" y="161322"/>
                </a:lnTo>
                <a:close/>
              </a:path>
            </a:pathLst>
          </a:custGeom>
          <a:solidFill>
            <a:srgbClr val="7ACEA9">
              <a:alpha val="4307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6873580" y="2095834"/>
            <a:ext cx="1296670" cy="288290"/>
          </a:xfrm>
          <a:prstGeom prst="rect">
            <a:avLst/>
          </a:prstGeom>
          <a:solidFill>
            <a:srgbClr val="A0C3FF">
              <a:alpha val="50000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Role:</a:t>
            </a:r>
            <a:r>
              <a:rPr dirty="0" sz="1400" spc="-25">
                <a:latin typeface="Roboto"/>
                <a:cs typeface="Roboto"/>
              </a:rPr>
              <a:t> BE</a:t>
            </a:r>
            <a:endParaRPr sz="1400">
              <a:latin typeface="Roboto"/>
              <a:cs typeface="Roboto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5432" y="1081218"/>
            <a:ext cx="3542700" cy="1635299"/>
          </a:xfrm>
          <a:prstGeom prst="rect">
            <a:avLst/>
          </a:prstGeom>
        </p:spPr>
      </p:pic>
      <p:sp>
        <p:nvSpPr>
          <p:cNvPr id="20" name="object 20" descr=""/>
          <p:cNvSpPr/>
          <p:nvPr/>
        </p:nvSpPr>
        <p:spPr>
          <a:xfrm>
            <a:off x="6768034" y="2150487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5" h="161925">
                <a:moveTo>
                  <a:pt x="105595" y="161322"/>
                </a:moveTo>
                <a:lnTo>
                  <a:pt x="0" y="77098"/>
                </a:lnTo>
                <a:lnTo>
                  <a:pt x="105595" y="0"/>
                </a:lnTo>
                <a:lnTo>
                  <a:pt x="105595" y="161322"/>
                </a:lnTo>
                <a:close/>
              </a:path>
            </a:pathLst>
          </a:custGeom>
          <a:solidFill>
            <a:srgbClr val="A0C3FF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6873580" y="2909418"/>
            <a:ext cx="1296670" cy="288290"/>
          </a:xfrm>
          <a:prstGeom prst="rect">
            <a:avLst/>
          </a:prstGeom>
          <a:solidFill>
            <a:srgbClr val="D84437">
              <a:alpha val="10769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App:</a:t>
            </a:r>
            <a:r>
              <a:rPr dirty="0" sz="1400" spc="-50">
                <a:latin typeface="Roboto"/>
                <a:cs typeface="Roboto"/>
              </a:rPr>
              <a:t> </a:t>
            </a:r>
            <a:r>
              <a:rPr dirty="0" sz="1400" spc="-10">
                <a:latin typeface="Roboto"/>
                <a:cs typeface="Roboto"/>
              </a:rPr>
              <a:t>MyApp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6768034" y="2964071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5" h="161925">
                <a:moveTo>
                  <a:pt x="105595" y="161322"/>
                </a:moveTo>
                <a:lnTo>
                  <a:pt x="0" y="77098"/>
                </a:lnTo>
                <a:lnTo>
                  <a:pt x="105595" y="0"/>
                </a:lnTo>
                <a:lnTo>
                  <a:pt x="105595" y="161322"/>
                </a:lnTo>
                <a:close/>
              </a:path>
            </a:pathLst>
          </a:custGeom>
          <a:solidFill>
            <a:srgbClr val="D84437">
              <a:alpha val="1076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6873580" y="3237002"/>
            <a:ext cx="1296670" cy="288290"/>
          </a:xfrm>
          <a:prstGeom prst="rect">
            <a:avLst/>
          </a:prstGeom>
          <a:solidFill>
            <a:srgbClr val="7ACEA9">
              <a:alpha val="43078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Phase:</a:t>
            </a:r>
            <a:r>
              <a:rPr dirty="0" sz="1400" spc="-75">
                <a:latin typeface="Roboto"/>
                <a:cs typeface="Roboto"/>
              </a:rPr>
              <a:t> </a:t>
            </a:r>
            <a:r>
              <a:rPr dirty="0" sz="1400" spc="-20">
                <a:latin typeface="Roboto"/>
                <a:cs typeface="Roboto"/>
              </a:rPr>
              <a:t>test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6768034" y="3303743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5" h="161925">
                <a:moveTo>
                  <a:pt x="105595" y="161322"/>
                </a:moveTo>
                <a:lnTo>
                  <a:pt x="0" y="77099"/>
                </a:lnTo>
                <a:lnTo>
                  <a:pt x="105595" y="0"/>
                </a:lnTo>
                <a:lnTo>
                  <a:pt x="105595" y="161322"/>
                </a:lnTo>
                <a:close/>
              </a:path>
            </a:pathLst>
          </a:custGeom>
          <a:solidFill>
            <a:srgbClr val="7ACEA9">
              <a:alpha val="4307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6873580" y="3568430"/>
            <a:ext cx="1296670" cy="288290"/>
          </a:xfrm>
          <a:prstGeom prst="rect">
            <a:avLst/>
          </a:prstGeom>
          <a:solidFill>
            <a:srgbClr val="A0C3FF">
              <a:alpha val="50000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Role:</a:t>
            </a:r>
            <a:r>
              <a:rPr dirty="0" sz="1400" spc="-25">
                <a:latin typeface="Roboto"/>
                <a:cs typeface="Roboto"/>
              </a:rPr>
              <a:t> BE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6768034" y="3623083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5" h="161925">
                <a:moveTo>
                  <a:pt x="105595" y="161322"/>
                </a:moveTo>
                <a:lnTo>
                  <a:pt x="0" y="77098"/>
                </a:lnTo>
                <a:lnTo>
                  <a:pt x="105595" y="0"/>
                </a:lnTo>
                <a:lnTo>
                  <a:pt x="105595" y="161322"/>
                </a:lnTo>
                <a:close/>
              </a:path>
            </a:pathLst>
          </a:custGeom>
          <a:solidFill>
            <a:srgbClr val="A0C3FF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2436183" y="4356640"/>
            <a:ext cx="429577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b="1">
                <a:solidFill>
                  <a:srgbClr val="444444"/>
                </a:solidFill>
                <a:latin typeface="Roboto"/>
                <a:cs typeface="Roboto"/>
              </a:rPr>
              <a:t>App</a:t>
            </a:r>
            <a:r>
              <a:rPr dirty="0" sz="2700" spc="-70" b="1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2700" b="1">
                <a:solidFill>
                  <a:srgbClr val="444444"/>
                </a:solidFill>
                <a:latin typeface="Roboto"/>
                <a:cs typeface="Roboto"/>
              </a:rPr>
              <a:t>=</a:t>
            </a:r>
            <a:r>
              <a:rPr dirty="0" sz="2700" spc="-65" b="1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2700" b="1">
                <a:solidFill>
                  <a:srgbClr val="444444"/>
                </a:solidFill>
                <a:latin typeface="Roboto"/>
                <a:cs typeface="Roboto"/>
              </a:rPr>
              <a:t>MyApp,</a:t>
            </a:r>
            <a:r>
              <a:rPr dirty="0" sz="2700" spc="-65" b="1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2700" b="1">
                <a:solidFill>
                  <a:srgbClr val="444444"/>
                </a:solidFill>
                <a:latin typeface="Roboto"/>
                <a:cs typeface="Roboto"/>
              </a:rPr>
              <a:t>Phase</a:t>
            </a:r>
            <a:r>
              <a:rPr dirty="0" sz="2700" spc="-65" b="1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2700" b="1">
                <a:solidFill>
                  <a:srgbClr val="444444"/>
                </a:solidFill>
                <a:latin typeface="Roboto"/>
                <a:cs typeface="Roboto"/>
              </a:rPr>
              <a:t>=</a:t>
            </a:r>
            <a:r>
              <a:rPr dirty="0" sz="2700" spc="-65" b="1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2700" spc="-20" b="1">
                <a:solidFill>
                  <a:srgbClr val="444444"/>
                </a:solidFill>
                <a:latin typeface="Roboto"/>
                <a:cs typeface="Roboto"/>
              </a:rPr>
              <a:t>prod</a:t>
            </a:r>
            <a:endParaRPr sz="2700">
              <a:latin typeface="Roboto"/>
              <a:cs typeface="Roboto"/>
            </a:endParaRPr>
          </a:p>
        </p:txBody>
      </p:sp>
      <p:pic>
        <p:nvPicPr>
          <p:cNvPr id="28" name="object 2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60213" y="1498182"/>
            <a:ext cx="244486" cy="244065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60415" y="2157197"/>
            <a:ext cx="244518" cy="244060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60415" y="1825768"/>
            <a:ext cx="244518" cy="244060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60204" y="2976788"/>
            <a:ext cx="244486" cy="244065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60406" y="3635803"/>
            <a:ext cx="244518" cy="244060"/>
          </a:xfrm>
          <a:prstGeom prst="rect">
            <a:avLst/>
          </a:prstGeom>
        </p:spPr>
      </p:pic>
      <p:pic>
        <p:nvPicPr>
          <p:cNvPr id="33" name="object 33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60406" y="3304374"/>
            <a:ext cx="244518" cy="244060"/>
          </a:xfrm>
          <a:prstGeom prst="rect">
            <a:avLst/>
          </a:prstGeom>
        </p:spPr>
      </p:pic>
      <p:pic>
        <p:nvPicPr>
          <p:cNvPr id="34" name="object 34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439099" y="1458938"/>
            <a:ext cx="244486" cy="244065"/>
          </a:xfrm>
          <a:prstGeom prst="rect">
            <a:avLst/>
          </a:prstGeom>
        </p:spPr>
      </p:pic>
      <p:pic>
        <p:nvPicPr>
          <p:cNvPr id="35" name="object 35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439301" y="2117953"/>
            <a:ext cx="244517" cy="244060"/>
          </a:xfrm>
          <a:prstGeom prst="rect">
            <a:avLst/>
          </a:prstGeom>
        </p:spPr>
      </p:pic>
      <p:pic>
        <p:nvPicPr>
          <p:cNvPr id="36" name="object 36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439301" y="1786524"/>
            <a:ext cx="244517" cy="244060"/>
          </a:xfrm>
          <a:prstGeom prst="rect">
            <a:avLst/>
          </a:prstGeom>
        </p:spPr>
      </p:pic>
      <p:pic>
        <p:nvPicPr>
          <p:cNvPr id="37" name="object 37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439090" y="2931534"/>
            <a:ext cx="244486" cy="244065"/>
          </a:xfrm>
          <a:prstGeom prst="rect">
            <a:avLst/>
          </a:prstGeom>
        </p:spPr>
      </p:pic>
      <p:pic>
        <p:nvPicPr>
          <p:cNvPr id="38" name="object 38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439292" y="3590549"/>
            <a:ext cx="244518" cy="244060"/>
          </a:xfrm>
          <a:prstGeom prst="rect">
            <a:avLst/>
          </a:prstGeom>
        </p:spPr>
      </p:pic>
      <p:pic>
        <p:nvPicPr>
          <p:cNvPr id="39" name="object 3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39292" y="3259120"/>
            <a:ext cx="244518" cy="244060"/>
          </a:xfrm>
          <a:prstGeom prst="rect">
            <a:avLst/>
          </a:prstGeom>
        </p:spPr>
      </p:pic>
      <p:grpSp>
        <p:nvGrpSpPr>
          <p:cNvPr id="40" name="object 40" descr=""/>
          <p:cNvGrpSpPr/>
          <p:nvPr/>
        </p:nvGrpSpPr>
        <p:grpSpPr>
          <a:xfrm>
            <a:off x="2888142" y="2783546"/>
            <a:ext cx="1323340" cy="1237615"/>
            <a:chOff x="2888142" y="2783546"/>
            <a:chExt cx="1323340" cy="1237615"/>
          </a:xfrm>
        </p:grpSpPr>
        <p:sp>
          <p:nvSpPr>
            <p:cNvPr id="41" name="object 41" descr=""/>
            <p:cNvSpPr/>
            <p:nvPr/>
          </p:nvSpPr>
          <p:spPr>
            <a:xfrm>
              <a:off x="2888132" y="2783547"/>
              <a:ext cx="1323340" cy="1237615"/>
            </a:xfrm>
            <a:custGeom>
              <a:avLst/>
              <a:gdLst/>
              <a:ahLst/>
              <a:cxnLst/>
              <a:rect l="l" t="t" r="r" b="b"/>
              <a:pathLst>
                <a:path w="1323339" h="1237614">
                  <a:moveTo>
                    <a:pt x="1322984" y="277863"/>
                  </a:moveTo>
                  <a:lnTo>
                    <a:pt x="1317599" y="223393"/>
                  </a:lnTo>
                  <a:lnTo>
                    <a:pt x="1301826" y="171526"/>
                  </a:lnTo>
                  <a:lnTo>
                    <a:pt x="1276273" y="123710"/>
                  </a:lnTo>
                  <a:lnTo>
                    <a:pt x="1241539" y="81381"/>
                  </a:lnTo>
                  <a:lnTo>
                    <a:pt x="1199184" y="46685"/>
                  </a:lnTo>
                  <a:lnTo>
                    <a:pt x="1151331" y="21158"/>
                  </a:lnTo>
                  <a:lnTo>
                    <a:pt x="1099413" y="5397"/>
                  </a:lnTo>
                  <a:lnTo>
                    <a:pt x="1044905" y="0"/>
                  </a:lnTo>
                  <a:lnTo>
                    <a:pt x="999807" y="3644"/>
                  </a:lnTo>
                  <a:lnTo>
                    <a:pt x="957008" y="14173"/>
                  </a:lnTo>
                  <a:lnTo>
                    <a:pt x="917117" y="31013"/>
                  </a:lnTo>
                  <a:lnTo>
                    <a:pt x="880681" y="53619"/>
                  </a:lnTo>
                  <a:lnTo>
                    <a:pt x="848271" y="81381"/>
                  </a:lnTo>
                  <a:lnTo>
                    <a:pt x="844257" y="86055"/>
                  </a:lnTo>
                  <a:lnTo>
                    <a:pt x="831875" y="80340"/>
                  </a:lnTo>
                  <a:lnTo>
                    <a:pt x="787819" y="64084"/>
                  </a:lnTo>
                  <a:lnTo>
                    <a:pt x="742569" y="51282"/>
                  </a:lnTo>
                  <a:lnTo>
                    <a:pt x="696315" y="42049"/>
                  </a:lnTo>
                  <a:lnTo>
                    <a:pt x="648627" y="36360"/>
                  </a:lnTo>
                  <a:lnTo>
                    <a:pt x="647319" y="36360"/>
                  </a:lnTo>
                  <a:lnTo>
                    <a:pt x="601637" y="34556"/>
                  </a:lnTo>
                  <a:lnTo>
                    <a:pt x="554621" y="36360"/>
                  </a:lnTo>
                  <a:lnTo>
                    <a:pt x="508596" y="41706"/>
                  </a:lnTo>
                  <a:lnTo>
                    <a:pt x="463689" y="50444"/>
                  </a:lnTo>
                  <a:lnTo>
                    <a:pt x="420039" y="62433"/>
                  </a:lnTo>
                  <a:lnTo>
                    <a:pt x="377786" y="77571"/>
                  </a:lnTo>
                  <a:lnTo>
                    <a:pt x="337058" y="95694"/>
                  </a:lnTo>
                  <a:lnTo>
                    <a:pt x="297980" y="116674"/>
                  </a:lnTo>
                  <a:lnTo>
                    <a:pt x="260705" y="140385"/>
                  </a:lnTo>
                  <a:lnTo>
                    <a:pt x="225348" y="166687"/>
                  </a:lnTo>
                  <a:lnTo>
                    <a:pt x="192049" y="195453"/>
                  </a:lnTo>
                  <a:lnTo>
                    <a:pt x="160947" y="226555"/>
                  </a:lnTo>
                  <a:lnTo>
                    <a:pt x="132181" y="259842"/>
                  </a:lnTo>
                  <a:lnTo>
                    <a:pt x="105867" y="295186"/>
                  </a:lnTo>
                  <a:lnTo>
                    <a:pt x="82143" y="332447"/>
                  </a:lnTo>
                  <a:lnTo>
                    <a:pt x="61150" y="371513"/>
                  </a:lnTo>
                  <a:lnTo>
                    <a:pt x="43027" y="412229"/>
                  </a:lnTo>
                  <a:lnTo>
                    <a:pt x="27889" y="454482"/>
                  </a:lnTo>
                  <a:lnTo>
                    <a:pt x="15887" y="498119"/>
                  </a:lnTo>
                  <a:lnTo>
                    <a:pt x="7150" y="543001"/>
                  </a:lnTo>
                  <a:lnTo>
                    <a:pt x="1816" y="589026"/>
                  </a:lnTo>
                  <a:lnTo>
                    <a:pt x="0" y="636028"/>
                  </a:lnTo>
                  <a:lnTo>
                    <a:pt x="1816" y="683031"/>
                  </a:lnTo>
                  <a:lnTo>
                    <a:pt x="7150" y="729043"/>
                  </a:lnTo>
                  <a:lnTo>
                    <a:pt x="15887" y="773938"/>
                  </a:lnTo>
                  <a:lnTo>
                    <a:pt x="27889" y="817575"/>
                  </a:lnTo>
                  <a:lnTo>
                    <a:pt x="43027" y="859815"/>
                  </a:lnTo>
                  <a:lnTo>
                    <a:pt x="61150" y="900544"/>
                  </a:lnTo>
                  <a:lnTo>
                    <a:pt x="82143" y="939596"/>
                  </a:lnTo>
                  <a:lnTo>
                    <a:pt x="105867" y="976871"/>
                  </a:lnTo>
                  <a:lnTo>
                    <a:pt x="132181" y="1012215"/>
                  </a:lnTo>
                  <a:lnTo>
                    <a:pt x="160947" y="1045502"/>
                  </a:lnTo>
                  <a:lnTo>
                    <a:pt x="192049" y="1076591"/>
                  </a:lnTo>
                  <a:lnTo>
                    <a:pt x="225348" y="1105357"/>
                  </a:lnTo>
                  <a:lnTo>
                    <a:pt x="260705" y="1131671"/>
                  </a:lnTo>
                  <a:lnTo>
                    <a:pt x="297980" y="1155382"/>
                  </a:lnTo>
                  <a:lnTo>
                    <a:pt x="337058" y="1176362"/>
                  </a:lnTo>
                  <a:lnTo>
                    <a:pt x="377786" y="1194485"/>
                  </a:lnTo>
                  <a:lnTo>
                    <a:pt x="420039" y="1209611"/>
                  </a:lnTo>
                  <a:lnTo>
                    <a:pt x="463689" y="1221613"/>
                  </a:lnTo>
                  <a:lnTo>
                    <a:pt x="508596" y="1230350"/>
                  </a:lnTo>
                  <a:lnTo>
                    <a:pt x="554621" y="1235684"/>
                  </a:lnTo>
                  <a:lnTo>
                    <a:pt x="601637" y="1237500"/>
                  </a:lnTo>
                  <a:lnTo>
                    <a:pt x="648652" y="1235684"/>
                  </a:lnTo>
                  <a:lnTo>
                    <a:pt x="694677" y="1230350"/>
                  </a:lnTo>
                  <a:lnTo>
                    <a:pt x="739584" y="1221613"/>
                  </a:lnTo>
                  <a:lnTo>
                    <a:pt x="783234" y="1209611"/>
                  </a:lnTo>
                  <a:lnTo>
                    <a:pt x="825487" y="1194485"/>
                  </a:lnTo>
                  <a:lnTo>
                    <a:pt x="866216" y="1176362"/>
                  </a:lnTo>
                  <a:lnTo>
                    <a:pt x="905294" y="1155382"/>
                  </a:lnTo>
                  <a:lnTo>
                    <a:pt x="942568" y="1131671"/>
                  </a:lnTo>
                  <a:lnTo>
                    <a:pt x="977925" y="1105357"/>
                  </a:lnTo>
                  <a:lnTo>
                    <a:pt x="1011224" y="1076591"/>
                  </a:lnTo>
                  <a:lnTo>
                    <a:pt x="1042327" y="1045502"/>
                  </a:lnTo>
                  <a:lnTo>
                    <a:pt x="1071092" y="1012215"/>
                  </a:lnTo>
                  <a:lnTo>
                    <a:pt x="1097407" y="976871"/>
                  </a:lnTo>
                  <a:lnTo>
                    <a:pt x="1121130" y="939596"/>
                  </a:lnTo>
                  <a:lnTo>
                    <a:pt x="1142123" y="900544"/>
                  </a:lnTo>
                  <a:lnTo>
                    <a:pt x="1160246" y="859815"/>
                  </a:lnTo>
                  <a:lnTo>
                    <a:pt x="1175372" y="817575"/>
                  </a:lnTo>
                  <a:lnTo>
                    <a:pt x="1187373" y="773938"/>
                  </a:lnTo>
                  <a:lnTo>
                    <a:pt x="1196111" y="729043"/>
                  </a:lnTo>
                  <a:lnTo>
                    <a:pt x="1201458" y="683031"/>
                  </a:lnTo>
                  <a:lnTo>
                    <a:pt x="1203274" y="636028"/>
                  </a:lnTo>
                  <a:lnTo>
                    <a:pt x="1201381" y="588403"/>
                  </a:lnTo>
                  <a:lnTo>
                    <a:pt x="1195768" y="541362"/>
                  </a:lnTo>
                  <a:lnTo>
                    <a:pt x="1190256" y="513816"/>
                  </a:lnTo>
                  <a:lnTo>
                    <a:pt x="1209141" y="502094"/>
                  </a:lnTo>
                  <a:lnTo>
                    <a:pt x="1241539" y="474332"/>
                  </a:lnTo>
                  <a:lnTo>
                    <a:pt x="1269339" y="441947"/>
                  </a:lnTo>
                  <a:lnTo>
                    <a:pt x="1291945" y="405549"/>
                  </a:lnTo>
                  <a:lnTo>
                    <a:pt x="1308811" y="365683"/>
                  </a:lnTo>
                  <a:lnTo>
                    <a:pt x="1319352" y="322922"/>
                  </a:lnTo>
                  <a:lnTo>
                    <a:pt x="1322984" y="277863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3738008" y="2866572"/>
              <a:ext cx="390525" cy="389890"/>
            </a:xfrm>
            <a:custGeom>
              <a:avLst/>
              <a:gdLst/>
              <a:ahLst/>
              <a:cxnLst/>
              <a:rect l="l" t="t" r="r" b="b"/>
              <a:pathLst>
                <a:path w="390525" h="389889">
                  <a:moveTo>
                    <a:pt x="195027" y="389642"/>
                  </a:moveTo>
                  <a:lnTo>
                    <a:pt x="150309" y="384496"/>
                  </a:lnTo>
                  <a:lnTo>
                    <a:pt x="109259" y="369840"/>
                  </a:lnTo>
                  <a:lnTo>
                    <a:pt x="73047" y="346842"/>
                  </a:lnTo>
                  <a:lnTo>
                    <a:pt x="42845" y="316671"/>
                  </a:lnTo>
                  <a:lnTo>
                    <a:pt x="19822" y="280498"/>
                  </a:lnTo>
                  <a:lnTo>
                    <a:pt x="5150" y="239491"/>
                  </a:lnTo>
                  <a:lnTo>
                    <a:pt x="0" y="194821"/>
                  </a:lnTo>
                  <a:lnTo>
                    <a:pt x="5150" y="150150"/>
                  </a:lnTo>
                  <a:lnTo>
                    <a:pt x="19822" y="109143"/>
                  </a:lnTo>
                  <a:lnTo>
                    <a:pt x="42845" y="72970"/>
                  </a:lnTo>
                  <a:lnTo>
                    <a:pt x="73047" y="42799"/>
                  </a:lnTo>
                  <a:lnTo>
                    <a:pt x="109259" y="19801"/>
                  </a:lnTo>
                  <a:lnTo>
                    <a:pt x="150309" y="5145"/>
                  </a:lnTo>
                  <a:lnTo>
                    <a:pt x="195027" y="0"/>
                  </a:lnTo>
                  <a:lnTo>
                    <a:pt x="233253" y="3778"/>
                  </a:lnTo>
                  <a:lnTo>
                    <a:pt x="303229" y="32732"/>
                  </a:lnTo>
                  <a:lnTo>
                    <a:pt x="332933" y="57061"/>
                  </a:lnTo>
                  <a:lnTo>
                    <a:pt x="357288" y="86734"/>
                  </a:lnTo>
                  <a:lnTo>
                    <a:pt x="386273" y="156635"/>
                  </a:lnTo>
                  <a:lnTo>
                    <a:pt x="390055" y="194821"/>
                  </a:lnTo>
                  <a:lnTo>
                    <a:pt x="384904" y="239491"/>
                  </a:lnTo>
                  <a:lnTo>
                    <a:pt x="370232" y="280498"/>
                  </a:lnTo>
                  <a:lnTo>
                    <a:pt x="347210" y="316671"/>
                  </a:lnTo>
                  <a:lnTo>
                    <a:pt x="317007" y="346842"/>
                  </a:lnTo>
                  <a:lnTo>
                    <a:pt x="280796" y="369840"/>
                  </a:lnTo>
                  <a:lnTo>
                    <a:pt x="239745" y="384496"/>
                  </a:lnTo>
                  <a:lnTo>
                    <a:pt x="195027" y="3896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3885039" y="2974497"/>
              <a:ext cx="150495" cy="173990"/>
            </a:xfrm>
            <a:custGeom>
              <a:avLst/>
              <a:gdLst/>
              <a:ahLst/>
              <a:cxnLst/>
              <a:rect l="l" t="t" r="r" b="b"/>
              <a:pathLst>
                <a:path w="150495" h="173989">
                  <a:moveTo>
                    <a:pt x="0" y="173792"/>
                  </a:moveTo>
                  <a:lnTo>
                    <a:pt x="0" y="0"/>
                  </a:lnTo>
                  <a:lnTo>
                    <a:pt x="150330" y="86896"/>
                  </a:lnTo>
                  <a:lnTo>
                    <a:pt x="0" y="173792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030517" y="3093922"/>
              <a:ext cx="302939" cy="303626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3051980" y="3121029"/>
              <a:ext cx="260350" cy="252729"/>
            </a:xfrm>
            <a:custGeom>
              <a:avLst/>
              <a:gdLst/>
              <a:ahLst/>
              <a:cxnLst/>
              <a:rect l="l" t="t" r="r" b="b"/>
              <a:pathLst>
                <a:path w="260350" h="252729">
                  <a:moveTo>
                    <a:pt x="115639" y="252163"/>
                  </a:moveTo>
                  <a:lnTo>
                    <a:pt x="66175" y="236508"/>
                  </a:lnTo>
                  <a:lnTo>
                    <a:pt x="27933" y="204795"/>
                  </a:lnTo>
                  <a:lnTo>
                    <a:pt x="4634" y="161554"/>
                  </a:lnTo>
                  <a:lnTo>
                    <a:pt x="0" y="111317"/>
                  </a:lnTo>
                  <a:lnTo>
                    <a:pt x="15792" y="63401"/>
                  </a:lnTo>
                  <a:lnTo>
                    <a:pt x="48202" y="26488"/>
                  </a:lnTo>
                  <a:lnTo>
                    <a:pt x="92587" y="4161"/>
                  </a:lnTo>
                  <a:lnTo>
                    <a:pt x="144304" y="0"/>
                  </a:lnTo>
                  <a:lnTo>
                    <a:pt x="169501" y="5338"/>
                  </a:lnTo>
                  <a:lnTo>
                    <a:pt x="214005" y="29374"/>
                  </a:lnTo>
                  <a:lnTo>
                    <a:pt x="246059" y="68414"/>
                  </a:lnTo>
                  <a:lnTo>
                    <a:pt x="260233" y="115846"/>
                  </a:lnTo>
                  <a:lnTo>
                    <a:pt x="259944" y="140845"/>
                  </a:lnTo>
                  <a:lnTo>
                    <a:pt x="244151" y="188761"/>
                  </a:lnTo>
                  <a:lnTo>
                    <a:pt x="211742" y="225674"/>
                  </a:lnTo>
                  <a:lnTo>
                    <a:pt x="167357" y="248001"/>
                  </a:lnTo>
                  <a:lnTo>
                    <a:pt x="115639" y="2521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109519" y="3173350"/>
              <a:ext cx="151598" cy="146916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3362934" y="3121570"/>
              <a:ext cx="171450" cy="172085"/>
            </a:xfrm>
            <a:custGeom>
              <a:avLst/>
              <a:gdLst/>
              <a:ahLst/>
              <a:cxnLst/>
              <a:rect l="l" t="t" r="r" b="b"/>
              <a:pathLst>
                <a:path w="171450" h="172085">
                  <a:moveTo>
                    <a:pt x="171310" y="96177"/>
                  </a:moveTo>
                  <a:lnTo>
                    <a:pt x="159194" y="89522"/>
                  </a:lnTo>
                  <a:lnTo>
                    <a:pt x="159296" y="80835"/>
                  </a:lnTo>
                  <a:lnTo>
                    <a:pt x="158419" y="76301"/>
                  </a:lnTo>
                  <a:lnTo>
                    <a:pt x="169430" y="69430"/>
                  </a:lnTo>
                  <a:lnTo>
                    <a:pt x="162801" y="48729"/>
                  </a:lnTo>
                  <a:lnTo>
                    <a:pt x="148399" y="49720"/>
                  </a:lnTo>
                  <a:lnTo>
                    <a:pt x="143344" y="42113"/>
                  </a:lnTo>
                  <a:lnTo>
                    <a:pt x="141668" y="40462"/>
                  </a:lnTo>
                  <a:lnTo>
                    <a:pt x="147980" y="27127"/>
                  </a:lnTo>
                  <a:lnTo>
                    <a:pt x="131165" y="13360"/>
                  </a:lnTo>
                  <a:lnTo>
                    <a:pt x="118478" y="22783"/>
                  </a:lnTo>
                  <a:lnTo>
                    <a:pt x="108000" y="18351"/>
                  </a:lnTo>
                  <a:lnTo>
                    <a:pt x="107848" y="18326"/>
                  </a:lnTo>
                  <a:lnTo>
                    <a:pt x="105765" y="2451"/>
                  </a:lnTo>
                  <a:lnTo>
                    <a:pt x="84137" y="0"/>
                  </a:lnTo>
                  <a:lnTo>
                    <a:pt x="77914" y="16598"/>
                  </a:lnTo>
                  <a:lnTo>
                    <a:pt x="68859" y="17322"/>
                  </a:lnTo>
                  <a:lnTo>
                    <a:pt x="57873" y="4394"/>
                  </a:lnTo>
                  <a:lnTo>
                    <a:pt x="38379" y="14033"/>
                  </a:lnTo>
                  <a:lnTo>
                    <a:pt x="41668" y="29159"/>
                  </a:lnTo>
                  <a:lnTo>
                    <a:pt x="39408" y="30289"/>
                  </a:lnTo>
                  <a:lnTo>
                    <a:pt x="33553" y="36957"/>
                  </a:lnTo>
                  <a:lnTo>
                    <a:pt x="18122" y="32270"/>
                  </a:lnTo>
                  <a:lnTo>
                    <a:pt x="7010" y="50939"/>
                  </a:lnTo>
                  <a:lnTo>
                    <a:pt x="17627" y="61556"/>
                  </a:lnTo>
                  <a:lnTo>
                    <a:pt x="13944" y="72732"/>
                  </a:lnTo>
                  <a:lnTo>
                    <a:pt x="0" y="76682"/>
                  </a:lnTo>
                  <a:lnTo>
                    <a:pt x="698" y="98425"/>
                  </a:lnTo>
                  <a:lnTo>
                    <a:pt x="14249" y="101384"/>
                  </a:lnTo>
                  <a:lnTo>
                    <a:pt x="14744" y="106654"/>
                  </a:lnTo>
                  <a:lnTo>
                    <a:pt x="18770" y="114160"/>
                  </a:lnTo>
                  <a:lnTo>
                    <a:pt x="8966" y="125234"/>
                  </a:lnTo>
                  <a:lnTo>
                    <a:pt x="21361" y="143090"/>
                  </a:lnTo>
                  <a:lnTo>
                    <a:pt x="35864" y="137706"/>
                  </a:lnTo>
                  <a:lnTo>
                    <a:pt x="44259" y="144665"/>
                  </a:lnTo>
                  <a:lnTo>
                    <a:pt x="41922" y="160159"/>
                  </a:lnTo>
                  <a:lnTo>
                    <a:pt x="62001" y="168478"/>
                  </a:lnTo>
                  <a:lnTo>
                    <a:pt x="71323" y="155943"/>
                  </a:lnTo>
                  <a:lnTo>
                    <a:pt x="77508" y="157899"/>
                  </a:lnTo>
                  <a:lnTo>
                    <a:pt x="83273" y="157441"/>
                  </a:lnTo>
                  <a:lnTo>
                    <a:pt x="89573" y="171665"/>
                  </a:lnTo>
                  <a:lnTo>
                    <a:pt x="111036" y="167970"/>
                  </a:lnTo>
                  <a:lnTo>
                    <a:pt x="112141" y="152844"/>
                  </a:lnTo>
                  <a:lnTo>
                    <a:pt x="123482" y="147154"/>
                  </a:lnTo>
                  <a:lnTo>
                    <a:pt x="136067" y="155346"/>
                  </a:lnTo>
                  <a:lnTo>
                    <a:pt x="152069" y="140614"/>
                  </a:lnTo>
                  <a:lnTo>
                    <a:pt x="145072" y="127901"/>
                  </a:lnTo>
                  <a:lnTo>
                    <a:pt x="150190" y="122059"/>
                  </a:lnTo>
                  <a:lnTo>
                    <a:pt x="151841" y="117043"/>
                  </a:lnTo>
                  <a:lnTo>
                    <a:pt x="165722" y="117208"/>
                  </a:lnTo>
                  <a:lnTo>
                    <a:pt x="171310" y="961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3407217" y="3166469"/>
              <a:ext cx="85725" cy="83185"/>
            </a:xfrm>
            <a:custGeom>
              <a:avLst/>
              <a:gdLst/>
              <a:ahLst/>
              <a:cxnLst/>
              <a:rect l="l" t="t" r="r" b="b"/>
              <a:pathLst>
                <a:path w="85725" h="83185">
                  <a:moveTo>
                    <a:pt x="38084" y="83066"/>
                  </a:moveTo>
                  <a:lnTo>
                    <a:pt x="21790" y="77906"/>
                  </a:lnTo>
                  <a:lnTo>
                    <a:pt x="9195" y="67456"/>
                  </a:lnTo>
                  <a:lnTo>
                    <a:pt x="1523" y="53210"/>
                  </a:lnTo>
                  <a:lnTo>
                    <a:pt x="0" y="36660"/>
                  </a:lnTo>
                  <a:lnTo>
                    <a:pt x="5206" y="20876"/>
                  </a:lnTo>
                  <a:lnTo>
                    <a:pt x="15886" y="8719"/>
                  </a:lnTo>
                  <a:lnTo>
                    <a:pt x="30509" y="1367"/>
                  </a:lnTo>
                  <a:lnTo>
                    <a:pt x="47547" y="0"/>
                  </a:lnTo>
                  <a:lnTo>
                    <a:pt x="55847" y="1760"/>
                  </a:lnTo>
                  <a:lnTo>
                    <a:pt x="84183" y="30141"/>
                  </a:lnTo>
                  <a:lnTo>
                    <a:pt x="85729" y="38171"/>
                  </a:lnTo>
                  <a:lnTo>
                    <a:pt x="85631" y="46406"/>
                  </a:lnTo>
                  <a:lnTo>
                    <a:pt x="80425" y="62190"/>
                  </a:lnTo>
                  <a:lnTo>
                    <a:pt x="69746" y="74347"/>
                  </a:lnTo>
                  <a:lnTo>
                    <a:pt x="55122" y="81699"/>
                  </a:lnTo>
                  <a:lnTo>
                    <a:pt x="38084" y="83066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3257004" y="3303384"/>
              <a:ext cx="611505" cy="603250"/>
            </a:xfrm>
            <a:custGeom>
              <a:avLst/>
              <a:gdLst/>
              <a:ahLst/>
              <a:cxnLst/>
              <a:rect l="l" t="t" r="r" b="b"/>
              <a:pathLst>
                <a:path w="611504" h="603250">
                  <a:moveTo>
                    <a:pt x="611378" y="304025"/>
                  </a:moveTo>
                  <a:lnTo>
                    <a:pt x="566026" y="285432"/>
                  </a:lnTo>
                  <a:lnTo>
                    <a:pt x="562902" y="254787"/>
                  </a:lnTo>
                  <a:lnTo>
                    <a:pt x="557987" y="239115"/>
                  </a:lnTo>
                  <a:lnTo>
                    <a:pt x="594029" y="210502"/>
                  </a:lnTo>
                  <a:lnTo>
                    <a:pt x="562356" y="140220"/>
                  </a:lnTo>
                  <a:lnTo>
                    <a:pt x="512064" y="149440"/>
                  </a:lnTo>
                  <a:lnTo>
                    <a:pt x="491172" y="124701"/>
                  </a:lnTo>
                  <a:lnTo>
                    <a:pt x="484632" y="119507"/>
                  </a:lnTo>
                  <a:lnTo>
                    <a:pt x="501497" y="70015"/>
                  </a:lnTo>
                  <a:lnTo>
                    <a:pt x="436702" y="28244"/>
                  </a:lnTo>
                  <a:lnTo>
                    <a:pt x="395833" y="66522"/>
                  </a:lnTo>
                  <a:lnTo>
                    <a:pt x="357098" y="55105"/>
                  </a:lnTo>
                  <a:lnTo>
                    <a:pt x="356590" y="55067"/>
                  </a:lnTo>
                  <a:lnTo>
                    <a:pt x="342836" y="0"/>
                  </a:lnTo>
                  <a:lnTo>
                    <a:pt x="265645" y="0"/>
                  </a:lnTo>
                  <a:lnTo>
                    <a:pt x="251612" y="56121"/>
                  </a:lnTo>
                  <a:lnTo>
                    <a:pt x="216877" y="65366"/>
                  </a:lnTo>
                  <a:lnTo>
                    <a:pt x="174904" y="26047"/>
                  </a:lnTo>
                  <a:lnTo>
                    <a:pt x="110109" y="67805"/>
                  </a:lnTo>
                  <a:lnTo>
                    <a:pt x="127508" y="118922"/>
                  </a:lnTo>
                  <a:lnTo>
                    <a:pt x="105079" y="140690"/>
                  </a:lnTo>
                  <a:lnTo>
                    <a:pt x="98425" y="149821"/>
                  </a:lnTo>
                  <a:lnTo>
                    <a:pt x="46050" y="140220"/>
                  </a:lnTo>
                  <a:lnTo>
                    <a:pt x="14376" y="210502"/>
                  </a:lnTo>
                  <a:lnTo>
                    <a:pt x="52692" y="240944"/>
                  </a:lnTo>
                  <a:lnTo>
                    <a:pt x="47612" y="258927"/>
                  </a:lnTo>
                  <a:lnTo>
                    <a:pt x="45148" y="285508"/>
                  </a:lnTo>
                  <a:lnTo>
                    <a:pt x="0" y="304025"/>
                  </a:lnTo>
                  <a:lnTo>
                    <a:pt x="11214" y="380403"/>
                  </a:lnTo>
                  <a:lnTo>
                    <a:pt x="57404" y="385076"/>
                  </a:lnTo>
                  <a:lnTo>
                    <a:pt x="59791" y="393471"/>
                  </a:lnTo>
                  <a:lnTo>
                    <a:pt x="78689" y="432117"/>
                  </a:lnTo>
                  <a:lnTo>
                    <a:pt x="51066" y="471538"/>
                  </a:lnTo>
                  <a:lnTo>
                    <a:pt x="101917" y="529526"/>
                  </a:lnTo>
                  <a:lnTo>
                    <a:pt x="147218" y="506539"/>
                  </a:lnTo>
                  <a:lnTo>
                    <a:pt x="173304" y="524421"/>
                  </a:lnTo>
                  <a:lnTo>
                    <a:pt x="183146" y="528967"/>
                  </a:lnTo>
                  <a:lnTo>
                    <a:pt x="181241" y="581418"/>
                  </a:lnTo>
                  <a:lnTo>
                    <a:pt x="255308" y="602691"/>
                  </a:lnTo>
                  <a:lnTo>
                    <a:pt x="281800" y="557098"/>
                  </a:lnTo>
                  <a:lnTo>
                    <a:pt x="305689" y="559168"/>
                  </a:lnTo>
                  <a:lnTo>
                    <a:pt x="327063" y="557326"/>
                  </a:lnTo>
                  <a:lnTo>
                    <a:pt x="353745" y="602881"/>
                  </a:lnTo>
                  <a:lnTo>
                    <a:pt x="427837" y="581215"/>
                  </a:lnTo>
                  <a:lnTo>
                    <a:pt x="425792" y="530085"/>
                  </a:lnTo>
                  <a:lnTo>
                    <a:pt x="438073" y="524421"/>
                  </a:lnTo>
                  <a:lnTo>
                    <a:pt x="466915" y="504647"/>
                  </a:lnTo>
                  <a:lnTo>
                    <a:pt x="510971" y="526719"/>
                  </a:lnTo>
                  <a:lnTo>
                    <a:pt x="561441" y="468337"/>
                  </a:lnTo>
                  <a:lnTo>
                    <a:pt x="533946" y="429514"/>
                  </a:lnTo>
                  <a:lnTo>
                    <a:pt x="551586" y="393471"/>
                  </a:lnTo>
                  <a:lnTo>
                    <a:pt x="553961" y="385076"/>
                  </a:lnTo>
                  <a:lnTo>
                    <a:pt x="600163" y="380403"/>
                  </a:lnTo>
                  <a:lnTo>
                    <a:pt x="611378" y="3040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3404391" y="3459780"/>
              <a:ext cx="306070" cy="297180"/>
            </a:xfrm>
            <a:custGeom>
              <a:avLst/>
              <a:gdLst/>
              <a:ahLst/>
              <a:cxnLst/>
              <a:rect l="l" t="t" r="r" b="b"/>
              <a:pathLst>
                <a:path w="306070" h="297179">
                  <a:moveTo>
                    <a:pt x="152804" y="296561"/>
                  </a:moveTo>
                  <a:lnTo>
                    <a:pt x="104506" y="289001"/>
                  </a:lnTo>
                  <a:lnTo>
                    <a:pt x="62560" y="267951"/>
                  </a:lnTo>
                  <a:lnTo>
                    <a:pt x="29482" y="235853"/>
                  </a:lnTo>
                  <a:lnTo>
                    <a:pt x="7790" y="195148"/>
                  </a:lnTo>
                  <a:lnTo>
                    <a:pt x="0" y="148280"/>
                  </a:lnTo>
                  <a:lnTo>
                    <a:pt x="7790" y="101412"/>
                  </a:lnTo>
                  <a:lnTo>
                    <a:pt x="29482" y="60708"/>
                  </a:lnTo>
                  <a:lnTo>
                    <a:pt x="62560" y="28609"/>
                  </a:lnTo>
                  <a:lnTo>
                    <a:pt x="104506" y="7559"/>
                  </a:lnTo>
                  <a:lnTo>
                    <a:pt x="152804" y="0"/>
                  </a:lnTo>
                  <a:lnTo>
                    <a:pt x="182755" y="2875"/>
                  </a:lnTo>
                  <a:lnTo>
                    <a:pt x="237581" y="24912"/>
                  </a:lnTo>
                  <a:lnTo>
                    <a:pt x="279937" y="66014"/>
                  </a:lnTo>
                  <a:lnTo>
                    <a:pt x="302647" y="119217"/>
                  </a:lnTo>
                  <a:lnTo>
                    <a:pt x="305610" y="148280"/>
                  </a:lnTo>
                  <a:lnTo>
                    <a:pt x="297820" y="195148"/>
                  </a:lnTo>
                  <a:lnTo>
                    <a:pt x="276127" y="235853"/>
                  </a:lnTo>
                  <a:lnTo>
                    <a:pt x="243049" y="267951"/>
                  </a:lnTo>
                  <a:lnTo>
                    <a:pt x="201103" y="289001"/>
                  </a:lnTo>
                  <a:lnTo>
                    <a:pt x="152804" y="296561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1" name="object 51" descr=""/>
          <p:cNvGrpSpPr/>
          <p:nvPr/>
        </p:nvGrpSpPr>
        <p:grpSpPr>
          <a:xfrm>
            <a:off x="4906988" y="2783546"/>
            <a:ext cx="1288415" cy="1237615"/>
            <a:chOff x="4906988" y="2783546"/>
            <a:chExt cx="1288415" cy="1237615"/>
          </a:xfrm>
        </p:grpSpPr>
        <p:sp>
          <p:nvSpPr>
            <p:cNvPr id="52" name="object 52" descr=""/>
            <p:cNvSpPr/>
            <p:nvPr/>
          </p:nvSpPr>
          <p:spPr>
            <a:xfrm>
              <a:off x="4906988" y="2783547"/>
              <a:ext cx="1288415" cy="1237615"/>
            </a:xfrm>
            <a:custGeom>
              <a:avLst/>
              <a:gdLst/>
              <a:ahLst/>
              <a:cxnLst/>
              <a:rect l="l" t="t" r="r" b="b"/>
              <a:pathLst>
                <a:path w="1288414" h="1237614">
                  <a:moveTo>
                    <a:pt x="1287983" y="277863"/>
                  </a:moveTo>
                  <a:lnTo>
                    <a:pt x="1282585" y="223393"/>
                  </a:lnTo>
                  <a:lnTo>
                    <a:pt x="1266812" y="171526"/>
                  </a:lnTo>
                  <a:lnTo>
                    <a:pt x="1241259" y="123710"/>
                  </a:lnTo>
                  <a:lnTo>
                    <a:pt x="1206538" y="81381"/>
                  </a:lnTo>
                  <a:lnTo>
                    <a:pt x="1164183" y="46685"/>
                  </a:lnTo>
                  <a:lnTo>
                    <a:pt x="1116317" y="21158"/>
                  </a:lnTo>
                  <a:lnTo>
                    <a:pt x="1064399" y="5397"/>
                  </a:lnTo>
                  <a:lnTo>
                    <a:pt x="1009904" y="0"/>
                  </a:lnTo>
                  <a:lnTo>
                    <a:pt x="964793" y="3644"/>
                  </a:lnTo>
                  <a:lnTo>
                    <a:pt x="922007" y="14173"/>
                  </a:lnTo>
                  <a:lnTo>
                    <a:pt x="882103" y="31013"/>
                  </a:lnTo>
                  <a:lnTo>
                    <a:pt x="845667" y="53619"/>
                  </a:lnTo>
                  <a:lnTo>
                    <a:pt x="819708" y="75869"/>
                  </a:lnTo>
                  <a:lnTo>
                    <a:pt x="787806" y="64084"/>
                  </a:lnTo>
                  <a:lnTo>
                    <a:pt x="742556" y="51282"/>
                  </a:lnTo>
                  <a:lnTo>
                    <a:pt x="696315" y="42049"/>
                  </a:lnTo>
                  <a:lnTo>
                    <a:pt x="648614" y="36360"/>
                  </a:lnTo>
                  <a:lnTo>
                    <a:pt x="647306" y="36360"/>
                  </a:lnTo>
                  <a:lnTo>
                    <a:pt x="601624" y="34556"/>
                  </a:lnTo>
                  <a:lnTo>
                    <a:pt x="554609" y="36360"/>
                  </a:lnTo>
                  <a:lnTo>
                    <a:pt x="508584" y="41706"/>
                  </a:lnTo>
                  <a:lnTo>
                    <a:pt x="463677" y="50444"/>
                  </a:lnTo>
                  <a:lnTo>
                    <a:pt x="420027" y="62433"/>
                  </a:lnTo>
                  <a:lnTo>
                    <a:pt x="377774" y="77571"/>
                  </a:lnTo>
                  <a:lnTo>
                    <a:pt x="337045" y="95694"/>
                  </a:lnTo>
                  <a:lnTo>
                    <a:pt x="297967" y="116674"/>
                  </a:lnTo>
                  <a:lnTo>
                    <a:pt x="260692" y="140385"/>
                  </a:lnTo>
                  <a:lnTo>
                    <a:pt x="225336" y="166687"/>
                  </a:lnTo>
                  <a:lnTo>
                    <a:pt x="192036" y="195453"/>
                  </a:lnTo>
                  <a:lnTo>
                    <a:pt x="160934" y="226555"/>
                  </a:lnTo>
                  <a:lnTo>
                    <a:pt x="132168" y="259842"/>
                  </a:lnTo>
                  <a:lnTo>
                    <a:pt x="105854" y="295186"/>
                  </a:lnTo>
                  <a:lnTo>
                    <a:pt x="82130" y="332447"/>
                  </a:lnTo>
                  <a:lnTo>
                    <a:pt x="61150" y="371513"/>
                  </a:lnTo>
                  <a:lnTo>
                    <a:pt x="43014" y="412229"/>
                  </a:lnTo>
                  <a:lnTo>
                    <a:pt x="27889" y="454482"/>
                  </a:lnTo>
                  <a:lnTo>
                    <a:pt x="15887" y="498119"/>
                  </a:lnTo>
                  <a:lnTo>
                    <a:pt x="7150" y="543001"/>
                  </a:lnTo>
                  <a:lnTo>
                    <a:pt x="1803" y="589026"/>
                  </a:lnTo>
                  <a:lnTo>
                    <a:pt x="0" y="636028"/>
                  </a:lnTo>
                  <a:lnTo>
                    <a:pt x="1803" y="683031"/>
                  </a:lnTo>
                  <a:lnTo>
                    <a:pt x="7150" y="729043"/>
                  </a:lnTo>
                  <a:lnTo>
                    <a:pt x="15887" y="773938"/>
                  </a:lnTo>
                  <a:lnTo>
                    <a:pt x="27889" y="817575"/>
                  </a:lnTo>
                  <a:lnTo>
                    <a:pt x="43014" y="859815"/>
                  </a:lnTo>
                  <a:lnTo>
                    <a:pt x="61150" y="900544"/>
                  </a:lnTo>
                  <a:lnTo>
                    <a:pt x="82130" y="939596"/>
                  </a:lnTo>
                  <a:lnTo>
                    <a:pt x="105854" y="976871"/>
                  </a:lnTo>
                  <a:lnTo>
                    <a:pt x="132168" y="1012215"/>
                  </a:lnTo>
                  <a:lnTo>
                    <a:pt x="160934" y="1045502"/>
                  </a:lnTo>
                  <a:lnTo>
                    <a:pt x="192036" y="1076591"/>
                  </a:lnTo>
                  <a:lnTo>
                    <a:pt x="225336" y="1105357"/>
                  </a:lnTo>
                  <a:lnTo>
                    <a:pt x="260692" y="1131671"/>
                  </a:lnTo>
                  <a:lnTo>
                    <a:pt x="297967" y="1155382"/>
                  </a:lnTo>
                  <a:lnTo>
                    <a:pt x="337045" y="1176362"/>
                  </a:lnTo>
                  <a:lnTo>
                    <a:pt x="377774" y="1194485"/>
                  </a:lnTo>
                  <a:lnTo>
                    <a:pt x="420027" y="1209611"/>
                  </a:lnTo>
                  <a:lnTo>
                    <a:pt x="463677" y="1221613"/>
                  </a:lnTo>
                  <a:lnTo>
                    <a:pt x="508584" y="1230350"/>
                  </a:lnTo>
                  <a:lnTo>
                    <a:pt x="554609" y="1235684"/>
                  </a:lnTo>
                  <a:lnTo>
                    <a:pt x="601624" y="1237500"/>
                  </a:lnTo>
                  <a:lnTo>
                    <a:pt x="648639" y="1235684"/>
                  </a:lnTo>
                  <a:lnTo>
                    <a:pt x="694677" y="1230350"/>
                  </a:lnTo>
                  <a:lnTo>
                    <a:pt x="739571" y="1221613"/>
                  </a:lnTo>
                  <a:lnTo>
                    <a:pt x="783221" y="1209611"/>
                  </a:lnTo>
                  <a:lnTo>
                    <a:pt x="825474" y="1194485"/>
                  </a:lnTo>
                  <a:lnTo>
                    <a:pt x="866203" y="1176362"/>
                  </a:lnTo>
                  <a:lnTo>
                    <a:pt x="905281" y="1155382"/>
                  </a:lnTo>
                  <a:lnTo>
                    <a:pt x="942568" y="1131671"/>
                  </a:lnTo>
                  <a:lnTo>
                    <a:pt x="977912" y="1105357"/>
                  </a:lnTo>
                  <a:lnTo>
                    <a:pt x="1011212" y="1076591"/>
                  </a:lnTo>
                  <a:lnTo>
                    <a:pt x="1042314" y="1045502"/>
                  </a:lnTo>
                  <a:lnTo>
                    <a:pt x="1071092" y="1012215"/>
                  </a:lnTo>
                  <a:lnTo>
                    <a:pt x="1097394" y="976871"/>
                  </a:lnTo>
                  <a:lnTo>
                    <a:pt x="1121117" y="939596"/>
                  </a:lnTo>
                  <a:lnTo>
                    <a:pt x="1142111" y="900544"/>
                  </a:lnTo>
                  <a:lnTo>
                    <a:pt x="1160233" y="859815"/>
                  </a:lnTo>
                  <a:lnTo>
                    <a:pt x="1175372" y="817575"/>
                  </a:lnTo>
                  <a:lnTo>
                    <a:pt x="1187373" y="773938"/>
                  </a:lnTo>
                  <a:lnTo>
                    <a:pt x="1196111" y="729043"/>
                  </a:lnTo>
                  <a:lnTo>
                    <a:pt x="1201445" y="683031"/>
                  </a:lnTo>
                  <a:lnTo>
                    <a:pt x="1203261" y="636028"/>
                  </a:lnTo>
                  <a:lnTo>
                    <a:pt x="1201369" y="588403"/>
                  </a:lnTo>
                  <a:lnTo>
                    <a:pt x="1195768" y="541362"/>
                  </a:lnTo>
                  <a:lnTo>
                    <a:pt x="1186522" y="495134"/>
                  </a:lnTo>
                  <a:lnTo>
                    <a:pt x="1185684" y="492201"/>
                  </a:lnTo>
                  <a:lnTo>
                    <a:pt x="1206538" y="474332"/>
                  </a:lnTo>
                  <a:lnTo>
                    <a:pt x="1234325" y="441947"/>
                  </a:lnTo>
                  <a:lnTo>
                    <a:pt x="1256944" y="405549"/>
                  </a:lnTo>
                  <a:lnTo>
                    <a:pt x="1273810" y="365683"/>
                  </a:lnTo>
                  <a:lnTo>
                    <a:pt x="1284338" y="322922"/>
                  </a:lnTo>
                  <a:lnTo>
                    <a:pt x="1287983" y="277863"/>
                  </a:lnTo>
                  <a:close/>
                </a:path>
              </a:pathLst>
            </a:custGeom>
            <a:solidFill>
              <a:srgbClr val="FACB4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5721855" y="2866572"/>
              <a:ext cx="390525" cy="389890"/>
            </a:xfrm>
            <a:custGeom>
              <a:avLst/>
              <a:gdLst/>
              <a:ahLst/>
              <a:cxnLst/>
              <a:rect l="l" t="t" r="r" b="b"/>
              <a:pathLst>
                <a:path w="390525" h="389889">
                  <a:moveTo>
                    <a:pt x="195027" y="389642"/>
                  </a:moveTo>
                  <a:lnTo>
                    <a:pt x="150309" y="384496"/>
                  </a:lnTo>
                  <a:lnTo>
                    <a:pt x="109259" y="369840"/>
                  </a:lnTo>
                  <a:lnTo>
                    <a:pt x="73047" y="346842"/>
                  </a:lnTo>
                  <a:lnTo>
                    <a:pt x="42845" y="316671"/>
                  </a:lnTo>
                  <a:lnTo>
                    <a:pt x="19822" y="280498"/>
                  </a:lnTo>
                  <a:lnTo>
                    <a:pt x="5150" y="239491"/>
                  </a:lnTo>
                  <a:lnTo>
                    <a:pt x="0" y="194821"/>
                  </a:lnTo>
                  <a:lnTo>
                    <a:pt x="5150" y="150150"/>
                  </a:lnTo>
                  <a:lnTo>
                    <a:pt x="19822" y="109143"/>
                  </a:lnTo>
                  <a:lnTo>
                    <a:pt x="42845" y="72970"/>
                  </a:lnTo>
                  <a:lnTo>
                    <a:pt x="73047" y="42799"/>
                  </a:lnTo>
                  <a:lnTo>
                    <a:pt x="109259" y="19801"/>
                  </a:lnTo>
                  <a:lnTo>
                    <a:pt x="150309" y="5145"/>
                  </a:lnTo>
                  <a:lnTo>
                    <a:pt x="195027" y="0"/>
                  </a:lnTo>
                  <a:lnTo>
                    <a:pt x="233253" y="3778"/>
                  </a:lnTo>
                  <a:lnTo>
                    <a:pt x="303229" y="32732"/>
                  </a:lnTo>
                  <a:lnTo>
                    <a:pt x="332933" y="57061"/>
                  </a:lnTo>
                  <a:lnTo>
                    <a:pt x="357288" y="86734"/>
                  </a:lnTo>
                  <a:lnTo>
                    <a:pt x="386273" y="156635"/>
                  </a:lnTo>
                  <a:lnTo>
                    <a:pt x="390055" y="194821"/>
                  </a:lnTo>
                  <a:lnTo>
                    <a:pt x="384904" y="239491"/>
                  </a:lnTo>
                  <a:lnTo>
                    <a:pt x="370232" y="280498"/>
                  </a:lnTo>
                  <a:lnTo>
                    <a:pt x="347210" y="316671"/>
                  </a:lnTo>
                  <a:lnTo>
                    <a:pt x="317007" y="346842"/>
                  </a:lnTo>
                  <a:lnTo>
                    <a:pt x="280796" y="369840"/>
                  </a:lnTo>
                  <a:lnTo>
                    <a:pt x="239745" y="384496"/>
                  </a:lnTo>
                  <a:lnTo>
                    <a:pt x="195027" y="3896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5868886" y="2974497"/>
              <a:ext cx="150495" cy="173990"/>
            </a:xfrm>
            <a:custGeom>
              <a:avLst/>
              <a:gdLst/>
              <a:ahLst/>
              <a:cxnLst/>
              <a:rect l="l" t="t" r="r" b="b"/>
              <a:pathLst>
                <a:path w="150495" h="173989">
                  <a:moveTo>
                    <a:pt x="0" y="173792"/>
                  </a:moveTo>
                  <a:lnTo>
                    <a:pt x="0" y="0"/>
                  </a:lnTo>
                  <a:lnTo>
                    <a:pt x="150330" y="86896"/>
                  </a:lnTo>
                  <a:lnTo>
                    <a:pt x="0" y="173792"/>
                  </a:lnTo>
                  <a:close/>
                </a:path>
              </a:pathLst>
            </a:custGeom>
            <a:solidFill>
              <a:srgbClr val="FACB4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014364" y="3093922"/>
              <a:ext cx="302939" cy="303626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5035827" y="3121029"/>
              <a:ext cx="260350" cy="252729"/>
            </a:xfrm>
            <a:custGeom>
              <a:avLst/>
              <a:gdLst/>
              <a:ahLst/>
              <a:cxnLst/>
              <a:rect l="l" t="t" r="r" b="b"/>
              <a:pathLst>
                <a:path w="260350" h="252729">
                  <a:moveTo>
                    <a:pt x="115639" y="252163"/>
                  </a:moveTo>
                  <a:lnTo>
                    <a:pt x="66175" y="236508"/>
                  </a:lnTo>
                  <a:lnTo>
                    <a:pt x="27933" y="204795"/>
                  </a:lnTo>
                  <a:lnTo>
                    <a:pt x="4634" y="161554"/>
                  </a:lnTo>
                  <a:lnTo>
                    <a:pt x="0" y="111317"/>
                  </a:lnTo>
                  <a:lnTo>
                    <a:pt x="15792" y="63401"/>
                  </a:lnTo>
                  <a:lnTo>
                    <a:pt x="48202" y="26488"/>
                  </a:lnTo>
                  <a:lnTo>
                    <a:pt x="92587" y="4161"/>
                  </a:lnTo>
                  <a:lnTo>
                    <a:pt x="144304" y="0"/>
                  </a:lnTo>
                  <a:lnTo>
                    <a:pt x="169501" y="5338"/>
                  </a:lnTo>
                  <a:lnTo>
                    <a:pt x="214005" y="29374"/>
                  </a:lnTo>
                  <a:lnTo>
                    <a:pt x="246059" y="68414"/>
                  </a:lnTo>
                  <a:lnTo>
                    <a:pt x="260233" y="115846"/>
                  </a:lnTo>
                  <a:lnTo>
                    <a:pt x="259944" y="140845"/>
                  </a:lnTo>
                  <a:lnTo>
                    <a:pt x="244151" y="188761"/>
                  </a:lnTo>
                  <a:lnTo>
                    <a:pt x="211742" y="225674"/>
                  </a:lnTo>
                  <a:lnTo>
                    <a:pt x="167357" y="248001"/>
                  </a:lnTo>
                  <a:lnTo>
                    <a:pt x="115639" y="2521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093366" y="3173350"/>
              <a:ext cx="151598" cy="146916"/>
            </a:xfrm>
            <a:prstGeom prst="rect">
              <a:avLst/>
            </a:prstGeom>
          </p:spPr>
        </p:pic>
        <p:sp>
          <p:nvSpPr>
            <p:cNvPr id="58" name="object 58" descr=""/>
            <p:cNvSpPr/>
            <p:nvPr/>
          </p:nvSpPr>
          <p:spPr>
            <a:xfrm>
              <a:off x="5346776" y="3121570"/>
              <a:ext cx="171450" cy="172085"/>
            </a:xfrm>
            <a:custGeom>
              <a:avLst/>
              <a:gdLst/>
              <a:ahLst/>
              <a:cxnLst/>
              <a:rect l="l" t="t" r="r" b="b"/>
              <a:pathLst>
                <a:path w="171450" h="172085">
                  <a:moveTo>
                    <a:pt x="171310" y="96177"/>
                  </a:moveTo>
                  <a:lnTo>
                    <a:pt x="159194" y="89522"/>
                  </a:lnTo>
                  <a:lnTo>
                    <a:pt x="159296" y="80835"/>
                  </a:lnTo>
                  <a:lnTo>
                    <a:pt x="158419" y="76301"/>
                  </a:lnTo>
                  <a:lnTo>
                    <a:pt x="169430" y="69430"/>
                  </a:lnTo>
                  <a:lnTo>
                    <a:pt x="162801" y="48729"/>
                  </a:lnTo>
                  <a:lnTo>
                    <a:pt x="148412" y="49720"/>
                  </a:lnTo>
                  <a:lnTo>
                    <a:pt x="143344" y="42113"/>
                  </a:lnTo>
                  <a:lnTo>
                    <a:pt x="141681" y="40462"/>
                  </a:lnTo>
                  <a:lnTo>
                    <a:pt x="147993" y="27127"/>
                  </a:lnTo>
                  <a:lnTo>
                    <a:pt x="131165" y="13360"/>
                  </a:lnTo>
                  <a:lnTo>
                    <a:pt x="118491" y="22796"/>
                  </a:lnTo>
                  <a:lnTo>
                    <a:pt x="108000" y="18351"/>
                  </a:lnTo>
                  <a:lnTo>
                    <a:pt x="107861" y="18326"/>
                  </a:lnTo>
                  <a:lnTo>
                    <a:pt x="105765" y="2451"/>
                  </a:lnTo>
                  <a:lnTo>
                    <a:pt x="84137" y="0"/>
                  </a:lnTo>
                  <a:lnTo>
                    <a:pt x="77914" y="16598"/>
                  </a:lnTo>
                  <a:lnTo>
                    <a:pt x="68872" y="17322"/>
                  </a:lnTo>
                  <a:lnTo>
                    <a:pt x="57886" y="4394"/>
                  </a:lnTo>
                  <a:lnTo>
                    <a:pt x="38392" y="14033"/>
                  </a:lnTo>
                  <a:lnTo>
                    <a:pt x="41681" y="29146"/>
                  </a:lnTo>
                  <a:lnTo>
                    <a:pt x="39408" y="30289"/>
                  </a:lnTo>
                  <a:lnTo>
                    <a:pt x="33553" y="36944"/>
                  </a:lnTo>
                  <a:lnTo>
                    <a:pt x="18135" y="32270"/>
                  </a:lnTo>
                  <a:lnTo>
                    <a:pt x="7010" y="50939"/>
                  </a:lnTo>
                  <a:lnTo>
                    <a:pt x="17640" y="61556"/>
                  </a:lnTo>
                  <a:lnTo>
                    <a:pt x="13957" y="72732"/>
                  </a:lnTo>
                  <a:lnTo>
                    <a:pt x="0" y="76682"/>
                  </a:lnTo>
                  <a:lnTo>
                    <a:pt x="711" y="98425"/>
                  </a:lnTo>
                  <a:lnTo>
                    <a:pt x="14262" y="101384"/>
                  </a:lnTo>
                  <a:lnTo>
                    <a:pt x="14757" y="106654"/>
                  </a:lnTo>
                  <a:lnTo>
                    <a:pt x="18783" y="114147"/>
                  </a:lnTo>
                  <a:lnTo>
                    <a:pt x="8966" y="125234"/>
                  </a:lnTo>
                  <a:lnTo>
                    <a:pt x="21361" y="143090"/>
                  </a:lnTo>
                  <a:lnTo>
                    <a:pt x="35864" y="137706"/>
                  </a:lnTo>
                  <a:lnTo>
                    <a:pt x="44272" y="144665"/>
                  </a:lnTo>
                  <a:lnTo>
                    <a:pt x="41935" y="160159"/>
                  </a:lnTo>
                  <a:lnTo>
                    <a:pt x="62014" y="168478"/>
                  </a:lnTo>
                  <a:lnTo>
                    <a:pt x="71335" y="155943"/>
                  </a:lnTo>
                  <a:lnTo>
                    <a:pt x="77520" y="157899"/>
                  </a:lnTo>
                  <a:lnTo>
                    <a:pt x="83286" y="157441"/>
                  </a:lnTo>
                  <a:lnTo>
                    <a:pt x="89585" y="171665"/>
                  </a:lnTo>
                  <a:lnTo>
                    <a:pt x="111036" y="167970"/>
                  </a:lnTo>
                  <a:lnTo>
                    <a:pt x="112153" y="152844"/>
                  </a:lnTo>
                  <a:lnTo>
                    <a:pt x="123482" y="147154"/>
                  </a:lnTo>
                  <a:lnTo>
                    <a:pt x="136067" y="155346"/>
                  </a:lnTo>
                  <a:lnTo>
                    <a:pt x="152069" y="140614"/>
                  </a:lnTo>
                  <a:lnTo>
                    <a:pt x="145072" y="127901"/>
                  </a:lnTo>
                  <a:lnTo>
                    <a:pt x="150202" y="122059"/>
                  </a:lnTo>
                  <a:lnTo>
                    <a:pt x="151853" y="117043"/>
                  </a:lnTo>
                  <a:lnTo>
                    <a:pt x="165735" y="117208"/>
                  </a:lnTo>
                  <a:lnTo>
                    <a:pt x="171310" y="961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5391065" y="3166469"/>
              <a:ext cx="85725" cy="83185"/>
            </a:xfrm>
            <a:custGeom>
              <a:avLst/>
              <a:gdLst/>
              <a:ahLst/>
              <a:cxnLst/>
              <a:rect l="l" t="t" r="r" b="b"/>
              <a:pathLst>
                <a:path w="85725" h="83185">
                  <a:moveTo>
                    <a:pt x="38084" y="83066"/>
                  </a:moveTo>
                  <a:lnTo>
                    <a:pt x="21790" y="77906"/>
                  </a:lnTo>
                  <a:lnTo>
                    <a:pt x="9194" y="67456"/>
                  </a:lnTo>
                  <a:lnTo>
                    <a:pt x="1522" y="53210"/>
                  </a:lnTo>
                  <a:lnTo>
                    <a:pt x="0" y="36660"/>
                  </a:lnTo>
                  <a:lnTo>
                    <a:pt x="5206" y="20876"/>
                  </a:lnTo>
                  <a:lnTo>
                    <a:pt x="15885" y="8719"/>
                  </a:lnTo>
                  <a:lnTo>
                    <a:pt x="30509" y="1367"/>
                  </a:lnTo>
                  <a:lnTo>
                    <a:pt x="47547" y="0"/>
                  </a:lnTo>
                  <a:lnTo>
                    <a:pt x="55847" y="1760"/>
                  </a:lnTo>
                  <a:lnTo>
                    <a:pt x="84183" y="30141"/>
                  </a:lnTo>
                  <a:lnTo>
                    <a:pt x="85729" y="38171"/>
                  </a:lnTo>
                  <a:lnTo>
                    <a:pt x="85631" y="46406"/>
                  </a:lnTo>
                  <a:lnTo>
                    <a:pt x="80425" y="62190"/>
                  </a:lnTo>
                  <a:lnTo>
                    <a:pt x="69745" y="74347"/>
                  </a:lnTo>
                  <a:lnTo>
                    <a:pt x="55122" y="81699"/>
                  </a:lnTo>
                  <a:lnTo>
                    <a:pt x="38084" y="83066"/>
                  </a:lnTo>
                  <a:close/>
                </a:path>
              </a:pathLst>
            </a:custGeom>
            <a:solidFill>
              <a:srgbClr val="FACB4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5240845" y="3303384"/>
              <a:ext cx="611505" cy="603250"/>
            </a:xfrm>
            <a:custGeom>
              <a:avLst/>
              <a:gdLst/>
              <a:ahLst/>
              <a:cxnLst/>
              <a:rect l="l" t="t" r="r" b="b"/>
              <a:pathLst>
                <a:path w="611504" h="603250">
                  <a:moveTo>
                    <a:pt x="611378" y="304025"/>
                  </a:moveTo>
                  <a:lnTo>
                    <a:pt x="566026" y="285432"/>
                  </a:lnTo>
                  <a:lnTo>
                    <a:pt x="562914" y="254787"/>
                  </a:lnTo>
                  <a:lnTo>
                    <a:pt x="557999" y="239128"/>
                  </a:lnTo>
                  <a:lnTo>
                    <a:pt x="594042" y="210502"/>
                  </a:lnTo>
                  <a:lnTo>
                    <a:pt x="562368" y="140220"/>
                  </a:lnTo>
                  <a:lnTo>
                    <a:pt x="512064" y="149440"/>
                  </a:lnTo>
                  <a:lnTo>
                    <a:pt x="491172" y="124701"/>
                  </a:lnTo>
                  <a:lnTo>
                    <a:pt x="484644" y="119519"/>
                  </a:lnTo>
                  <a:lnTo>
                    <a:pt x="501510" y="70015"/>
                  </a:lnTo>
                  <a:lnTo>
                    <a:pt x="436714" y="28244"/>
                  </a:lnTo>
                  <a:lnTo>
                    <a:pt x="395846" y="66522"/>
                  </a:lnTo>
                  <a:lnTo>
                    <a:pt x="357111" y="55105"/>
                  </a:lnTo>
                  <a:lnTo>
                    <a:pt x="356603" y="55067"/>
                  </a:lnTo>
                  <a:lnTo>
                    <a:pt x="342849" y="0"/>
                  </a:lnTo>
                  <a:lnTo>
                    <a:pt x="265658" y="0"/>
                  </a:lnTo>
                  <a:lnTo>
                    <a:pt x="251625" y="56121"/>
                  </a:lnTo>
                  <a:lnTo>
                    <a:pt x="216890" y="65366"/>
                  </a:lnTo>
                  <a:lnTo>
                    <a:pt x="174917" y="26047"/>
                  </a:lnTo>
                  <a:lnTo>
                    <a:pt x="110109" y="67805"/>
                  </a:lnTo>
                  <a:lnTo>
                    <a:pt x="127508" y="118922"/>
                  </a:lnTo>
                  <a:lnTo>
                    <a:pt x="105079" y="140690"/>
                  </a:lnTo>
                  <a:lnTo>
                    <a:pt x="98425" y="149821"/>
                  </a:lnTo>
                  <a:lnTo>
                    <a:pt x="46050" y="140220"/>
                  </a:lnTo>
                  <a:lnTo>
                    <a:pt x="14376" y="210502"/>
                  </a:lnTo>
                  <a:lnTo>
                    <a:pt x="52692" y="240944"/>
                  </a:lnTo>
                  <a:lnTo>
                    <a:pt x="47612" y="258927"/>
                  </a:lnTo>
                  <a:lnTo>
                    <a:pt x="45161" y="285508"/>
                  </a:lnTo>
                  <a:lnTo>
                    <a:pt x="0" y="304025"/>
                  </a:lnTo>
                  <a:lnTo>
                    <a:pt x="11214" y="380403"/>
                  </a:lnTo>
                  <a:lnTo>
                    <a:pt x="57416" y="385076"/>
                  </a:lnTo>
                  <a:lnTo>
                    <a:pt x="59804" y="393471"/>
                  </a:lnTo>
                  <a:lnTo>
                    <a:pt x="78701" y="432130"/>
                  </a:lnTo>
                  <a:lnTo>
                    <a:pt x="51079" y="471538"/>
                  </a:lnTo>
                  <a:lnTo>
                    <a:pt x="101930" y="529526"/>
                  </a:lnTo>
                  <a:lnTo>
                    <a:pt x="147218" y="506552"/>
                  </a:lnTo>
                  <a:lnTo>
                    <a:pt x="173304" y="524421"/>
                  </a:lnTo>
                  <a:lnTo>
                    <a:pt x="183146" y="528967"/>
                  </a:lnTo>
                  <a:lnTo>
                    <a:pt x="181241" y="581418"/>
                  </a:lnTo>
                  <a:lnTo>
                    <a:pt x="255320" y="602691"/>
                  </a:lnTo>
                  <a:lnTo>
                    <a:pt x="281800" y="557098"/>
                  </a:lnTo>
                  <a:lnTo>
                    <a:pt x="305689" y="559168"/>
                  </a:lnTo>
                  <a:lnTo>
                    <a:pt x="327063" y="557326"/>
                  </a:lnTo>
                  <a:lnTo>
                    <a:pt x="353745" y="602881"/>
                  </a:lnTo>
                  <a:lnTo>
                    <a:pt x="427837" y="581215"/>
                  </a:lnTo>
                  <a:lnTo>
                    <a:pt x="425792" y="530085"/>
                  </a:lnTo>
                  <a:lnTo>
                    <a:pt x="438086" y="524421"/>
                  </a:lnTo>
                  <a:lnTo>
                    <a:pt x="466928" y="504647"/>
                  </a:lnTo>
                  <a:lnTo>
                    <a:pt x="510971" y="526719"/>
                  </a:lnTo>
                  <a:lnTo>
                    <a:pt x="561441" y="468337"/>
                  </a:lnTo>
                  <a:lnTo>
                    <a:pt x="533946" y="429514"/>
                  </a:lnTo>
                  <a:lnTo>
                    <a:pt x="551586" y="393471"/>
                  </a:lnTo>
                  <a:lnTo>
                    <a:pt x="553961" y="385076"/>
                  </a:lnTo>
                  <a:lnTo>
                    <a:pt x="600163" y="380403"/>
                  </a:lnTo>
                  <a:lnTo>
                    <a:pt x="611378" y="3040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5388238" y="3459780"/>
              <a:ext cx="306070" cy="297180"/>
            </a:xfrm>
            <a:custGeom>
              <a:avLst/>
              <a:gdLst/>
              <a:ahLst/>
              <a:cxnLst/>
              <a:rect l="l" t="t" r="r" b="b"/>
              <a:pathLst>
                <a:path w="306070" h="297179">
                  <a:moveTo>
                    <a:pt x="152804" y="296561"/>
                  </a:moveTo>
                  <a:lnTo>
                    <a:pt x="104506" y="289001"/>
                  </a:lnTo>
                  <a:lnTo>
                    <a:pt x="62560" y="267951"/>
                  </a:lnTo>
                  <a:lnTo>
                    <a:pt x="29482" y="235853"/>
                  </a:lnTo>
                  <a:lnTo>
                    <a:pt x="7790" y="195148"/>
                  </a:lnTo>
                  <a:lnTo>
                    <a:pt x="0" y="148280"/>
                  </a:lnTo>
                  <a:lnTo>
                    <a:pt x="7790" y="101412"/>
                  </a:lnTo>
                  <a:lnTo>
                    <a:pt x="29482" y="60708"/>
                  </a:lnTo>
                  <a:lnTo>
                    <a:pt x="62560" y="28609"/>
                  </a:lnTo>
                  <a:lnTo>
                    <a:pt x="104506" y="7559"/>
                  </a:lnTo>
                  <a:lnTo>
                    <a:pt x="152804" y="0"/>
                  </a:lnTo>
                  <a:lnTo>
                    <a:pt x="182755" y="2875"/>
                  </a:lnTo>
                  <a:lnTo>
                    <a:pt x="237581" y="24912"/>
                  </a:lnTo>
                  <a:lnTo>
                    <a:pt x="279937" y="66014"/>
                  </a:lnTo>
                  <a:lnTo>
                    <a:pt x="302647" y="119217"/>
                  </a:lnTo>
                  <a:lnTo>
                    <a:pt x="305610" y="148280"/>
                  </a:lnTo>
                  <a:lnTo>
                    <a:pt x="297820" y="195148"/>
                  </a:lnTo>
                  <a:lnTo>
                    <a:pt x="276127" y="235853"/>
                  </a:lnTo>
                  <a:lnTo>
                    <a:pt x="243049" y="267951"/>
                  </a:lnTo>
                  <a:lnTo>
                    <a:pt x="201103" y="289001"/>
                  </a:lnTo>
                  <a:lnTo>
                    <a:pt x="152804" y="296561"/>
                  </a:lnTo>
                  <a:close/>
                </a:path>
              </a:pathLst>
            </a:custGeom>
            <a:solidFill>
              <a:srgbClr val="FACB4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Selectors</a:t>
            </a:r>
          </a:p>
        </p:txBody>
      </p:sp>
      <p:sp>
        <p:nvSpPr>
          <p:cNvPr id="64" name="object 6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63" name="object 63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72881" y="1478053"/>
            <a:ext cx="1296670" cy="288925"/>
          </a:xfrm>
          <a:prstGeom prst="rect">
            <a:avLst/>
          </a:prstGeom>
          <a:solidFill>
            <a:srgbClr val="D84437">
              <a:alpha val="10769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App:</a:t>
            </a:r>
            <a:r>
              <a:rPr dirty="0" sz="1400" spc="-50">
                <a:latin typeface="Roboto"/>
                <a:cs typeface="Roboto"/>
              </a:rPr>
              <a:t> </a:t>
            </a:r>
            <a:r>
              <a:rPr dirty="0" sz="1400" spc="-10">
                <a:latin typeface="Roboto"/>
                <a:cs typeface="Roboto"/>
              </a:rPr>
              <a:t>MyApp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269334" y="1532707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4" h="161925">
                <a:moveTo>
                  <a:pt x="0" y="161327"/>
                </a:moveTo>
                <a:lnTo>
                  <a:pt x="0" y="0"/>
                </a:lnTo>
                <a:lnTo>
                  <a:pt x="105599" y="77101"/>
                </a:lnTo>
                <a:lnTo>
                  <a:pt x="0" y="161327"/>
                </a:lnTo>
                <a:close/>
              </a:path>
            </a:pathLst>
          </a:custGeom>
          <a:solidFill>
            <a:srgbClr val="D84437">
              <a:alpha val="1076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72881" y="1805636"/>
            <a:ext cx="1296670" cy="288925"/>
          </a:xfrm>
          <a:prstGeom prst="rect">
            <a:avLst/>
          </a:prstGeom>
          <a:solidFill>
            <a:srgbClr val="7ACEA9">
              <a:alpha val="43078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Phase:</a:t>
            </a:r>
            <a:r>
              <a:rPr dirty="0" sz="1400" spc="-75">
                <a:latin typeface="Roboto"/>
                <a:cs typeface="Roboto"/>
              </a:rPr>
              <a:t> </a:t>
            </a:r>
            <a:r>
              <a:rPr dirty="0" sz="1400" spc="-20">
                <a:latin typeface="Roboto"/>
                <a:cs typeface="Roboto"/>
              </a:rPr>
              <a:t>prod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2269334" y="1872379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4" h="161925">
                <a:moveTo>
                  <a:pt x="0" y="161327"/>
                </a:moveTo>
                <a:lnTo>
                  <a:pt x="0" y="0"/>
                </a:lnTo>
                <a:lnTo>
                  <a:pt x="105599" y="77101"/>
                </a:lnTo>
                <a:lnTo>
                  <a:pt x="0" y="161327"/>
                </a:lnTo>
                <a:close/>
              </a:path>
            </a:pathLst>
          </a:custGeom>
          <a:solidFill>
            <a:srgbClr val="7ACEA9">
              <a:alpha val="4307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972881" y="2137065"/>
            <a:ext cx="1296670" cy="288925"/>
          </a:xfrm>
          <a:prstGeom prst="rect">
            <a:avLst/>
          </a:prstGeom>
          <a:solidFill>
            <a:srgbClr val="A0C3FF">
              <a:alpha val="50000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Role:</a:t>
            </a:r>
            <a:r>
              <a:rPr dirty="0" sz="1400" spc="-25">
                <a:latin typeface="Roboto"/>
                <a:cs typeface="Roboto"/>
              </a:rPr>
              <a:t> FE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2269334" y="2191719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4" h="161925">
                <a:moveTo>
                  <a:pt x="0" y="161327"/>
                </a:moveTo>
                <a:lnTo>
                  <a:pt x="0" y="0"/>
                </a:lnTo>
                <a:lnTo>
                  <a:pt x="105599" y="77101"/>
                </a:lnTo>
                <a:lnTo>
                  <a:pt x="0" y="161327"/>
                </a:lnTo>
                <a:close/>
              </a:path>
            </a:pathLst>
          </a:custGeom>
          <a:solidFill>
            <a:srgbClr val="A0C3FF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972871" y="2956658"/>
            <a:ext cx="1296670" cy="288925"/>
          </a:xfrm>
          <a:prstGeom prst="rect">
            <a:avLst/>
          </a:prstGeom>
          <a:solidFill>
            <a:srgbClr val="D84437">
              <a:alpha val="10769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App:</a:t>
            </a:r>
            <a:r>
              <a:rPr dirty="0" sz="1400" spc="-50">
                <a:latin typeface="Roboto"/>
                <a:cs typeface="Roboto"/>
              </a:rPr>
              <a:t> </a:t>
            </a:r>
            <a:r>
              <a:rPr dirty="0" sz="1400" spc="-10">
                <a:latin typeface="Roboto"/>
                <a:cs typeface="Roboto"/>
              </a:rPr>
              <a:t>MyApp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2269324" y="3011313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4" h="161925">
                <a:moveTo>
                  <a:pt x="0" y="161327"/>
                </a:moveTo>
                <a:lnTo>
                  <a:pt x="0" y="0"/>
                </a:lnTo>
                <a:lnTo>
                  <a:pt x="105599" y="77101"/>
                </a:lnTo>
                <a:lnTo>
                  <a:pt x="0" y="161327"/>
                </a:lnTo>
                <a:close/>
              </a:path>
            </a:pathLst>
          </a:custGeom>
          <a:solidFill>
            <a:srgbClr val="D84437">
              <a:alpha val="1076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972871" y="3284242"/>
            <a:ext cx="1296670" cy="288925"/>
          </a:xfrm>
          <a:prstGeom prst="rect">
            <a:avLst/>
          </a:prstGeom>
          <a:solidFill>
            <a:srgbClr val="7ACEA9">
              <a:alpha val="43078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Phase:</a:t>
            </a:r>
            <a:r>
              <a:rPr dirty="0" sz="1400" spc="-75">
                <a:latin typeface="Roboto"/>
                <a:cs typeface="Roboto"/>
              </a:rPr>
              <a:t> </a:t>
            </a:r>
            <a:r>
              <a:rPr dirty="0" sz="1400" spc="-20">
                <a:latin typeface="Roboto"/>
                <a:cs typeface="Roboto"/>
              </a:rPr>
              <a:t>test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2269324" y="3350985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4" h="161925">
                <a:moveTo>
                  <a:pt x="0" y="161327"/>
                </a:moveTo>
                <a:lnTo>
                  <a:pt x="0" y="0"/>
                </a:lnTo>
                <a:lnTo>
                  <a:pt x="105599" y="77101"/>
                </a:lnTo>
                <a:lnTo>
                  <a:pt x="0" y="161327"/>
                </a:lnTo>
                <a:close/>
              </a:path>
            </a:pathLst>
          </a:custGeom>
          <a:solidFill>
            <a:srgbClr val="7ACEA9">
              <a:alpha val="4307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972871" y="3615671"/>
            <a:ext cx="1296670" cy="288925"/>
          </a:xfrm>
          <a:prstGeom prst="rect">
            <a:avLst/>
          </a:prstGeom>
          <a:solidFill>
            <a:srgbClr val="A0C3FF">
              <a:alpha val="50000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Role:</a:t>
            </a:r>
            <a:r>
              <a:rPr dirty="0" sz="1400" spc="-25">
                <a:latin typeface="Roboto"/>
                <a:cs typeface="Roboto"/>
              </a:rPr>
              <a:t> FE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2269324" y="3670325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4" h="161925">
                <a:moveTo>
                  <a:pt x="0" y="161327"/>
                </a:moveTo>
                <a:lnTo>
                  <a:pt x="0" y="0"/>
                </a:lnTo>
                <a:lnTo>
                  <a:pt x="105599" y="77101"/>
                </a:lnTo>
                <a:lnTo>
                  <a:pt x="0" y="161327"/>
                </a:lnTo>
                <a:close/>
              </a:path>
            </a:pathLst>
          </a:custGeom>
          <a:solidFill>
            <a:srgbClr val="A0C3FF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6873580" y="1436822"/>
            <a:ext cx="1296670" cy="288290"/>
          </a:xfrm>
          <a:prstGeom prst="rect">
            <a:avLst/>
          </a:prstGeom>
          <a:solidFill>
            <a:srgbClr val="D84437">
              <a:alpha val="10769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App:</a:t>
            </a:r>
            <a:r>
              <a:rPr dirty="0" sz="1400" spc="-50">
                <a:latin typeface="Roboto"/>
                <a:cs typeface="Roboto"/>
              </a:rPr>
              <a:t> </a:t>
            </a:r>
            <a:r>
              <a:rPr dirty="0" sz="1400" spc="-10">
                <a:latin typeface="Roboto"/>
                <a:cs typeface="Roboto"/>
              </a:rPr>
              <a:t>MyApp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6768034" y="1491475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5" h="161925">
                <a:moveTo>
                  <a:pt x="105595" y="161322"/>
                </a:moveTo>
                <a:lnTo>
                  <a:pt x="0" y="77099"/>
                </a:lnTo>
                <a:lnTo>
                  <a:pt x="105595" y="0"/>
                </a:lnTo>
                <a:lnTo>
                  <a:pt x="105595" y="161322"/>
                </a:lnTo>
                <a:close/>
              </a:path>
            </a:pathLst>
          </a:custGeom>
          <a:solidFill>
            <a:srgbClr val="D84437">
              <a:alpha val="1076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6873580" y="1764406"/>
            <a:ext cx="1296670" cy="288290"/>
          </a:xfrm>
          <a:prstGeom prst="rect">
            <a:avLst/>
          </a:prstGeom>
          <a:solidFill>
            <a:srgbClr val="7ACEA9">
              <a:alpha val="43078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Phase:</a:t>
            </a:r>
            <a:r>
              <a:rPr dirty="0" sz="1400" spc="-75">
                <a:latin typeface="Roboto"/>
                <a:cs typeface="Roboto"/>
              </a:rPr>
              <a:t> </a:t>
            </a:r>
            <a:r>
              <a:rPr dirty="0" sz="1400" spc="-20">
                <a:latin typeface="Roboto"/>
                <a:cs typeface="Roboto"/>
              </a:rPr>
              <a:t>prod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6768034" y="1831147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5" h="161925">
                <a:moveTo>
                  <a:pt x="105595" y="161322"/>
                </a:moveTo>
                <a:lnTo>
                  <a:pt x="0" y="77098"/>
                </a:lnTo>
                <a:lnTo>
                  <a:pt x="105595" y="0"/>
                </a:lnTo>
                <a:lnTo>
                  <a:pt x="105595" y="161322"/>
                </a:lnTo>
                <a:close/>
              </a:path>
            </a:pathLst>
          </a:custGeom>
          <a:solidFill>
            <a:srgbClr val="7ACEA9">
              <a:alpha val="4307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6873580" y="2095834"/>
            <a:ext cx="1296670" cy="288290"/>
          </a:xfrm>
          <a:prstGeom prst="rect">
            <a:avLst/>
          </a:prstGeom>
          <a:solidFill>
            <a:srgbClr val="A0C3FF">
              <a:alpha val="50000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Role:</a:t>
            </a:r>
            <a:r>
              <a:rPr dirty="0" sz="1400" spc="-25">
                <a:latin typeface="Roboto"/>
                <a:cs typeface="Roboto"/>
              </a:rPr>
              <a:t> BE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6768034" y="2150487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5" h="161925">
                <a:moveTo>
                  <a:pt x="105595" y="161322"/>
                </a:moveTo>
                <a:lnTo>
                  <a:pt x="0" y="77098"/>
                </a:lnTo>
                <a:lnTo>
                  <a:pt x="105595" y="0"/>
                </a:lnTo>
                <a:lnTo>
                  <a:pt x="105595" y="161322"/>
                </a:lnTo>
                <a:close/>
              </a:path>
            </a:pathLst>
          </a:custGeom>
          <a:solidFill>
            <a:srgbClr val="A0C3FF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6873580" y="2909418"/>
            <a:ext cx="1296670" cy="288290"/>
          </a:xfrm>
          <a:prstGeom prst="rect">
            <a:avLst/>
          </a:prstGeom>
          <a:solidFill>
            <a:srgbClr val="D84437">
              <a:alpha val="10769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App:</a:t>
            </a:r>
            <a:r>
              <a:rPr dirty="0" sz="1400" spc="-50">
                <a:latin typeface="Roboto"/>
                <a:cs typeface="Roboto"/>
              </a:rPr>
              <a:t> </a:t>
            </a:r>
            <a:r>
              <a:rPr dirty="0" sz="1400" spc="-10">
                <a:latin typeface="Roboto"/>
                <a:cs typeface="Roboto"/>
              </a:rPr>
              <a:t>MyApp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6768034" y="2964071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5" h="161925">
                <a:moveTo>
                  <a:pt x="105595" y="161322"/>
                </a:moveTo>
                <a:lnTo>
                  <a:pt x="0" y="77098"/>
                </a:lnTo>
                <a:lnTo>
                  <a:pt x="105595" y="0"/>
                </a:lnTo>
                <a:lnTo>
                  <a:pt x="105595" y="161322"/>
                </a:lnTo>
                <a:close/>
              </a:path>
            </a:pathLst>
          </a:custGeom>
          <a:solidFill>
            <a:srgbClr val="D84437">
              <a:alpha val="1076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6873580" y="3237002"/>
            <a:ext cx="1296670" cy="288290"/>
          </a:xfrm>
          <a:prstGeom prst="rect">
            <a:avLst/>
          </a:prstGeom>
          <a:solidFill>
            <a:srgbClr val="7ACEA9">
              <a:alpha val="43078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Phase:</a:t>
            </a:r>
            <a:r>
              <a:rPr dirty="0" sz="1400" spc="-75">
                <a:latin typeface="Roboto"/>
                <a:cs typeface="Roboto"/>
              </a:rPr>
              <a:t> </a:t>
            </a:r>
            <a:r>
              <a:rPr dirty="0" sz="1400" spc="-20">
                <a:latin typeface="Roboto"/>
                <a:cs typeface="Roboto"/>
              </a:rPr>
              <a:t>test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6768034" y="3303743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5" h="161925">
                <a:moveTo>
                  <a:pt x="105595" y="161322"/>
                </a:moveTo>
                <a:lnTo>
                  <a:pt x="0" y="77099"/>
                </a:lnTo>
                <a:lnTo>
                  <a:pt x="105595" y="0"/>
                </a:lnTo>
                <a:lnTo>
                  <a:pt x="105595" y="161322"/>
                </a:lnTo>
                <a:close/>
              </a:path>
            </a:pathLst>
          </a:custGeom>
          <a:solidFill>
            <a:srgbClr val="7ACEA9">
              <a:alpha val="4307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6873580" y="3568430"/>
            <a:ext cx="1296670" cy="288290"/>
          </a:xfrm>
          <a:prstGeom prst="rect">
            <a:avLst/>
          </a:prstGeom>
          <a:solidFill>
            <a:srgbClr val="A0C3FF">
              <a:alpha val="50000"/>
            </a:srgbClr>
          </a:solidFill>
        </p:spPr>
        <p:txBody>
          <a:bodyPr wrap="square" lIns="0" tIns="32384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254"/>
              </a:spcBef>
            </a:pPr>
            <a:r>
              <a:rPr dirty="0" sz="1400">
                <a:latin typeface="Roboto"/>
                <a:cs typeface="Roboto"/>
              </a:rPr>
              <a:t>Role:</a:t>
            </a:r>
            <a:r>
              <a:rPr dirty="0" sz="1400" spc="-25">
                <a:latin typeface="Roboto"/>
                <a:cs typeface="Roboto"/>
              </a:rPr>
              <a:t> BE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6768034" y="3623083"/>
            <a:ext cx="106045" cy="161925"/>
          </a:xfrm>
          <a:custGeom>
            <a:avLst/>
            <a:gdLst/>
            <a:ahLst/>
            <a:cxnLst/>
            <a:rect l="l" t="t" r="r" b="b"/>
            <a:pathLst>
              <a:path w="106045" h="161925">
                <a:moveTo>
                  <a:pt x="105595" y="161322"/>
                </a:moveTo>
                <a:lnTo>
                  <a:pt x="0" y="77098"/>
                </a:lnTo>
                <a:lnTo>
                  <a:pt x="105595" y="0"/>
                </a:lnTo>
                <a:lnTo>
                  <a:pt x="105595" y="161322"/>
                </a:lnTo>
                <a:close/>
              </a:path>
            </a:pathLst>
          </a:custGeom>
          <a:solidFill>
            <a:srgbClr val="A0C3FF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2492105" y="4356640"/>
            <a:ext cx="4183379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b="1">
                <a:solidFill>
                  <a:srgbClr val="444444"/>
                </a:solidFill>
                <a:latin typeface="Roboto"/>
                <a:cs typeface="Roboto"/>
              </a:rPr>
              <a:t>App</a:t>
            </a:r>
            <a:r>
              <a:rPr dirty="0" sz="2700" spc="-70" b="1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2700" b="1">
                <a:solidFill>
                  <a:srgbClr val="444444"/>
                </a:solidFill>
                <a:latin typeface="Roboto"/>
                <a:cs typeface="Roboto"/>
              </a:rPr>
              <a:t>=</a:t>
            </a:r>
            <a:r>
              <a:rPr dirty="0" sz="2700" spc="-65" b="1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2700" b="1">
                <a:solidFill>
                  <a:srgbClr val="444444"/>
                </a:solidFill>
                <a:latin typeface="Roboto"/>
                <a:cs typeface="Roboto"/>
              </a:rPr>
              <a:t>MyApp,</a:t>
            </a:r>
            <a:r>
              <a:rPr dirty="0" sz="2700" spc="-65" b="1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2700" b="1">
                <a:solidFill>
                  <a:srgbClr val="444444"/>
                </a:solidFill>
                <a:latin typeface="Roboto"/>
                <a:cs typeface="Roboto"/>
              </a:rPr>
              <a:t>Phase</a:t>
            </a:r>
            <a:r>
              <a:rPr dirty="0" sz="2700" spc="-65" b="1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2700" b="1">
                <a:solidFill>
                  <a:srgbClr val="444444"/>
                </a:solidFill>
                <a:latin typeface="Roboto"/>
                <a:cs typeface="Roboto"/>
              </a:rPr>
              <a:t>=</a:t>
            </a:r>
            <a:r>
              <a:rPr dirty="0" sz="2700" spc="-65" b="1">
                <a:solidFill>
                  <a:srgbClr val="444444"/>
                </a:solidFill>
                <a:latin typeface="Roboto"/>
                <a:cs typeface="Roboto"/>
              </a:rPr>
              <a:t> </a:t>
            </a:r>
            <a:r>
              <a:rPr dirty="0" sz="2700" spc="-20" b="1">
                <a:solidFill>
                  <a:srgbClr val="444444"/>
                </a:solidFill>
                <a:latin typeface="Roboto"/>
                <a:cs typeface="Roboto"/>
              </a:rPr>
              <a:t>test</a:t>
            </a:r>
            <a:endParaRPr sz="2700">
              <a:latin typeface="Roboto"/>
              <a:cs typeface="Roboto"/>
            </a:endParaRPr>
          </a:p>
        </p:txBody>
      </p:sp>
      <p:pic>
        <p:nvPicPr>
          <p:cNvPr id="27" name="object 2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0213" y="1498182"/>
            <a:ext cx="244486" cy="244065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60415" y="2157197"/>
            <a:ext cx="244518" cy="244060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60415" y="1825768"/>
            <a:ext cx="244518" cy="244060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0204" y="2976788"/>
            <a:ext cx="244486" cy="244065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60406" y="3635803"/>
            <a:ext cx="244518" cy="244060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75432" y="2624268"/>
            <a:ext cx="3542700" cy="1635299"/>
          </a:xfrm>
          <a:prstGeom prst="rect">
            <a:avLst/>
          </a:prstGeom>
        </p:spPr>
      </p:pic>
      <p:pic>
        <p:nvPicPr>
          <p:cNvPr id="33" name="object 33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60406" y="3304374"/>
            <a:ext cx="244518" cy="244060"/>
          </a:xfrm>
          <a:prstGeom prst="rect">
            <a:avLst/>
          </a:prstGeom>
        </p:spPr>
      </p:pic>
      <p:pic>
        <p:nvPicPr>
          <p:cNvPr id="34" name="object 34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439099" y="1458938"/>
            <a:ext cx="244486" cy="244065"/>
          </a:xfrm>
          <a:prstGeom prst="rect">
            <a:avLst/>
          </a:prstGeom>
        </p:spPr>
      </p:pic>
      <p:pic>
        <p:nvPicPr>
          <p:cNvPr id="35" name="object 35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439301" y="2117953"/>
            <a:ext cx="244517" cy="244060"/>
          </a:xfrm>
          <a:prstGeom prst="rect">
            <a:avLst/>
          </a:prstGeom>
        </p:spPr>
      </p:pic>
      <p:pic>
        <p:nvPicPr>
          <p:cNvPr id="36" name="object 36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439301" y="1786524"/>
            <a:ext cx="244517" cy="244060"/>
          </a:xfrm>
          <a:prstGeom prst="rect">
            <a:avLst/>
          </a:prstGeom>
        </p:spPr>
      </p:pic>
      <p:pic>
        <p:nvPicPr>
          <p:cNvPr id="37" name="object 37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439090" y="2931534"/>
            <a:ext cx="244486" cy="244065"/>
          </a:xfrm>
          <a:prstGeom prst="rect">
            <a:avLst/>
          </a:prstGeom>
        </p:spPr>
      </p:pic>
      <p:pic>
        <p:nvPicPr>
          <p:cNvPr id="38" name="object 38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439292" y="3590549"/>
            <a:ext cx="244518" cy="244060"/>
          </a:xfrm>
          <a:prstGeom prst="rect">
            <a:avLst/>
          </a:prstGeom>
        </p:spPr>
      </p:pic>
      <p:pic>
        <p:nvPicPr>
          <p:cNvPr id="39" name="object 3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39292" y="3259120"/>
            <a:ext cx="244518" cy="244060"/>
          </a:xfrm>
          <a:prstGeom prst="rect">
            <a:avLst/>
          </a:prstGeom>
        </p:spPr>
      </p:pic>
      <p:grpSp>
        <p:nvGrpSpPr>
          <p:cNvPr id="40" name="object 40" descr=""/>
          <p:cNvGrpSpPr/>
          <p:nvPr/>
        </p:nvGrpSpPr>
        <p:grpSpPr>
          <a:xfrm>
            <a:off x="2888142" y="1301901"/>
            <a:ext cx="1323340" cy="1237615"/>
            <a:chOff x="2888142" y="1301901"/>
            <a:chExt cx="1323340" cy="1237615"/>
          </a:xfrm>
        </p:grpSpPr>
        <p:sp>
          <p:nvSpPr>
            <p:cNvPr id="41" name="object 41" descr=""/>
            <p:cNvSpPr/>
            <p:nvPr/>
          </p:nvSpPr>
          <p:spPr>
            <a:xfrm>
              <a:off x="2888132" y="1301902"/>
              <a:ext cx="1323340" cy="1237615"/>
            </a:xfrm>
            <a:custGeom>
              <a:avLst/>
              <a:gdLst/>
              <a:ahLst/>
              <a:cxnLst/>
              <a:rect l="l" t="t" r="r" b="b"/>
              <a:pathLst>
                <a:path w="1323339" h="1237614">
                  <a:moveTo>
                    <a:pt x="1322984" y="277863"/>
                  </a:moveTo>
                  <a:lnTo>
                    <a:pt x="1317599" y="223393"/>
                  </a:lnTo>
                  <a:lnTo>
                    <a:pt x="1301826" y="171526"/>
                  </a:lnTo>
                  <a:lnTo>
                    <a:pt x="1276273" y="123710"/>
                  </a:lnTo>
                  <a:lnTo>
                    <a:pt x="1241539" y="81381"/>
                  </a:lnTo>
                  <a:lnTo>
                    <a:pt x="1199184" y="46685"/>
                  </a:lnTo>
                  <a:lnTo>
                    <a:pt x="1151331" y="21158"/>
                  </a:lnTo>
                  <a:lnTo>
                    <a:pt x="1099413" y="5397"/>
                  </a:lnTo>
                  <a:lnTo>
                    <a:pt x="1044905" y="0"/>
                  </a:lnTo>
                  <a:lnTo>
                    <a:pt x="999807" y="3644"/>
                  </a:lnTo>
                  <a:lnTo>
                    <a:pt x="957008" y="14173"/>
                  </a:lnTo>
                  <a:lnTo>
                    <a:pt x="917117" y="31013"/>
                  </a:lnTo>
                  <a:lnTo>
                    <a:pt x="880681" y="53619"/>
                  </a:lnTo>
                  <a:lnTo>
                    <a:pt x="848271" y="81381"/>
                  </a:lnTo>
                  <a:lnTo>
                    <a:pt x="844257" y="86055"/>
                  </a:lnTo>
                  <a:lnTo>
                    <a:pt x="831875" y="80340"/>
                  </a:lnTo>
                  <a:lnTo>
                    <a:pt x="787819" y="64084"/>
                  </a:lnTo>
                  <a:lnTo>
                    <a:pt x="742569" y="51282"/>
                  </a:lnTo>
                  <a:lnTo>
                    <a:pt x="696315" y="42049"/>
                  </a:lnTo>
                  <a:lnTo>
                    <a:pt x="648627" y="36360"/>
                  </a:lnTo>
                  <a:lnTo>
                    <a:pt x="647319" y="36360"/>
                  </a:lnTo>
                  <a:lnTo>
                    <a:pt x="601637" y="34556"/>
                  </a:lnTo>
                  <a:lnTo>
                    <a:pt x="554621" y="36360"/>
                  </a:lnTo>
                  <a:lnTo>
                    <a:pt x="508596" y="41706"/>
                  </a:lnTo>
                  <a:lnTo>
                    <a:pt x="463689" y="50444"/>
                  </a:lnTo>
                  <a:lnTo>
                    <a:pt x="420039" y="62433"/>
                  </a:lnTo>
                  <a:lnTo>
                    <a:pt x="377786" y="77571"/>
                  </a:lnTo>
                  <a:lnTo>
                    <a:pt x="337058" y="95694"/>
                  </a:lnTo>
                  <a:lnTo>
                    <a:pt x="297980" y="116674"/>
                  </a:lnTo>
                  <a:lnTo>
                    <a:pt x="260705" y="140385"/>
                  </a:lnTo>
                  <a:lnTo>
                    <a:pt x="225348" y="166687"/>
                  </a:lnTo>
                  <a:lnTo>
                    <a:pt x="192049" y="195453"/>
                  </a:lnTo>
                  <a:lnTo>
                    <a:pt x="160947" y="226555"/>
                  </a:lnTo>
                  <a:lnTo>
                    <a:pt x="132181" y="259842"/>
                  </a:lnTo>
                  <a:lnTo>
                    <a:pt x="105867" y="295186"/>
                  </a:lnTo>
                  <a:lnTo>
                    <a:pt x="82143" y="332447"/>
                  </a:lnTo>
                  <a:lnTo>
                    <a:pt x="61150" y="371513"/>
                  </a:lnTo>
                  <a:lnTo>
                    <a:pt x="43027" y="412229"/>
                  </a:lnTo>
                  <a:lnTo>
                    <a:pt x="27889" y="454482"/>
                  </a:lnTo>
                  <a:lnTo>
                    <a:pt x="15887" y="498119"/>
                  </a:lnTo>
                  <a:lnTo>
                    <a:pt x="7150" y="543001"/>
                  </a:lnTo>
                  <a:lnTo>
                    <a:pt x="1816" y="589026"/>
                  </a:lnTo>
                  <a:lnTo>
                    <a:pt x="0" y="636028"/>
                  </a:lnTo>
                  <a:lnTo>
                    <a:pt x="1816" y="683031"/>
                  </a:lnTo>
                  <a:lnTo>
                    <a:pt x="7150" y="729043"/>
                  </a:lnTo>
                  <a:lnTo>
                    <a:pt x="15887" y="773938"/>
                  </a:lnTo>
                  <a:lnTo>
                    <a:pt x="27889" y="817575"/>
                  </a:lnTo>
                  <a:lnTo>
                    <a:pt x="43027" y="859815"/>
                  </a:lnTo>
                  <a:lnTo>
                    <a:pt x="61150" y="900544"/>
                  </a:lnTo>
                  <a:lnTo>
                    <a:pt x="82143" y="939596"/>
                  </a:lnTo>
                  <a:lnTo>
                    <a:pt x="105867" y="976871"/>
                  </a:lnTo>
                  <a:lnTo>
                    <a:pt x="132181" y="1012215"/>
                  </a:lnTo>
                  <a:lnTo>
                    <a:pt x="160947" y="1045502"/>
                  </a:lnTo>
                  <a:lnTo>
                    <a:pt x="192049" y="1076591"/>
                  </a:lnTo>
                  <a:lnTo>
                    <a:pt x="225348" y="1105357"/>
                  </a:lnTo>
                  <a:lnTo>
                    <a:pt x="260705" y="1131671"/>
                  </a:lnTo>
                  <a:lnTo>
                    <a:pt x="297980" y="1155382"/>
                  </a:lnTo>
                  <a:lnTo>
                    <a:pt x="337058" y="1176362"/>
                  </a:lnTo>
                  <a:lnTo>
                    <a:pt x="377786" y="1194485"/>
                  </a:lnTo>
                  <a:lnTo>
                    <a:pt x="420039" y="1209611"/>
                  </a:lnTo>
                  <a:lnTo>
                    <a:pt x="463689" y="1221613"/>
                  </a:lnTo>
                  <a:lnTo>
                    <a:pt x="508596" y="1230350"/>
                  </a:lnTo>
                  <a:lnTo>
                    <a:pt x="554621" y="1235684"/>
                  </a:lnTo>
                  <a:lnTo>
                    <a:pt x="601637" y="1237500"/>
                  </a:lnTo>
                  <a:lnTo>
                    <a:pt x="648652" y="1235684"/>
                  </a:lnTo>
                  <a:lnTo>
                    <a:pt x="694677" y="1230350"/>
                  </a:lnTo>
                  <a:lnTo>
                    <a:pt x="739584" y="1221613"/>
                  </a:lnTo>
                  <a:lnTo>
                    <a:pt x="783234" y="1209611"/>
                  </a:lnTo>
                  <a:lnTo>
                    <a:pt x="825487" y="1194485"/>
                  </a:lnTo>
                  <a:lnTo>
                    <a:pt x="866216" y="1176362"/>
                  </a:lnTo>
                  <a:lnTo>
                    <a:pt x="905294" y="1155382"/>
                  </a:lnTo>
                  <a:lnTo>
                    <a:pt x="942568" y="1131671"/>
                  </a:lnTo>
                  <a:lnTo>
                    <a:pt x="977925" y="1105357"/>
                  </a:lnTo>
                  <a:lnTo>
                    <a:pt x="1011224" y="1076591"/>
                  </a:lnTo>
                  <a:lnTo>
                    <a:pt x="1042327" y="1045502"/>
                  </a:lnTo>
                  <a:lnTo>
                    <a:pt x="1071092" y="1012215"/>
                  </a:lnTo>
                  <a:lnTo>
                    <a:pt x="1097407" y="976871"/>
                  </a:lnTo>
                  <a:lnTo>
                    <a:pt x="1121130" y="939596"/>
                  </a:lnTo>
                  <a:lnTo>
                    <a:pt x="1142123" y="900544"/>
                  </a:lnTo>
                  <a:lnTo>
                    <a:pt x="1160246" y="859815"/>
                  </a:lnTo>
                  <a:lnTo>
                    <a:pt x="1175372" y="817575"/>
                  </a:lnTo>
                  <a:lnTo>
                    <a:pt x="1187373" y="773938"/>
                  </a:lnTo>
                  <a:lnTo>
                    <a:pt x="1196111" y="729043"/>
                  </a:lnTo>
                  <a:lnTo>
                    <a:pt x="1201458" y="683031"/>
                  </a:lnTo>
                  <a:lnTo>
                    <a:pt x="1203274" y="636028"/>
                  </a:lnTo>
                  <a:lnTo>
                    <a:pt x="1201381" y="588403"/>
                  </a:lnTo>
                  <a:lnTo>
                    <a:pt x="1195768" y="541362"/>
                  </a:lnTo>
                  <a:lnTo>
                    <a:pt x="1190256" y="513816"/>
                  </a:lnTo>
                  <a:lnTo>
                    <a:pt x="1209141" y="502094"/>
                  </a:lnTo>
                  <a:lnTo>
                    <a:pt x="1241539" y="474332"/>
                  </a:lnTo>
                  <a:lnTo>
                    <a:pt x="1269339" y="441947"/>
                  </a:lnTo>
                  <a:lnTo>
                    <a:pt x="1291945" y="405549"/>
                  </a:lnTo>
                  <a:lnTo>
                    <a:pt x="1308811" y="365683"/>
                  </a:lnTo>
                  <a:lnTo>
                    <a:pt x="1319352" y="322922"/>
                  </a:lnTo>
                  <a:lnTo>
                    <a:pt x="1322984" y="277863"/>
                  </a:lnTo>
                  <a:close/>
                </a:path>
              </a:pathLst>
            </a:custGeom>
            <a:solidFill>
              <a:srgbClr val="D844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3738008" y="1384927"/>
              <a:ext cx="390525" cy="389890"/>
            </a:xfrm>
            <a:custGeom>
              <a:avLst/>
              <a:gdLst/>
              <a:ahLst/>
              <a:cxnLst/>
              <a:rect l="l" t="t" r="r" b="b"/>
              <a:pathLst>
                <a:path w="390525" h="389889">
                  <a:moveTo>
                    <a:pt x="195027" y="389642"/>
                  </a:moveTo>
                  <a:lnTo>
                    <a:pt x="150309" y="384497"/>
                  </a:lnTo>
                  <a:lnTo>
                    <a:pt x="109259" y="369840"/>
                  </a:lnTo>
                  <a:lnTo>
                    <a:pt x="73047" y="346842"/>
                  </a:lnTo>
                  <a:lnTo>
                    <a:pt x="42845" y="316671"/>
                  </a:lnTo>
                  <a:lnTo>
                    <a:pt x="19822" y="280498"/>
                  </a:lnTo>
                  <a:lnTo>
                    <a:pt x="5150" y="239491"/>
                  </a:lnTo>
                  <a:lnTo>
                    <a:pt x="0" y="194821"/>
                  </a:lnTo>
                  <a:lnTo>
                    <a:pt x="5150" y="150150"/>
                  </a:lnTo>
                  <a:lnTo>
                    <a:pt x="19822" y="109143"/>
                  </a:lnTo>
                  <a:lnTo>
                    <a:pt x="42845" y="72970"/>
                  </a:lnTo>
                  <a:lnTo>
                    <a:pt x="73047" y="42800"/>
                  </a:lnTo>
                  <a:lnTo>
                    <a:pt x="109259" y="19801"/>
                  </a:lnTo>
                  <a:lnTo>
                    <a:pt x="150309" y="5145"/>
                  </a:lnTo>
                  <a:lnTo>
                    <a:pt x="195027" y="0"/>
                  </a:lnTo>
                  <a:lnTo>
                    <a:pt x="233253" y="3778"/>
                  </a:lnTo>
                  <a:lnTo>
                    <a:pt x="303229" y="32732"/>
                  </a:lnTo>
                  <a:lnTo>
                    <a:pt x="332933" y="57061"/>
                  </a:lnTo>
                  <a:lnTo>
                    <a:pt x="357288" y="86734"/>
                  </a:lnTo>
                  <a:lnTo>
                    <a:pt x="386273" y="156636"/>
                  </a:lnTo>
                  <a:lnTo>
                    <a:pt x="390055" y="194821"/>
                  </a:lnTo>
                  <a:lnTo>
                    <a:pt x="384904" y="239491"/>
                  </a:lnTo>
                  <a:lnTo>
                    <a:pt x="370232" y="280498"/>
                  </a:lnTo>
                  <a:lnTo>
                    <a:pt x="347210" y="316671"/>
                  </a:lnTo>
                  <a:lnTo>
                    <a:pt x="317007" y="346842"/>
                  </a:lnTo>
                  <a:lnTo>
                    <a:pt x="280796" y="369840"/>
                  </a:lnTo>
                  <a:lnTo>
                    <a:pt x="239745" y="384497"/>
                  </a:lnTo>
                  <a:lnTo>
                    <a:pt x="195027" y="3896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3885039" y="1492851"/>
              <a:ext cx="150495" cy="173990"/>
            </a:xfrm>
            <a:custGeom>
              <a:avLst/>
              <a:gdLst/>
              <a:ahLst/>
              <a:cxnLst/>
              <a:rect l="l" t="t" r="r" b="b"/>
              <a:pathLst>
                <a:path w="150495" h="173989">
                  <a:moveTo>
                    <a:pt x="0" y="173792"/>
                  </a:moveTo>
                  <a:lnTo>
                    <a:pt x="0" y="0"/>
                  </a:lnTo>
                  <a:lnTo>
                    <a:pt x="150330" y="86896"/>
                  </a:lnTo>
                  <a:lnTo>
                    <a:pt x="0" y="173792"/>
                  </a:lnTo>
                  <a:close/>
                </a:path>
              </a:pathLst>
            </a:custGeom>
            <a:solidFill>
              <a:srgbClr val="D8443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030517" y="1612277"/>
              <a:ext cx="302939" cy="303626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3051980" y="1639384"/>
              <a:ext cx="260350" cy="252729"/>
            </a:xfrm>
            <a:custGeom>
              <a:avLst/>
              <a:gdLst/>
              <a:ahLst/>
              <a:cxnLst/>
              <a:rect l="l" t="t" r="r" b="b"/>
              <a:pathLst>
                <a:path w="260350" h="252730">
                  <a:moveTo>
                    <a:pt x="115639" y="252163"/>
                  </a:moveTo>
                  <a:lnTo>
                    <a:pt x="66175" y="236508"/>
                  </a:lnTo>
                  <a:lnTo>
                    <a:pt x="27933" y="204795"/>
                  </a:lnTo>
                  <a:lnTo>
                    <a:pt x="4634" y="161554"/>
                  </a:lnTo>
                  <a:lnTo>
                    <a:pt x="0" y="111317"/>
                  </a:lnTo>
                  <a:lnTo>
                    <a:pt x="15792" y="63401"/>
                  </a:lnTo>
                  <a:lnTo>
                    <a:pt x="48202" y="26488"/>
                  </a:lnTo>
                  <a:lnTo>
                    <a:pt x="92587" y="4161"/>
                  </a:lnTo>
                  <a:lnTo>
                    <a:pt x="144304" y="0"/>
                  </a:lnTo>
                  <a:lnTo>
                    <a:pt x="169501" y="5338"/>
                  </a:lnTo>
                  <a:lnTo>
                    <a:pt x="214005" y="29374"/>
                  </a:lnTo>
                  <a:lnTo>
                    <a:pt x="246059" y="68414"/>
                  </a:lnTo>
                  <a:lnTo>
                    <a:pt x="260233" y="115846"/>
                  </a:lnTo>
                  <a:lnTo>
                    <a:pt x="259944" y="140845"/>
                  </a:lnTo>
                  <a:lnTo>
                    <a:pt x="244151" y="188761"/>
                  </a:lnTo>
                  <a:lnTo>
                    <a:pt x="211742" y="225674"/>
                  </a:lnTo>
                  <a:lnTo>
                    <a:pt x="167357" y="248001"/>
                  </a:lnTo>
                  <a:lnTo>
                    <a:pt x="115639" y="2521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109519" y="1691704"/>
              <a:ext cx="151598" cy="146916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3362934" y="1639925"/>
              <a:ext cx="171450" cy="172085"/>
            </a:xfrm>
            <a:custGeom>
              <a:avLst/>
              <a:gdLst/>
              <a:ahLst/>
              <a:cxnLst/>
              <a:rect l="l" t="t" r="r" b="b"/>
              <a:pathLst>
                <a:path w="171450" h="172085">
                  <a:moveTo>
                    <a:pt x="171310" y="96177"/>
                  </a:moveTo>
                  <a:lnTo>
                    <a:pt x="159194" y="89522"/>
                  </a:lnTo>
                  <a:lnTo>
                    <a:pt x="159296" y="80835"/>
                  </a:lnTo>
                  <a:lnTo>
                    <a:pt x="158419" y="76301"/>
                  </a:lnTo>
                  <a:lnTo>
                    <a:pt x="169430" y="69430"/>
                  </a:lnTo>
                  <a:lnTo>
                    <a:pt x="162801" y="48729"/>
                  </a:lnTo>
                  <a:lnTo>
                    <a:pt x="148399" y="49720"/>
                  </a:lnTo>
                  <a:lnTo>
                    <a:pt x="143344" y="42113"/>
                  </a:lnTo>
                  <a:lnTo>
                    <a:pt x="141668" y="40462"/>
                  </a:lnTo>
                  <a:lnTo>
                    <a:pt x="147980" y="27127"/>
                  </a:lnTo>
                  <a:lnTo>
                    <a:pt x="131165" y="13360"/>
                  </a:lnTo>
                  <a:lnTo>
                    <a:pt x="118478" y="22783"/>
                  </a:lnTo>
                  <a:lnTo>
                    <a:pt x="108000" y="18351"/>
                  </a:lnTo>
                  <a:lnTo>
                    <a:pt x="107848" y="18326"/>
                  </a:lnTo>
                  <a:lnTo>
                    <a:pt x="105765" y="2451"/>
                  </a:lnTo>
                  <a:lnTo>
                    <a:pt x="84137" y="0"/>
                  </a:lnTo>
                  <a:lnTo>
                    <a:pt x="77914" y="16598"/>
                  </a:lnTo>
                  <a:lnTo>
                    <a:pt x="68859" y="17322"/>
                  </a:lnTo>
                  <a:lnTo>
                    <a:pt x="57873" y="4394"/>
                  </a:lnTo>
                  <a:lnTo>
                    <a:pt x="38379" y="14033"/>
                  </a:lnTo>
                  <a:lnTo>
                    <a:pt x="41668" y="29159"/>
                  </a:lnTo>
                  <a:lnTo>
                    <a:pt x="39408" y="30289"/>
                  </a:lnTo>
                  <a:lnTo>
                    <a:pt x="33553" y="36957"/>
                  </a:lnTo>
                  <a:lnTo>
                    <a:pt x="18122" y="32270"/>
                  </a:lnTo>
                  <a:lnTo>
                    <a:pt x="7010" y="50939"/>
                  </a:lnTo>
                  <a:lnTo>
                    <a:pt x="17627" y="61556"/>
                  </a:lnTo>
                  <a:lnTo>
                    <a:pt x="13944" y="72732"/>
                  </a:lnTo>
                  <a:lnTo>
                    <a:pt x="0" y="76682"/>
                  </a:lnTo>
                  <a:lnTo>
                    <a:pt x="698" y="98425"/>
                  </a:lnTo>
                  <a:lnTo>
                    <a:pt x="14249" y="101384"/>
                  </a:lnTo>
                  <a:lnTo>
                    <a:pt x="14744" y="106654"/>
                  </a:lnTo>
                  <a:lnTo>
                    <a:pt x="18770" y="114160"/>
                  </a:lnTo>
                  <a:lnTo>
                    <a:pt x="8966" y="125234"/>
                  </a:lnTo>
                  <a:lnTo>
                    <a:pt x="21361" y="143090"/>
                  </a:lnTo>
                  <a:lnTo>
                    <a:pt x="35864" y="137706"/>
                  </a:lnTo>
                  <a:lnTo>
                    <a:pt x="44259" y="144665"/>
                  </a:lnTo>
                  <a:lnTo>
                    <a:pt x="41922" y="160159"/>
                  </a:lnTo>
                  <a:lnTo>
                    <a:pt x="62001" y="168478"/>
                  </a:lnTo>
                  <a:lnTo>
                    <a:pt x="71323" y="155943"/>
                  </a:lnTo>
                  <a:lnTo>
                    <a:pt x="77508" y="157899"/>
                  </a:lnTo>
                  <a:lnTo>
                    <a:pt x="83273" y="157441"/>
                  </a:lnTo>
                  <a:lnTo>
                    <a:pt x="89573" y="171665"/>
                  </a:lnTo>
                  <a:lnTo>
                    <a:pt x="111036" y="167970"/>
                  </a:lnTo>
                  <a:lnTo>
                    <a:pt x="112141" y="152844"/>
                  </a:lnTo>
                  <a:lnTo>
                    <a:pt x="123482" y="147154"/>
                  </a:lnTo>
                  <a:lnTo>
                    <a:pt x="136067" y="155346"/>
                  </a:lnTo>
                  <a:lnTo>
                    <a:pt x="152069" y="140614"/>
                  </a:lnTo>
                  <a:lnTo>
                    <a:pt x="145072" y="127901"/>
                  </a:lnTo>
                  <a:lnTo>
                    <a:pt x="150190" y="122059"/>
                  </a:lnTo>
                  <a:lnTo>
                    <a:pt x="151841" y="117043"/>
                  </a:lnTo>
                  <a:lnTo>
                    <a:pt x="165722" y="117208"/>
                  </a:lnTo>
                  <a:lnTo>
                    <a:pt x="171310" y="961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3407217" y="1684823"/>
              <a:ext cx="85725" cy="83185"/>
            </a:xfrm>
            <a:custGeom>
              <a:avLst/>
              <a:gdLst/>
              <a:ahLst/>
              <a:cxnLst/>
              <a:rect l="l" t="t" r="r" b="b"/>
              <a:pathLst>
                <a:path w="85725" h="83185">
                  <a:moveTo>
                    <a:pt x="38084" y="83066"/>
                  </a:moveTo>
                  <a:lnTo>
                    <a:pt x="21790" y="77906"/>
                  </a:lnTo>
                  <a:lnTo>
                    <a:pt x="9195" y="67456"/>
                  </a:lnTo>
                  <a:lnTo>
                    <a:pt x="1523" y="53209"/>
                  </a:lnTo>
                  <a:lnTo>
                    <a:pt x="0" y="36660"/>
                  </a:lnTo>
                  <a:lnTo>
                    <a:pt x="5206" y="20876"/>
                  </a:lnTo>
                  <a:lnTo>
                    <a:pt x="15886" y="8718"/>
                  </a:lnTo>
                  <a:lnTo>
                    <a:pt x="30509" y="1367"/>
                  </a:lnTo>
                  <a:lnTo>
                    <a:pt x="47547" y="0"/>
                  </a:lnTo>
                  <a:lnTo>
                    <a:pt x="55847" y="1760"/>
                  </a:lnTo>
                  <a:lnTo>
                    <a:pt x="84183" y="30141"/>
                  </a:lnTo>
                  <a:lnTo>
                    <a:pt x="85729" y="38171"/>
                  </a:lnTo>
                  <a:lnTo>
                    <a:pt x="85631" y="46406"/>
                  </a:lnTo>
                  <a:lnTo>
                    <a:pt x="80425" y="62190"/>
                  </a:lnTo>
                  <a:lnTo>
                    <a:pt x="69746" y="74347"/>
                  </a:lnTo>
                  <a:lnTo>
                    <a:pt x="55122" y="81699"/>
                  </a:lnTo>
                  <a:lnTo>
                    <a:pt x="38084" y="83066"/>
                  </a:lnTo>
                  <a:close/>
                </a:path>
              </a:pathLst>
            </a:custGeom>
            <a:solidFill>
              <a:srgbClr val="D844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3257004" y="1821738"/>
              <a:ext cx="611505" cy="603250"/>
            </a:xfrm>
            <a:custGeom>
              <a:avLst/>
              <a:gdLst/>
              <a:ahLst/>
              <a:cxnLst/>
              <a:rect l="l" t="t" r="r" b="b"/>
              <a:pathLst>
                <a:path w="611504" h="603250">
                  <a:moveTo>
                    <a:pt x="611378" y="304025"/>
                  </a:moveTo>
                  <a:lnTo>
                    <a:pt x="566026" y="285432"/>
                  </a:lnTo>
                  <a:lnTo>
                    <a:pt x="562902" y="254787"/>
                  </a:lnTo>
                  <a:lnTo>
                    <a:pt x="557987" y="239115"/>
                  </a:lnTo>
                  <a:lnTo>
                    <a:pt x="594029" y="210502"/>
                  </a:lnTo>
                  <a:lnTo>
                    <a:pt x="562356" y="140220"/>
                  </a:lnTo>
                  <a:lnTo>
                    <a:pt x="512064" y="149440"/>
                  </a:lnTo>
                  <a:lnTo>
                    <a:pt x="491172" y="124701"/>
                  </a:lnTo>
                  <a:lnTo>
                    <a:pt x="484632" y="119507"/>
                  </a:lnTo>
                  <a:lnTo>
                    <a:pt x="501497" y="70015"/>
                  </a:lnTo>
                  <a:lnTo>
                    <a:pt x="436702" y="28244"/>
                  </a:lnTo>
                  <a:lnTo>
                    <a:pt x="395833" y="66522"/>
                  </a:lnTo>
                  <a:lnTo>
                    <a:pt x="357098" y="55105"/>
                  </a:lnTo>
                  <a:lnTo>
                    <a:pt x="356590" y="55067"/>
                  </a:lnTo>
                  <a:lnTo>
                    <a:pt x="342836" y="0"/>
                  </a:lnTo>
                  <a:lnTo>
                    <a:pt x="265645" y="0"/>
                  </a:lnTo>
                  <a:lnTo>
                    <a:pt x="251612" y="56121"/>
                  </a:lnTo>
                  <a:lnTo>
                    <a:pt x="216877" y="65366"/>
                  </a:lnTo>
                  <a:lnTo>
                    <a:pt x="174904" y="26047"/>
                  </a:lnTo>
                  <a:lnTo>
                    <a:pt x="110109" y="67805"/>
                  </a:lnTo>
                  <a:lnTo>
                    <a:pt x="127508" y="118922"/>
                  </a:lnTo>
                  <a:lnTo>
                    <a:pt x="105079" y="140690"/>
                  </a:lnTo>
                  <a:lnTo>
                    <a:pt x="98425" y="149821"/>
                  </a:lnTo>
                  <a:lnTo>
                    <a:pt x="46050" y="140220"/>
                  </a:lnTo>
                  <a:lnTo>
                    <a:pt x="14376" y="210502"/>
                  </a:lnTo>
                  <a:lnTo>
                    <a:pt x="52692" y="240944"/>
                  </a:lnTo>
                  <a:lnTo>
                    <a:pt x="47612" y="258927"/>
                  </a:lnTo>
                  <a:lnTo>
                    <a:pt x="45148" y="285508"/>
                  </a:lnTo>
                  <a:lnTo>
                    <a:pt x="0" y="304025"/>
                  </a:lnTo>
                  <a:lnTo>
                    <a:pt x="11214" y="380403"/>
                  </a:lnTo>
                  <a:lnTo>
                    <a:pt x="57404" y="385076"/>
                  </a:lnTo>
                  <a:lnTo>
                    <a:pt x="59791" y="393471"/>
                  </a:lnTo>
                  <a:lnTo>
                    <a:pt x="78689" y="432104"/>
                  </a:lnTo>
                  <a:lnTo>
                    <a:pt x="51066" y="471538"/>
                  </a:lnTo>
                  <a:lnTo>
                    <a:pt x="101917" y="529526"/>
                  </a:lnTo>
                  <a:lnTo>
                    <a:pt x="147218" y="506539"/>
                  </a:lnTo>
                  <a:lnTo>
                    <a:pt x="173304" y="524421"/>
                  </a:lnTo>
                  <a:lnTo>
                    <a:pt x="183146" y="528967"/>
                  </a:lnTo>
                  <a:lnTo>
                    <a:pt x="181241" y="581418"/>
                  </a:lnTo>
                  <a:lnTo>
                    <a:pt x="255308" y="602691"/>
                  </a:lnTo>
                  <a:lnTo>
                    <a:pt x="281800" y="557098"/>
                  </a:lnTo>
                  <a:lnTo>
                    <a:pt x="305689" y="559168"/>
                  </a:lnTo>
                  <a:lnTo>
                    <a:pt x="327063" y="557326"/>
                  </a:lnTo>
                  <a:lnTo>
                    <a:pt x="353745" y="602881"/>
                  </a:lnTo>
                  <a:lnTo>
                    <a:pt x="427837" y="581215"/>
                  </a:lnTo>
                  <a:lnTo>
                    <a:pt x="425792" y="530085"/>
                  </a:lnTo>
                  <a:lnTo>
                    <a:pt x="438073" y="524421"/>
                  </a:lnTo>
                  <a:lnTo>
                    <a:pt x="466915" y="504647"/>
                  </a:lnTo>
                  <a:lnTo>
                    <a:pt x="510971" y="526719"/>
                  </a:lnTo>
                  <a:lnTo>
                    <a:pt x="561441" y="468337"/>
                  </a:lnTo>
                  <a:lnTo>
                    <a:pt x="533946" y="429514"/>
                  </a:lnTo>
                  <a:lnTo>
                    <a:pt x="551586" y="393471"/>
                  </a:lnTo>
                  <a:lnTo>
                    <a:pt x="553961" y="385076"/>
                  </a:lnTo>
                  <a:lnTo>
                    <a:pt x="600163" y="380403"/>
                  </a:lnTo>
                  <a:lnTo>
                    <a:pt x="611378" y="3040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3404391" y="1978134"/>
              <a:ext cx="306070" cy="297180"/>
            </a:xfrm>
            <a:custGeom>
              <a:avLst/>
              <a:gdLst/>
              <a:ahLst/>
              <a:cxnLst/>
              <a:rect l="l" t="t" r="r" b="b"/>
              <a:pathLst>
                <a:path w="306070" h="297180">
                  <a:moveTo>
                    <a:pt x="152804" y="296561"/>
                  </a:moveTo>
                  <a:lnTo>
                    <a:pt x="104506" y="289001"/>
                  </a:lnTo>
                  <a:lnTo>
                    <a:pt x="62560" y="267951"/>
                  </a:lnTo>
                  <a:lnTo>
                    <a:pt x="29482" y="235853"/>
                  </a:lnTo>
                  <a:lnTo>
                    <a:pt x="7790" y="195148"/>
                  </a:lnTo>
                  <a:lnTo>
                    <a:pt x="0" y="148280"/>
                  </a:lnTo>
                  <a:lnTo>
                    <a:pt x="7790" y="101412"/>
                  </a:lnTo>
                  <a:lnTo>
                    <a:pt x="29482" y="60708"/>
                  </a:lnTo>
                  <a:lnTo>
                    <a:pt x="62560" y="28609"/>
                  </a:lnTo>
                  <a:lnTo>
                    <a:pt x="104506" y="7559"/>
                  </a:lnTo>
                  <a:lnTo>
                    <a:pt x="152804" y="0"/>
                  </a:lnTo>
                  <a:lnTo>
                    <a:pt x="182755" y="2875"/>
                  </a:lnTo>
                  <a:lnTo>
                    <a:pt x="237581" y="24912"/>
                  </a:lnTo>
                  <a:lnTo>
                    <a:pt x="279937" y="66014"/>
                  </a:lnTo>
                  <a:lnTo>
                    <a:pt x="302647" y="119217"/>
                  </a:lnTo>
                  <a:lnTo>
                    <a:pt x="305610" y="148280"/>
                  </a:lnTo>
                  <a:lnTo>
                    <a:pt x="297820" y="195148"/>
                  </a:lnTo>
                  <a:lnTo>
                    <a:pt x="276127" y="235853"/>
                  </a:lnTo>
                  <a:lnTo>
                    <a:pt x="243049" y="267951"/>
                  </a:lnTo>
                  <a:lnTo>
                    <a:pt x="201103" y="289001"/>
                  </a:lnTo>
                  <a:lnTo>
                    <a:pt x="152804" y="296561"/>
                  </a:lnTo>
                  <a:close/>
                </a:path>
              </a:pathLst>
            </a:custGeom>
            <a:solidFill>
              <a:srgbClr val="D8443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1" name="object 51" descr=""/>
          <p:cNvGrpSpPr/>
          <p:nvPr/>
        </p:nvGrpSpPr>
        <p:grpSpPr>
          <a:xfrm>
            <a:off x="4871989" y="1301901"/>
            <a:ext cx="1323340" cy="1237615"/>
            <a:chOff x="4871989" y="1301901"/>
            <a:chExt cx="1323340" cy="1237615"/>
          </a:xfrm>
        </p:grpSpPr>
        <p:sp>
          <p:nvSpPr>
            <p:cNvPr id="52" name="object 52" descr=""/>
            <p:cNvSpPr/>
            <p:nvPr/>
          </p:nvSpPr>
          <p:spPr>
            <a:xfrm>
              <a:off x="4871986" y="1301902"/>
              <a:ext cx="1323340" cy="1237615"/>
            </a:xfrm>
            <a:custGeom>
              <a:avLst/>
              <a:gdLst/>
              <a:ahLst/>
              <a:cxnLst/>
              <a:rect l="l" t="t" r="r" b="b"/>
              <a:pathLst>
                <a:path w="1323339" h="1237614">
                  <a:moveTo>
                    <a:pt x="1322984" y="277863"/>
                  </a:moveTo>
                  <a:lnTo>
                    <a:pt x="1317586" y="223393"/>
                  </a:lnTo>
                  <a:lnTo>
                    <a:pt x="1301813" y="171526"/>
                  </a:lnTo>
                  <a:lnTo>
                    <a:pt x="1276261" y="123710"/>
                  </a:lnTo>
                  <a:lnTo>
                    <a:pt x="1241539" y="81381"/>
                  </a:lnTo>
                  <a:lnTo>
                    <a:pt x="1199184" y="46685"/>
                  </a:lnTo>
                  <a:lnTo>
                    <a:pt x="1151318" y="21158"/>
                  </a:lnTo>
                  <a:lnTo>
                    <a:pt x="1099400" y="5397"/>
                  </a:lnTo>
                  <a:lnTo>
                    <a:pt x="1044905" y="0"/>
                  </a:lnTo>
                  <a:lnTo>
                    <a:pt x="999794" y="3644"/>
                  </a:lnTo>
                  <a:lnTo>
                    <a:pt x="957008" y="14173"/>
                  </a:lnTo>
                  <a:lnTo>
                    <a:pt x="917105" y="31013"/>
                  </a:lnTo>
                  <a:lnTo>
                    <a:pt x="880668" y="53619"/>
                  </a:lnTo>
                  <a:lnTo>
                    <a:pt x="848271" y="81381"/>
                  </a:lnTo>
                  <a:lnTo>
                    <a:pt x="844257" y="86055"/>
                  </a:lnTo>
                  <a:lnTo>
                    <a:pt x="831862" y="80340"/>
                  </a:lnTo>
                  <a:lnTo>
                    <a:pt x="787819" y="64084"/>
                  </a:lnTo>
                  <a:lnTo>
                    <a:pt x="742556" y="51282"/>
                  </a:lnTo>
                  <a:lnTo>
                    <a:pt x="696315" y="42049"/>
                  </a:lnTo>
                  <a:lnTo>
                    <a:pt x="648614" y="36360"/>
                  </a:lnTo>
                  <a:lnTo>
                    <a:pt x="647306" y="36360"/>
                  </a:lnTo>
                  <a:lnTo>
                    <a:pt x="601624" y="34556"/>
                  </a:lnTo>
                  <a:lnTo>
                    <a:pt x="554609" y="36360"/>
                  </a:lnTo>
                  <a:lnTo>
                    <a:pt x="508584" y="41706"/>
                  </a:lnTo>
                  <a:lnTo>
                    <a:pt x="463677" y="50444"/>
                  </a:lnTo>
                  <a:lnTo>
                    <a:pt x="420027" y="62433"/>
                  </a:lnTo>
                  <a:lnTo>
                    <a:pt x="377774" y="77571"/>
                  </a:lnTo>
                  <a:lnTo>
                    <a:pt x="337045" y="95694"/>
                  </a:lnTo>
                  <a:lnTo>
                    <a:pt x="297967" y="116674"/>
                  </a:lnTo>
                  <a:lnTo>
                    <a:pt x="260692" y="140385"/>
                  </a:lnTo>
                  <a:lnTo>
                    <a:pt x="225336" y="166687"/>
                  </a:lnTo>
                  <a:lnTo>
                    <a:pt x="192049" y="195453"/>
                  </a:lnTo>
                  <a:lnTo>
                    <a:pt x="160947" y="226555"/>
                  </a:lnTo>
                  <a:lnTo>
                    <a:pt x="132168" y="259842"/>
                  </a:lnTo>
                  <a:lnTo>
                    <a:pt x="105854" y="295186"/>
                  </a:lnTo>
                  <a:lnTo>
                    <a:pt x="82130" y="332447"/>
                  </a:lnTo>
                  <a:lnTo>
                    <a:pt x="61150" y="371513"/>
                  </a:lnTo>
                  <a:lnTo>
                    <a:pt x="43014" y="412229"/>
                  </a:lnTo>
                  <a:lnTo>
                    <a:pt x="27889" y="454482"/>
                  </a:lnTo>
                  <a:lnTo>
                    <a:pt x="15887" y="498119"/>
                  </a:lnTo>
                  <a:lnTo>
                    <a:pt x="7150" y="543001"/>
                  </a:lnTo>
                  <a:lnTo>
                    <a:pt x="1803" y="589026"/>
                  </a:lnTo>
                  <a:lnTo>
                    <a:pt x="0" y="636028"/>
                  </a:lnTo>
                  <a:lnTo>
                    <a:pt x="1803" y="683031"/>
                  </a:lnTo>
                  <a:lnTo>
                    <a:pt x="7150" y="729043"/>
                  </a:lnTo>
                  <a:lnTo>
                    <a:pt x="15887" y="773938"/>
                  </a:lnTo>
                  <a:lnTo>
                    <a:pt x="27889" y="817575"/>
                  </a:lnTo>
                  <a:lnTo>
                    <a:pt x="43014" y="859815"/>
                  </a:lnTo>
                  <a:lnTo>
                    <a:pt x="61150" y="900544"/>
                  </a:lnTo>
                  <a:lnTo>
                    <a:pt x="82130" y="939596"/>
                  </a:lnTo>
                  <a:lnTo>
                    <a:pt x="105854" y="976871"/>
                  </a:lnTo>
                  <a:lnTo>
                    <a:pt x="132168" y="1012215"/>
                  </a:lnTo>
                  <a:lnTo>
                    <a:pt x="160947" y="1045502"/>
                  </a:lnTo>
                  <a:lnTo>
                    <a:pt x="192049" y="1076591"/>
                  </a:lnTo>
                  <a:lnTo>
                    <a:pt x="225336" y="1105357"/>
                  </a:lnTo>
                  <a:lnTo>
                    <a:pt x="260692" y="1131671"/>
                  </a:lnTo>
                  <a:lnTo>
                    <a:pt x="297967" y="1155382"/>
                  </a:lnTo>
                  <a:lnTo>
                    <a:pt x="337045" y="1176362"/>
                  </a:lnTo>
                  <a:lnTo>
                    <a:pt x="377774" y="1194485"/>
                  </a:lnTo>
                  <a:lnTo>
                    <a:pt x="420027" y="1209611"/>
                  </a:lnTo>
                  <a:lnTo>
                    <a:pt x="463677" y="1221613"/>
                  </a:lnTo>
                  <a:lnTo>
                    <a:pt x="508584" y="1230350"/>
                  </a:lnTo>
                  <a:lnTo>
                    <a:pt x="554609" y="1235684"/>
                  </a:lnTo>
                  <a:lnTo>
                    <a:pt x="601624" y="1237500"/>
                  </a:lnTo>
                  <a:lnTo>
                    <a:pt x="648652" y="1235684"/>
                  </a:lnTo>
                  <a:lnTo>
                    <a:pt x="694677" y="1230350"/>
                  </a:lnTo>
                  <a:lnTo>
                    <a:pt x="739571" y="1221613"/>
                  </a:lnTo>
                  <a:lnTo>
                    <a:pt x="783221" y="1209611"/>
                  </a:lnTo>
                  <a:lnTo>
                    <a:pt x="825474" y="1194485"/>
                  </a:lnTo>
                  <a:lnTo>
                    <a:pt x="866216" y="1176362"/>
                  </a:lnTo>
                  <a:lnTo>
                    <a:pt x="905281" y="1155382"/>
                  </a:lnTo>
                  <a:lnTo>
                    <a:pt x="942568" y="1131671"/>
                  </a:lnTo>
                  <a:lnTo>
                    <a:pt x="977925" y="1105357"/>
                  </a:lnTo>
                  <a:lnTo>
                    <a:pt x="1011212" y="1076591"/>
                  </a:lnTo>
                  <a:lnTo>
                    <a:pt x="1042314" y="1045502"/>
                  </a:lnTo>
                  <a:lnTo>
                    <a:pt x="1071092" y="1012215"/>
                  </a:lnTo>
                  <a:lnTo>
                    <a:pt x="1097407" y="976871"/>
                  </a:lnTo>
                  <a:lnTo>
                    <a:pt x="1121117" y="939596"/>
                  </a:lnTo>
                  <a:lnTo>
                    <a:pt x="1142111" y="900544"/>
                  </a:lnTo>
                  <a:lnTo>
                    <a:pt x="1160233" y="859815"/>
                  </a:lnTo>
                  <a:lnTo>
                    <a:pt x="1175372" y="817575"/>
                  </a:lnTo>
                  <a:lnTo>
                    <a:pt x="1187373" y="773938"/>
                  </a:lnTo>
                  <a:lnTo>
                    <a:pt x="1196111" y="729043"/>
                  </a:lnTo>
                  <a:lnTo>
                    <a:pt x="1201445" y="683031"/>
                  </a:lnTo>
                  <a:lnTo>
                    <a:pt x="1203261" y="636028"/>
                  </a:lnTo>
                  <a:lnTo>
                    <a:pt x="1201369" y="588403"/>
                  </a:lnTo>
                  <a:lnTo>
                    <a:pt x="1195768" y="541362"/>
                  </a:lnTo>
                  <a:lnTo>
                    <a:pt x="1190244" y="513803"/>
                  </a:lnTo>
                  <a:lnTo>
                    <a:pt x="1209128" y="502094"/>
                  </a:lnTo>
                  <a:lnTo>
                    <a:pt x="1241539" y="474332"/>
                  </a:lnTo>
                  <a:lnTo>
                    <a:pt x="1269326" y="441947"/>
                  </a:lnTo>
                  <a:lnTo>
                    <a:pt x="1291945" y="405549"/>
                  </a:lnTo>
                  <a:lnTo>
                    <a:pt x="1308811" y="365683"/>
                  </a:lnTo>
                  <a:lnTo>
                    <a:pt x="1319339" y="322922"/>
                  </a:lnTo>
                  <a:lnTo>
                    <a:pt x="1322984" y="277863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5721855" y="1384927"/>
              <a:ext cx="390525" cy="389890"/>
            </a:xfrm>
            <a:custGeom>
              <a:avLst/>
              <a:gdLst/>
              <a:ahLst/>
              <a:cxnLst/>
              <a:rect l="l" t="t" r="r" b="b"/>
              <a:pathLst>
                <a:path w="390525" h="389889">
                  <a:moveTo>
                    <a:pt x="195027" y="389642"/>
                  </a:moveTo>
                  <a:lnTo>
                    <a:pt x="150309" y="384497"/>
                  </a:lnTo>
                  <a:lnTo>
                    <a:pt x="109259" y="369840"/>
                  </a:lnTo>
                  <a:lnTo>
                    <a:pt x="73047" y="346842"/>
                  </a:lnTo>
                  <a:lnTo>
                    <a:pt x="42845" y="316671"/>
                  </a:lnTo>
                  <a:lnTo>
                    <a:pt x="19822" y="280498"/>
                  </a:lnTo>
                  <a:lnTo>
                    <a:pt x="5150" y="239491"/>
                  </a:lnTo>
                  <a:lnTo>
                    <a:pt x="0" y="194821"/>
                  </a:lnTo>
                  <a:lnTo>
                    <a:pt x="5150" y="150150"/>
                  </a:lnTo>
                  <a:lnTo>
                    <a:pt x="19822" y="109143"/>
                  </a:lnTo>
                  <a:lnTo>
                    <a:pt x="42845" y="72970"/>
                  </a:lnTo>
                  <a:lnTo>
                    <a:pt x="73047" y="42800"/>
                  </a:lnTo>
                  <a:lnTo>
                    <a:pt x="109259" y="19801"/>
                  </a:lnTo>
                  <a:lnTo>
                    <a:pt x="150309" y="5145"/>
                  </a:lnTo>
                  <a:lnTo>
                    <a:pt x="195027" y="0"/>
                  </a:lnTo>
                  <a:lnTo>
                    <a:pt x="233253" y="3778"/>
                  </a:lnTo>
                  <a:lnTo>
                    <a:pt x="303229" y="32732"/>
                  </a:lnTo>
                  <a:lnTo>
                    <a:pt x="332933" y="57061"/>
                  </a:lnTo>
                  <a:lnTo>
                    <a:pt x="357288" y="86734"/>
                  </a:lnTo>
                  <a:lnTo>
                    <a:pt x="386273" y="156636"/>
                  </a:lnTo>
                  <a:lnTo>
                    <a:pt x="390055" y="194821"/>
                  </a:lnTo>
                  <a:lnTo>
                    <a:pt x="384904" y="239491"/>
                  </a:lnTo>
                  <a:lnTo>
                    <a:pt x="370232" y="280498"/>
                  </a:lnTo>
                  <a:lnTo>
                    <a:pt x="347210" y="316671"/>
                  </a:lnTo>
                  <a:lnTo>
                    <a:pt x="317007" y="346842"/>
                  </a:lnTo>
                  <a:lnTo>
                    <a:pt x="280796" y="369840"/>
                  </a:lnTo>
                  <a:lnTo>
                    <a:pt x="239745" y="384497"/>
                  </a:lnTo>
                  <a:lnTo>
                    <a:pt x="195027" y="3896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5868886" y="1492851"/>
              <a:ext cx="150495" cy="173990"/>
            </a:xfrm>
            <a:custGeom>
              <a:avLst/>
              <a:gdLst/>
              <a:ahLst/>
              <a:cxnLst/>
              <a:rect l="l" t="t" r="r" b="b"/>
              <a:pathLst>
                <a:path w="150495" h="173989">
                  <a:moveTo>
                    <a:pt x="0" y="173792"/>
                  </a:moveTo>
                  <a:lnTo>
                    <a:pt x="0" y="0"/>
                  </a:lnTo>
                  <a:lnTo>
                    <a:pt x="150330" y="86896"/>
                  </a:lnTo>
                  <a:lnTo>
                    <a:pt x="0" y="173792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014364" y="1612277"/>
              <a:ext cx="302939" cy="303626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5035827" y="1639384"/>
              <a:ext cx="260350" cy="252729"/>
            </a:xfrm>
            <a:custGeom>
              <a:avLst/>
              <a:gdLst/>
              <a:ahLst/>
              <a:cxnLst/>
              <a:rect l="l" t="t" r="r" b="b"/>
              <a:pathLst>
                <a:path w="260350" h="252730">
                  <a:moveTo>
                    <a:pt x="115639" y="252163"/>
                  </a:moveTo>
                  <a:lnTo>
                    <a:pt x="66175" y="236508"/>
                  </a:lnTo>
                  <a:lnTo>
                    <a:pt x="27933" y="204795"/>
                  </a:lnTo>
                  <a:lnTo>
                    <a:pt x="4634" y="161554"/>
                  </a:lnTo>
                  <a:lnTo>
                    <a:pt x="0" y="111317"/>
                  </a:lnTo>
                  <a:lnTo>
                    <a:pt x="15792" y="63401"/>
                  </a:lnTo>
                  <a:lnTo>
                    <a:pt x="48202" y="26488"/>
                  </a:lnTo>
                  <a:lnTo>
                    <a:pt x="92587" y="4161"/>
                  </a:lnTo>
                  <a:lnTo>
                    <a:pt x="144304" y="0"/>
                  </a:lnTo>
                  <a:lnTo>
                    <a:pt x="169501" y="5338"/>
                  </a:lnTo>
                  <a:lnTo>
                    <a:pt x="214005" y="29374"/>
                  </a:lnTo>
                  <a:lnTo>
                    <a:pt x="246059" y="68414"/>
                  </a:lnTo>
                  <a:lnTo>
                    <a:pt x="260233" y="115846"/>
                  </a:lnTo>
                  <a:lnTo>
                    <a:pt x="259944" y="140845"/>
                  </a:lnTo>
                  <a:lnTo>
                    <a:pt x="244151" y="188761"/>
                  </a:lnTo>
                  <a:lnTo>
                    <a:pt x="211742" y="225674"/>
                  </a:lnTo>
                  <a:lnTo>
                    <a:pt x="167357" y="248001"/>
                  </a:lnTo>
                  <a:lnTo>
                    <a:pt x="115639" y="25216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093366" y="1691704"/>
              <a:ext cx="151598" cy="146916"/>
            </a:xfrm>
            <a:prstGeom prst="rect">
              <a:avLst/>
            </a:prstGeom>
          </p:spPr>
        </p:pic>
        <p:sp>
          <p:nvSpPr>
            <p:cNvPr id="58" name="object 58" descr=""/>
            <p:cNvSpPr/>
            <p:nvPr/>
          </p:nvSpPr>
          <p:spPr>
            <a:xfrm>
              <a:off x="5346776" y="1639925"/>
              <a:ext cx="171450" cy="172085"/>
            </a:xfrm>
            <a:custGeom>
              <a:avLst/>
              <a:gdLst/>
              <a:ahLst/>
              <a:cxnLst/>
              <a:rect l="l" t="t" r="r" b="b"/>
              <a:pathLst>
                <a:path w="171450" h="172085">
                  <a:moveTo>
                    <a:pt x="171310" y="96177"/>
                  </a:moveTo>
                  <a:lnTo>
                    <a:pt x="159194" y="89522"/>
                  </a:lnTo>
                  <a:lnTo>
                    <a:pt x="159296" y="80835"/>
                  </a:lnTo>
                  <a:lnTo>
                    <a:pt x="158419" y="76301"/>
                  </a:lnTo>
                  <a:lnTo>
                    <a:pt x="169430" y="69430"/>
                  </a:lnTo>
                  <a:lnTo>
                    <a:pt x="162801" y="48729"/>
                  </a:lnTo>
                  <a:lnTo>
                    <a:pt x="148412" y="49720"/>
                  </a:lnTo>
                  <a:lnTo>
                    <a:pt x="143344" y="42113"/>
                  </a:lnTo>
                  <a:lnTo>
                    <a:pt x="141681" y="40462"/>
                  </a:lnTo>
                  <a:lnTo>
                    <a:pt x="147993" y="27127"/>
                  </a:lnTo>
                  <a:lnTo>
                    <a:pt x="131165" y="13360"/>
                  </a:lnTo>
                  <a:lnTo>
                    <a:pt x="118491" y="22796"/>
                  </a:lnTo>
                  <a:lnTo>
                    <a:pt x="108000" y="18351"/>
                  </a:lnTo>
                  <a:lnTo>
                    <a:pt x="107861" y="18326"/>
                  </a:lnTo>
                  <a:lnTo>
                    <a:pt x="105765" y="2451"/>
                  </a:lnTo>
                  <a:lnTo>
                    <a:pt x="84137" y="0"/>
                  </a:lnTo>
                  <a:lnTo>
                    <a:pt x="77914" y="16598"/>
                  </a:lnTo>
                  <a:lnTo>
                    <a:pt x="68872" y="17322"/>
                  </a:lnTo>
                  <a:lnTo>
                    <a:pt x="57886" y="4394"/>
                  </a:lnTo>
                  <a:lnTo>
                    <a:pt x="38392" y="14033"/>
                  </a:lnTo>
                  <a:lnTo>
                    <a:pt x="41681" y="29146"/>
                  </a:lnTo>
                  <a:lnTo>
                    <a:pt x="39408" y="30289"/>
                  </a:lnTo>
                  <a:lnTo>
                    <a:pt x="33553" y="36944"/>
                  </a:lnTo>
                  <a:lnTo>
                    <a:pt x="18135" y="32270"/>
                  </a:lnTo>
                  <a:lnTo>
                    <a:pt x="7010" y="50939"/>
                  </a:lnTo>
                  <a:lnTo>
                    <a:pt x="17640" y="61556"/>
                  </a:lnTo>
                  <a:lnTo>
                    <a:pt x="13957" y="72732"/>
                  </a:lnTo>
                  <a:lnTo>
                    <a:pt x="0" y="76682"/>
                  </a:lnTo>
                  <a:lnTo>
                    <a:pt x="711" y="98425"/>
                  </a:lnTo>
                  <a:lnTo>
                    <a:pt x="14262" y="101384"/>
                  </a:lnTo>
                  <a:lnTo>
                    <a:pt x="14757" y="106654"/>
                  </a:lnTo>
                  <a:lnTo>
                    <a:pt x="18783" y="114147"/>
                  </a:lnTo>
                  <a:lnTo>
                    <a:pt x="8966" y="125234"/>
                  </a:lnTo>
                  <a:lnTo>
                    <a:pt x="21361" y="143090"/>
                  </a:lnTo>
                  <a:lnTo>
                    <a:pt x="35864" y="137706"/>
                  </a:lnTo>
                  <a:lnTo>
                    <a:pt x="44272" y="144665"/>
                  </a:lnTo>
                  <a:lnTo>
                    <a:pt x="41935" y="160159"/>
                  </a:lnTo>
                  <a:lnTo>
                    <a:pt x="62014" y="168478"/>
                  </a:lnTo>
                  <a:lnTo>
                    <a:pt x="71335" y="155943"/>
                  </a:lnTo>
                  <a:lnTo>
                    <a:pt x="77520" y="157899"/>
                  </a:lnTo>
                  <a:lnTo>
                    <a:pt x="83286" y="157441"/>
                  </a:lnTo>
                  <a:lnTo>
                    <a:pt x="89585" y="171665"/>
                  </a:lnTo>
                  <a:lnTo>
                    <a:pt x="111036" y="167970"/>
                  </a:lnTo>
                  <a:lnTo>
                    <a:pt x="112153" y="152844"/>
                  </a:lnTo>
                  <a:lnTo>
                    <a:pt x="123482" y="147154"/>
                  </a:lnTo>
                  <a:lnTo>
                    <a:pt x="136067" y="155346"/>
                  </a:lnTo>
                  <a:lnTo>
                    <a:pt x="152069" y="140614"/>
                  </a:lnTo>
                  <a:lnTo>
                    <a:pt x="145072" y="127901"/>
                  </a:lnTo>
                  <a:lnTo>
                    <a:pt x="150202" y="122059"/>
                  </a:lnTo>
                  <a:lnTo>
                    <a:pt x="151853" y="117043"/>
                  </a:lnTo>
                  <a:lnTo>
                    <a:pt x="165735" y="117208"/>
                  </a:lnTo>
                  <a:lnTo>
                    <a:pt x="171310" y="961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5391065" y="1684823"/>
              <a:ext cx="85725" cy="83185"/>
            </a:xfrm>
            <a:custGeom>
              <a:avLst/>
              <a:gdLst/>
              <a:ahLst/>
              <a:cxnLst/>
              <a:rect l="l" t="t" r="r" b="b"/>
              <a:pathLst>
                <a:path w="85725" h="83185">
                  <a:moveTo>
                    <a:pt x="38084" y="83066"/>
                  </a:moveTo>
                  <a:lnTo>
                    <a:pt x="21790" y="77906"/>
                  </a:lnTo>
                  <a:lnTo>
                    <a:pt x="9194" y="67456"/>
                  </a:lnTo>
                  <a:lnTo>
                    <a:pt x="1522" y="53209"/>
                  </a:lnTo>
                  <a:lnTo>
                    <a:pt x="0" y="36660"/>
                  </a:lnTo>
                  <a:lnTo>
                    <a:pt x="5206" y="20876"/>
                  </a:lnTo>
                  <a:lnTo>
                    <a:pt x="15885" y="8718"/>
                  </a:lnTo>
                  <a:lnTo>
                    <a:pt x="30509" y="1367"/>
                  </a:lnTo>
                  <a:lnTo>
                    <a:pt x="47547" y="0"/>
                  </a:lnTo>
                  <a:lnTo>
                    <a:pt x="55847" y="1760"/>
                  </a:lnTo>
                  <a:lnTo>
                    <a:pt x="84183" y="30141"/>
                  </a:lnTo>
                  <a:lnTo>
                    <a:pt x="85729" y="38171"/>
                  </a:lnTo>
                  <a:lnTo>
                    <a:pt x="85631" y="46406"/>
                  </a:lnTo>
                  <a:lnTo>
                    <a:pt x="80425" y="62190"/>
                  </a:lnTo>
                  <a:lnTo>
                    <a:pt x="69745" y="74347"/>
                  </a:lnTo>
                  <a:lnTo>
                    <a:pt x="55122" y="81699"/>
                  </a:lnTo>
                  <a:lnTo>
                    <a:pt x="38084" y="83066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5240845" y="1821738"/>
              <a:ext cx="611505" cy="603250"/>
            </a:xfrm>
            <a:custGeom>
              <a:avLst/>
              <a:gdLst/>
              <a:ahLst/>
              <a:cxnLst/>
              <a:rect l="l" t="t" r="r" b="b"/>
              <a:pathLst>
                <a:path w="611504" h="603250">
                  <a:moveTo>
                    <a:pt x="611378" y="304025"/>
                  </a:moveTo>
                  <a:lnTo>
                    <a:pt x="566026" y="285432"/>
                  </a:lnTo>
                  <a:lnTo>
                    <a:pt x="562914" y="254787"/>
                  </a:lnTo>
                  <a:lnTo>
                    <a:pt x="557999" y="239128"/>
                  </a:lnTo>
                  <a:lnTo>
                    <a:pt x="594042" y="210502"/>
                  </a:lnTo>
                  <a:lnTo>
                    <a:pt x="562368" y="140220"/>
                  </a:lnTo>
                  <a:lnTo>
                    <a:pt x="512064" y="149440"/>
                  </a:lnTo>
                  <a:lnTo>
                    <a:pt x="491172" y="124701"/>
                  </a:lnTo>
                  <a:lnTo>
                    <a:pt x="484644" y="119519"/>
                  </a:lnTo>
                  <a:lnTo>
                    <a:pt x="501510" y="70015"/>
                  </a:lnTo>
                  <a:lnTo>
                    <a:pt x="436714" y="28244"/>
                  </a:lnTo>
                  <a:lnTo>
                    <a:pt x="395846" y="66522"/>
                  </a:lnTo>
                  <a:lnTo>
                    <a:pt x="357111" y="55105"/>
                  </a:lnTo>
                  <a:lnTo>
                    <a:pt x="356603" y="55067"/>
                  </a:lnTo>
                  <a:lnTo>
                    <a:pt x="342849" y="0"/>
                  </a:lnTo>
                  <a:lnTo>
                    <a:pt x="265658" y="0"/>
                  </a:lnTo>
                  <a:lnTo>
                    <a:pt x="251625" y="56121"/>
                  </a:lnTo>
                  <a:lnTo>
                    <a:pt x="216890" y="65366"/>
                  </a:lnTo>
                  <a:lnTo>
                    <a:pt x="174917" y="26047"/>
                  </a:lnTo>
                  <a:lnTo>
                    <a:pt x="110109" y="67805"/>
                  </a:lnTo>
                  <a:lnTo>
                    <a:pt x="127508" y="118922"/>
                  </a:lnTo>
                  <a:lnTo>
                    <a:pt x="105079" y="140690"/>
                  </a:lnTo>
                  <a:lnTo>
                    <a:pt x="98425" y="149821"/>
                  </a:lnTo>
                  <a:lnTo>
                    <a:pt x="46050" y="140220"/>
                  </a:lnTo>
                  <a:lnTo>
                    <a:pt x="14376" y="210502"/>
                  </a:lnTo>
                  <a:lnTo>
                    <a:pt x="52692" y="240944"/>
                  </a:lnTo>
                  <a:lnTo>
                    <a:pt x="47612" y="258927"/>
                  </a:lnTo>
                  <a:lnTo>
                    <a:pt x="45161" y="285508"/>
                  </a:lnTo>
                  <a:lnTo>
                    <a:pt x="0" y="304025"/>
                  </a:lnTo>
                  <a:lnTo>
                    <a:pt x="11214" y="380403"/>
                  </a:lnTo>
                  <a:lnTo>
                    <a:pt x="57416" y="385076"/>
                  </a:lnTo>
                  <a:lnTo>
                    <a:pt x="59804" y="393471"/>
                  </a:lnTo>
                  <a:lnTo>
                    <a:pt x="78701" y="432117"/>
                  </a:lnTo>
                  <a:lnTo>
                    <a:pt x="51079" y="471538"/>
                  </a:lnTo>
                  <a:lnTo>
                    <a:pt x="101930" y="529526"/>
                  </a:lnTo>
                  <a:lnTo>
                    <a:pt x="147218" y="506552"/>
                  </a:lnTo>
                  <a:lnTo>
                    <a:pt x="173304" y="524421"/>
                  </a:lnTo>
                  <a:lnTo>
                    <a:pt x="183146" y="528967"/>
                  </a:lnTo>
                  <a:lnTo>
                    <a:pt x="181241" y="581418"/>
                  </a:lnTo>
                  <a:lnTo>
                    <a:pt x="255320" y="602691"/>
                  </a:lnTo>
                  <a:lnTo>
                    <a:pt x="281800" y="557098"/>
                  </a:lnTo>
                  <a:lnTo>
                    <a:pt x="305689" y="559168"/>
                  </a:lnTo>
                  <a:lnTo>
                    <a:pt x="327063" y="557326"/>
                  </a:lnTo>
                  <a:lnTo>
                    <a:pt x="353745" y="602881"/>
                  </a:lnTo>
                  <a:lnTo>
                    <a:pt x="427837" y="581215"/>
                  </a:lnTo>
                  <a:lnTo>
                    <a:pt x="425792" y="530085"/>
                  </a:lnTo>
                  <a:lnTo>
                    <a:pt x="438086" y="524421"/>
                  </a:lnTo>
                  <a:lnTo>
                    <a:pt x="466928" y="504647"/>
                  </a:lnTo>
                  <a:lnTo>
                    <a:pt x="510971" y="526719"/>
                  </a:lnTo>
                  <a:lnTo>
                    <a:pt x="561441" y="468337"/>
                  </a:lnTo>
                  <a:lnTo>
                    <a:pt x="533946" y="429514"/>
                  </a:lnTo>
                  <a:lnTo>
                    <a:pt x="551586" y="393471"/>
                  </a:lnTo>
                  <a:lnTo>
                    <a:pt x="553961" y="385076"/>
                  </a:lnTo>
                  <a:lnTo>
                    <a:pt x="600163" y="380403"/>
                  </a:lnTo>
                  <a:lnTo>
                    <a:pt x="611378" y="3040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5388238" y="1978134"/>
              <a:ext cx="306070" cy="297180"/>
            </a:xfrm>
            <a:custGeom>
              <a:avLst/>
              <a:gdLst/>
              <a:ahLst/>
              <a:cxnLst/>
              <a:rect l="l" t="t" r="r" b="b"/>
              <a:pathLst>
                <a:path w="306070" h="297180">
                  <a:moveTo>
                    <a:pt x="152804" y="296561"/>
                  </a:moveTo>
                  <a:lnTo>
                    <a:pt x="104506" y="289001"/>
                  </a:lnTo>
                  <a:lnTo>
                    <a:pt x="62560" y="267951"/>
                  </a:lnTo>
                  <a:lnTo>
                    <a:pt x="29482" y="235853"/>
                  </a:lnTo>
                  <a:lnTo>
                    <a:pt x="7790" y="195148"/>
                  </a:lnTo>
                  <a:lnTo>
                    <a:pt x="0" y="148280"/>
                  </a:lnTo>
                  <a:lnTo>
                    <a:pt x="7790" y="101412"/>
                  </a:lnTo>
                  <a:lnTo>
                    <a:pt x="29482" y="60708"/>
                  </a:lnTo>
                  <a:lnTo>
                    <a:pt x="62560" y="28609"/>
                  </a:lnTo>
                  <a:lnTo>
                    <a:pt x="104506" y="7559"/>
                  </a:lnTo>
                  <a:lnTo>
                    <a:pt x="152804" y="0"/>
                  </a:lnTo>
                  <a:lnTo>
                    <a:pt x="182755" y="2875"/>
                  </a:lnTo>
                  <a:lnTo>
                    <a:pt x="237581" y="24912"/>
                  </a:lnTo>
                  <a:lnTo>
                    <a:pt x="279937" y="66014"/>
                  </a:lnTo>
                  <a:lnTo>
                    <a:pt x="302647" y="119217"/>
                  </a:lnTo>
                  <a:lnTo>
                    <a:pt x="305610" y="148280"/>
                  </a:lnTo>
                  <a:lnTo>
                    <a:pt x="297820" y="195148"/>
                  </a:lnTo>
                  <a:lnTo>
                    <a:pt x="276127" y="235853"/>
                  </a:lnTo>
                  <a:lnTo>
                    <a:pt x="243049" y="267951"/>
                  </a:lnTo>
                  <a:lnTo>
                    <a:pt x="201103" y="289001"/>
                  </a:lnTo>
                  <a:lnTo>
                    <a:pt x="152804" y="296561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Selectors</a:t>
            </a:r>
          </a:p>
        </p:txBody>
      </p:sp>
      <p:sp>
        <p:nvSpPr>
          <p:cNvPr id="64" name="object 6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63" name="object 63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470932" y="1111074"/>
          <a:ext cx="6804659" cy="26555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25650"/>
                <a:gridCol w="2921635"/>
                <a:gridCol w="1779905"/>
              </a:tblGrid>
              <a:tr h="44195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700" spc="-10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Deployment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4604"/>
                </a:tc>
                <a:tc>
                  <a:txBody>
                    <a:bodyPr/>
                    <a:lstStyle/>
                    <a:p>
                      <a:pPr marL="67246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ReplicaSet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4604"/>
                </a:tc>
                <a:tc>
                  <a:txBody>
                    <a:bodyPr/>
                    <a:lstStyle/>
                    <a:p>
                      <a:pPr marL="57023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DaemonSet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4604"/>
                </a:tc>
              </a:tr>
              <a:tr h="5905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25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Pod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 marL="67246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Liveness</a:t>
                      </a:r>
                      <a:r>
                        <a:rPr dirty="0" sz="1700" spc="-4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Probe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 marL="57023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25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Job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</a:tr>
              <a:tr h="5905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Volume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 marL="67246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Readiness</a:t>
                      </a:r>
                      <a:r>
                        <a:rPr dirty="0" sz="1700" spc="-45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Probe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 marL="57023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StatefulSet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</a:tr>
              <a:tr h="5905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Label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 marL="67246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Service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 marL="57023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ConfigMap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</a:tr>
              <a:tr h="44195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Selector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7023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Secret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</a:tr>
            </a:tbl>
          </a:graphicData>
        </a:graphic>
      </p:graphicFrame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Kubernetes</a:t>
            </a:r>
            <a:r>
              <a:rPr dirty="0" spc="-50"/>
              <a:t> </a:t>
            </a:r>
            <a:r>
              <a:rPr dirty="0" spc="-10"/>
              <a:t>Terminology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742" y="1926806"/>
            <a:ext cx="8748395" cy="810895"/>
            <a:chOff x="-742" y="1926806"/>
            <a:chExt cx="8748395" cy="810895"/>
          </a:xfrm>
        </p:grpSpPr>
        <p:sp>
          <p:nvSpPr>
            <p:cNvPr id="3" name="object 3" descr=""/>
            <p:cNvSpPr/>
            <p:nvPr/>
          </p:nvSpPr>
          <p:spPr>
            <a:xfrm>
              <a:off x="-355" y="1999716"/>
              <a:ext cx="8747760" cy="737870"/>
            </a:xfrm>
            <a:custGeom>
              <a:avLst/>
              <a:gdLst/>
              <a:ahLst/>
              <a:cxnLst/>
              <a:rect l="l" t="t" r="r" b="b"/>
              <a:pathLst>
                <a:path w="8747760" h="737869">
                  <a:moveTo>
                    <a:pt x="8747481" y="0"/>
                  </a:moveTo>
                  <a:lnTo>
                    <a:pt x="381" y="0"/>
                  </a:lnTo>
                  <a:lnTo>
                    <a:pt x="0" y="76"/>
                  </a:lnTo>
                  <a:lnTo>
                    <a:pt x="0" y="666076"/>
                  </a:lnTo>
                  <a:lnTo>
                    <a:pt x="0" y="704545"/>
                  </a:lnTo>
                  <a:lnTo>
                    <a:pt x="381" y="704545"/>
                  </a:lnTo>
                  <a:lnTo>
                    <a:pt x="381" y="737400"/>
                  </a:lnTo>
                  <a:lnTo>
                    <a:pt x="8747481" y="737400"/>
                  </a:lnTo>
                  <a:lnTo>
                    <a:pt x="8747481" y="0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12" y="2638106"/>
              <a:ext cx="8643620" cy="8255"/>
            </a:xfrm>
            <a:custGeom>
              <a:avLst/>
              <a:gdLst/>
              <a:ahLst/>
              <a:cxnLst/>
              <a:rect l="l" t="t" r="r" b="b"/>
              <a:pathLst>
                <a:path w="8643620" h="8255">
                  <a:moveTo>
                    <a:pt x="0" y="7874"/>
                  </a:moveTo>
                  <a:lnTo>
                    <a:pt x="8643299" y="7874"/>
                  </a:lnTo>
                  <a:lnTo>
                    <a:pt x="8643299" y="0"/>
                  </a:lnTo>
                  <a:lnTo>
                    <a:pt x="0" y="0"/>
                  </a:lnTo>
                  <a:lnTo>
                    <a:pt x="0" y="7874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-742" y="1926806"/>
              <a:ext cx="8637270" cy="711835"/>
            </a:xfrm>
            <a:custGeom>
              <a:avLst/>
              <a:gdLst/>
              <a:ahLst/>
              <a:cxnLst/>
              <a:rect l="l" t="t" r="r" b="b"/>
              <a:pathLst>
                <a:path w="8637270" h="711835">
                  <a:moveTo>
                    <a:pt x="8636699" y="711299"/>
                  </a:moveTo>
                  <a:lnTo>
                    <a:pt x="0" y="711299"/>
                  </a:lnTo>
                  <a:lnTo>
                    <a:pt x="0" y="0"/>
                  </a:lnTo>
                  <a:lnTo>
                    <a:pt x="8636699" y="0"/>
                  </a:lnTo>
                  <a:lnTo>
                    <a:pt x="8636699" y="71129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9694" y="1975243"/>
            <a:ext cx="507682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Resiliency</a:t>
            </a:r>
            <a:r>
              <a:rPr dirty="0" sz="3600" spc="-110"/>
              <a:t> </a:t>
            </a:r>
            <a:r>
              <a:rPr dirty="0" sz="3600"/>
              <a:t>&amp;</a:t>
            </a:r>
            <a:r>
              <a:rPr dirty="0" sz="3600" spc="-110"/>
              <a:t> </a:t>
            </a:r>
            <a:r>
              <a:rPr dirty="0" sz="3600" spc="-10"/>
              <a:t>Redundancy</a:t>
            </a:r>
            <a:endParaRPr sz="3600"/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7765384" y="412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737373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890429" y="681656"/>
            <a:ext cx="3627754" cy="1475105"/>
          </a:xfrm>
          <a:custGeom>
            <a:avLst/>
            <a:gdLst/>
            <a:ahLst/>
            <a:cxnLst/>
            <a:rect l="l" t="t" r="r" b="b"/>
            <a:pathLst>
              <a:path w="3627754" h="1475105">
                <a:moveTo>
                  <a:pt x="3627300" y="1474499"/>
                </a:moveTo>
                <a:lnTo>
                  <a:pt x="0" y="1474499"/>
                </a:lnTo>
                <a:lnTo>
                  <a:pt x="0" y="0"/>
                </a:lnTo>
                <a:lnTo>
                  <a:pt x="3627300" y="0"/>
                </a:lnTo>
                <a:lnTo>
                  <a:pt x="3627300" y="1474499"/>
                </a:lnTo>
                <a:close/>
              </a:path>
            </a:pathLst>
          </a:custGeom>
          <a:solidFill>
            <a:srgbClr val="0F9D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426484" y="1112718"/>
            <a:ext cx="3542665" cy="1214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simple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control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loop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Runs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out-of-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process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wrt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API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server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One</a:t>
            </a:r>
            <a:r>
              <a:rPr dirty="0" sz="1800" spc="-25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job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: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ensure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N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copies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of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pod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40102" y="2304867"/>
            <a:ext cx="2076450" cy="82550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00"/>
              </a:spcBef>
              <a:buChar char="•"/>
              <a:tabLst>
                <a:tab pos="241300" algn="l"/>
              </a:tabLst>
            </a:pP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grouped</a:t>
            </a:r>
            <a:r>
              <a:rPr dirty="0" sz="15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by</a:t>
            </a:r>
            <a:r>
              <a:rPr dirty="0" sz="1500" spc="-1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a</a:t>
            </a:r>
            <a:r>
              <a:rPr dirty="0" sz="1500" spc="-1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666666"/>
                </a:solidFill>
                <a:latin typeface="Roboto"/>
                <a:cs typeface="Roboto"/>
              </a:rPr>
              <a:t>selector</a:t>
            </a:r>
            <a:endParaRPr sz="1500">
              <a:latin typeface="Roboto"/>
              <a:cs typeface="Roboto"/>
            </a:endParaRPr>
          </a:p>
          <a:p>
            <a:pPr marL="241300" indent="-228600">
              <a:lnSpc>
                <a:spcPct val="100000"/>
              </a:lnSpc>
              <a:spcBef>
                <a:spcPts val="300"/>
              </a:spcBef>
              <a:buChar char="•"/>
              <a:tabLst>
                <a:tab pos="241300" algn="l"/>
              </a:tabLst>
            </a:pP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too</a:t>
            </a:r>
            <a:r>
              <a:rPr dirty="0" sz="15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few?</a:t>
            </a:r>
            <a:r>
              <a:rPr dirty="0" sz="15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start</a:t>
            </a:r>
            <a:r>
              <a:rPr dirty="0" sz="15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 spc="-20">
                <a:solidFill>
                  <a:srgbClr val="666666"/>
                </a:solidFill>
                <a:latin typeface="Roboto"/>
                <a:cs typeface="Roboto"/>
              </a:rPr>
              <a:t>some</a:t>
            </a:r>
            <a:endParaRPr sz="1500">
              <a:latin typeface="Roboto"/>
              <a:cs typeface="Roboto"/>
            </a:endParaRPr>
          </a:p>
          <a:p>
            <a:pPr marL="241300" indent="-228600">
              <a:lnSpc>
                <a:spcPct val="100000"/>
              </a:lnSpc>
              <a:spcBef>
                <a:spcPts val="300"/>
              </a:spcBef>
              <a:buChar char="•"/>
              <a:tabLst>
                <a:tab pos="241300" algn="l"/>
              </a:tabLst>
            </a:pP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too</a:t>
            </a:r>
            <a:r>
              <a:rPr dirty="0" sz="15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many?</a:t>
            </a:r>
            <a:r>
              <a:rPr dirty="0" sz="15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kill</a:t>
            </a:r>
            <a:r>
              <a:rPr dirty="0" sz="1500" spc="-20">
                <a:solidFill>
                  <a:srgbClr val="666666"/>
                </a:solidFill>
                <a:latin typeface="Roboto"/>
                <a:cs typeface="Roboto"/>
              </a:rPr>
              <a:t> some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26484" y="3284418"/>
            <a:ext cx="3714115" cy="1472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Layered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on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top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of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the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public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Pod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API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Replicated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pods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are</a:t>
            </a:r>
            <a:r>
              <a:rPr dirty="0" sz="1800" spc="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 b="1">
                <a:solidFill>
                  <a:srgbClr val="666666"/>
                </a:solidFill>
                <a:latin typeface="Roboto"/>
                <a:cs typeface="Roboto"/>
              </a:rPr>
              <a:t>fungible</a:t>
            </a:r>
            <a:endParaRPr sz="1800">
              <a:latin typeface="Roboto"/>
              <a:cs typeface="Roboto"/>
            </a:endParaRPr>
          </a:p>
          <a:p>
            <a:pPr marL="354965" indent="-229235">
              <a:lnSpc>
                <a:spcPct val="100000"/>
              </a:lnSpc>
              <a:spcBef>
                <a:spcPts val="325"/>
              </a:spcBef>
              <a:buChar char="•"/>
              <a:tabLst>
                <a:tab pos="354965" algn="l"/>
              </a:tabLst>
            </a:pP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No</a:t>
            </a:r>
            <a:r>
              <a:rPr dirty="0" sz="15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implied</a:t>
            </a:r>
            <a:r>
              <a:rPr dirty="0" sz="15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order</a:t>
            </a:r>
            <a:r>
              <a:rPr dirty="0" sz="15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or</a:t>
            </a:r>
            <a:r>
              <a:rPr dirty="0" sz="15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666666"/>
                </a:solidFill>
                <a:latin typeface="Roboto"/>
                <a:cs typeface="Roboto"/>
              </a:rPr>
              <a:t>identity</a:t>
            </a:r>
            <a:endParaRPr sz="15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solidFill>
                  <a:srgbClr val="666666"/>
                </a:solidFill>
                <a:latin typeface="Roboto"/>
                <a:cs typeface="Roboto"/>
              </a:rPr>
              <a:t>*</a:t>
            </a:r>
            <a:r>
              <a:rPr dirty="0" sz="9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666666"/>
                </a:solidFill>
                <a:latin typeface="Roboto"/>
                <a:cs typeface="Roboto"/>
              </a:rPr>
              <a:t>The</a:t>
            </a:r>
            <a:r>
              <a:rPr dirty="0" sz="9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666666"/>
                </a:solidFill>
                <a:latin typeface="Roboto"/>
                <a:cs typeface="Roboto"/>
              </a:rPr>
              <a:t>evolution</a:t>
            </a:r>
            <a:r>
              <a:rPr dirty="0" sz="9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900">
                <a:solidFill>
                  <a:srgbClr val="666666"/>
                </a:solidFill>
                <a:latin typeface="Roboto"/>
                <a:cs typeface="Roboto"/>
              </a:rPr>
              <a:t>of</a:t>
            </a:r>
            <a:r>
              <a:rPr dirty="0" sz="9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900" spc="-10">
                <a:solidFill>
                  <a:srgbClr val="666666"/>
                </a:solidFill>
                <a:latin typeface="Roboto"/>
                <a:cs typeface="Roboto"/>
              </a:rPr>
              <a:t>ReplicationControllers</a:t>
            </a:r>
            <a:endParaRPr sz="900">
              <a:latin typeface="Roboto"/>
              <a:cs typeface="Roboto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944405" y="726487"/>
            <a:ext cx="11258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FFFFFF"/>
                </a:solidFill>
                <a:latin typeface="Roboto"/>
                <a:cs typeface="Roboto"/>
              </a:rPr>
              <a:t>ReplicaSet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038540" y="1003220"/>
            <a:ext cx="2974975" cy="1056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0985" indent="-248285">
              <a:lnSpc>
                <a:spcPts val="2030"/>
              </a:lnSpc>
              <a:spcBef>
                <a:spcPts val="100"/>
              </a:spcBef>
              <a:buChar char="-"/>
              <a:tabLst>
                <a:tab pos="260985" algn="l"/>
              </a:tabLst>
            </a:pPr>
            <a:r>
              <a:rPr dirty="0" sz="1700" b="1">
                <a:solidFill>
                  <a:srgbClr val="FFFFFF"/>
                </a:solidFill>
                <a:latin typeface="Roboto"/>
                <a:cs typeface="Roboto"/>
              </a:rPr>
              <a:t>name</a:t>
            </a:r>
            <a:r>
              <a:rPr dirty="0" sz="1700" spc="-30" b="1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700" b="1">
                <a:solidFill>
                  <a:srgbClr val="FFFFFF"/>
                </a:solidFill>
                <a:latin typeface="Roboto"/>
                <a:cs typeface="Roboto"/>
              </a:rPr>
              <a:t>=</a:t>
            </a:r>
            <a:r>
              <a:rPr dirty="0" sz="1700" spc="-25" b="1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700" spc="-20" b="1">
                <a:solidFill>
                  <a:srgbClr val="FFFFFF"/>
                </a:solidFill>
                <a:latin typeface="Roboto"/>
                <a:cs typeface="Roboto"/>
              </a:rPr>
              <a:t>“my-</a:t>
            </a:r>
            <a:r>
              <a:rPr dirty="0" sz="1700" spc="-25" b="1">
                <a:solidFill>
                  <a:srgbClr val="FFFFFF"/>
                </a:solidFill>
                <a:latin typeface="Roboto"/>
                <a:cs typeface="Roboto"/>
              </a:rPr>
              <a:t>rc”</a:t>
            </a:r>
            <a:endParaRPr sz="1700">
              <a:latin typeface="Roboto"/>
              <a:cs typeface="Roboto"/>
            </a:endParaRPr>
          </a:p>
          <a:p>
            <a:pPr marL="260985" indent="-248285">
              <a:lnSpc>
                <a:spcPts val="2025"/>
              </a:lnSpc>
              <a:buChar char="-"/>
              <a:tabLst>
                <a:tab pos="260985" algn="l"/>
              </a:tabLst>
            </a:pPr>
            <a:r>
              <a:rPr dirty="0" sz="1700" b="1">
                <a:solidFill>
                  <a:srgbClr val="FFFFFF"/>
                </a:solidFill>
                <a:latin typeface="Roboto"/>
                <a:cs typeface="Roboto"/>
              </a:rPr>
              <a:t>selector</a:t>
            </a:r>
            <a:r>
              <a:rPr dirty="0" sz="1700" spc="-70" b="1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700" b="1">
                <a:solidFill>
                  <a:srgbClr val="FFFFFF"/>
                </a:solidFill>
                <a:latin typeface="Roboto"/>
                <a:cs typeface="Roboto"/>
              </a:rPr>
              <a:t>=</a:t>
            </a:r>
            <a:r>
              <a:rPr dirty="0" sz="1700" spc="-70" b="1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700" b="1">
                <a:solidFill>
                  <a:srgbClr val="FFFFFF"/>
                </a:solidFill>
                <a:latin typeface="Roboto"/>
                <a:cs typeface="Roboto"/>
              </a:rPr>
              <a:t>{“App”:</a:t>
            </a:r>
            <a:r>
              <a:rPr dirty="0" sz="1700" spc="-70" b="1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700" spc="-10" b="1">
                <a:solidFill>
                  <a:srgbClr val="FFFFFF"/>
                </a:solidFill>
                <a:latin typeface="Roboto"/>
                <a:cs typeface="Roboto"/>
              </a:rPr>
              <a:t>“MyApp”}</a:t>
            </a:r>
            <a:endParaRPr sz="1700">
              <a:latin typeface="Roboto"/>
              <a:cs typeface="Roboto"/>
            </a:endParaRPr>
          </a:p>
          <a:p>
            <a:pPr marL="260985" indent="-248285">
              <a:lnSpc>
                <a:spcPts val="2025"/>
              </a:lnSpc>
              <a:buChar char="-"/>
              <a:tabLst>
                <a:tab pos="260985" algn="l"/>
              </a:tabLst>
            </a:pPr>
            <a:r>
              <a:rPr dirty="0" sz="1700" spc="-10" b="1">
                <a:solidFill>
                  <a:srgbClr val="FFFFFF"/>
                </a:solidFill>
                <a:latin typeface="Roboto"/>
                <a:cs typeface="Roboto"/>
              </a:rPr>
              <a:t>template</a:t>
            </a:r>
            <a:r>
              <a:rPr dirty="0" sz="1700" spc="-25" b="1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700" b="1">
                <a:solidFill>
                  <a:srgbClr val="FFFFFF"/>
                </a:solidFill>
                <a:latin typeface="Roboto"/>
                <a:cs typeface="Roboto"/>
              </a:rPr>
              <a:t>=</a:t>
            </a:r>
            <a:r>
              <a:rPr dirty="0" sz="1700" spc="-25" b="1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700" b="1">
                <a:solidFill>
                  <a:srgbClr val="FFFFFF"/>
                </a:solidFill>
                <a:latin typeface="Roboto"/>
                <a:cs typeface="Roboto"/>
              </a:rPr>
              <a:t>{</a:t>
            </a:r>
            <a:r>
              <a:rPr dirty="0" sz="1700" spc="-25" b="1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700" b="1">
                <a:solidFill>
                  <a:srgbClr val="FFFFFF"/>
                </a:solidFill>
                <a:latin typeface="Roboto"/>
                <a:cs typeface="Roboto"/>
              </a:rPr>
              <a:t>...</a:t>
            </a:r>
            <a:r>
              <a:rPr dirty="0" sz="1700" spc="-25" b="1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700" spc="-50" b="1">
                <a:solidFill>
                  <a:srgbClr val="FFFFFF"/>
                </a:solidFill>
                <a:latin typeface="Roboto"/>
                <a:cs typeface="Roboto"/>
              </a:rPr>
              <a:t>}</a:t>
            </a:r>
            <a:endParaRPr sz="1700">
              <a:latin typeface="Roboto"/>
              <a:cs typeface="Roboto"/>
            </a:endParaRPr>
          </a:p>
          <a:p>
            <a:pPr marL="260985" indent="-248285">
              <a:lnSpc>
                <a:spcPts val="2035"/>
              </a:lnSpc>
              <a:buChar char="-"/>
              <a:tabLst>
                <a:tab pos="260985" algn="l"/>
              </a:tabLst>
            </a:pPr>
            <a:r>
              <a:rPr dirty="0" sz="1700" b="1">
                <a:solidFill>
                  <a:srgbClr val="FFFFFF"/>
                </a:solidFill>
                <a:latin typeface="Roboto"/>
                <a:cs typeface="Roboto"/>
              </a:rPr>
              <a:t>replicas</a:t>
            </a:r>
            <a:r>
              <a:rPr dirty="0" sz="1700" spc="-60" b="1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700" b="1">
                <a:solidFill>
                  <a:srgbClr val="FFFFFF"/>
                </a:solidFill>
                <a:latin typeface="Roboto"/>
                <a:cs typeface="Roboto"/>
              </a:rPr>
              <a:t>=</a:t>
            </a:r>
            <a:r>
              <a:rPr dirty="0" sz="1700" spc="-60" b="1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700" spc="-50" b="1">
                <a:solidFill>
                  <a:srgbClr val="FFFFFF"/>
                </a:solidFill>
                <a:latin typeface="Roboto"/>
                <a:cs typeface="Roboto"/>
              </a:rPr>
              <a:t>4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890429" y="3483825"/>
            <a:ext cx="3627754" cy="689610"/>
          </a:xfrm>
          <a:prstGeom prst="rect">
            <a:avLst/>
          </a:prstGeom>
          <a:solidFill>
            <a:srgbClr val="4285F4">
              <a:alpha val="82749"/>
            </a:srgbClr>
          </a:solidFill>
        </p:spPr>
        <p:txBody>
          <a:bodyPr wrap="square" lIns="0" tIns="1968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550"/>
              </a:spcBef>
            </a:pPr>
            <a:r>
              <a:rPr dirty="0" sz="1800" b="1">
                <a:solidFill>
                  <a:srgbClr val="FFFFFF"/>
                </a:solidFill>
                <a:latin typeface="Roboto"/>
                <a:cs typeface="Roboto"/>
              </a:rPr>
              <a:t>API</a:t>
            </a:r>
            <a:r>
              <a:rPr dirty="0" sz="1800" spc="-45" b="1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Roboto"/>
                <a:cs typeface="Roboto"/>
              </a:rPr>
              <a:t>Server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4696300" y="2262768"/>
            <a:ext cx="1232535" cy="1106805"/>
            <a:chOff x="4696300" y="2262768"/>
            <a:chExt cx="1232535" cy="1106805"/>
          </a:xfrm>
        </p:grpSpPr>
        <p:sp>
          <p:nvSpPr>
            <p:cNvPr id="10" name="object 10" descr=""/>
            <p:cNvSpPr/>
            <p:nvPr/>
          </p:nvSpPr>
          <p:spPr>
            <a:xfrm>
              <a:off x="5362902" y="2272293"/>
              <a:ext cx="565785" cy="1097280"/>
            </a:xfrm>
            <a:custGeom>
              <a:avLst/>
              <a:gdLst/>
              <a:ahLst/>
              <a:cxnLst/>
              <a:rect l="l" t="t" r="r" b="b"/>
              <a:pathLst>
                <a:path w="565785" h="1097279">
                  <a:moveTo>
                    <a:pt x="565747" y="250274"/>
                  </a:moveTo>
                  <a:lnTo>
                    <a:pt x="65197" y="250274"/>
                  </a:lnTo>
                  <a:lnTo>
                    <a:pt x="324020" y="0"/>
                  </a:lnTo>
                  <a:lnTo>
                    <a:pt x="565747" y="250274"/>
                  </a:lnTo>
                  <a:close/>
                </a:path>
                <a:path w="565785" h="1097279">
                  <a:moveTo>
                    <a:pt x="99469" y="1096745"/>
                  </a:moveTo>
                  <a:lnTo>
                    <a:pt x="65999" y="1089716"/>
                  </a:lnTo>
                  <a:lnTo>
                    <a:pt x="32752" y="1070881"/>
                  </a:lnTo>
                  <a:lnTo>
                    <a:pt x="0" y="1040155"/>
                  </a:lnTo>
                  <a:lnTo>
                    <a:pt x="18528" y="1017035"/>
                  </a:lnTo>
                  <a:lnTo>
                    <a:pt x="36480" y="990345"/>
                  </a:lnTo>
                  <a:lnTo>
                    <a:pt x="70514" y="926774"/>
                  </a:lnTo>
                  <a:lnTo>
                    <a:pt x="86526" y="890155"/>
                  </a:lnTo>
                  <a:lnTo>
                    <a:pt x="101820" y="850488"/>
                  </a:lnTo>
                  <a:lnTo>
                    <a:pt x="116363" y="807903"/>
                  </a:lnTo>
                  <a:lnTo>
                    <a:pt x="130118" y="762530"/>
                  </a:lnTo>
                  <a:lnTo>
                    <a:pt x="143051" y="714500"/>
                  </a:lnTo>
                  <a:lnTo>
                    <a:pt x="155126" y="663944"/>
                  </a:lnTo>
                  <a:lnTo>
                    <a:pt x="166309" y="610992"/>
                  </a:lnTo>
                  <a:lnTo>
                    <a:pt x="176564" y="555775"/>
                  </a:lnTo>
                  <a:lnTo>
                    <a:pt x="185855" y="498422"/>
                  </a:lnTo>
                  <a:lnTo>
                    <a:pt x="194149" y="439066"/>
                  </a:lnTo>
                  <a:lnTo>
                    <a:pt x="201409" y="377835"/>
                  </a:lnTo>
                  <a:lnTo>
                    <a:pt x="207601" y="314861"/>
                  </a:lnTo>
                  <a:lnTo>
                    <a:pt x="212689" y="250274"/>
                  </a:lnTo>
                  <a:lnTo>
                    <a:pt x="418255" y="250274"/>
                  </a:lnTo>
                  <a:lnTo>
                    <a:pt x="413246" y="313953"/>
                  </a:lnTo>
                  <a:lnTo>
                    <a:pt x="407153" y="376161"/>
                  </a:lnTo>
                  <a:lnTo>
                    <a:pt x="400007" y="436760"/>
                  </a:lnTo>
                  <a:lnTo>
                    <a:pt x="391838" y="495613"/>
                  </a:lnTo>
                  <a:lnTo>
                    <a:pt x="382677" y="552583"/>
                  </a:lnTo>
                  <a:lnTo>
                    <a:pt x="372555" y="607531"/>
                  </a:lnTo>
                  <a:lnTo>
                    <a:pt x="361502" y="660320"/>
                  </a:lnTo>
                  <a:lnTo>
                    <a:pt x="349549" y="710812"/>
                  </a:lnTo>
                  <a:lnTo>
                    <a:pt x="336727" y="758869"/>
                  </a:lnTo>
                  <a:lnTo>
                    <a:pt x="323066" y="804354"/>
                  </a:lnTo>
                  <a:lnTo>
                    <a:pt x="308597" y="847129"/>
                  </a:lnTo>
                  <a:lnTo>
                    <a:pt x="293351" y="887056"/>
                  </a:lnTo>
                  <a:lnTo>
                    <a:pt x="277359" y="923997"/>
                  </a:lnTo>
                  <a:lnTo>
                    <a:pt x="230143" y="1008525"/>
                  </a:lnTo>
                  <a:lnTo>
                    <a:pt x="198500" y="1047859"/>
                  </a:lnTo>
                  <a:lnTo>
                    <a:pt x="165992" y="1075730"/>
                  </a:lnTo>
                  <a:lnTo>
                    <a:pt x="132891" y="1092054"/>
                  </a:lnTo>
                  <a:lnTo>
                    <a:pt x="99469" y="1096745"/>
                  </a:lnTo>
                  <a:close/>
                </a:path>
              </a:pathLst>
            </a:custGeom>
            <a:solidFill>
              <a:srgbClr val="FACB4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936098" y="2272293"/>
              <a:ext cx="529590" cy="1097280"/>
            </a:xfrm>
            <a:custGeom>
              <a:avLst/>
              <a:gdLst/>
              <a:ahLst/>
              <a:cxnLst/>
              <a:rect l="l" t="t" r="r" b="b"/>
              <a:pathLst>
                <a:path w="529589" h="1097279">
                  <a:moveTo>
                    <a:pt x="529586" y="1096799"/>
                  </a:moveTo>
                  <a:lnTo>
                    <a:pt x="324021" y="1096799"/>
                  </a:lnTo>
                  <a:lnTo>
                    <a:pt x="295531" y="1092555"/>
                  </a:lnTo>
                  <a:lnTo>
                    <a:pt x="239930" y="1059223"/>
                  </a:lnTo>
                  <a:lnTo>
                    <a:pt x="213117" y="1030554"/>
                  </a:lnTo>
                  <a:lnTo>
                    <a:pt x="187162" y="994163"/>
                  </a:lnTo>
                  <a:lnTo>
                    <a:pt x="162214" y="950258"/>
                  </a:lnTo>
                  <a:lnTo>
                    <a:pt x="138422" y="899049"/>
                  </a:lnTo>
                  <a:lnTo>
                    <a:pt x="115935" y="840744"/>
                  </a:lnTo>
                  <a:lnTo>
                    <a:pt x="94903" y="775554"/>
                  </a:lnTo>
                  <a:lnTo>
                    <a:pt x="83107" y="733457"/>
                  </a:lnTo>
                  <a:lnTo>
                    <a:pt x="72035" y="689515"/>
                  </a:lnTo>
                  <a:lnTo>
                    <a:pt x="61699" y="643837"/>
                  </a:lnTo>
                  <a:lnTo>
                    <a:pt x="52114" y="596532"/>
                  </a:lnTo>
                  <a:lnTo>
                    <a:pt x="43291" y="547709"/>
                  </a:lnTo>
                  <a:lnTo>
                    <a:pt x="35246" y="497477"/>
                  </a:lnTo>
                  <a:lnTo>
                    <a:pt x="27991" y="445946"/>
                  </a:lnTo>
                  <a:lnTo>
                    <a:pt x="21540" y="393224"/>
                  </a:lnTo>
                  <a:lnTo>
                    <a:pt x="15905" y="339420"/>
                  </a:lnTo>
                  <a:lnTo>
                    <a:pt x="11101" y="284645"/>
                  </a:lnTo>
                  <a:lnTo>
                    <a:pt x="7140" y="229006"/>
                  </a:lnTo>
                  <a:lnTo>
                    <a:pt x="4036" y="172613"/>
                  </a:lnTo>
                  <a:lnTo>
                    <a:pt x="1802" y="115574"/>
                  </a:lnTo>
                  <a:lnTo>
                    <a:pt x="452" y="58000"/>
                  </a:lnTo>
                  <a:lnTo>
                    <a:pt x="0" y="0"/>
                  </a:lnTo>
                  <a:lnTo>
                    <a:pt x="205565" y="0"/>
                  </a:lnTo>
                  <a:lnTo>
                    <a:pt x="206018" y="58000"/>
                  </a:lnTo>
                  <a:lnTo>
                    <a:pt x="207368" y="115574"/>
                  </a:lnTo>
                  <a:lnTo>
                    <a:pt x="209602" y="172613"/>
                  </a:lnTo>
                  <a:lnTo>
                    <a:pt x="212706" y="229006"/>
                  </a:lnTo>
                  <a:lnTo>
                    <a:pt x="216666" y="284645"/>
                  </a:lnTo>
                  <a:lnTo>
                    <a:pt x="221471" y="339420"/>
                  </a:lnTo>
                  <a:lnTo>
                    <a:pt x="227105" y="393224"/>
                  </a:lnTo>
                  <a:lnTo>
                    <a:pt x="233557" y="445946"/>
                  </a:lnTo>
                  <a:lnTo>
                    <a:pt x="240812" y="497477"/>
                  </a:lnTo>
                  <a:lnTo>
                    <a:pt x="248857" y="547709"/>
                  </a:lnTo>
                  <a:lnTo>
                    <a:pt x="257679" y="596532"/>
                  </a:lnTo>
                  <a:lnTo>
                    <a:pt x="267265" y="643837"/>
                  </a:lnTo>
                  <a:lnTo>
                    <a:pt x="277600" y="689515"/>
                  </a:lnTo>
                  <a:lnTo>
                    <a:pt x="288673" y="733457"/>
                  </a:lnTo>
                  <a:lnTo>
                    <a:pt x="300469" y="775554"/>
                  </a:lnTo>
                  <a:lnTo>
                    <a:pt x="321501" y="840744"/>
                  </a:lnTo>
                  <a:lnTo>
                    <a:pt x="343988" y="899049"/>
                  </a:lnTo>
                  <a:lnTo>
                    <a:pt x="367780" y="950258"/>
                  </a:lnTo>
                  <a:lnTo>
                    <a:pt x="392728" y="994163"/>
                  </a:lnTo>
                  <a:lnTo>
                    <a:pt x="418683" y="1030554"/>
                  </a:lnTo>
                  <a:lnTo>
                    <a:pt x="445495" y="1059223"/>
                  </a:lnTo>
                  <a:lnTo>
                    <a:pt x="501096" y="1092555"/>
                  </a:lnTo>
                  <a:lnTo>
                    <a:pt x="529586" y="1096799"/>
                  </a:lnTo>
                  <a:close/>
                </a:path>
              </a:pathLst>
            </a:custGeom>
            <a:solidFill>
              <a:srgbClr val="C8A2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705825" y="2303756"/>
              <a:ext cx="687070" cy="472440"/>
            </a:xfrm>
            <a:custGeom>
              <a:avLst/>
              <a:gdLst/>
              <a:ahLst/>
              <a:cxnLst/>
              <a:rect l="l" t="t" r="r" b="b"/>
              <a:pathLst>
                <a:path w="687070" h="472439">
                  <a:moveTo>
                    <a:pt x="31462" y="471937"/>
                  </a:moveTo>
                  <a:lnTo>
                    <a:pt x="19215" y="469465"/>
                  </a:lnTo>
                  <a:lnTo>
                    <a:pt x="9215" y="462722"/>
                  </a:lnTo>
                  <a:lnTo>
                    <a:pt x="2472" y="452721"/>
                  </a:lnTo>
                  <a:lnTo>
                    <a:pt x="0" y="440474"/>
                  </a:lnTo>
                  <a:lnTo>
                    <a:pt x="0" y="62924"/>
                  </a:lnTo>
                  <a:lnTo>
                    <a:pt x="2472" y="50678"/>
                  </a:lnTo>
                  <a:lnTo>
                    <a:pt x="9215" y="40677"/>
                  </a:lnTo>
                  <a:lnTo>
                    <a:pt x="19215" y="33934"/>
                  </a:lnTo>
                  <a:lnTo>
                    <a:pt x="31462" y="31462"/>
                  </a:lnTo>
                  <a:lnTo>
                    <a:pt x="655537" y="31462"/>
                  </a:lnTo>
                  <a:lnTo>
                    <a:pt x="667784" y="28990"/>
                  </a:lnTo>
                  <a:lnTo>
                    <a:pt x="677784" y="22247"/>
                  </a:lnTo>
                  <a:lnTo>
                    <a:pt x="684527" y="12246"/>
                  </a:lnTo>
                  <a:lnTo>
                    <a:pt x="686999" y="0"/>
                  </a:lnTo>
                  <a:lnTo>
                    <a:pt x="686999" y="47193"/>
                  </a:lnTo>
                  <a:lnTo>
                    <a:pt x="38505" y="47193"/>
                  </a:lnTo>
                  <a:lnTo>
                    <a:pt x="31462" y="54236"/>
                  </a:lnTo>
                  <a:lnTo>
                    <a:pt x="31462" y="94387"/>
                  </a:lnTo>
                  <a:lnTo>
                    <a:pt x="686999" y="94387"/>
                  </a:lnTo>
                  <a:lnTo>
                    <a:pt x="686999" y="377549"/>
                  </a:lnTo>
                  <a:lnTo>
                    <a:pt x="684527" y="389796"/>
                  </a:lnTo>
                  <a:lnTo>
                    <a:pt x="677784" y="399797"/>
                  </a:lnTo>
                  <a:lnTo>
                    <a:pt x="667784" y="406540"/>
                  </a:lnTo>
                  <a:lnTo>
                    <a:pt x="655537" y="409012"/>
                  </a:lnTo>
                  <a:lnTo>
                    <a:pt x="62924" y="409012"/>
                  </a:lnTo>
                  <a:lnTo>
                    <a:pt x="62924" y="440474"/>
                  </a:lnTo>
                  <a:lnTo>
                    <a:pt x="60452" y="452721"/>
                  </a:lnTo>
                  <a:lnTo>
                    <a:pt x="53709" y="462722"/>
                  </a:lnTo>
                  <a:lnTo>
                    <a:pt x="43709" y="469465"/>
                  </a:lnTo>
                  <a:lnTo>
                    <a:pt x="31462" y="471937"/>
                  </a:lnTo>
                  <a:close/>
                </a:path>
                <a:path w="687070" h="472439">
                  <a:moveTo>
                    <a:pt x="655537" y="31462"/>
                  </a:moveTo>
                  <a:lnTo>
                    <a:pt x="624074" y="31462"/>
                  </a:lnTo>
                  <a:lnTo>
                    <a:pt x="624074" y="8687"/>
                  </a:lnTo>
                  <a:lnTo>
                    <a:pt x="631118" y="15731"/>
                  </a:lnTo>
                  <a:lnTo>
                    <a:pt x="655537" y="15731"/>
                  </a:lnTo>
                  <a:lnTo>
                    <a:pt x="655537" y="31462"/>
                  </a:lnTo>
                  <a:close/>
                </a:path>
                <a:path w="687070" h="472439">
                  <a:moveTo>
                    <a:pt x="655537" y="15731"/>
                  </a:moveTo>
                  <a:lnTo>
                    <a:pt x="648494" y="15731"/>
                  </a:lnTo>
                  <a:lnTo>
                    <a:pt x="655537" y="8687"/>
                  </a:lnTo>
                  <a:lnTo>
                    <a:pt x="655537" y="15731"/>
                  </a:lnTo>
                  <a:close/>
                </a:path>
                <a:path w="687070" h="472439">
                  <a:moveTo>
                    <a:pt x="686999" y="94387"/>
                  </a:moveTo>
                  <a:lnTo>
                    <a:pt x="31462" y="94387"/>
                  </a:lnTo>
                  <a:lnTo>
                    <a:pt x="43709" y="91915"/>
                  </a:lnTo>
                  <a:lnTo>
                    <a:pt x="53709" y="85172"/>
                  </a:lnTo>
                  <a:lnTo>
                    <a:pt x="60452" y="75171"/>
                  </a:lnTo>
                  <a:lnTo>
                    <a:pt x="62924" y="62924"/>
                  </a:lnTo>
                  <a:lnTo>
                    <a:pt x="62924" y="54236"/>
                  </a:lnTo>
                  <a:lnTo>
                    <a:pt x="55881" y="47193"/>
                  </a:lnTo>
                  <a:lnTo>
                    <a:pt x="686999" y="47193"/>
                  </a:lnTo>
                  <a:lnTo>
                    <a:pt x="686999" y="943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737288" y="2272293"/>
              <a:ext cx="655955" cy="126364"/>
            </a:xfrm>
            <a:custGeom>
              <a:avLst/>
              <a:gdLst/>
              <a:ahLst/>
              <a:cxnLst/>
              <a:rect l="l" t="t" r="r" b="b"/>
              <a:pathLst>
                <a:path w="655954" h="126364">
                  <a:moveTo>
                    <a:pt x="0" y="125849"/>
                  </a:moveTo>
                  <a:lnTo>
                    <a:pt x="0" y="85699"/>
                  </a:lnTo>
                  <a:lnTo>
                    <a:pt x="7043" y="78656"/>
                  </a:lnTo>
                  <a:lnTo>
                    <a:pt x="24419" y="78656"/>
                  </a:lnTo>
                  <a:lnTo>
                    <a:pt x="31462" y="85699"/>
                  </a:lnTo>
                  <a:lnTo>
                    <a:pt x="31462" y="94387"/>
                  </a:lnTo>
                  <a:lnTo>
                    <a:pt x="28989" y="106634"/>
                  </a:lnTo>
                  <a:lnTo>
                    <a:pt x="22247" y="116634"/>
                  </a:lnTo>
                  <a:lnTo>
                    <a:pt x="12246" y="123377"/>
                  </a:lnTo>
                  <a:lnTo>
                    <a:pt x="0" y="125849"/>
                  </a:lnTo>
                  <a:close/>
                </a:path>
                <a:path w="655954" h="126364">
                  <a:moveTo>
                    <a:pt x="617031" y="47193"/>
                  </a:moveTo>
                  <a:lnTo>
                    <a:pt x="599655" y="47193"/>
                  </a:lnTo>
                  <a:lnTo>
                    <a:pt x="592612" y="40150"/>
                  </a:lnTo>
                  <a:lnTo>
                    <a:pt x="592612" y="31462"/>
                  </a:lnTo>
                  <a:lnTo>
                    <a:pt x="595084" y="19215"/>
                  </a:lnTo>
                  <a:lnTo>
                    <a:pt x="601827" y="9215"/>
                  </a:lnTo>
                  <a:lnTo>
                    <a:pt x="611828" y="2472"/>
                  </a:lnTo>
                  <a:lnTo>
                    <a:pt x="624074" y="0"/>
                  </a:lnTo>
                  <a:lnTo>
                    <a:pt x="636321" y="2472"/>
                  </a:lnTo>
                  <a:lnTo>
                    <a:pt x="646322" y="9215"/>
                  </a:lnTo>
                  <a:lnTo>
                    <a:pt x="653064" y="19215"/>
                  </a:lnTo>
                  <a:lnTo>
                    <a:pt x="655537" y="31462"/>
                  </a:lnTo>
                  <a:lnTo>
                    <a:pt x="624074" y="31462"/>
                  </a:lnTo>
                  <a:lnTo>
                    <a:pt x="624074" y="40150"/>
                  </a:lnTo>
                  <a:lnTo>
                    <a:pt x="617031" y="47193"/>
                  </a:lnTo>
                  <a:close/>
                </a:path>
                <a:path w="655954" h="126364">
                  <a:moveTo>
                    <a:pt x="624074" y="62924"/>
                  </a:moveTo>
                  <a:lnTo>
                    <a:pt x="624074" y="31462"/>
                  </a:lnTo>
                  <a:lnTo>
                    <a:pt x="655537" y="31462"/>
                  </a:lnTo>
                  <a:lnTo>
                    <a:pt x="653064" y="43709"/>
                  </a:lnTo>
                  <a:lnTo>
                    <a:pt x="646322" y="53709"/>
                  </a:lnTo>
                  <a:lnTo>
                    <a:pt x="636321" y="60452"/>
                  </a:lnTo>
                  <a:lnTo>
                    <a:pt x="624074" y="62924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705825" y="2272293"/>
              <a:ext cx="687070" cy="503555"/>
            </a:xfrm>
            <a:custGeom>
              <a:avLst/>
              <a:gdLst/>
              <a:ahLst/>
              <a:cxnLst/>
              <a:rect l="l" t="t" r="r" b="b"/>
              <a:pathLst>
                <a:path w="687070" h="503555">
                  <a:moveTo>
                    <a:pt x="0" y="94387"/>
                  </a:moveTo>
                  <a:lnTo>
                    <a:pt x="2472" y="82140"/>
                  </a:lnTo>
                  <a:lnTo>
                    <a:pt x="9215" y="72140"/>
                  </a:lnTo>
                  <a:lnTo>
                    <a:pt x="19215" y="65397"/>
                  </a:lnTo>
                  <a:lnTo>
                    <a:pt x="31462" y="62924"/>
                  </a:lnTo>
                  <a:lnTo>
                    <a:pt x="624074" y="62924"/>
                  </a:lnTo>
                  <a:lnTo>
                    <a:pt x="624074" y="31462"/>
                  </a:lnTo>
                  <a:lnTo>
                    <a:pt x="626547" y="19215"/>
                  </a:lnTo>
                  <a:lnTo>
                    <a:pt x="633290" y="9215"/>
                  </a:lnTo>
                  <a:lnTo>
                    <a:pt x="643290" y="2472"/>
                  </a:lnTo>
                  <a:lnTo>
                    <a:pt x="655537" y="0"/>
                  </a:lnTo>
                  <a:lnTo>
                    <a:pt x="667784" y="2472"/>
                  </a:lnTo>
                  <a:lnTo>
                    <a:pt x="677784" y="9215"/>
                  </a:lnTo>
                  <a:lnTo>
                    <a:pt x="684527" y="19215"/>
                  </a:lnTo>
                  <a:lnTo>
                    <a:pt x="686999" y="31462"/>
                  </a:lnTo>
                  <a:lnTo>
                    <a:pt x="686999" y="409012"/>
                  </a:lnTo>
                  <a:lnTo>
                    <a:pt x="684527" y="421259"/>
                  </a:lnTo>
                  <a:lnTo>
                    <a:pt x="677784" y="431259"/>
                  </a:lnTo>
                  <a:lnTo>
                    <a:pt x="667784" y="438002"/>
                  </a:lnTo>
                  <a:lnTo>
                    <a:pt x="655537" y="440474"/>
                  </a:lnTo>
                  <a:lnTo>
                    <a:pt x="62924" y="440474"/>
                  </a:lnTo>
                  <a:lnTo>
                    <a:pt x="62924" y="471937"/>
                  </a:lnTo>
                  <a:lnTo>
                    <a:pt x="60452" y="484184"/>
                  </a:lnTo>
                  <a:lnTo>
                    <a:pt x="53709" y="494184"/>
                  </a:lnTo>
                  <a:lnTo>
                    <a:pt x="43709" y="500927"/>
                  </a:lnTo>
                  <a:lnTo>
                    <a:pt x="31462" y="503399"/>
                  </a:lnTo>
                  <a:lnTo>
                    <a:pt x="19215" y="500927"/>
                  </a:lnTo>
                  <a:lnTo>
                    <a:pt x="9215" y="494184"/>
                  </a:lnTo>
                  <a:lnTo>
                    <a:pt x="2472" y="484184"/>
                  </a:lnTo>
                  <a:lnTo>
                    <a:pt x="0" y="471937"/>
                  </a:lnTo>
                  <a:lnTo>
                    <a:pt x="0" y="94387"/>
                  </a:lnTo>
                  <a:close/>
                </a:path>
                <a:path w="687070" h="503555">
                  <a:moveTo>
                    <a:pt x="624074" y="62924"/>
                  </a:moveTo>
                  <a:lnTo>
                    <a:pt x="655537" y="62924"/>
                  </a:lnTo>
                  <a:lnTo>
                    <a:pt x="667784" y="60452"/>
                  </a:lnTo>
                  <a:lnTo>
                    <a:pt x="677784" y="53709"/>
                  </a:lnTo>
                  <a:lnTo>
                    <a:pt x="684527" y="43709"/>
                  </a:lnTo>
                  <a:lnTo>
                    <a:pt x="686999" y="31462"/>
                  </a:lnTo>
                </a:path>
                <a:path w="687070" h="503555">
                  <a:moveTo>
                    <a:pt x="655537" y="62924"/>
                  </a:moveTo>
                  <a:lnTo>
                    <a:pt x="655537" y="31462"/>
                  </a:lnTo>
                  <a:lnTo>
                    <a:pt x="655537" y="40150"/>
                  </a:lnTo>
                  <a:lnTo>
                    <a:pt x="648494" y="47193"/>
                  </a:lnTo>
                  <a:lnTo>
                    <a:pt x="639806" y="47193"/>
                  </a:lnTo>
                  <a:lnTo>
                    <a:pt x="631118" y="47193"/>
                  </a:lnTo>
                  <a:lnTo>
                    <a:pt x="624074" y="40150"/>
                  </a:lnTo>
                  <a:lnTo>
                    <a:pt x="624074" y="31462"/>
                  </a:lnTo>
                </a:path>
              </a:pathLst>
            </a:custGeom>
            <a:ln w="19049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96300" y="2341424"/>
              <a:ext cx="81974" cy="66243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4768750" y="2366681"/>
              <a:ext cx="0" cy="346710"/>
            </a:xfrm>
            <a:custGeom>
              <a:avLst/>
              <a:gdLst/>
              <a:ahLst/>
              <a:cxnLst/>
              <a:rect l="l" t="t" r="r" b="b"/>
              <a:pathLst>
                <a:path w="0" h="346710">
                  <a:moveTo>
                    <a:pt x="0" y="0"/>
                  </a:moveTo>
                  <a:lnTo>
                    <a:pt x="0" y="346087"/>
                  </a:lnTo>
                </a:path>
              </a:pathLst>
            </a:custGeom>
            <a:ln w="19049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4845648" y="2334255"/>
            <a:ext cx="438784" cy="36449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 indent="66040">
              <a:lnSpc>
                <a:spcPct val="102299"/>
              </a:lnSpc>
              <a:spcBef>
                <a:spcPts val="70"/>
              </a:spcBef>
            </a:pPr>
            <a:r>
              <a:rPr dirty="0" sz="1100" spc="-25" b="1">
                <a:solidFill>
                  <a:srgbClr val="4D4D4D"/>
                </a:solidFill>
                <a:latin typeface="Roboto"/>
                <a:cs typeface="Roboto"/>
              </a:rPr>
              <a:t>How </a:t>
            </a:r>
            <a:r>
              <a:rPr dirty="0" sz="1100" spc="-10" b="1">
                <a:solidFill>
                  <a:srgbClr val="4D4D4D"/>
                </a:solidFill>
                <a:latin typeface="Roboto"/>
                <a:cs typeface="Roboto"/>
              </a:rPr>
              <a:t>many?</a:t>
            </a:r>
            <a:endParaRPr sz="1100">
              <a:latin typeface="Roboto"/>
              <a:cs typeface="Roboto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5379278" y="2721787"/>
            <a:ext cx="530860" cy="522605"/>
            <a:chOff x="5379278" y="2721787"/>
            <a:chExt cx="530860" cy="522605"/>
          </a:xfrm>
        </p:grpSpPr>
        <p:sp>
          <p:nvSpPr>
            <p:cNvPr id="19" name="object 19" descr=""/>
            <p:cNvSpPr/>
            <p:nvPr/>
          </p:nvSpPr>
          <p:spPr>
            <a:xfrm>
              <a:off x="5388803" y="2762775"/>
              <a:ext cx="511809" cy="472440"/>
            </a:xfrm>
            <a:custGeom>
              <a:avLst/>
              <a:gdLst/>
              <a:ahLst/>
              <a:cxnLst/>
              <a:rect l="l" t="t" r="r" b="b"/>
              <a:pathLst>
                <a:path w="511810" h="472439">
                  <a:moveTo>
                    <a:pt x="31462" y="471937"/>
                  </a:moveTo>
                  <a:lnTo>
                    <a:pt x="19215" y="469465"/>
                  </a:lnTo>
                  <a:lnTo>
                    <a:pt x="9215" y="462722"/>
                  </a:lnTo>
                  <a:lnTo>
                    <a:pt x="2472" y="452721"/>
                  </a:lnTo>
                  <a:lnTo>
                    <a:pt x="0" y="440474"/>
                  </a:lnTo>
                  <a:lnTo>
                    <a:pt x="0" y="62924"/>
                  </a:lnTo>
                  <a:lnTo>
                    <a:pt x="2472" y="50678"/>
                  </a:lnTo>
                  <a:lnTo>
                    <a:pt x="9215" y="40677"/>
                  </a:lnTo>
                  <a:lnTo>
                    <a:pt x="19215" y="33934"/>
                  </a:lnTo>
                  <a:lnTo>
                    <a:pt x="31462" y="31462"/>
                  </a:lnTo>
                  <a:lnTo>
                    <a:pt x="480037" y="31462"/>
                  </a:lnTo>
                  <a:lnTo>
                    <a:pt x="492284" y="28990"/>
                  </a:lnTo>
                  <a:lnTo>
                    <a:pt x="502284" y="22247"/>
                  </a:lnTo>
                  <a:lnTo>
                    <a:pt x="509027" y="12246"/>
                  </a:lnTo>
                  <a:lnTo>
                    <a:pt x="511499" y="0"/>
                  </a:lnTo>
                  <a:lnTo>
                    <a:pt x="511499" y="47193"/>
                  </a:lnTo>
                  <a:lnTo>
                    <a:pt x="38505" y="47193"/>
                  </a:lnTo>
                  <a:lnTo>
                    <a:pt x="31462" y="54236"/>
                  </a:lnTo>
                  <a:lnTo>
                    <a:pt x="31462" y="94387"/>
                  </a:lnTo>
                  <a:lnTo>
                    <a:pt x="511499" y="94387"/>
                  </a:lnTo>
                  <a:lnTo>
                    <a:pt x="511499" y="377549"/>
                  </a:lnTo>
                  <a:lnTo>
                    <a:pt x="509027" y="389796"/>
                  </a:lnTo>
                  <a:lnTo>
                    <a:pt x="502284" y="399797"/>
                  </a:lnTo>
                  <a:lnTo>
                    <a:pt x="492284" y="406540"/>
                  </a:lnTo>
                  <a:lnTo>
                    <a:pt x="480037" y="409012"/>
                  </a:lnTo>
                  <a:lnTo>
                    <a:pt x="62924" y="409012"/>
                  </a:lnTo>
                  <a:lnTo>
                    <a:pt x="62924" y="440474"/>
                  </a:lnTo>
                  <a:lnTo>
                    <a:pt x="60452" y="452721"/>
                  </a:lnTo>
                  <a:lnTo>
                    <a:pt x="53709" y="462722"/>
                  </a:lnTo>
                  <a:lnTo>
                    <a:pt x="43709" y="469465"/>
                  </a:lnTo>
                  <a:lnTo>
                    <a:pt x="31462" y="471937"/>
                  </a:lnTo>
                  <a:close/>
                </a:path>
                <a:path w="511810" h="472439">
                  <a:moveTo>
                    <a:pt x="480037" y="31462"/>
                  </a:moveTo>
                  <a:lnTo>
                    <a:pt x="448574" y="31462"/>
                  </a:lnTo>
                  <a:lnTo>
                    <a:pt x="448574" y="8687"/>
                  </a:lnTo>
                  <a:lnTo>
                    <a:pt x="455617" y="15731"/>
                  </a:lnTo>
                  <a:lnTo>
                    <a:pt x="480037" y="15731"/>
                  </a:lnTo>
                  <a:lnTo>
                    <a:pt x="480037" y="31462"/>
                  </a:lnTo>
                  <a:close/>
                </a:path>
                <a:path w="511810" h="472439">
                  <a:moveTo>
                    <a:pt x="480037" y="15731"/>
                  </a:moveTo>
                  <a:lnTo>
                    <a:pt x="472993" y="15731"/>
                  </a:lnTo>
                  <a:lnTo>
                    <a:pt x="480037" y="8687"/>
                  </a:lnTo>
                  <a:lnTo>
                    <a:pt x="480037" y="15731"/>
                  </a:lnTo>
                  <a:close/>
                </a:path>
                <a:path w="511810" h="472439">
                  <a:moveTo>
                    <a:pt x="511499" y="94387"/>
                  </a:moveTo>
                  <a:lnTo>
                    <a:pt x="31462" y="94387"/>
                  </a:lnTo>
                  <a:lnTo>
                    <a:pt x="43709" y="91915"/>
                  </a:lnTo>
                  <a:lnTo>
                    <a:pt x="53709" y="85172"/>
                  </a:lnTo>
                  <a:lnTo>
                    <a:pt x="60452" y="75171"/>
                  </a:lnTo>
                  <a:lnTo>
                    <a:pt x="62924" y="62924"/>
                  </a:lnTo>
                  <a:lnTo>
                    <a:pt x="62924" y="54236"/>
                  </a:lnTo>
                  <a:lnTo>
                    <a:pt x="55881" y="47193"/>
                  </a:lnTo>
                  <a:lnTo>
                    <a:pt x="511499" y="47193"/>
                  </a:lnTo>
                  <a:lnTo>
                    <a:pt x="511499" y="943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420266" y="2731312"/>
              <a:ext cx="480059" cy="126364"/>
            </a:xfrm>
            <a:custGeom>
              <a:avLst/>
              <a:gdLst/>
              <a:ahLst/>
              <a:cxnLst/>
              <a:rect l="l" t="t" r="r" b="b"/>
              <a:pathLst>
                <a:path w="480060" h="126364">
                  <a:moveTo>
                    <a:pt x="0" y="125849"/>
                  </a:moveTo>
                  <a:lnTo>
                    <a:pt x="0" y="85699"/>
                  </a:lnTo>
                  <a:lnTo>
                    <a:pt x="7042" y="78656"/>
                  </a:lnTo>
                  <a:lnTo>
                    <a:pt x="24418" y="78656"/>
                  </a:lnTo>
                  <a:lnTo>
                    <a:pt x="31462" y="85699"/>
                  </a:lnTo>
                  <a:lnTo>
                    <a:pt x="31462" y="94387"/>
                  </a:lnTo>
                  <a:lnTo>
                    <a:pt x="28990" y="106634"/>
                  </a:lnTo>
                  <a:lnTo>
                    <a:pt x="22247" y="116634"/>
                  </a:lnTo>
                  <a:lnTo>
                    <a:pt x="12246" y="123377"/>
                  </a:lnTo>
                  <a:lnTo>
                    <a:pt x="0" y="125849"/>
                  </a:lnTo>
                  <a:close/>
                </a:path>
                <a:path w="480060" h="126364">
                  <a:moveTo>
                    <a:pt x="441531" y="47193"/>
                  </a:moveTo>
                  <a:lnTo>
                    <a:pt x="424155" y="47193"/>
                  </a:lnTo>
                  <a:lnTo>
                    <a:pt x="417112" y="40150"/>
                  </a:lnTo>
                  <a:lnTo>
                    <a:pt x="417112" y="31462"/>
                  </a:lnTo>
                  <a:lnTo>
                    <a:pt x="419584" y="19215"/>
                  </a:lnTo>
                  <a:lnTo>
                    <a:pt x="426327" y="9215"/>
                  </a:lnTo>
                  <a:lnTo>
                    <a:pt x="436328" y="2472"/>
                  </a:lnTo>
                  <a:lnTo>
                    <a:pt x="448574" y="0"/>
                  </a:lnTo>
                  <a:lnTo>
                    <a:pt x="460821" y="2472"/>
                  </a:lnTo>
                  <a:lnTo>
                    <a:pt x="470822" y="9215"/>
                  </a:lnTo>
                  <a:lnTo>
                    <a:pt x="477565" y="19215"/>
                  </a:lnTo>
                  <a:lnTo>
                    <a:pt x="480037" y="31462"/>
                  </a:lnTo>
                  <a:lnTo>
                    <a:pt x="448574" y="31462"/>
                  </a:lnTo>
                  <a:lnTo>
                    <a:pt x="448574" y="40150"/>
                  </a:lnTo>
                  <a:lnTo>
                    <a:pt x="441531" y="47193"/>
                  </a:lnTo>
                  <a:close/>
                </a:path>
                <a:path w="480060" h="126364">
                  <a:moveTo>
                    <a:pt x="448574" y="62924"/>
                  </a:moveTo>
                  <a:lnTo>
                    <a:pt x="448574" y="31462"/>
                  </a:lnTo>
                  <a:lnTo>
                    <a:pt x="480037" y="31462"/>
                  </a:lnTo>
                  <a:lnTo>
                    <a:pt x="477565" y="43709"/>
                  </a:lnTo>
                  <a:lnTo>
                    <a:pt x="470822" y="53709"/>
                  </a:lnTo>
                  <a:lnTo>
                    <a:pt x="460821" y="60452"/>
                  </a:lnTo>
                  <a:lnTo>
                    <a:pt x="448574" y="62924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5388803" y="2731312"/>
              <a:ext cx="511809" cy="503555"/>
            </a:xfrm>
            <a:custGeom>
              <a:avLst/>
              <a:gdLst/>
              <a:ahLst/>
              <a:cxnLst/>
              <a:rect l="l" t="t" r="r" b="b"/>
              <a:pathLst>
                <a:path w="511810" h="503555">
                  <a:moveTo>
                    <a:pt x="0" y="94387"/>
                  </a:moveTo>
                  <a:lnTo>
                    <a:pt x="2472" y="82140"/>
                  </a:lnTo>
                  <a:lnTo>
                    <a:pt x="9215" y="72140"/>
                  </a:lnTo>
                  <a:lnTo>
                    <a:pt x="19215" y="65397"/>
                  </a:lnTo>
                  <a:lnTo>
                    <a:pt x="31462" y="62924"/>
                  </a:lnTo>
                  <a:lnTo>
                    <a:pt x="448574" y="62924"/>
                  </a:lnTo>
                  <a:lnTo>
                    <a:pt x="448574" y="31462"/>
                  </a:lnTo>
                  <a:lnTo>
                    <a:pt x="451047" y="19215"/>
                  </a:lnTo>
                  <a:lnTo>
                    <a:pt x="457790" y="9215"/>
                  </a:lnTo>
                  <a:lnTo>
                    <a:pt x="467790" y="2472"/>
                  </a:lnTo>
                  <a:lnTo>
                    <a:pt x="480037" y="0"/>
                  </a:lnTo>
                  <a:lnTo>
                    <a:pt x="492284" y="2472"/>
                  </a:lnTo>
                  <a:lnTo>
                    <a:pt x="502284" y="9215"/>
                  </a:lnTo>
                  <a:lnTo>
                    <a:pt x="509027" y="19215"/>
                  </a:lnTo>
                  <a:lnTo>
                    <a:pt x="511499" y="31462"/>
                  </a:lnTo>
                  <a:lnTo>
                    <a:pt x="511499" y="409012"/>
                  </a:lnTo>
                  <a:lnTo>
                    <a:pt x="509027" y="421259"/>
                  </a:lnTo>
                  <a:lnTo>
                    <a:pt x="502284" y="431259"/>
                  </a:lnTo>
                  <a:lnTo>
                    <a:pt x="492284" y="438002"/>
                  </a:lnTo>
                  <a:lnTo>
                    <a:pt x="480037" y="440474"/>
                  </a:lnTo>
                  <a:lnTo>
                    <a:pt x="62924" y="440474"/>
                  </a:lnTo>
                  <a:lnTo>
                    <a:pt x="62924" y="471937"/>
                  </a:lnTo>
                  <a:lnTo>
                    <a:pt x="60452" y="484184"/>
                  </a:lnTo>
                  <a:lnTo>
                    <a:pt x="53709" y="494184"/>
                  </a:lnTo>
                  <a:lnTo>
                    <a:pt x="43709" y="500927"/>
                  </a:lnTo>
                  <a:lnTo>
                    <a:pt x="31462" y="503399"/>
                  </a:lnTo>
                  <a:lnTo>
                    <a:pt x="19215" y="500927"/>
                  </a:lnTo>
                  <a:lnTo>
                    <a:pt x="9215" y="494184"/>
                  </a:lnTo>
                  <a:lnTo>
                    <a:pt x="2472" y="484184"/>
                  </a:lnTo>
                  <a:lnTo>
                    <a:pt x="0" y="471937"/>
                  </a:lnTo>
                  <a:lnTo>
                    <a:pt x="0" y="94387"/>
                  </a:lnTo>
                  <a:close/>
                </a:path>
                <a:path w="511810" h="503555">
                  <a:moveTo>
                    <a:pt x="448574" y="62924"/>
                  </a:moveTo>
                  <a:lnTo>
                    <a:pt x="480037" y="62924"/>
                  </a:lnTo>
                  <a:lnTo>
                    <a:pt x="492284" y="60452"/>
                  </a:lnTo>
                  <a:lnTo>
                    <a:pt x="502284" y="53709"/>
                  </a:lnTo>
                  <a:lnTo>
                    <a:pt x="509027" y="43709"/>
                  </a:lnTo>
                  <a:lnTo>
                    <a:pt x="511499" y="31462"/>
                  </a:lnTo>
                </a:path>
                <a:path w="511810" h="503555">
                  <a:moveTo>
                    <a:pt x="480037" y="62924"/>
                  </a:moveTo>
                  <a:lnTo>
                    <a:pt x="480037" y="31462"/>
                  </a:lnTo>
                  <a:lnTo>
                    <a:pt x="480037" y="40150"/>
                  </a:lnTo>
                  <a:lnTo>
                    <a:pt x="472993" y="47193"/>
                  </a:lnTo>
                  <a:lnTo>
                    <a:pt x="464306" y="47193"/>
                  </a:lnTo>
                  <a:lnTo>
                    <a:pt x="455617" y="47193"/>
                  </a:lnTo>
                  <a:lnTo>
                    <a:pt x="448574" y="40150"/>
                  </a:lnTo>
                  <a:lnTo>
                    <a:pt x="448574" y="31462"/>
                  </a:lnTo>
                </a:path>
              </a:pathLst>
            </a:custGeom>
            <a:ln w="19049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79278" y="2800443"/>
              <a:ext cx="81974" cy="66243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5451728" y="2825700"/>
              <a:ext cx="0" cy="346710"/>
            </a:xfrm>
            <a:custGeom>
              <a:avLst/>
              <a:gdLst/>
              <a:ahLst/>
              <a:cxnLst/>
              <a:rect l="l" t="t" r="r" b="b"/>
              <a:pathLst>
                <a:path w="0" h="346710">
                  <a:moveTo>
                    <a:pt x="0" y="0"/>
                  </a:moveTo>
                  <a:lnTo>
                    <a:pt x="0" y="346087"/>
                  </a:lnTo>
                </a:path>
              </a:pathLst>
            </a:custGeom>
            <a:ln w="19049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5607537" y="2878999"/>
            <a:ext cx="10604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 b="1">
                <a:solidFill>
                  <a:srgbClr val="4D4D4D"/>
                </a:solidFill>
                <a:latin typeface="Roboto"/>
                <a:cs typeface="Roboto"/>
              </a:rPr>
              <a:t>3</a:t>
            </a:r>
            <a:endParaRPr sz="1100">
              <a:latin typeface="Roboto"/>
              <a:cs typeface="Roboto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6119327" y="2262065"/>
            <a:ext cx="1122680" cy="1106805"/>
            <a:chOff x="6119327" y="2262065"/>
            <a:chExt cx="1122680" cy="1106805"/>
          </a:xfrm>
        </p:grpSpPr>
        <p:sp>
          <p:nvSpPr>
            <p:cNvPr id="26" name="object 26" descr=""/>
            <p:cNvSpPr/>
            <p:nvPr/>
          </p:nvSpPr>
          <p:spPr>
            <a:xfrm>
              <a:off x="6676043" y="2271590"/>
              <a:ext cx="565785" cy="1097280"/>
            </a:xfrm>
            <a:custGeom>
              <a:avLst/>
              <a:gdLst/>
              <a:ahLst/>
              <a:cxnLst/>
              <a:rect l="l" t="t" r="r" b="b"/>
              <a:pathLst>
                <a:path w="565784" h="1097279">
                  <a:moveTo>
                    <a:pt x="565747" y="250274"/>
                  </a:moveTo>
                  <a:lnTo>
                    <a:pt x="65197" y="250274"/>
                  </a:lnTo>
                  <a:lnTo>
                    <a:pt x="324020" y="0"/>
                  </a:lnTo>
                  <a:lnTo>
                    <a:pt x="565747" y="250274"/>
                  </a:lnTo>
                  <a:close/>
                </a:path>
                <a:path w="565784" h="1097279">
                  <a:moveTo>
                    <a:pt x="99470" y="1096745"/>
                  </a:moveTo>
                  <a:lnTo>
                    <a:pt x="65999" y="1089716"/>
                  </a:lnTo>
                  <a:lnTo>
                    <a:pt x="32752" y="1070881"/>
                  </a:lnTo>
                  <a:lnTo>
                    <a:pt x="0" y="1040155"/>
                  </a:lnTo>
                  <a:lnTo>
                    <a:pt x="18528" y="1017035"/>
                  </a:lnTo>
                  <a:lnTo>
                    <a:pt x="36480" y="990345"/>
                  </a:lnTo>
                  <a:lnTo>
                    <a:pt x="70514" y="926774"/>
                  </a:lnTo>
                  <a:lnTo>
                    <a:pt x="86526" y="890155"/>
                  </a:lnTo>
                  <a:lnTo>
                    <a:pt x="101821" y="850488"/>
                  </a:lnTo>
                  <a:lnTo>
                    <a:pt x="116363" y="807903"/>
                  </a:lnTo>
                  <a:lnTo>
                    <a:pt x="130119" y="762530"/>
                  </a:lnTo>
                  <a:lnTo>
                    <a:pt x="143052" y="714500"/>
                  </a:lnTo>
                  <a:lnTo>
                    <a:pt x="155127" y="663944"/>
                  </a:lnTo>
                  <a:lnTo>
                    <a:pt x="166309" y="610992"/>
                  </a:lnTo>
                  <a:lnTo>
                    <a:pt x="176564" y="555775"/>
                  </a:lnTo>
                  <a:lnTo>
                    <a:pt x="185856" y="498422"/>
                  </a:lnTo>
                  <a:lnTo>
                    <a:pt x="194149" y="439066"/>
                  </a:lnTo>
                  <a:lnTo>
                    <a:pt x="201409" y="377835"/>
                  </a:lnTo>
                  <a:lnTo>
                    <a:pt x="207601" y="314861"/>
                  </a:lnTo>
                  <a:lnTo>
                    <a:pt x="212689" y="250274"/>
                  </a:lnTo>
                  <a:lnTo>
                    <a:pt x="418255" y="250274"/>
                  </a:lnTo>
                  <a:lnTo>
                    <a:pt x="413246" y="313953"/>
                  </a:lnTo>
                  <a:lnTo>
                    <a:pt x="407153" y="376161"/>
                  </a:lnTo>
                  <a:lnTo>
                    <a:pt x="400007" y="436760"/>
                  </a:lnTo>
                  <a:lnTo>
                    <a:pt x="391838" y="495613"/>
                  </a:lnTo>
                  <a:lnTo>
                    <a:pt x="382677" y="552583"/>
                  </a:lnTo>
                  <a:lnTo>
                    <a:pt x="372555" y="607531"/>
                  </a:lnTo>
                  <a:lnTo>
                    <a:pt x="361502" y="660320"/>
                  </a:lnTo>
                  <a:lnTo>
                    <a:pt x="349549" y="710812"/>
                  </a:lnTo>
                  <a:lnTo>
                    <a:pt x="336727" y="758869"/>
                  </a:lnTo>
                  <a:lnTo>
                    <a:pt x="323066" y="804354"/>
                  </a:lnTo>
                  <a:lnTo>
                    <a:pt x="308597" y="847129"/>
                  </a:lnTo>
                  <a:lnTo>
                    <a:pt x="293351" y="887056"/>
                  </a:lnTo>
                  <a:lnTo>
                    <a:pt x="277359" y="923997"/>
                  </a:lnTo>
                  <a:lnTo>
                    <a:pt x="230143" y="1008525"/>
                  </a:lnTo>
                  <a:lnTo>
                    <a:pt x="198500" y="1047859"/>
                  </a:lnTo>
                  <a:lnTo>
                    <a:pt x="165992" y="1075730"/>
                  </a:lnTo>
                  <a:lnTo>
                    <a:pt x="132891" y="1092054"/>
                  </a:lnTo>
                  <a:lnTo>
                    <a:pt x="99470" y="1096745"/>
                  </a:lnTo>
                  <a:close/>
                </a:path>
              </a:pathLst>
            </a:custGeom>
            <a:solidFill>
              <a:srgbClr val="FACB4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6249239" y="2271590"/>
              <a:ext cx="529590" cy="1097280"/>
            </a:xfrm>
            <a:custGeom>
              <a:avLst/>
              <a:gdLst/>
              <a:ahLst/>
              <a:cxnLst/>
              <a:rect l="l" t="t" r="r" b="b"/>
              <a:pathLst>
                <a:path w="529590" h="1097279">
                  <a:moveTo>
                    <a:pt x="529586" y="1096799"/>
                  </a:moveTo>
                  <a:lnTo>
                    <a:pt x="324020" y="1096799"/>
                  </a:lnTo>
                  <a:lnTo>
                    <a:pt x="295530" y="1092554"/>
                  </a:lnTo>
                  <a:lnTo>
                    <a:pt x="239929" y="1059222"/>
                  </a:lnTo>
                  <a:lnTo>
                    <a:pt x="213117" y="1030554"/>
                  </a:lnTo>
                  <a:lnTo>
                    <a:pt x="187162" y="994163"/>
                  </a:lnTo>
                  <a:lnTo>
                    <a:pt x="162214" y="950258"/>
                  </a:lnTo>
                  <a:lnTo>
                    <a:pt x="138422" y="899049"/>
                  </a:lnTo>
                  <a:lnTo>
                    <a:pt x="115935" y="840744"/>
                  </a:lnTo>
                  <a:lnTo>
                    <a:pt x="94903" y="775554"/>
                  </a:lnTo>
                  <a:lnTo>
                    <a:pt x="83107" y="733457"/>
                  </a:lnTo>
                  <a:lnTo>
                    <a:pt x="72035" y="689515"/>
                  </a:lnTo>
                  <a:lnTo>
                    <a:pt x="61699" y="643837"/>
                  </a:lnTo>
                  <a:lnTo>
                    <a:pt x="52114" y="596532"/>
                  </a:lnTo>
                  <a:lnTo>
                    <a:pt x="43291" y="547709"/>
                  </a:lnTo>
                  <a:lnTo>
                    <a:pt x="35246" y="497477"/>
                  </a:lnTo>
                  <a:lnTo>
                    <a:pt x="27991" y="445946"/>
                  </a:lnTo>
                  <a:lnTo>
                    <a:pt x="21540" y="393224"/>
                  </a:lnTo>
                  <a:lnTo>
                    <a:pt x="15905" y="339420"/>
                  </a:lnTo>
                  <a:lnTo>
                    <a:pt x="11101" y="284645"/>
                  </a:lnTo>
                  <a:lnTo>
                    <a:pt x="7140" y="229006"/>
                  </a:lnTo>
                  <a:lnTo>
                    <a:pt x="4036" y="172612"/>
                  </a:lnTo>
                  <a:lnTo>
                    <a:pt x="1802" y="115574"/>
                  </a:lnTo>
                  <a:lnTo>
                    <a:pt x="452" y="58000"/>
                  </a:lnTo>
                  <a:lnTo>
                    <a:pt x="0" y="0"/>
                  </a:lnTo>
                  <a:lnTo>
                    <a:pt x="205565" y="0"/>
                  </a:lnTo>
                  <a:lnTo>
                    <a:pt x="206018" y="58000"/>
                  </a:lnTo>
                  <a:lnTo>
                    <a:pt x="207368" y="115574"/>
                  </a:lnTo>
                  <a:lnTo>
                    <a:pt x="209601" y="172612"/>
                  </a:lnTo>
                  <a:lnTo>
                    <a:pt x="212705" y="229006"/>
                  </a:lnTo>
                  <a:lnTo>
                    <a:pt x="216666" y="284645"/>
                  </a:lnTo>
                  <a:lnTo>
                    <a:pt x="221471" y="339420"/>
                  </a:lnTo>
                  <a:lnTo>
                    <a:pt x="227105" y="393224"/>
                  </a:lnTo>
                  <a:lnTo>
                    <a:pt x="233557" y="445946"/>
                  </a:lnTo>
                  <a:lnTo>
                    <a:pt x="240812" y="497477"/>
                  </a:lnTo>
                  <a:lnTo>
                    <a:pt x="248857" y="547709"/>
                  </a:lnTo>
                  <a:lnTo>
                    <a:pt x="257679" y="596532"/>
                  </a:lnTo>
                  <a:lnTo>
                    <a:pt x="267265" y="643837"/>
                  </a:lnTo>
                  <a:lnTo>
                    <a:pt x="277600" y="689515"/>
                  </a:lnTo>
                  <a:lnTo>
                    <a:pt x="288673" y="733457"/>
                  </a:lnTo>
                  <a:lnTo>
                    <a:pt x="300468" y="775554"/>
                  </a:lnTo>
                  <a:lnTo>
                    <a:pt x="321501" y="840744"/>
                  </a:lnTo>
                  <a:lnTo>
                    <a:pt x="343988" y="899049"/>
                  </a:lnTo>
                  <a:lnTo>
                    <a:pt x="367780" y="950258"/>
                  </a:lnTo>
                  <a:lnTo>
                    <a:pt x="392728" y="994163"/>
                  </a:lnTo>
                  <a:lnTo>
                    <a:pt x="418683" y="1030554"/>
                  </a:lnTo>
                  <a:lnTo>
                    <a:pt x="445495" y="1059222"/>
                  </a:lnTo>
                  <a:lnTo>
                    <a:pt x="501096" y="1092554"/>
                  </a:lnTo>
                  <a:lnTo>
                    <a:pt x="529586" y="1096799"/>
                  </a:lnTo>
                  <a:close/>
                </a:path>
              </a:pathLst>
            </a:custGeom>
            <a:solidFill>
              <a:srgbClr val="C8A2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6128852" y="2303053"/>
              <a:ext cx="687070" cy="472440"/>
            </a:xfrm>
            <a:custGeom>
              <a:avLst/>
              <a:gdLst/>
              <a:ahLst/>
              <a:cxnLst/>
              <a:rect l="l" t="t" r="r" b="b"/>
              <a:pathLst>
                <a:path w="687070" h="472439">
                  <a:moveTo>
                    <a:pt x="31462" y="471937"/>
                  </a:moveTo>
                  <a:lnTo>
                    <a:pt x="19215" y="469464"/>
                  </a:lnTo>
                  <a:lnTo>
                    <a:pt x="9215" y="462722"/>
                  </a:lnTo>
                  <a:lnTo>
                    <a:pt x="2472" y="452721"/>
                  </a:lnTo>
                  <a:lnTo>
                    <a:pt x="0" y="440474"/>
                  </a:lnTo>
                  <a:lnTo>
                    <a:pt x="0" y="62924"/>
                  </a:lnTo>
                  <a:lnTo>
                    <a:pt x="2472" y="50678"/>
                  </a:lnTo>
                  <a:lnTo>
                    <a:pt x="9215" y="40677"/>
                  </a:lnTo>
                  <a:lnTo>
                    <a:pt x="19215" y="33934"/>
                  </a:lnTo>
                  <a:lnTo>
                    <a:pt x="31462" y="31462"/>
                  </a:lnTo>
                  <a:lnTo>
                    <a:pt x="655537" y="31462"/>
                  </a:lnTo>
                  <a:lnTo>
                    <a:pt x="667784" y="28990"/>
                  </a:lnTo>
                  <a:lnTo>
                    <a:pt x="677784" y="22247"/>
                  </a:lnTo>
                  <a:lnTo>
                    <a:pt x="684527" y="12246"/>
                  </a:lnTo>
                  <a:lnTo>
                    <a:pt x="686999" y="0"/>
                  </a:lnTo>
                  <a:lnTo>
                    <a:pt x="686999" y="47193"/>
                  </a:lnTo>
                  <a:lnTo>
                    <a:pt x="38505" y="47193"/>
                  </a:lnTo>
                  <a:lnTo>
                    <a:pt x="31462" y="54236"/>
                  </a:lnTo>
                  <a:lnTo>
                    <a:pt x="31462" y="94387"/>
                  </a:lnTo>
                  <a:lnTo>
                    <a:pt x="686999" y="94387"/>
                  </a:lnTo>
                  <a:lnTo>
                    <a:pt x="686999" y="377549"/>
                  </a:lnTo>
                  <a:lnTo>
                    <a:pt x="684527" y="389796"/>
                  </a:lnTo>
                  <a:lnTo>
                    <a:pt x="677784" y="399797"/>
                  </a:lnTo>
                  <a:lnTo>
                    <a:pt x="667784" y="406539"/>
                  </a:lnTo>
                  <a:lnTo>
                    <a:pt x="655537" y="409012"/>
                  </a:lnTo>
                  <a:lnTo>
                    <a:pt x="62924" y="409012"/>
                  </a:lnTo>
                  <a:lnTo>
                    <a:pt x="62924" y="440474"/>
                  </a:lnTo>
                  <a:lnTo>
                    <a:pt x="60452" y="452721"/>
                  </a:lnTo>
                  <a:lnTo>
                    <a:pt x="53709" y="462722"/>
                  </a:lnTo>
                  <a:lnTo>
                    <a:pt x="43709" y="469464"/>
                  </a:lnTo>
                  <a:lnTo>
                    <a:pt x="31462" y="471937"/>
                  </a:lnTo>
                  <a:close/>
                </a:path>
                <a:path w="687070" h="472439">
                  <a:moveTo>
                    <a:pt x="655537" y="31462"/>
                  </a:moveTo>
                  <a:lnTo>
                    <a:pt x="624074" y="31462"/>
                  </a:lnTo>
                  <a:lnTo>
                    <a:pt x="624074" y="8688"/>
                  </a:lnTo>
                  <a:lnTo>
                    <a:pt x="631117" y="15731"/>
                  </a:lnTo>
                  <a:lnTo>
                    <a:pt x="655537" y="15731"/>
                  </a:lnTo>
                  <a:lnTo>
                    <a:pt x="655537" y="31462"/>
                  </a:lnTo>
                  <a:close/>
                </a:path>
                <a:path w="687070" h="472439">
                  <a:moveTo>
                    <a:pt x="655537" y="15731"/>
                  </a:moveTo>
                  <a:lnTo>
                    <a:pt x="648494" y="15731"/>
                  </a:lnTo>
                  <a:lnTo>
                    <a:pt x="655537" y="8688"/>
                  </a:lnTo>
                  <a:lnTo>
                    <a:pt x="655537" y="15731"/>
                  </a:lnTo>
                  <a:close/>
                </a:path>
                <a:path w="687070" h="472439">
                  <a:moveTo>
                    <a:pt x="686999" y="94387"/>
                  </a:moveTo>
                  <a:lnTo>
                    <a:pt x="31462" y="94387"/>
                  </a:lnTo>
                  <a:lnTo>
                    <a:pt x="43709" y="91915"/>
                  </a:lnTo>
                  <a:lnTo>
                    <a:pt x="53709" y="85172"/>
                  </a:lnTo>
                  <a:lnTo>
                    <a:pt x="60452" y="75171"/>
                  </a:lnTo>
                  <a:lnTo>
                    <a:pt x="62924" y="62924"/>
                  </a:lnTo>
                  <a:lnTo>
                    <a:pt x="62924" y="54236"/>
                  </a:lnTo>
                  <a:lnTo>
                    <a:pt x="55881" y="47193"/>
                  </a:lnTo>
                  <a:lnTo>
                    <a:pt x="686999" y="47193"/>
                  </a:lnTo>
                  <a:lnTo>
                    <a:pt x="686999" y="943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6160315" y="2271590"/>
              <a:ext cx="655955" cy="126364"/>
            </a:xfrm>
            <a:custGeom>
              <a:avLst/>
              <a:gdLst/>
              <a:ahLst/>
              <a:cxnLst/>
              <a:rect l="l" t="t" r="r" b="b"/>
              <a:pathLst>
                <a:path w="655954" h="126364">
                  <a:moveTo>
                    <a:pt x="0" y="125849"/>
                  </a:moveTo>
                  <a:lnTo>
                    <a:pt x="0" y="85699"/>
                  </a:lnTo>
                  <a:lnTo>
                    <a:pt x="7042" y="78656"/>
                  </a:lnTo>
                  <a:lnTo>
                    <a:pt x="24419" y="78656"/>
                  </a:lnTo>
                  <a:lnTo>
                    <a:pt x="31462" y="85699"/>
                  </a:lnTo>
                  <a:lnTo>
                    <a:pt x="31462" y="94387"/>
                  </a:lnTo>
                  <a:lnTo>
                    <a:pt x="28989" y="106634"/>
                  </a:lnTo>
                  <a:lnTo>
                    <a:pt x="22247" y="116634"/>
                  </a:lnTo>
                  <a:lnTo>
                    <a:pt x="12246" y="123377"/>
                  </a:lnTo>
                  <a:lnTo>
                    <a:pt x="0" y="125849"/>
                  </a:lnTo>
                  <a:close/>
                </a:path>
                <a:path w="655954" h="126364">
                  <a:moveTo>
                    <a:pt x="617031" y="47193"/>
                  </a:moveTo>
                  <a:lnTo>
                    <a:pt x="599654" y="47193"/>
                  </a:lnTo>
                  <a:lnTo>
                    <a:pt x="592612" y="40150"/>
                  </a:lnTo>
                  <a:lnTo>
                    <a:pt x="592612" y="31462"/>
                  </a:lnTo>
                  <a:lnTo>
                    <a:pt x="595084" y="19215"/>
                  </a:lnTo>
                  <a:lnTo>
                    <a:pt x="601827" y="9215"/>
                  </a:lnTo>
                  <a:lnTo>
                    <a:pt x="611828" y="2472"/>
                  </a:lnTo>
                  <a:lnTo>
                    <a:pt x="624074" y="0"/>
                  </a:lnTo>
                  <a:lnTo>
                    <a:pt x="636321" y="2472"/>
                  </a:lnTo>
                  <a:lnTo>
                    <a:pt x="646322" y="9215"/>
                  </a:lnTo>
                  <a:lnTo>
                    <a:pt x="653065" y="19215"/>
                  </a:lnTo>
                  <a:lnTo>
                    <a:pt x="655537" y="31462"/>
                  </a:lnTo>
                  <a:lnTo>
                    <a:pt x="624074" y="31462"/>
                  </a:lnTo>
                  <a:lnTo>
                    <a:pt x="624074" y="40150"/>
                  </a:lnTo>
                  <a:lnTo>
                    <a:pt x="617031" y="47193"/>
                  </a:lnTo>
                  <a:close/>
                </a:path>
                <a:path w="655954" h="126364">
                  <a:moveTo>
                    <a:pt x="624074" y="62924"/>
                  </a:moveTo>
                  <a:lnTo>
                    <a:pt x="624074" y="31462"/>
                  </a:lnTo>
                  <a:lnTo>
                    <a:pt x="655537" y="31462"/>
                  </a:lnTo>
                  <a:lnTo>
                    <a:pt x="653065" y="43709"/>
                  </a:lnTo>
                  <a:lnTo>
                    <a:pt x="646322" y="53709"/>
                  </a:lnTo>
                  <a:lnTo>
                    <a:pt x="636321" y="60452"/>
                  </a:lnTo>
                  <a:lnTo>
                    <a:pt x="624074" y="62924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6128852" y="2271590"/>
              <a:ext cx="687070" cy="503555"/>
            </a:xfrm>
            <a:custGeom>
              <a:avLst/>
              <a:gdLst/>
              <a:ahLst/>
              <a:cxnLst/>
              <a:rect l="l" t="t" r="r" b="b"/>
              <a:pathLst>
                <a:path w="687070" h="503555">
                  <a:moveTo>
                    <a:pt x="0" y="94387"/>
                  </a:moveTo>
                  <a:lnTo>
                    <a:pt x="2472" y="82140"/>
                  </a:lnTo>
                  <a:lnTo>
                    <a:pt x="9215" y="72140"/>
                  </a:lnTo>
                  <a:lnTo>
                    <a:pt x="19215" y="65397"/>
                  </a:lnTo>
                  <a:lnTo>
                    <a:pt x="31462" y="62924"/>
                  </a:lnTo>
                  <a:lnTo>
                    <a:pt x="624074" y="62924"/>
                  </a:lnTo>
                  <a:lnTo>
                    <a:pt x="624074" y="31462"/>
                  </a:lnTo>
                  <a:lnTo>
                    <a:pt x="626547" y="19215"/>
                  </a:lnTo>
                  <a:lnTo>
                    <a:pt x="633289" y="9215"/>
                  </a:lnTo>
                  <a:lnTo>
                    <a:pt x="643290" y="2472"/>
                  </a:lnTo>
                  <a:lnTo>
                    <a:pt x="655537" y="0"/>
                  </a:lnTo>
                  <a:lnTo>
                    <a:pt x="667784" y="2472"/>
                  </a:lnTo>
                  <a:lnTo>
                    <a:pt x="677784" y="9215"/>
                  </a:lnTo>
                  <a:lnTo>
                    <a:pt x="684527" y="19215"/>
                  </a:lnTo>
                  <a:lnTo>
                    <a:pt x="686999" y="31462"/>
                  </a:lnTo>
                  <a:lnTo>
                    <a:pt x="686999" y="409012"/>
                  </a:lnTo>
                  <a:lnTo>
                    <a:pt x="684527" y="421259"/>
                  </a:lnTo>
                  <a:lnTo>
                    <a:pt x="677784" y="431259"/>
                  </a:lnTo>
                  <a:lnTo>
                    <a:pt x="667784" y="438002"/>
                  </a:lnTo>
                  <a:lnTo>
                    <a:pt x="655537" y="440474"/>
                  </a:lnTo>
                  <a:lnTo>
                    <a:pt x="62924" y="440474"/>
                  </a:lnTo>
                  <a:lnTo>
                    <a:pt x="62924" y="471937"/>
                  </a:lnTo>
                  <a:lnTo>
                    <a:pt x="60452" y="484184"/>
                  </a:lnTo>
                  <a:lnTo>
                    <a:pt x="53709" y="494184"/>
                  </a:lnTo>
                  <a:lnTo>
                    <a:pt x="43709" y="500927"/>
                  </a:lnTo>
                  <a:lnTo>
                    <a:pt x="31462" y="503399"/>
                  </a:lnTo>
                  <a:lnTo>
                    <a:pt x="19215" y="500927"/>
                  </a:lnTo>
                  <a:lnTo>
                    <a:pt x="9215" y="494184"/>
                  </a:lnTo>
                  <a:lnTo>
                    <a:pt x="2472" y="484184"/>
                  </a:lnTo>
                  <a:lnTo>
                    <a:pt x="0" y="471937"/>
                  </a:lnTo>
                  <a:lnTo>
                    <a:pt x="0" y="94387"/>
                  </a:lnTo>
                  <a:close/>
                </a:path>
                <a:path w="687070" h="503555">
                  <a:moveTo>
                    <a:pt x="624074" y="62924"/>
                  </a:moveTo>
                  <a:lnTo>
                    <a:pt x="655537" y="62924"/>
                  </a:lnTo>
                  <a:lnTo>
                    <a:pt x="667784" y="60452"/>
                  </a:lnTo>
                  <a:lnTo>
                    <a:pt x="677784" y="53709"/>
                  </a:lnTo>
                  <a:lnTo>
                    <a:pt x="684527" y="43709"/>
                  </a:lnTo>
                  <a:lnTo>
                    <a:pt x="686999" y="31462"/>
                  </a:lnTo>
                </a:path>
                <a:path w="687070" h="503555">
                  <a:moveTo>
                    <a:pt x="655537" y="62924"/>
                  </a:moveTo>
                  <a:lnTo>
                    <a:pt x="655537" y="31462"/>
                  </a:lnTo>
                  <a:lnTo>
                    <a:pt x="655537" y="40150"/>
                  </a:lnTo>
                  <a:lnTo>
                    <a:pt x="648494" y="47193"/>
                  </a:lnTo>
                  <a:lnTo>
                    <a:pt x="639805" y="47193"/>
                  </a:lnTo>
                  <a:lnTo>
                    <a:pt x="631117" y="47193"/>
                  </a:lnTo>
                  <a:lnTo>
                    <a:pt x="624074" y="40150"/>
                  </a:lnTo>
                  <a:lnTo>
                    <a:pt x="624074" y="31462"/>
                  </a:lnTo>
                </a:path>
              </a:pathLst>
            </a:custGeom>
            <a:ln w="19049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19327" y="2340721"/>
              <a:ext cx="81974" cy="66243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6191777" y="2365978"/>
              <a:ext cx="0" cy="346710"/>
            </a:xfrm>
            <a:custGeom>
              <a:avLst/>
              <a:gdLst/>
              <a:ahLst/>
              <a:cxnLst/>
              <a:rect l="l" t="t" r="r" b="b"/>
              <a:pathLst>
                <a:path w="0" h="346710">
                  <a:moveTo>
                    <a:pt x="0" y="0"/>
                  </a:moveTo>
                  <a:lnTo>
                    <a:pt x="0" y="346087"/>
                  </a:lnTo>
                </a:path>
              </a:pathLst>
            </a:custGeom>
            <a:ln w="19049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6264994" y="2333552"/>
            <a:ext cx="446405" cy="36449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59690" marR="5080" indent="-47625">
              <a:lnSpc>
                <a:spcPct val="102299"/>
              </a:lnSpc>
              <a:spcBef>
                <a:spcPts val="70"/>
              </a:spcBef>
            </a:pPr>
            <a:r>
              <a:rPr dirty="0" sz="1100" b="1">
                <a:solidFill>
                  <a:srgbClr val="4D4D4D"/>
                </a:solidFill>
                <a:latin typeface="Roboto"/>
                <a:cs typeface="Roboto"/>
              </a:rPr>
              <a:t>Start</a:t>
            </a:r>
            <a:r>
              <a:rPr dirty="0" sz="1100" spc="-50" b="1">
                <a:solidFill>
                  <a:srgbClr val="4D4D4D"/>
                </a:solidFill>
                <a:latin typeface="Roboto"/>
                <a:cs typeface="Roboto"/>
              </a:rPr>
              <a:t> 1 </a:t>
            </a:r>
            <a:r>
              <a:rPr dirty="0" sz="1100" spc="-20" b="1">
                <a:solidFill>
                  <a:srgbClr val="4D4D4D"/>
                </a:solidFill>
                <a:latin typeface="Roboto"/>
                <a:cs typeface="Roboto"/>
              </a:rPr>
              <a:t>more</a:t>
            </a:r>
            <a:endParaRPr sz="1100">
              <a:latin typeface="Roboto"/>
              <a:cs typeface="Roboto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6745140" y="2721084"/>
            <a:ext cx="530860" cy="522605"/>
            <a:chOff x="6745140" y="2721084"/>
            <a:chExt cx="530860" cy="522605"/>
          </a:xfrm>
        </p:grpSpPr>
        <p:sp>
          <p:nvSpPr>
            <p:cNvPr id="35" name="object 35" descr=""/>
            <p:cNvSpPr/>
            <p:nvPr/>
          </p:nvSpPr>
          <p:spPr>
            <a:xfrm>
              <a:off x="6754665" y="2762071"/>
              <a:ext cx="511809" cy="472440"/>
            </a:xfrm>
            <a:custGeom>
              <a:avLst/>
              <a:gdLst/>
              <a:ahLst/>
              <a:cxnLst/>
              <a:rect l="l" t="t" r="r" b="b"/>
              <a:pathLst>
                <a:path w="511809" h="472439">
                  <a:moveTo>
                    <a:pt x="31462" y="471937"/>
                  </a:moveTo>
                  <a:lnTo>
                    <a:pt x="19215" y="469464"/>
                  </a:lnTo>
                  <a:lnTo>
                    <a:pt x="9215" y="462722"/>
                  </a:lnTo>
                  <a:lnTo>
                    <a:pt x="2472" y="452721"/>
                  </a:lnTo>
                  <a:lnTo>
                    <a:pt x="0" y="440474"/>
                  </a:lnTo>
                  <a:lnTo>
                    <a:pt x="0" y="62924"/>
                  </a:lnTo>
                  <a:lnTo>
                    <a:pt x="2472" y="50678"/>
                  </a:lnTo>
                  <a:lnTo>
                    <a:pt x="9215" y="40677"/>
                  </a:lnTo>
                  <a:lnTo>
                    <a:pt x="19215" y="33934"/>
                  </a:lnTo>
                  <a:lnTo>
                    <a:pt x="31462" y="31462"/>
                  </a:lnTo>
                  <a:lnTo>
                    <a:pt x="480037" y="31462"/>
                  </a:lnTo>
                  <a:lnTo>
                    <a:pt x="492284" y="28990"/>
                  </a:lnTo>
                  <a:lnTo>
                    <a:pt x="502284" y="22247"/>
                  </a:lnTo>
                  <a:lnTo>
                    <a:pt x="509027" y="12246"/>
                  </a:lnTo>
                  <a:lnTo>
                    <a:pt x="511499" y="0"/>
                  </a:lnTo>
                  <a:lnTo>
                    <a:pt x="511499" y="47193"/>
                  </a:lnTo>
                  <a:lnTo>
                    <a:pt x="38505" y="47193"/>
                  </a:lnTo>
                  <a:lnTo>
                    <a:pt x="31462" y="54236"/>
                  </a:lnTo>
                  <a:lnTo>
                    <a:pt x="31462" y="94387"/>
                  </a:lnTo>
                  <a:lnTo>
                    <a:pt x="511499" y="94387"/>
                  </a:lnTo>
                  <a:lnTo>
                    <a:pt x="511499" y="377549"/>
                  </a:lnTo>
                  <a:lnTo>
                    <a:pt x="509027" y="389796"/>
                  </a:lnTo>
                  <a:lnTo>
                    <a:pt x="502284" y="399797"/>
                  </a:lnTo>
                  <a:lnTo>
                    <a:pt x="492284" y="406539"/>
                  </a:lnTo>
                  <a:lnTo>
                    <a:pt x="480037" y="409012"/>
                  </a:lnTo>
                  <a:lnTo>
                    <a:pt x="62924" y="409012"/>
                  </a:lnTo>
                  <a:lnTo>
                    <a:pt x="62924" y="440474"/>
                  </a:lnTo>
                  <a:lnTo>
                    <a:pt x="60452" y="452721"/>
                  </a:lnTo>
                  <a:lnTo>
                    <a:pt x="53709" y="462722"/>
                  </a:lnTo>
                  <a:lnTo>
                    <a:pt x="43709" y="469464"/>
                  </a:lnTo>
                  <a:lnTo>
                    <a:pt x="31462" y="471937"/>
                  </a:lnTo>
                  <a:close/>
                </a:path>
                <a:path w="511809" h="472439">
                  <a:moveTo>
                    <a:pt x="480037" y="31462"/>
                  </a:moveTo>
                  <a:lnTo>
                    <a:pt x="448574" y="31462"/>
                  </a:lnTo>
                  <a:lnTo>
                    <a:pt x="448574" y="8688"/>
                  </a:lnTo>
                  <a:lnTo>
                    <a:pt x="455617" y="15731"/>
                  </a:lnTo>
                  <a:lnTo>
                    <a:pt x="480037" y="15731"/>
                  </a:lnTo>
                  <a:lnTo>
                    <a:pt x="480037" y="31462"/>
                  </a:lnTo>
                  <a:close/>
                </a:path>
                <a:path w="511809" h="472439">
                  <a:moveTo>
                    <a:pt x="480037" y="15731"/>
                  </a:moveTo>
                  <a:lnTo>
                    <a:pt x="472993" y="15731"/>
                  </a:lnTo>
                  <a:lnTo>
                    <a:pt x="480037" y="8688"/>
                  </a:lnTo>
                  <a:lnTo>
                    <a:pt x="480037" y="15731"/>
                  </a:lnTo>
                  <a:close/>
                </a:path>
                <a:path w="511809" h="472439">
                  <a:moveTo>
                    <a:pt x="511499" y="94387"/>
                  </a:moveTo>
                  <a:lnTo>
                    <a:pt x="31462" y="94387"/>
                  </a:lnTo>
                  <a:lnTo>
                    <a:pt x="43709" y="91915"/>
                  </a:lnTo>
                  <a:lnTo>
                    <a:pt x="53709" y="85172"/>
                  </a:lnTo>
                  <a:lnTo>
                    <a:pt x="60452" y="75171"/>
                  </a:lnTo>
                  <a:lnTo>
                    <a:pt x="62924" y="62924"/>
                  </a:lnTo>
                  <a:lnTo>
                    <a:pt x="62924" y="54236"/>
                  </a:lnTo>
                  <a:lnTo>
                    <a:pt x="55881" y="47193"/>
                  </a:lnTo>
                  <a:lnTo>
                    <a:pt x="511499" y="47193"/>
                  </a:lnTo>
                  <a:lnTo>
                    <a:pt x="511499" y="943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6786127" y="2730609"/>
              <a:ext cx="480059" cy="126364"/>
            </a:xfrm>
            <a:custGeom>
              <a:avLst/>
              <a:gdLst/>
              <a:ahLst/>
              <a:cxnLst/>
              <a:rect l="l" t="t" r="r" b="b"/>
              <a:pathLst>
                <a:path w="480059" h="126364">
                  <a:moveTo>
                    <a:pt x="0" y="125849"/>
                  </a:moveTo>
                  <a:lnTo>
                    <a:pt x="0" y="85699"/>
                  </a:lnTo>
                  <a:lnTo>
                    <a:pt x="7042" y="78656"/>
                  </a:lnTo>
                  <a:lnTo>
                    <a:pt x="24418" y="78656"/>
                  </a:lnTo>
                  <a:lnTo>
                    <a:pt x="31462" y="85699"/>
                  </a:lnTo>
                  <a:lnTo>
                    <a:pt x="31462" y="94387"/>
                  </a:lnTo>
                  <a:lnTo>
                    <a:pt x="28989" y="106634"/>
                  </a:lnTo>
                  <a:lnTo>
                    <a:pt x="22247" y="116634"/>
                  </a:lnTo>
                  <a:lnTo>
                    <a:pt x="12246" y="123377"/>
                  </a:lnTo>
                  <a:lnTo>
                    <a:pt x="0" y="125849"/>
                  </a:lnTo>
                  <a:close/>
                </a:path>
                <a:path w="480059" h="126364">
                  <a:moveTo>
                    <a:pt x="441531" y="47193"/>
                  </a:moveTo>
                  <a:lnTo>
                    <a:pt x="424155" y="47193"/>
                  </a:lnTo>
                  <a:lnTo>
                    <a:pt x="417112" y="40150"/>
                  </a:lnTo>
                  <a:lnTo>
                    <a:pt x="417112" y="31462"/>
                  </a:lnTo>
                  <a:lnTo>
                    <a:pt x="419584" y="19215"/>
                  </a:lnTo>
                  <a:lnTo>
                    <a:pt x="426327" y="9215"/>
                  </a:lnTo>
                  <a:lnTo>
                    <a:pt x="436328" y="2472"/>
                  </a:lnTo>
                  <a:lnTo>
                    <a:pt x="448574" y="0"/>
                  </a:lnTo>
                  <a:lnTo>
                    <a:pt x="460821" y="2472"/>
                  </a:lnTo>
                  <a:lnTo>
                    <a:pt x="470822" y="9215"/>
                  </a:lnTo>
                  <a:lnTo>
                    <a:pt x="477564" y="19215"/>
                  </a:lnTo>
                  <a:lnTo>
                    <a:pt x="480037" y="31462"/>
                  </a:lnTo>
                  <a:lnTo>
                    <a:pt x="448574" y="31462"/>
                  </a:lnTo>
                  <a:lnTo>
                    <a:pt x="448574" y="40150"/>
                  </a:lnTo>
                  <a:lnTo>
                    <a:pt x="441531" y="47193"/>
                  </a:lnTo>
                  <a:close/>
                </a:path>
                <a:path w="480059" h="126364">
                  <a:moveTo>
                    <a:pt x="448574" y="62924"/>
                  </a:moveTo>
                  <a:lnTo>
                    <a:pt x="448574" y="31462"/>
                  </a:lnTo>
                  <a:lnTo>
                    <a:pt x="480037" y="31462"/>
                  </a:lnTo>
                  <a:lnTo>
                    <a:pt x="477564" y="43709"/>
                  </a:lnTo>
                  <a:lnTo>
                    <a:pt x="470822" y="53709"/>
                  </a:lnTo>
                  <a:lnTo>
                    <a:pt x="460821" y="60452"/>
                  </a:lnTo>
                  <a:lnTo>
                    <a:pt x="448574" y="62924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6754665" y="2730609"/>
              <a:ext cx="511809" cy="503555"/>
            </a:xfrm>
            <a:custGeom>
              <a:avLst/>
              <a:gdLst/>
              <a:ahLst/>
              <a:cxnLst/>
              <a:rect l="l" t="t" r="r" b="b"/>
              <a:pathLst>
                <a:path w="511809" h="503555">
                  <a:moveTo>
                    <a:pt x="0" y="94387"/>
                  </a:moveTo>
                  <a:lnTo>
                    <a:pt x="2472" y="82140"/>
                  </a:lnTo>
                  <a:lnTo>
                    <a:pt x="9215" y="72140"/>
                  </a:lnTo>
                  <a:lnTo>
                    <a:pt x="19215" y="65397"/>
                  </a:lnTo>
                  <a:lnTo>
                    <a:pt x="31462" y="62924"/>
                  </a:lnTo>
                  <a:lnTo>
                    <a:pt x="448574" y="62924"/>
                  </a:lnTo>
                  <a:lnTo>
                    <a:pt x="448574" y="31462"/>
                  </a:lnTo>
                  <a:lnTo>
                    <a:pt x="451047" y="19215"/>
                  </a:lnTo>
                  <a:lnTo>
                    <a:pt x="457790" y="9215"/>
                  </a:lnTo>
                  <a:lnTo>
                    <a:pt x="467790" y="2472"/>
                  </a:lnTo>
                  <a:lnTo>
                    <a:pt x="480037" y="0"/>
                  </a:lnTo>
                  <a:lnTo>
                    <a:pt x="492284" y="2472"/>
                  </a:lnTo>
                  <a:lnTo>
                    <a:pt x="502284" y="9215"/>
                  </a:lnTo>
                  <a:lnTo>
                    <a:pt x="509027" y="19215"/>
                  </a:lnTo>
                  <a:lnTo>
                    <a:pt x="511499" y="31462"/>
                  </a:lnTo>
                  <a:lnTo>
                    <a:pt x="511499" y="409012"/>
                  </a:lnTo>
                  <a:lnTo>
                    <a:pt x="509027" y="421259"/>
                  </a:lnTo>
                  <a:lnTo>
                    <a:pt x="502284" y="431259"/>
                  </a:lnTo>
                  <a:lnTo>
                    <a:pt x="492284" y="438002"/>
                  </a:lnTo>
                  <a:lnTo>
                    <a:pt x="480037" y="440474"/>
                  </a:lnTo>
                  <a:lnTo>
                    <a:pt x="62924" y="440474"/>
                  </a:lnTo>
                  <a:lnTo>
                    <a:pt x="62924" y="471937"/>
                  </a:lnTo>
                  <a:lnTo>
                    <a:pt x="60452" y="484184"/>
                  </a:lnTo>
                  <a:lnTo>
                    <a:pt x="53709" y="494184"/>
                  </a:lnTo>
                  <a:lnTo>
                    <a:pt x="43709" y="500927"/>
                  </a:lnTo>
                  <a:lnTo>
                    <a:pt x="31462" y="503399"/>
                  </a:lnTo>
                  <a:lnTo>
                    <a:pt x="19215" y="500927"/>
                  </a:lnTo>
                  <a:lnTo>
                    <a:pt x="9215" y="494184"/>
                  </a:lnTo>
                  <a:lnTo>
                    <a:pt x="2472" y="484184"/>
                  </a:lnTo>
                  <a:lnTo>
                    <a:pt x="0" y="471937"/>
                  </a:lnTo>
                  <a:lnTo>
                    <a:pt x="0" y="94387"/>
                  </a:lnTo>
                  <a:close/>
                </a:path>
                <a:path w="511809" h="503555">
                  <a:moveTo>
                    <a:pt x="448574" y="62924"/>
                  </a:moveTo>
                  <a:lnTo>
                    <a:pt x="480037" y="62924"/>
                  </a:lnTo>
                  <a:lnTo>
                    <a:pt x="492284" y="60452"/>
                  </a:lnTo>
                  <a:lnTo>
                    <a:pt x="502284" y="53709"/>
                  </a:lnTo>
                  <a:lnTo>
                    <a:pt x="509027" y="43709"/>
                  </a:lnTo>
                  <a:lnTo>
                    <a:pt x="511499" y="31462"/>
                  </a:lnTo>
                </a:path>
                <a:path w="511809" h="503555">
                  <a:moveTo>
                    <a:pt x="480037" y="62924"/>
                  </a:moveTo>
                  <a:lnTo>
                    <a:pt x="480037" y="31462"/>
                  </a:lnTo>
                  <a:lnTo>
                    <a:pt x="480037" y="40150"/>
                  </a:lnTo>
                  <a:lnTo>
                    <a:pt x="472993" y="47193"/>
                  </a:lnTo>
                  <a:lnTo>
                    <a:pt x="464306" y="47193"/>
                  </a:lnTo>
                  <a:lnTo>
                    <a:pt x="455617" y="47193"/>
                  </a:lnTo>
                  <a:lnTo>
                    <a:pt x="448574" y="40150"/>
                  </a:lnTo>
                  <a:lnTo>
                    <a:pt x="448574" y="31462"/>
                  </a:lnTo>
                </a:path>
              </a:pathLst>
            </a:custGeom>
            <a:ln w="19049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5140" y="2799740"/>
              <a:ext cx="81974" cy="66243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6817590" y="2824996"/>
              <a:ext cx="0" cy="346710"/>
            </a:xfrm>
            <a:custGeom>
              <a:avLst/>
              <a:gdLst/>
              <a:ahLst/>
              <a:cxnLst/>
              <a:rect l="l" t="t" r="r" b="b"/>
              <a:pathLst>
                <a:path w="0" h="346710">
                  <a:moveTo>
                    <a:pt x="0" y="0"/>
                  </a:moveTo>
                  <a:lnTo>
                    <a:pt x="0" y="346087"/>
                  </a:lnTo>
                </a:path>
              </a:pathLst>
            </a:custGeom>
            <a:ln w="19049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/>
          <p:nvPr/>
        </p:nvSpPr>
        <p:spPr>
          <a:xfrm>
            <a:off x="6920947" y="2878296"/>
            <a:ext cx="21082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 b="1">
                <a:solidFill>
                  <a:srgbClr val="4D4D4D"/>
                </a:solidFill>
                <a:latin typeface="Roboto"/>
                <a:cs typeface="Roboto"/>
              </a:rPr>
              <a:t>OK</a:t>
            </a:r>
            <a:endParaRPr sz="1100">
              <a:latin typeface="Roboto"/>
              <a:cs typeface="Roboto"/>
            </a:endParaRPr>
          </a:p>
        </p:txBody>
      </p:sp>
      <p:grpSp>
        <p:nvGrpSpPr>
          <p:cNvPr id="41" name="object 41" descr=""/>
          <p:cNvGrpSpPr/>
          <p:nvPr/>
        </p:nvGrpSpPr>
        <p:grpSpPr>
          <a:xfrm>
            <a:off x="7370859" y="2262056"/>
            <a:ext cx="1184275" cy="1106805"/>
            <a:chOff x="7370859" y="2262056"/>
            <a:chExt cx="1184275" cy="1106805"/>
          </a:xfrm>
        </p:grpSpPr>
        <p:sp>
          <p:nvSpPr>
            <p:cNvPr id="42" name="object 42" descr=""/>
            <p:cNvSpPr/>
            <p:nvPr/>
          </p:nvSpPr>
          <p:spPr>
            <a:xfrm>
              <a:off x="7989184" y="2271581"/>
              <a:ext cx="565785" cy="1097280"/>
            </a:xfrm>
            <a:custGeom>
              <a:avLst/>
              <a:gdLst/>
              <a:ahLst/>
              <a:cxnLst/>
              <a:rect l="l" t="t" r="r" b="b"/>
              <a:pathLst>
                <a:path w="565784" h="1097279">
                  <a:moveTo>
                    <a:pt x="565747" y="250274"/>
                  </a:moveTo>
                  <a:lnTo>
                    <a:pt x="65197" y="250274"/>
                  </a:lnTo>
                  <a:lnTo>
                    <a:pt x="324020" y="0"/>
                  </a:lnTo>
                  <a:lnTo>
                    <a:pt x="565747" y="250274"/>
                  </a:lnTo>
                  <a:close/>
                </a:path>
                <a:path w="565784" h="1097279">
                  <a:moveTo>
                    <a:pt x="99469" y="1096745"/>
                  </a:moveTo>
                  <a:lnTo>
                    <a:pt x="65999" y="1089716"/>
                  </a:lnTo>
                  <a:lnTo>
                    <a:pt x="32752" y="1070881"/>
                  </a:lnTo>
                  <a:lnTo>
                    <a:pt x="0" y="1040155"/>
                  </a:lnTo>
                  <a:lnTo>
                    <a:pt x="18528" y="1017035"/>
                  </a:lnTo>
                  <a:lnTo>
                    <a:pt x="36480" y="990345"/>
                  </a:lnTo>
                  <a:lnTo>
                    <a:pt x="70514" y="926774"/>
                  </a:lnTo>
                  <a:lnTo>
                    <a:pt x="86526" y="890155"/>
                  </a:lnTo>
                  <a:lnTo>
                    <a:pt x="101821" y="850488"/>
                  </a:lnTo>
                  <a:lnTo>
                    <a:pt x="116363" y="807903"/>
                  </a:lnTo>
                  <a:lnTo>
                    <a:pt x="130119" y="762530"/>
                  </a:lnTo>
                  <a:lnTo>
                    <a:pt x="143051" y="714500"/>
                  </a:lnTo>
                  <a:lnTo>
                    <a:pt x="155127" y="663944"/>
                  </a:lnTo>
                  <a:lnTo>
                    <a:pt x="166309" y="610992"/>
                  </a:lnTo>
                  <a:lnTo>
                    <a:pt x="176564" y="555775"/>
                  </a:lnTo>
                  <a:lnTo>
                    <a:pt x="185856" y="498422"/>
                  </a:lnTo>
                  <a:lnTo>
                    <a:pt x="194149" y="439066"/>
                  </a:lnTo>
                  <a:lnTo>
                    <a:pt x="201409" y="377835"/>
                  </a:lnTo>
                  <a:lnTo>
                    <a:pt x="207601" y="314861"/>
                  </a:lnTo>
                  <a:lnTo>
                    <a:pt x="212689" y="250274"/>
                  </a:lnTo>
                  <a:lnTo>
                    <a:pt x="418255" y="250274"/>
                  </a:lnTo>
                  <a:lnTo>
                    <a:pt x="413246" y="313953"/>
                  </a:lnTo>
                  <a:lnTo>
                    <a:pt x="407153" y="376161"/>
                  </a:lnTo>
                  <a:lnTo>
                    <a:pt x="400007" y="436760"/>
                  </a:lnTo>
                  <a:lnTo>
                    <a:pt x="391838" y="495613"/>
                  </a:lnTo>
                  <a:lnTo>
                    <a:pt x="382677" y="552583"/>
                  </a:lnTo>
                  <a:lnTo>
                    <a:pt x="372555" y="607531"/>
                  </a:lnTo>
                  <a:lnTo>
                    <a:pt x="361502" y="660320"/>
                  </a:lnTo>
                  <a:lnTo>
                    <a:pt x="349549" y="710812"/>
                  </a:lnTo>
                  <a:lnTo>
                    <a:pt x="336727" y="758869"/>
                  </a:lnTo>
                  <a:lnTo>
                    <a:pt x="323066" y="804354"/>
                  </a:lnTo>
                  <a:lnTo>
                    <a:pt x="308597" y="847129"/>
                  </a:lnTo>
                  <a:lnTo>
                    <a:pt x="293351" y="887056"/>
                  </a:lnTo>
                  <a:lnTo>
                    <a:pt x="277358" y="923997"/>
                  </a:lnTo>
                  <a:lnTo>
                    <a:pt x="230143" y="1008525"/>
                  </a:lnTo>
                  <a:lnTo>
                    <a:pt x="198500" y="1047859"/>
                  </a:lnTo>
                  <a:lnTo>
                    <a:pt x="165992" y="1075730"/>
                  </a:lnTo>
                  <a:lnTo>
                    <a:pt x="132891" y="1092054"/>
                  </a:lnTo>
                  <a:lnTo>
                    <a:pt x="99469" y="1096745"/>
                  </a:lnTo>
                  <a:close/>
                </a:path>
              </a:pathLst>
            </a:custGeom>
            <a:solidFill>
              <a:srgbClr val="FACB4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7562380" y="2271581"/>
              <a:ext cx="529590" cy="1097280"/>
            </a:xfrm>
            <a:custGeom>
              <a:avLst/>
              <a:gdLst/>
              <a:ahLst/>
              <a:cxnLst/>
              <a:rect l="l" t="t" r="r" b="b"/>
              <a:pathLst>
                <a:path w="529590" h="1097279">
                  <a:moveTo>
                    <a:pt x="529587" y="1096799"/>
                  </a:moveTo>
                  <a:lnTo>
                    <a:pt x="324020" y="1096799"/>
                  </a:lnTo>
                  <a:lnTo>
                    <a:pt x="295530" y="1092555"/>
                  </a:lnTo>
                  <a:lnTo>
                    <a:pt x="239929" y="1059223"/>
                  </a:lnTo>
                  <a:lnTo>
                    <a:pt x="213117" y="1030554"/>
                  </a:lnTo>
                  <a:lnTo>
                    <a:pt x="187162" y="994163"/>
                  </a:lnTo>
                  <a:lnTo>
                    <a:pt x="162214" y="950258"/>
                  </a:lnTo>
                  <a:lnTo>
                    <a:pt x="138422" y="899049"/>
                  </a:lnTo>
                  <a:lnTo>
                    <a:pt x="115936" y="840744"/>
                  </a:lnTo>
                  <a:lnTo>
                    <a:pt x="94903" y="775554"/>
                  </a:lnTo>
                  <a:lnTo>
                    <a:pt x="83108" y="733457"/>
                  </a:lnTo>
                  <a:lnTo>
                    <a:pt x="72035" y="689515"/>
                  </a:lnTo>
                  <a:lnTo>
                    <a:pt x="61699" y="643837"/>
                  </a:lnTo>
                  <a:lnTo>
                    <a:pt x="52114" y="596532"/>
                  </a:lnTo>
                  <a:lnTo>
                    <a:pt x="43292" y="547709"/>
                  </a:lnTo>
                  <a:lnTo>
                    <a:pt x="35246" y="497477"/>
                  </a:lnTo>
                  <a:lnTo>
                    <a:pt x="27991" y="445946"/>
                  </a:lnTo>
                  <a:lnTo>
                    <a:pt x="21540" y="393224"/>
                  </a:lnTo>
                  <a:lnTo>
                    <a:pt x="15905" y="339420"/>
                  </a:lnTo>
                  <a:lnTo>
                    <a:pt x="11101" y="284645"/>
                  </a:lnTo>
                  <a:lnTo>
                    <a:pt x="7140" y="229006"/>
                  </a:lnTo>
                  <a:lnTo>
                    <a:pt x="4036" y="172613"/>
                  </a:lnTo>
                  <a:lnTo>
                    <a:pt x="1802" y="115574"/>
                  </a:lnTo>
                  <a:lnTo>
                    <a:pt x="452" y="58000"/>
                  </a:lnTo>
                  <a:lnTo>
                    <a:pt x="0" y="0"/>
                  </a:lnTo>
                  <a:lnTo>
                    <a:pt x="205566" y="0"/>
                  </a:lnTo>
                  <a:lnTo>
                    <a:pt x="206019" y="58000"/>
                  </a:lnTo>
                  <a:lnTo>
                    <a:pt x="207369" y="115574"/>
                  </a:lnTo>
                  <a:lnTo>
                    <a:pt x="209602" y="172613"/>
                  </a:lnTo>
                  <a:lnTo>
                    <a:pt x="212706" y="229006"/>
                  </a:lnTo>
                  <a:lnTo>
                    <a:pt x="216667" y="284645"/>
                  </a:lnTo>
                  <a:lnTo>
                    <a:pt x="221471" y="339420"/>
                  </a:lnTo>
                  <a:lnTo>
                    <a:pt x="227106" y="393224"/>
                  </a:lnTo>
                  <a:lnTo>
                    <a:pt x="233557" y="445946"/>
                  </a:lnTo>
                  <a:lnTo>
                    <a:pt x="240812" y="497477"/>
                  </a:lnTo>
                  <a:lnTo>
                    <a:pt x="248858" y="547709"/>
                  </a:lnTo>
                  <a:lnTo>
                    <a:pt x="257680" y="596532"/>
                  </a:lnTo>
                  <a:lnTo>
                    <a:pt x="267265" y="643837"/>
                  </a:lnTo>
                  <a:lnTo>
                    <a:pt x="277601" y="689515"/>
                  </a:lnTo>
                  <a:lnTo>
                    <a:pt x="288673" y="733457"/>
                  </a:lnTo>
                  <a:lnTo>
                    <a:pt x="300469" y="775554"/>
                  </a:lnTo>
                  <a:lnTo>
                    <a:pt x="321501" y="840744"/>
                  </a:lnTo>
                  <a:lnTo>
                    <a:pt x="343988" y="899049"/>
                  </a:lnTo>
                  <a:lnTo>
                    <a:pt x="367780" y="950258"/>
                  </a:lnTo>
                  <a:lnTo>
                    <a:pt x="392728" y="994163"/>
                  </a:lnTo>
                  <a:lnTo>
                    <a:pt x="418683" y="1030554"/>
                  </a:lnTo>
                  <a:lnTo>
                    <a:pt x="445496" y="1059223"/>
                  </a:lnTo>
                  <a:lnTo>
                    <a:pt x="501097" y="1092555"/>
                  </a:lnTo>
                  <a:lnTo>
                    <a:pt x="529587" y="1096799"/>
                  </a:lnTo>
                  <a:close/>
                </a:path>
              </a:pathLst>
            </a:custGeom>
            <a:solidFill>
              <a:srgbClr val="C8A2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7380384" y="2303043"/>
              <a:ext cx="687070" cy="472440"/>
            </a:xfrm>
            <a:custGeom>
              <a:avLst/>
              <a:gdLst/>
              <a:ahLst/>
              <a:cxnLst/>
              <a:rect l="l" t="t" r="r" b="b"/>
              <a:pathLst>
                <a:path w="687070" h="472439">
                  <a:moveTo>
                    <a:pt x="31462" y="471937"/>
                  </a:moveTo>
                  <a:lnTo>
                    <a:pt x="19215" y="469465"/>
                  </a:lnTo>
                  <a:lnTo>
                    <a:pt x="9215" y="462722"/>
                  </a:lnTo>
                  <a:lnTo>
                    <a:pt x="2472" y="452721"/>
                  </a:lnTo>
                  <a:lnTo>
                    <a:pt x="0" y="440474"/>
                  </a:lnTo>
                  <a:lnTo>
                    <a:pt x="0" y="62924"/>
                  </a:lnTo>
                  <a:lnTo>
                    <a:pt x="2472" y="50678"/>
                  </a:lnTo>
                  <a:lnTo>
                    <a:pt x="9215" y="40677"/>
                  </a:lnTo>
                  <a:lnTo>
                    <a:pt x="19215" y="33934"/>
                  </a:lnTo>
                  <a:lnTo>
                    <a:pt x="31462" y="31462"/>
                  </a:lnTo>
                  <a:lnTo>
                    <a:pt x="655537" y="31462"/>
                  </a:lnTo>
                  <a:lnTo>
                    <a:pt x="667784" y="28990"/>
                  </a:lnTo>
                  <a:lnTo>
                    <a:pt x="677784" y="22247"/>
                  </a:lnTo>
                  <a:lnTo>
                    <a:pt x="684527" y="12246"/>
                  </a:lnTo>
                  <a:lnTo>
                    <a:pt x="686999" y="0"/>
                  </a:lnTo>
                  <a:lnTo>
                    <a:pt x="686999" y="47193"/>
                  </a:lnTo>
                  <a:lnTo>
                    <a:pt x="38505" y="47193"/>
                  </a:lnTo>
                  <a:lnTo>
                    <a:pt x="31462" y="54236"/>
                  </a:lnTo>
                  <a:lnTo>
                    <a:pt x="31462" y="94387"/>
                  </a:lnTo>
                  <a:lnTo>
                    <a:pt x="686999" y="94387"/>
                  </a:lnTo>
                  <a:lnTo>
                    <a:pt x="686999" y="377549"/>
                  </a:lnTo>
                  <a:lnTo>
                    <a:pt x="684527" y="389796"/>
                  </a:lnTo>
                  <a:lnTo>
                    <a:pt x="677784" y="399797"/>
                  </a:lnTo>
                  <a:lnTo>
                    <a:pt x="667784" y="406540"/>
                  </a:lnTo>
                  <a:lnTo>
                    <a:pt x="655537" y="409012"/>
                  </a:lnTo>
                  <a:lnTo>
                    <a:pt x="62924" y="409012"/>
                  </a:lnTo>
                  <a:lnTo>
                    <a:pt x="62924" y="440474"/>
                  </a:lnTo>
                  <a:lnTo>
                    <a:pt x="60452" y="452721"/>
                  </a:lnTo>
                  <a:lnTo>
                    <a:pt x="53709" y="462722"/>
                  </a:lnTo>
                  <a:lnTo>
                    <a:pt x="43709" y="469465"/>
                  </a:lnTo>
                  <a:lnTo>
                    <a:pt x="31462" y="471937"/>
                  </a:lnTo>
                  <a:close/>
                </a:path>
                <a:path w="687070" h="472439">
                  <a:moveTo>
                    <a:pt x="655537" y="31462"/>
                  </a:moveTo>
                  <a:lnTo>
                    <a:pt x="624074" y="31462"/>
                  </a:lnTo>
                  <a:lnTo>
                    <a:pt x="624074" y="8687"/>
                  </a:lnTo>
                  <a:lnTo>
                    <a:pt x="631117" y="15731"/>
                  </a:lnTo>
                  <a:lnTo>
                    <a:pt x="655537" y="15731"/>
                  </a:lnTo>
                  <a:lnTo>
                    <a:pt x="655537" y="31462"/>
                  </a:lnTo>
                  <a:close/>
                </a:path>
                <a:path w="687070" h="472439">
                  <a:moveTo>
                    <a:pt x="655537" y="15731"/>
                  </a:moveTo>
                  <a:lnTo>
                    <a:pt x="648494" y="15731"/>
                  </a:lnTo>
                  <a:lnTo>
                    <a:pt x="655537" y="8687"/>
                  </a:lnTo>
                  <a:lnTo>
                    <a:pt x="655537" y="15731"/>
                  </a:lnTo>
                  <a:close/>
                </a:path>
                <a:path w="687070" h="472439">
                  <a:moveTo>
                    <a:pt x="686999" y="94387"/>
                  </a:moveTo>
                  <a:lnTo>
                    <a:pt x="31462" y="94387"/>
                  </a:lnTo>
                  <a:lnTo>
                    <a:pt x="43709" y="91915"/>
                  </a:lnTo>
                  <a:lnTo>
                    <a:pt x="53709" y="85172"/>
                  </a:lnTo>
                  <a:lnTo>
                    <a:pt x="60452" y="75171"/>
                  </a:lnTo>
                  <a:lnTo>
                    <a:pt x="62924" y="62924"/>
                  </a:lnTo>
                  <a:lnTo>
                    <a:pt x="62924" y="54236"/>
                  </a:lnTo>
                  <a:lnTo>
                    <a:pt x="55881" y="47193"/>
                  </a:lnTo>
                  <a:lnTo>
                    <a:pt x="686999" y="47193"/>
                  </a:lnTo>
                  <a:lnTo>
                    <a:pt x="686999" y="943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7411846" y="2271581"/>
              <a:ext cx="655955" cy="126364"/>
            </a:xfrm>
            <a:custGeom>
              <a:avLst/>
              <a:gdLst/>
              <a:ahLst/>
              <a:cxnLst/>
              <a:rect l="l" t="t" r="r" b="b"/>
              <a:pathLst>
                <a:path w="655954" h="126364">
                  <a:moveTo>
                    <a:pt x="0" y="125849"/>
                  </a:moveTo>
                  <a:lnTo>
                    <a:pt x="0" y="85699"/>
                  </a:lnTo>
                  <a:lnTo>
                    <a:pt x="7042" y="78656"/>
                  </a:lnTo>
                  <a:lnTo>
                    <a:pt x="24419" y="78656"/>
                  </a:lnTo>
                  <a:lnTo>
                    <a:pt x="31462" y="85699"/>
                  </a:lnTo>
                  <a:lnTo>
                    <a:pt x="31462" y="94387"/>
                  </a:lnTo>
                  <a:lnTo>
                    <a:pt x="28990" y="106634"/>
                  </a:lnTo>
                  <a:lnTo>
                    <a:pt x="22247" y="116634"/>
                  </a:lnTo>
                  <a:lnTo>
                    <a:pt x="12246" y="123377"/>
                  </a:lnTo>
                  <a:lnTo>
                    <a:pt x="0" y="125849"/>
                  </a:lnTo>
                  <a:close/>
                </a:path>
                <a:path w="655954" h="126364">
                  <a:moveTo>
                    <a:pt x="617031" y="47193"/>
                  </a:moveTo>
                  <a:lnTo>
                    <a:pt x="599655" y="47193"/>
                  </a:lnTo>
                  <a:lnTo>
                    <a:pt x="592612" y="40150"/>
                  </a:lnTo>
                  <a:lnTo>
                    <a:pt x="592612" y="31462"/>
                  </a:lnTo>
                  <a:lnTo>
                    <a:pt x="595085" y="19215"/>
                  </a:lnTo>
                  <a:lnTo>
                    <a:pt x="601827" y="9215"/>
                  </a:lnTo>
                  <a:lnTo>
                    <a:pt x="611828" y="2472"/>
                  </a:lnTo>
                  <a:lnTo>
                    <a:pt x="624074" y="0"/>
                  </a:lnTo>
                  <a:lnTo>
                    <a:pt x="636321" y="2472"/>
                  </a:lnTo>
                  <a:lnTo>
                    <a:pt x="646322" y="9215"/>
                  </a:lnTo>
                  <a:lnTo>
                    <a:pt x="653065" y="19215"/>
                  </a:lnTo>
                  <a:lnTo>
                    <a:pt x="655537" y="31462"/>
                  </a:lnTo>
                  <a:lnTo>
                    <a:pt x="624074" y="31462"/>
                  </a:lnTo>
                  <a:lnTo>
                    <a:pt x="624074" y="40150"/>
                  </a:lnTo>
                  <a:lnTo>
                    <a:pt x="617031" y="47193"/>
                  </a:lnTo>
                  <a:close/>
                </a:path>
                <a:path w="655954" h="126364">
                  <a:moveTo>
                    <a:pt x="624074" y="62924"/>
                  </a:moveTo>
                  <a:lnTo>
                    <a:pt x="624074" y="31462"/>
                  </a:lnTo>
                  <a:lnTo>
                    <a:pt x="655537" y="31462"/>
                  </a:lnTo>
                  <a:lnTo>
                    <a:pt x="653065" y="43709"/>
                  </a:lnTo>
                  <a:lnTo>
                    <a:pt x="646322" y="53709"/>
                  </a:lnTo>
                  <a:lnTo>
                    <a:pt x="636321" y="60452"/>
                  </a:lnTo>
                  <a:lnTo>
                    <a:pt x="624074" y="62924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7380384" y="2271581"/>
              <a:ext cx="687070" cy="503555"/>
            </a:xfrm>
            <a:custGeom>
              <a:avLst/>
              <a:gdLst/>
              <a:ahLst/>
              <a:cxnLst/>
              <a:rect l="l" t="t" r="r" b="b"/>
              <a:pathLst>
                <a:path w="687070" h="503555">
                  <a:moveTo>
                    <a:pt x="0" y="94387"/>
                  </a:moveTo>
                  <a:lnTo>
                    <a:pt x="2472" y="82140"/>
                  </a:lnTo>
                  <a:lnTo>
                    <a:pt x="9215" y="72140"/>
                  </a:lnTo>
                  <a:lnTo>
                    <a:pt x="19215" y="65397"/>
                  </a:lnTo>
                  <a:lnTo>
                    <a:pt x="31462" y="62924"/>
                  </a:lnTo>
                  <a:lnTo>
                    <a:pt x="624074" y="62924"/>
                  </a:lnTo>
                  <a:lnTo>
                    <a:pt x="624074" y="31462"/>
                  </a:lnTo>
                  <a:lnTo>
                    <a:pt x="626547" y="19215"/>
                  </a:lnTo>
                  <a:lnTo>
                    <a:pt x="633290" y="9215"/>
                  </a:lnTo>
                  <a:lnTo>
                    <a:pt x="643290" y="2472"/>
                  </a:lnTo>
                  <a:lnTo>
                    <a:pt x="655537" y="0"/>
                  </a:lnTo>
                  <a:lnTo>
                    <a:pt x="667784" y="2472"/>
                  </a:lnTo>
                  <a:lnTo>
                    <a:pt x="677784" y="9215"/>
                  </a:lnTo>
                  <a:lnTo>
                    <a:pt x="684527" y="19215"/>
                  </a:lnTo>
                  <a:lnTo>
                    <a:pt x="686999" y="31462"/>
                  </a:lnTo>
                  <a:lnTo>
                    <a:pt x="686999" y="409012"/>
                  </a:lnTo>
                  <a:lnTo>
                    <a:pt x="684527" y="421259"/>
                  </a:lnTo>
                  <a:lnTo>
                    <a:pt x="677784" y="431259"/>
                  </a:lnTo>
                  <a:lnTo>
                    <a:pt x="667784" y="438002"/>
                  </a:lnTo>
                  <a:lnTo>
                    <a:pt x="655537" y="440474"/>
                  </a:lnTo>
                  <a:lnTo>
                    <a:pt x="62924" y="440474"/>
                  </a:lnTo>
                  <a:lnTo>
                    <a:pt x="62924" y="471937"/>
                  </a:lnTo>
                  <a:lnTo>
                    <a:pt x="60452" y="484184"/>
                  </a:lnTo>
                  <a:lnTo>
                    <a:pt x="53709" y="494184"/>
                  </a:lnTo>
                  <a:lnTo>
                    <a:pt x="43709" y="500927"/>
                  </a:lnTo>
                  <a:lnTo>
                    <a:pt x="31462" y="503399"/>
                  </a:lnTo>
                  <a:lnTo>
                    <a:pt x="19215" y="500927"/>
                  </a:lnTo>
                  <a:lnTo>
                    <a:pt x="9215" y="494184"/>
                  </a:lnTo>
                  <a:lnTo>
                    <a:pt x="2472" y="484184"/>
                  </a:lnTo>
                  <a:lnTo>
                    <a:pt x="0" y="471937"/>
                  </a:lnTo>
                  <a:lnTo>
                    <a:pt x="0" y="94387"/>
                  </a:lnTo>
                  <a:close/>
                </a:path>
                <a:path w="687070" h="503555">
                  <a:moveTo>
                    <a:pt x="624074" y="62924"/>
                  </a:moveTo>
                  <a:lnTo>
                    <a:pt x="655537" y="62924"/>
                  </a:lnTo>
                  <a:lnTo>
                    <a:pt x="667784" y="60452"/>
                  </a:lnTo>
                  <a:lnTo>
                    <a:pt x="677784" y="53709"/>
                  </a:lnTo>
                  <a:lnTo>
                    <a:pt x="684527" y="43709"/>
                  </a:lnTo>
                  <a:lnTo>
                    <a:pt x="686999" y="31462"/>
                  </a:lnTo>
                </a:path>
                <a:path w="687070" h="503555">
                  <a:moveTo>
                    <a:pt x="655537" y="62924"/>
                  </a:moveTo>
                  <a:lnTo>
                    <a:pt x="655537" y="31462"/>
                  </a:lnTo>
                  <a:lnTo>
                    <a:pt x="655537" y="40150"/>
                  </a:lnTo>
                  <a:lnTo>
                    <a:pt x="648494" y="47193"/>
                  </a:lnTo>
                  <a:lnTo>
                    <a:pt x="639805" y="47193"/>
                  </a:lnTo>
                  <a:lnTo>
                    <a:pt x="631117" y="47193"/>
                  </a:lnTo>
                  <a:lnTo>
                    <a:pt x="624074" y="40150"/>
                  </a:lnTo>
                  <a:lnTo>
                    <a:pt x="624074" y="31462"/>
                  </a:lnTo>
                </a:path>
              </a:pathLst>
            </a:custGeom>
            <a:ln w="19049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70859" y="2340712"/>
              <a:ext cx="81974" cy="66243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7443309" y="2365968"/>
              <a:ext cx="0" cy="346710"/>
            </a:xfrm>
            <a:custGeom>
              <a:avLst/>
              <a:gdLst/>
              <a:ahLst/>
              <a:cxnLst/>
              <a:rect l="l" t="t" r="r" b="b"/>
              <a:pathLst>
                <a:path w="0" h="346710">
                  <a:moveTo>
                    <a:pt x="0" y="0"/>
                  </a:moveTo>
                  <a:lnTo>
                    <a:pt x="0" y="346087"/>
                  </a:lnTo>
                </a:path>
              </a:pathLst>
            </a:custGeom>
            <a:ln w="19049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 descr=""/>
          <p:cNvSpPr txBox="1"/>
          <p:nvPr/>
        </p:nvSpPr>
        <p:spPr>
          <a:xfrm>
            <a:off x="7520206" y="2333543"/>
            <a:ext cx="438784" cy="36449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 indent="66040">
              <a:lnSpc>
                <a:spcPct val="102299"/>
              </a:lnSpc>
              <a:spcBef>
                <a:spcPts val="70"/>
              </a:spcBef>
            </a:pPr>
            <a:r>
              <a:rPr dirty="0" sz="1100" spc="-25" b="1">
                <a:solidFill>
                  <a:srgbClr val="4D4D4D"/>
                </a:solidFill>
                <a:latin typeface="Roboto"/>
                <a:cs typeface="Roboto"/>
              </a:rPr>
              <a:t>How </a:t>
            </a:r>
            <a:r>
              <a:rPr dirty="0" sz="1100" spc="-10" b="1">
                <a:solidFill>
                  <a:srgbClr val="4D4D4D"/>
                </a:solidFill>
                <a:latin typeface="Roboto"/>
                <a:cs typeface="Roboto"/>
              </a:rPr>
              <a:t>many?</a:t>
            </a:r>
            <a:endParaRPr sz="1100">
              <a:latin typeface="Roboto"/>
              <a:cs typeface="Roboto"/>
            </a:endParaRPr>
          </a:p>
        </p:txBody>
      </p:sp>
      <p:grpSp>
        <p:nvGrpSpPr>
          <p:cNvPr id="50" name="object 50" descr=""/>
          <p:cNvGrpSpPr/>
          <p:nvPr/>
        </p:nvGrpSpPr>
        <p:grpSpPr>
          <a:xfrm>
            <a:off x="7996672" y="2721074"/>
            <a:ext cx="530860" cy="522605"/>
            <a:chOff x="7996672" y="2721074"/>
            <a:chExt cx="530860" cy="522605"/>
          </a:xfrm>
        </p:grpSpPr>
        <p:sp>
          <p:nvSpPr>
            <p:cNvPr id="51" name="object 51" descr=""/>
            <p:cNvSpPr/>
            <p:nvPr/>
          </p:nvSpPr>
          <p:spPr>
            <a:xfrm>
              <a:off x="8006197" y="2762062"/>
              <a:ext cx="511809" cy="472440"/>
            </a:xfrm>
            <a:custGeom>
              <a:avLst/>
              <a:gdLst/>
              <a:ahLst/>
              <a:cxnLst/>
              <a:rect l="l" t="t" r="r" b="b"/>
              <a:pathLst>
                <a:path w="511809" h="472439">
                  <a:moveTo>
                    <a:pt x="31462" y="471937"/>
                  </a:moveTo>
                  <a:lnTo>
                    <a:pt x="19215" y="469465"/>
                  </a:lnTo>
                  <a:lnTo>
                    <a:pt x="9215" y="462722"/>
                  </a:lnTo>
                  <a:lnTo>
                    <a:pt x="2472" y="452721"/>
                  </a:lnTo>
                  <a:lnTo>
                    <a:pt x="0" y="440474"/>
                  </a:lnTo>
                  <a:lnTo>
                    <a:pt x="0" y="62924"/>
                  </a:lnTo>
                  <a:lnTo>
                    <a:pt x="2472" y="50678"/>
                  </a:lnTo>
                  <a:lnTo>
                    <a:pt x="9215" y="40677"/>
                  </a:lnTo>
                  <a:lnTo>
                    <a:pt x="19215" y="33934"/>
                  </a:lnTo>
                  <a:lnTo>
                    <a:pt x="31462" y="31462"/>
                  </a:lnTo>
                  <a:lnTo>
                    <a:pt x="480037" y="31462"/>
                  </a:lnTo>
                  <a:lnTo>
                    <a:pt x="492284" y="28990"/>
                  </a:lnTo>
                  <a:lnTo>
                    <a:pt x="502284" y="22247"/>
                  </a:lnTo>
                  <a:lnTo>
                    <a:pt x="509027" y="12246"/>
                  </a:lnTo>
                  <a:lnTo>
                    <a:pt x="511499" y="0"/>
                  </a:lnTo>
                  <a:lnTo>
                    <a:pt x="511499" y="47193"/>
                  </a:lnTo>
                  <a:lnTo>
                    <a:pt x="38505" y="47193"/>
                  </a:lnTo>
                  <a:lnTo>
                    <a:pt x="31462" y="54236"/>
                  </a:lnTo>
                  <a:lnTo>
                    <a:pt x="31462" y="94387"/>
                  </a:lnTo>
                  <a:lnTo>
                    <a:pt x="511499" y="94387"/>
                  </a:lnTo>
                  <a:lnTo>
                    <a:pt x="511499" y="377549"/>
                  </a:lnTo>
                  <a:lnTo>
                    <a:pt x="509027" y="389796"/>
                  </a:lnTo>
                  <a:lnTo>
                    <a:pt x="502284" y="399797"/>
                  </a:lnTo>
                  <a:lnTo>
                    <a:pt x="492284" y="406540"/>
                  </a:lnTo>
                  <a:lnTo>
                    <a:pt x="480037" y="409012"/>
                  </a:lnTo>
                  <a:lnTo>
                    <a:pt x="62924" y="409012"/>
                  </a:lnTo>
                  <a:lnTo>
                    <a:pt x="62924" y="440474"/>
                  </a:lnTo>
                  <a:lnTo>
                    <a:pt x="60452" y="452721"/>
                  </a:lnTo>
                  <a:lnTo>
                    <a:pt x="53709" y="462722"/>
                  </a:lnTo>
                  <a:lnTo>
                    <a:pt x="43709" y="469465"/>
                  </a:lnTo>
                  <a:lnTo>
                    <a:pt x="31462" y="471937"/>
                  </a:lnTo>
                  <a:close/>
                </a:path>
                <a:path w="511809" h="472439">
                  <a:moveTo>
                    <a:pt x="480037" y="31462"/>
                  </a:moveTo>
                  <a:lnTo>
                    <a:pt x="448574" y="31462"/>
                  </a:lnTo>
                  <a:lnTo>
                    <a:pt x="448574" y="8687"/>
                  </a:lnTo>
                  <a:lnTo>
                    <a:pt x="455617" y="15731"/>
                  </a:lnTo>
                  <a:lnTo>
                    <a:pt x="480037" y="15731"/>
                  </a:lnTo>
                  <a:lnTo>
                    <a:pt x="480037" y="31462"/>
                  </a:lnTo>
                  <a:close/>
                </a:path>
                <a:path w="511809" h="472439">
                  <a:moveTo>
                    <a:pt x="480037" y="15731"/>
                  </a:moveTo>
                  <a:lnTo>
                    <a:pt x="472994" y="15731"/>
                  </a:lnTo>
                  <a:lnTo>
                    <a:pt x="480037" y="8687"/>
                  </a:lnTo>
                  <a:lnTo>
                    <a:pt x="480037" y="15731"/>
                  </a:lnTo>
                  <a:close/>
                </a:path>
                <a:path w="511809" h="472439">
                  <a:moveTo>
                    <a:pt x="511499" y="94387"/>
                  </a:moveTo>
                  <a:lnTo>
                    <a:pt x="31462" y="94387"/>
                  </a:lnTo>
                  <a:lnTo>
                    <a:pt x="43709" y="91915"/>
                  </a:lnTo>
                  <a:lnTo>
                    <a:pt x="53709" y="85172"/>
                  </a:lnTo>
                  <a:lnTo>
                    <a:pt x="60452" y="75171"/>
                  </a:lnTo>
                  <a:lnTo>
                    <a:pt x="62924" y="62924"/>
                  </a:lnTo>
                  <a:lnTo>
                    <a:pt x="62924" y="54236"/>
                  </a:lnTo>
                  <a:lnTo>
                    <a:pt x="55882" y="47193"/>
                  </a:lnTo>
                  <a:lnTo>
                    <a:pt x="511499" y="47193"/>
                  </a:lnTo>
                  <a:lnTo>
                    <a:pt x="511499" y="943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8037659" y="2730599"/>
              <a:ext cx="480059" cy="126364"/>
            </a:xfrm>
            <a:custGeom>
              <a:avLst/>
              <a:gdLst/>
              <a:ahLst/>
              <a:cxnLst/>
              <a:rect l="l" t="t" r="r" b="b"/>
              <a:pathLst>
                <a:path w="480059" h="126364">
                  <a:moveTo>
                    <a:pt x="0" y="125849"/>
                  </a:moveTo>
                  <a:lnTo>
                    <a:pt x="0" y="85699"/>
                  </a:lnTo>
                  <a:lnTo>
                    <a:pt x="7042" y="78656"/>
                  </a:lnTo>
                  <a:lnTo>
                    <a:pt x="24419" y="78656"/>
                  </a:lnTo>
                  <a:lnTo>
                    <a:pt x="31462" y="85699"/>
                  </a:lnTo>
                  <a:lnTo>
                    <a:pt x="31462" y="94387"/>
                  </a:lnTo>
                  <a:lnTo>
                    <a:pt x="28989" y="106634"/>
                  </a:lnTo>
                  <a:lnTo>
                    <a:pt x="22247" y="116634"/>
                  </a:lnTo>
                  <a:lnTo>
                    <a:pt x="12246" y="123377"/>
                  </a:lnTo>
                  <a:lnTo>
                    <a:pt x="0" y="125849"/>
                  </a:lnTo>
                  <a:close/>
                </a:path>
                <a:path w="480059" h="126364">
                  <a:moveTo>
                    <a:pt x="441532" y="47193"/>
                  </a:moveTo>
                  <a:lnTo>
                    <a:pt x="424155" y="47193"/>
                  </a:lnTo>
                  <a:lnTo>
                    <a:pt x="417112" y="40150"/>
                  </a:lnTo>
                  <a:lnTo>
                    <a:pt x="417112" y="31462"/>
                  </a:lnTo>
                  <a:lnTo>
                    <a:pt x="419584" y="19215"/>
                  </a:lnTo>
                  <a:lnTo>
                    <a:pt x="426327" y="9215"/>
                  </a:lnTo>
                  <a:lnTo>
                    <a:pt x="436328" y="2472"/>
                  </a:lnTo>
                  <a:lnTo>
                    <a:pt x="448574" y="0"/>
                  </a:lnTo>
                  <a:lnTo>
                    <a:pt x="460821" y="2472"/>
                  </a:lnTo>
                  <a:lnTo>
                    <a:pt x="470822" y="9215"/>
                  </a:lnTo>
                  <a:lnTo>
                    <a:pt x="477564" y="19215"/>
                  </a:lnTo>
                  <a:lnTo>
                    <a:pt x="480037" y="31462"/>
                  </a:lnTo>
                  <a:lnTo>
                    <a:pt x="448574" y="31462"/>
                  </a:lnTo>
                  <a:lnTo>
                    <a:pt x="448574" y="40150"/>
                  </a:lnTo>
                  <a:lnTo>
                    <a:pt x="441532" y="47193"/>
                  </a:lnTo>
                  <a:close/>
                </a:path>
                <a:path w="480059" h="126364">
                  <a:moveTo>
                    <a:pt x="448574" y="62924"/>
                  </a:moveTo>
                  <a:lnTo>
                    <a:pt x="448574" y="31462"/>
                  </a:lnTo>
                  <a:lnTo>
                    <a:pt x="480037" y="31462"/>
                  </a:lnTo>
                  <a:lnTo>
                    <a:pt x="477564" y="43709"/>
                  </a:lnTo>
                  <a:lnTo>
                    <a:pt x="470822" y="53709"/>
                  </a:lnTo>
                  <a:lnTo>
                    <a:pt x="460821" y="60452"/>
                  </a:lnTo>
                  <a:lnTo>
                    <a:pt x="448574" y="62924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8006197" y="2730599"/>
              <a:ext cx="511809" cy="503555"/>
            </a:xfrm>
            <a:custGeom>
              <a:avLst/>
              <a:gdLst/>
              <a:ahLst/>
              <a:cxnLst/>
              <a:rect l="l" t="t" r="r" b="b"/>
              <a:pathLst>
                <a:path w="511809" h="503555">
                  <a:moveTo>
                    <a:pt x="0" y="94387"/>
                  </a:moveTo>
                  <a:lnTo>
                    <a:pt x="2472" y="82140"/>
                  </a:lnTo>
                  <a:lnTo>
                    <a:pt x="9215" y="72140"/>
                  </a:lnTo>
                  <a:lnTo>
                    <a:pt x="19215" y="65397"/>
                  </a:lnTo>
                  <a:lnTo>
                    <a:pt x="31462" y="62924"/>
                  </a:lnTo>
                  <a:lnTo>
                    <a:pt x="448574" y="62924"/>
                  </a:lnTo>
                  <a:lnTo>
                    <a:pt x="448574" y="31462"/>
                  </a:lnTo>
                  <a:lnTo>
                    <a:pt x="451047" y="19215"/>
                  </a:lnTo>
                  <a:lnTo>
                    <a:pt x="457790" y="9215"/>
                  </a:lnTo>
                  <a:lnTo>
                    <a:pt x="467790" y="2472"/>
                  </a:lnTo>
                  <a:lnTo>
                    <a:pt x="480037" y="0"/>
                  </a:lnTo>
                  <a:lnTo>
                    <a:pt x="492284" y="2472"/>
                  </a:lnTo>
                  <a:lnTo>
                    <a:pt x="502284" y="9215"/>
                  </a:lnTo>
                  <a:lnTo>
                    <a:pt x="509027" y="19215"/>
                  </a:lnTo>
                  <a:lnTo>
                    <a:pt x="511499" y="31462"/>
                  </a:lnTo>
                  <a:lnTo>
                    <a:pt x="511499" y="409012"/>
                  </a:lnTo>
                  <a:lnTo>
                    <a:pt x="509027" y="421259"/>
                  </a:lnTo>
                  <a:lnTo>
                    <a:pt x="502284" y="431259"/>
                  </a:lnTo>
                  <a:lnTo>
                    <a:pt x="492284" y="438002"/>
                  </a:lnTo>
                  <a:lnTo>
                    <a:pt x="480037" y="440474"/>
                  </a:lnTo>
                  <a:lnTo>
                    <a:pt x="62924" y="440474"/>
                  </a:lnTo>
                  <a:lnTo>
                    <a:pt x="62924" y="471937"/>
                  </a:lnTo>
                  <a:lnTo>
                    <a:pt x="60452" y="484184"/>
                  </a:lnTo>
                  <a:lnTo>
                    <a:pt x="53709" y="494184"/>
                  </a:lnTo>
                  <a:lnTo>
                    <a:pt x="43709" y="500927"/>
                  </a:lnTo>
                  <a:lnTo>
                    <a:pt x="31462" y="503399"/>
                  </a:lnTo>
                  <a:lnTo>
                    <a:pt x="19215" y="500927"/>
                  </a:lnTo>
                  <a:lnTo>
                    <a:pt x="9215" y="494184"/>
                  </a:lnTo>
                  <a:lnTo>
                    <a:pt x="2472" y="484184"/>
                  </a:lnTo>
                  <a:lnTo>
                    <a:pt x="0" y="471937"/>
                  </a:lnTo>
                  <a:lnTo>
                    <a:pt x="0" y="94387"/>
                  </a:lnTo>
                  <a:close/>
                </a:path>
                <a:path w="511809" h="503555">
                  <a:moveTo>
                    <a:pt x="448574" y="62924"/>
                  </a:moveTo>
                  <a:lnTo>
                    <a:pt x="480037" y="62924"/>
                  </a:lnTo>
                  <a:lnTo>
                    <a:pt x="492284" y="60452"/>
                  </a:lnTo>
                  <a:lnTo>
                    <a:pt x="502284" y="53709"/>
                  </a:lnTo>
                  <a:lnTo>
                    <a:pt x="509027" y="43709"/>
                  </a:lnTo>
                  <a:lnTo>
                    <a:pt x="511499" y="31462"/>
                  </a:lnTo>
                </a:path>
                <a:path w="511809" h="503555">
                  <a:moveTo>
                    <a:pt x="480037" y="62924"/>
                  </a:moveTo>
                  <a:lnTo>
                    <a:pt x="480037" y="31462"/>
                  </a:lnTo>
                  <a:lnTo>
                    <a:pt x="480037" y="40150"/>
                  </a:lnTo>
                  <a:lnTo>
                    <a:pt x="472994" y="47193"/>
                  </a:lnTo>
                  <a:lnTo>
                    <a:pt x="464306" y="47193"/>
                  </a:lnTo>
                  <a:lnTo>
                    <a:pt x="455617" y="47193"/>
                  </a:lnTo>
                  <a:lnTo>
                    <a:pt x="448574" y="40150"/>
                  </a:lnTo>
                  <a:lnTo>
                    <a:pt x="448574" y="31462"/>
                  </a:lnTo>
                </a:path>
              </a:pathLst>
            </a:custGeom>
            <a:ln w="19049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6672" y="2799731"/>
              <a:ext cx="81974" cy="66243"/>
            </a:xfrm>
            <a:prstGeom prst="rect">
              <a:avLst/>
            </a:prstGeom>
          </p:spPr>
        </p:pic>
        <p:sp>
          <p:nvSpPr>
            <p:cNvPr id="55" name="object 55" descr=""/>
            <p:cNvSpPr/>
            <p:nvPr/>
          </p:nvSpPr>
          <p:spPr>
            <a:xfrm>
              <a:off x="8069122" y="2824987"/>
              <a:ext cx="0" cy="346710"/>
            </a:xfrm>
            <a:custGeom>
              <a:avLst/>
              <a:gdLst/>
              <a:ahLst/>
              <a:cxnLst/>
              <a:rect l="l" t="t" r="r" b="b"/>
              <a:pathLst>
                <a:path w="0" h="346710">
                  <a:moveTo>
                    <a:pt x="0" y="0"/>
                  </a:moveTo>
                  <a:lnTo>
                    <a:pt x="0" y="346087"/>
                  </a:lnTo>
                </a:path>
              </a:pathLst>
            </a:custGeom>
            <a:ln w="19049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 descr=""/>
          <p:cNvSpPr txBox="1"/>
          <p:nvPr/>
        </p:nvSpPr>
        <p:spPr>
          <a:xfrm>
            <a:off x="8224932" y="2878287"/>
            <a:ext cx="10604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 b="1">
                <a:solidFill>
                  <a:srgbClr val="4D4D4D"/>
                </a:solidFill>
                <a:latin typeface="Roboto"/>
                <a:cs typeface="Roboto"/>
              </a:rPr>
              <a:t>4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59" name="object 5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57" name="object 5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ReplicaSets:</a:t>
            </a:r>
            <a:r>
              <a:rPr dirty="0" spc="-40"/>
              <a:t> </a:t>
            </a:r>
            <a:r>
              <a:rPr dirty="0"/>
              <a:t>Big</a:t>
            </a:r>
            <a:r>
              <a:rPr dirty="0" spc="-35"/>
              <a:t> </a:t>
            </a:r>
            <a:r>
              <a:rPr dirty="0" spc="-10"/>
              <a:t>brother</a:t>
            </a:r>
          </a:p>
        </p:txBody>
      </p:sp>
      <p:sp>
        <p:nvSpPr>
          <p:cNvPr id="58" name="object 58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ReplicaSets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945748" y="863918"/>
            <a:ext cx="6309995" cy="1257300"/>
            <a:chOff x="945748" y="863918"/>
            <a:chExt cx="6309995" cy="1257300"/>
          </a:xfrm>
        </p:grpSpPr>
        <p:sp>
          <p:nvSpPr>
            <p:cNvPr id="4" name="object 4" descr=""/>
            <p:cNvSpPr/>
            <p:nvPr/>
          </p:nvSpPr>
          <p:spPr>
            <a:xfrm>
              <a:off x="2639791" y="900313"/>
              <a:ext cx="1126490" cy="175895"/>
            </a:xfrm>
            <a:custGeom>
              <a:avLst/>
              <a:gdLst/>
              <a:ahLst/>
              <a:cxnLst/>
              <a:rect l="l" t="t" r="r" b="b"/>
              <a:pathLst>
                <a:path w="1126489" h="175894">
                  <a:moveTo>
                    <a:pt x="0" y="0"/>
                  </a:moveTo>
                  <a:lnTo>
                    <a:pt x="1125900" y="0"/>
                  </a:lnTo>
                  <a:lnTo>
                    <a:pt x="1125900" y="175799"/>
                  </a:lnTo>
                </a:path>
              </a:pathLst>
            </a:custGeom>
            <a:ln w="19049">
              <a:solidFill>
                <a:srgbClr val="D844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734225" y="1076113"/>
              <a:ext cx="63500" cy="86995"/>
            </a:xfrm>
            <a:custGeom>
              <a:avLst/>
              <a:gdLst/>
              <a:ahLst/>
              <a:cxnLst/>
              <a:rect l="l" t="t" r="r" b="b"/>
              <a:pathLst>
                <a:path w="63500" h="86994">
                  <a:moveTo>
                    <a:pt x="0" y="0"/>
                  </a:moveTo>
                  <a:lnTo>
                    <a:pt x="31465" y="86450"/>
                  </a:lnTo>
                  <a:lnTo>
                    <a:pt x="62931" y="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D844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639716" y="900013"/>
              <a:ext cx="2579370" cy="176530"/>
            </a:xfrm>
            <a:custGeom>
              <a:avLst/>
              <a:gdLst/>
              <a:ahLst/>
              <a:cxnLst/>
              <a:rect l="l" t="t" r="r" b="b"/>
              <a:pathLst>
                <a:path w="2579370" h="176530">
                  <a:moveTo>
                    <a:pt x="0" y="0"/>
                  </a:moveTo>
                  <a:lnTo>
                    <a:pt x="2578800" y="0"/>
                  </a:lnTo>
                  <a:lnTo>
                    <a:pt x="2578800" y="176099"/>
                  </a:lnTo>
                </a:path>
              </a:pathLst>
            </a:custGeom>
            <a:ln w="19049">
              <a:solidFill>
                <a:srgbClr val="D844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187050" y="1076113"/>
              <a:ext cx="63500" cy="86995"/>
            </a:xfrm>
            <a:custGeom>
              <a:avLst/>
              <a:gdLst/>
              <a:ahLst/>
              <a:cxnLst/>
              <a:rect l="l" t="t" r="r" b="b"/>
              <a:pathLst>
                <a:path w="63500" h="86994">
                  <a:moveTo>
                    <a:pt x="0" y="0"/>
                  </a:moveTo>
                  <a:lnTo>
                    <a:pt x="31465" y="86450"/>
                  </a:lnTo>
                  <a:lnTo>
                    <a:pt x="62931" y="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D844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016441" y="901213"/>
              <a:ext cx="1765300" cy="175260"/>
            </a:xfrm>
            <a:custGeom>
              <a:avLst/>
              <a:gdLst/>
              <a:ahLst/>
              <a:cxnLst/>
              <a:rect l="l" t="t" r="r" b="b"/>
              <a:pathLst>
                <a:path w="1765300" h="175259">
                  <a:moveTo>
                    <a:pt x="0" y="0"/>
                  </a:moveTo>
                  <a:lnTo>
                    <a:pt x="1764899" y="0"/>
                  </a:lnTo>
                  <a:lnTo>
                    <a:pt x="1764899" y="174899"/>
                  </a:lnTo>
                </a:path>
              </a:pathLst>
            </a:custGeom>
            <a:ln w="19049">
              <a:solidFill>
                <a:srgbClr val="D02D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749875" y="1076113"/>
              <a:ext cx="63500" cy="86995"/>
            </a:xfrm>
            <a:custGeom>
              <a:avLst/>
              <a:gdLst/>
              <a:ahLst/>
              <a:cxnLst/>
              <a:rect l="l" t="t" r="r" b="b"/>
              <a:pathLst>
                <a:path w="63500" h="86994">
                  <a:moveTo>
                    <a:pt x="0" y="0"/>
                  </a:moveTo>
                  <a:lnTo>
                    <a:pt x="31465" y="86450"/>
                  </a:lnTo>
                  <a:lnTo>
                    <a:pt x="62931" y="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D02D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291535" y="1190421"/>
              <a:ext cx="2401570" cy="836930"/>
            </a:xfrm>
            <a:custGeom>
              <a:avLst/>
              <a:gdLst/>
              <a:ahLst/>
              <a:cxnLst/>
              <a:rect l="l" t="t" r="r" b="b"/>
              <a:pathLst>
                <a:path w="2401570" h="836930">
                  <a:moveTo>
                    <a:pt x="948296" y="139446"/>
                  </a:moveTo>
                  <a:lnTo>
                    <a:pt x="937679" y="86080"/>
                  </a:lnTo>
                  <a:lnTo>
                    <a:pt x="907453" y="40843"/>
                  </a:lnTo>
                  <a:lnTo>
                    <a:pt x="862215" y="10617"/>
                  </a:lnTo>
                  <a:lnTo>
                    <a:pt x="808850" y="0"/>
                  </a:lnTo>
                  <a:lnTo>
                    <a:pt x="139458" y="0"/>
                  </a:lnTo>
                  <a:lnTo>
                    <a:pt x="95377" y="7112"/>
                  </a:lnTo>
                  <a:lnTo>
                    <a:pt x="57099" y="26898"/>
                  </a:lnTo>
                  <a:lnTo>
                    <a:pt x="26911" y="57086"/>
                  </a:lnTo>
                  <a:lnTo>
                    <a:pt x="7112" y="95377"/>
                  </a:lnTo>
                  <a:lnTo>
                    <a:pt x="0" y="139446"/>
                  </a:lnTo>
                  <a:lnTo>
                    <a:pt x="0" y="697242"/>
                  </a:lnTo>
                  <a:lnTo>
                    <a:pt x="7112" y="741324"/>
                  </a:lnTo>
                  <a:lnTo>
                    <a:pt x="26911" y="779602"/>
                  </a:lnTo>
                  <a:lnTo>
                    <a:pt x="57099" y="809790"/>
                  </a:lnTo>
                  <a:lnTo>
                    <a:pt x="95377" y="829589"/>
                  </a:lnTo>
                  <a:lnTo>
                    <a:pt x="139458" y="836701"/>
                  </a:lnTo>
                  <a:lnTo>
                    <a:pt x="808850" y="836701"/>
                  </a:lnTo>
                  <a:lnTo>
                    <a:pt x="852919" y="829589"/>
                  </a:lnTo>
                  <a:lnTo>
                    <a:pt x="891209" y="809790"/>
                  </a:lnTo>
                  <a:lnTo>
                    <a:pt x="921397" y="779602"/>
                  </a:lnTo>
                  <a:lnTo>
                    <a:pt x="941184" y="741324"/>
                  </a:lnTo>
                  <a:lnTo>
                    <a:pt x="948296" y="697242"/>
                  </a:lnTo>
                  <a:lnTo>
                    <a:pt x="948296" y="139446"/>
                  </a:lnTo>
                  <a:close/>
                </a:path>
                <a:path w="2401570" h="836930">
                  <a:moveTo>
                    <a:pt x="2401125" y="139446"/>
                  </a:moveTo>
                  <a:lnTo>
                    <a:pt x="2390508" y="86080"/>
                  </a:lnTo>
                  <a:lnTo>
                    <a:pt x="2360282" y="40843"/>
                  </a:lnTo>
                  <a:lnTo>
                    <a:pt x="2315032" y="10617"/>
                  </a:lnTo>
                  <a:lnTo>
                    <a:pt x="2261666" y="0"/>
                  </a:lnTo>
                  <a:lnTo>
                    <a:pt x="1592275" y="0"/>
                  </a:lnTo>
                  <a:lnTo>
                    <a:pt x="1548193" y="7112"/>
                  </a:lnTo>
                  <a:lnTo>
                    <a:pt x="1509915" y="26898"/>
                  </a:lnTo>
                  <a:lnTo>
                    <a:pt x="1479727" y="57086"/>
                  </a:lnTo>
                  <a:lnTo>
                    <a:pt x="1459928" y="95377"/>
                  </a:lnTo>
                  <a:lnTo>
                    <a:pt x="1452829" y="139446"/>
                  </a:lnTo>
                  <a:lnTo>
                    <a:pt x="1452829" y="697242"/>
                  </a:lnTo>
                  <a:lnTo>
                    <a:pt x="1459928" y="741324"/>
                  </a:lnTo>
                  <a:lnTo>
                    <a:pt x="1479727" y="779602"/>
                  </a:lnTo>
                  <a:lnTo>
                    <a:pt x="1509915" y="809790"/>
                  </a:lnTo>
                  <a:lnTo>
                    <a:pt x="1548193" y="829589"/>
                  </a:lnTo>
                  <a:lnTo>
                    <a:pt x="1592275" y="836701"/>
                  </a:lnTo>
                  <a:lnTo>
                    <a:pt x="2261666" y="836701"/>
                  </a:lnTo>
                  <a:lnTo>
                    <a:pt x="2305748" y="829589"/>
                  </a:lnTo>
                  <a:lnTo>
                    <a:pt x="2344026" y="809790"/>
                  </a:lnTo>
                  <a:lnTo>
                    <a:pt x="2374214" y="779602"/>
                  </a:lnTo>
                  <a:lnTo>
                    <a:pt x="2394013" y="741324"/>
                  </a:lnTo>
                  <a:lnTo>
                    <a:pt x="2401125" y="697242"/>
                  </a:lnTo>
                  <a:lnTo>
                    <a:pt x="2401125" y="139446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854960" y="1914220"/>
              <a:ext cx="2411095" cy="207010"/>
            </a:xfrm>
            <a:custGeom>
              <a:avLst/>
              <a:gdLst/>
              <a:ahLst/>
              <a:cxnLst/>
              <a:rect l="l" t="t" r="r" b="b"/>
              <a:pathLst>
                <a:path w="2411095" h="207010">
                  <a:moveTo>
                    <a:pt x="957300" y="34404"/>
                  </a:moveTo>
                  <a:lnTo>
                    <a:pt x="936066" y="2628"/>
                  </a:lnTo>
                  <a:lnTo>
                    <a:pt x="922896" y="0"/>
                  </a:lnTo>
                  <a:lnTo>
                    <a:pt x="34404" y="0"/>
                  </a:lnTo>
                  <a:lnTo>
                    <a:pt x="21005" y="2705"/>
                  </a:lnTo>
                  <a:lnTo>
                    <a:pt x="10071" y="10083"/>
                  </a:lnTo>
                  <a:lnTo>
                    <a:pt x="2705" y="21018"/>
                  </a:lnTo>
                  <a:lnTo>
                    <a:pt x="0" y="34404"/>
                  </a:lnTo>
                  <a:lnTo>
                    <a:pt x="0" y="172008"/>
                  </a:lnTo>
                  <a:lnTo>
                    <a:pt x="2705" y="185394"/>
                  </a:lnTo>
                  <a:lnTo>
                    <a:pt x="10071" y="196329"/>
                  </a:lnTo>
                  <a:lnTo>
                    <a:pt x="21005" y="203695"/>
                  </a:lnTo>
                  <a:lnTo>
                    <a:pt x="34404" y="206400"/>
                  </a:lnTo>
                  <a:lnTo>
                    <a:pt x="922896" y="206400"/>
                  </a:lnTo>
                  <a:lnTo>
                    <a:pt x="936294" y="203695"/>
                  </a:lnTo>
                  <a:lnTo>
                    <a:pt x="947229" y="196329"/>
                  </a:lnTo>
                  <a:lnTo>
                    <a:pt x="954595" y="185394"/>
                  </a:lnTo>
                  <a:lnTo>
                    <a:pt x="957300" y="172008"/>
                  </a:lnTo>
                  <a:lnTo>
                    <a:pt x="957300" y="34404"/>
                  </a:lnTo>
                  <a:close/>
                </a:path>
                <a:path w="2411095" h="207010">
                  <a:moveTo>
                    <a:pt x="2410752" y="34404"/>
                  </a:moveTo>
                  <a:lnTo>
                    <a:pt x="2389517" y="2628"/>
                  </a:lnTo>
                  <a:lnTo>
                    <a:pt x="2376347" y="0"/>
                  </a:lnTo>
                  <a:lnTo>
                    <a:pt x="1487855" y="0"/>
                  </a:lnTo>
                  <a:lnTo>
                    <a:pt x="1474457" y="2705"/>
                  </a:lnTo>
                  <a:lnTo>
                    <a:pt x="1463522" y="10083"/>
                  </a:lnTo>
                  <a:lnTo>
                    <a:pt x="1456156" y="21018"/>
                  </a:lnTo>
                  <a:lnTo>
                    <a:pt x="1453451" y="34404"/>
                  </a:lnTo>
                  <a:lnTo>
                    <a:pt x="1453451" y="172008"/>
                  </a:lnTo>
                  <a:lnTo>
                    <a:pt x="1456156" y="185394"/>
                  </a:lnTo>
                  <a:lnTo>
                    <a:pt x="1463522" y="196329"/>
                  </a:lnTo>
                  <a:lnTo>
                    <a:pt x="1474457" y="203695"/>
                  </a:lnTo>
                  <a:lnTo>
                    <a:pt x="1487855" y="206400"/>
                  </a:lnTo>
                  <a:lnTo>
                    <a:pt x="2376347" y="206400"/>
                  </a:lnTo>
                  <a:lnTo>
                    <a:pt x="2389733" y="203695"/>
                  </a:lnTo>
                  <a:lnTo>
                    <a:pt x="2400668" y="196329"/>
                  </a:lnTo>
                  <a:lnTo>
                    <a:pt x="2408047" y="185394"/>
                  </a:lnTo>
                  <a:lnTo>
                    <a:pt x="2410752" y="172008"/>
                  </a:lnTo>
                  <a:lnTo>
                    <a:pt x="2410752" y="34404"/>
                  </a:lnTo>
                  <a:close/>
                </a:path>
              </a:pathLst>
            </a:custGeom>
            <a:solidFill>
              <a:srgbClr val="D844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307191" y="1190413"/>
              <a:ext cx="948690" cy="836930"/>
            </a:xfrm>
            <a:custGeom>
              <a:avLst/>
              <a:gdLst/>
              <a:ahLst/>
              <a:cxnLst/>
              <a:rect l="l" t="t" r="r" b="b"/>
              <a:pathLst>
                <a:path w="948690" h="836930">
                  <a:moveTo>
                    <a:pt x="808846" y="836699"/>
                  </a:moveTo>
                  <a:lnTo>
                    <a:pt x="139452" y="836699"/>
                  </a:lnTo>
                  <a:lnTo>
                    <a:pt x="95374" y="829590"/>
                  </a:lnTo>
                  <a:lnTo>
                    <a:pt x="57093" y="809793"/>
                  </a:lnTo>
                  <a:lnTo>
                    <a:pt x="26906" y="779606"/>
                  </a:lnTo>
                  <a:lnTo>
                    <a:pt x="7109" y="741325"/>
                  </a:lnTo>
                  <a:lnTo>
                    <a:pt x="0" y="697247"/>
                  </a:lnTo>
                  <a:lnTo>
                    <a:pt x="0" y="139452"/>
                  </a:lnTo>
                  <a:lnTo>
                    <a:pt x="7109" y="95374"/>
                  </a:lnTo>
                  <a:lnTo>
                    <a:pt x="26906" y="57093"/>
                  </a:lnTo>
                  <a:lnTo>
                    <a:pt x="57093" y="26906"/>
                  </a:lnTo>
                  <a:lnTo>
                    <a:pt x="95374" y="7109"/>
                  </a:lnTo>
                  <a:lnTo>
                    <a:pt x="139452" y="0"/>
                  </a:lnTo>
                  <a:lnTo>
                    <a:pt x="808846" y="0"/>
                  </a:lnTo>
                  <a:lnTo>
                    <a:pt x="862213" y="10615"/>
                  </a:lnTo>
                  <a:lnTo>
                    <a:pt x="907455" y="40844"/>
                  </a:lnTo>
                  <a:lnTo>
                    <a:pt x="937684" y="86086"/>
                  </a:lnTo>
                  <a:lnTo>
                    <a:pt x="948299" y="139452"/>
                  </a:lnTo>
                  <a:lnTo>
                    <a:pt x="948299" y="697247"/>
                  </a:lnTo>
                  <a:lnTo>
                    <a:pt x="941190" y="741325"/>
                  </a:lnTo>
                  <a:lnTo>
                    <a:pt x="921393" y="779606"/>
                  </a:lnTo>
                  <a:lnTo>
                    <a:pt x="891206" y="809793"/>
                  </a:lnTo>
                  <a:lnTo>
                    <a:pt x="852924" y="829590"/>
                  </a:lnTo>
                  <a:lnTo>
                    <a:pt x="808846" y="8366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883291" y="1914218"/>
              <a:ext cx="957580" cy="207010"/>
            </a:xfrm>
            <a:custGeom>
              <a:avLst/>
              <a:gdLst/>
              <a:ahLst/>
              <a:cxnLst/>
              <a:rect l="l" t="t" r="r" b="b"/>
              <a:pathLst>
                <a:path w="957579" h="207010">
                  <a:moveTo>
                    <a:pt x="922898" y="206399"/>
                  </a:moveTo>
                  <a:lnTo>
                    <a:pt x="34400" y="206399"/>
                  </a:lnTo>
                  <a:lnTo>
                    <a:pt x="21010" y="203696"/>
                  </a:lnTo>
                  <a:lnTo>
                    <a:pt x="10075" y="196324"/>
                  </a:lnTo>
                  <a:lnTo>
                    <a:pt x="2703" y="185389"/>
                  </a:lnTo>
                  <a:lnTo>
                    <a:pt x="0" y="171999"/>
                  </a:lnTo>
                  <a:lnTo>
                    <a:pt x="0" y="34400"/>
                  </a:lnTo>
                  <a:lnTo>
                    <a:pt x="2703" y="21010"/>
                  </a:lnTo>
                  <a:lnTo>
                    <a:pt x="10075" y="10075"/>
                  </a:lnTo>
                  <a:lnTo>
                    <a:pt x="21010" y="2703"/>
                  </a:lnTo>
                  <a:lnTo>
                    <a:pt x="34400" y="0"/>
                  </a:lnTo>
                  <a:lnTo>
                    <a:pt x="922898" y="0"/>
                  </a:lnTo>
                  <a:lnTo>
                    <a:pt x="954681" y="21236"/>
                  </a:lnTo>
                  <a:lnTo>
                    <a:pt x="957299" y="34400"/>
                  </a:lnTo>
                  <a:lnTo>
                    <a:pt x="957299" y="171999"/>
                  </a:lnTo>
                  <a:lnTo>
                    <a:pt x="954596" y="185389"/>
                  </a:lnTo>
                  <a:lnTo>
                    <a:pt x="947224" y="196324"/>
                  </a:lnTo>
                  <a:lnTo>
                    <a:pt x="936289" y="203696"/>
                  </a:lnTo>
                  <a:lnTo>
                    <a:pt x="922898" y="206399"/>
                  </a:lnTo>
                  <a:close/>
                </a:path>
              </a:pathLst>
            </a:custGeom>
            <a:solidFill>
              <a:srgbClr val="D844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945748" y="863918"/>
              <a:ext cx="1859914" cy="1191260"/>
            </a:xfrm>
            <a:custGeom>
              <a:avLst/>
              <a:gdLst/>
              <a:ahLst/>
              <a:cxnLst/>
              <a:rect l="l" t="t" r="r" b="b"/>
              <a:pathLst>
                <a:path w="1859914" h="1191260">
                  <a:moveTo>
                    <a:pt x="1661131" y="1190999"/>
                  </a:moveTo>
                  <a:lnTo>
                    <a:pt x="198503" y="1190999"/>
                  </a:lnTo>
                  <a:lnTo>
                    <a:pt x="152988" y="1185757"/>
                  </a:lnTo>
                  <a:lnTo>
                    <a:pt x="111206" y="1170823"/>
                  </a:lnTo>
                  <a:lnTo>
                    <a:pt x="74349" y="1147390"/>
                  </a:lnTo>
                  <a:lnTo>
                    <a:pt x="43609" y="1116650"/>
                  </a:lnTo>
                  <a:lnTo>
                    <a:pt x="20176" y="1079793"/>
                  </a:lnTo>
                  <a:lnTo>
                    <a:pt x="5242" y="1038011"/>
                  </a:lnTo>
                  <a:lnTo>
                    <a:pt x="0" y="992496"/>
                  </a:lnTo>
                  <a:lnTo>
                    <a:pt x="0" y="198503"/>
                  </a:lnTo>
                  <a:lnTo>
                    <a:pt x="5242" y="152988"/>
                  </a:lnTo>
                  <a:lnTo>
                    <a:pt x="20176" y="111207"/>
                  </a:lnTo>
                  <a:lnTo>
                    <a:pt x="43609" y="74349"/>
                  </a:lnTo>
                  <a:lnTo>
                    <a:pt x="74349" y="43609"/>
                  </a:lnTo>
                  <a:lnTo>
                    <a:pt x="111206" y="20176"/>
                  </a:lnTo>
                  <a:lnTo>
                    <a:pt x="152988" y="5242"/>
                  </a:lnTo>
                  <a:lnTo>
                    <a:pt x="198503" y="0"/>
                  </a:lnTo>
                  <a:lnTo>
                    <a:pt x="1661131" y="0"/>
                  </a:lnTo>
                  <a:lnTo>
                    <a:pt x="1700038" y="3849"/>
                  </a:lnTo>
                  <a:lnTo>
                    <a:pt x="1737095" y="15110"/>
                  </a:lnTo>
                  <a:lnTo>
                    <a:pt x="1771261" y="33351"/>
                  </a:lnTo>
                  <a:lnTo>
                    <a:pt x="1801495" y="58140"/>
                  </a:lnTo>
                  <a:lnTo>
                    <a:pt x="1826284" y="88373"/>
                  </a:lnTo>
                  <a:lnTo>
                    <a:pt x="1844525" y="122539"/>
                  </a:lnTo>
                  <a:lnTo>
                    <a:pt x="1855785" y="159596"/>
                  </a:lnTo>
                  <a:lnTo>
                    <a:pt x="1859635" y="198503"/>
                  </a:lnTo>
                  <a:lnTo>
                    <a:pt x="1859635" y="992496"/>
                  </a:lnTo>
                  <a:lnTo>
                    <a:pt x="1854392" y="1038011"/>
                  </a:lnTo>
                  <a:lnTo>
                    <a:pt x="1839459" y="1079793"/>
                  </a:lnTo>
                  <a:lnTo>
                    <a:pt x="1816026" y="1116650"/>
                  </a:lnTo>
                  <a:lnTo>
                    <a:pt x="1785285" y="1147390"/>
                  </a:lnTo>
                  <a:lnTo>
                    <a:pt x="1748428" y="1170823"/>
                  </a:lnTo>
                  <a:lnTo>
                    <a:pt x="1706646" y="1185757"/>
                  </a:lnTo>
                  <a:lnTo>
                    <a:pt x="1661131" y="1190999"/>
                  </a:lnTo>
                  <a:close/>
                </a:path>
              </a:pathLst>
            </a:custGeom>
            <a:solidFill>
              <a:srgbClr val="E4A01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/>
          <p:nvPr/>
        </p:nvSpPr>
        <p:spPr>
          <a:xfrm>
            <a:off x="1308239" y="2563901"/>
            <a:ext cx="5439410" cy="19050"/>
          </a:xfrm>
          <a:custGeom>
            <a:avLst/>
            <a:gdLst/>
            <a:ahLst/>
            <a:cxnLst/>
            <a:rect l="l" t="t" r="r" b="b"/>
            <a:pathLst>
              <a:path w="5439409" h="19050">
                <a:moveTo>
                  <a:pt x="5439308" y="0"/>
                </a:moveTo>
                <a:lnTo>
                  <a:pt x="0" y="0"/>
                </a:lnTo>
                <a:lnTo>
                  <a:pt x="0" y="19050"/>
                </a:lnTo>
                <a:lnTo>
                  <a:pt x="5439308" y="19050"/>
                </a:lnTo>
                <a:lnTo>
                  <a:pt x="5439308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1024422" y="939631"/>
            <a:ext cx="1681480" cy="1076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FFFFFF"/>
                </a:solidFill>
                <a:latin typeface="Open Sans"/>
                <a:cs typeface="Open Sans"/>
              </a:rPr>
              <a:t>ReplicaSet</a:t>
            </a:r>
            <a:endParaRPr sz="1400">
              <a:latin typeface="Open Sans"/>
              <a:cs typeface="Open Sans"/>
            </a:endParaRPr>
          </a:p>
          <a:p>
            <a:pPr marL="12700">
              <a:lnSpc>
                <a:spcPts val="1664"/>
              </a:lnSpc>
              <a:spcBef>
                <a:spcPts val="1620"/>
              </a:spcBef>
            </a:pPr>
            <a:r>
              <a:rPr dirty="0" sz="1400">
                <a:solidFill>
                  <a:srgbClr val="FFFFFF"/>
                </a:solidFill>
                <a:latin typeface="Open Sans"/>
                <a:cs typeface="Open Sans"/>
              </a:rPr>
              <a:t>#pods</a:t>
            </a:r>
            <a:r>
              <a:rPr dirty="0" sz="1400" spc="-4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400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sz="1400" spc="-3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Open Sans"/>
                <a:cs typeface="Open Sans"/>
              </a:rPr>
              <a:t>3</a:t>
            </a:r>
            <a:endParaRPr sz="1400">
              <a:latin typeface="Open Sans"/>
              <a:cs typeface="Open Sans"/>
            </a:endParaRPr>
          </a:p>
          <a:p>
            <a:pPr marL="12700">
              <a:lnSpc>
                <a:spcPts val="1650"/>
              </a:lnSpc>
            </a:pPr>
            <a:r>
              <a:rPr dirty="0" sz="1400" b="1">
                <a:solidFill>
                  <a:srgbClr val="FFFFFF"/>
                </a:solidFill>
                <a:latin typeface="Open Sans"/>
                <a:cs typeface="Open Sans"/>
              </a:rPr>
              <a:t>app</a:t>
            </a:r>
            <a:r>
              <a:rPr dirty="0" sz="1400" spc="-3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sz="1400" spc="-2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Open Sans"/>
                <a:cs typeface="Open Sans"/>
              </a:rPr>
              <a:t>demo</a:t>
            </a:r>
            <a:endParaRPr sz="1400">
              <a:latin typeface="Open Sans"/>
              <a:cs typeface="Open Sans"/>
            </a:endParaRPr>
          </a:p>
          <a:p>
            <a:pPr marL="12700">
              <a:lnSpc>
                <a:spcPts val="1664"/>
              </a:lnSpc>
            </a:pPr>
            <a:r>
              <a:rPr dirty="0" sz="1400" b="1">
                <a:solidFill>
                  <a:srgbClr val="FFFFFF"/>
                </a:solidFill>
                <a:latin typeface="Open Sans"/>
                <a:cs typeface="Open Sans"/>
              </a:rPr>
              <a:t>color</a:t>
            </a:r>
            <a:r>
              <a:rPr dirty="0" sz="1400" spc="-2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Open Sans"/>
                <a:cs typeface="Open Sans"/>
              </a:rPr>
              <a:t>in</a:t>
            </a:r>
            <a:r>
              <a:rPr dirty="0" sz="1400" spc="-2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Open Sans"/>
                <a:cs typeface="Open Sans"/>
              </a:rPr>
              <a:t>(blue,grey)</a:t>
            </a:r>
            <a:endParaRPr sz="1400">
              <a:latin typeface="Open Sans"/>
              <a:cs typeface="Open Sans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2857190" y="2122934"/>
            <a:ext cx="957580" cy="207010"/>
          </a:xfrm>
          <a:custGeom>
            <a:avLst/>
            <a:gdLst/>
            <a:ahLst/>
            <a:cxnLst/>
            <a:rect l="l" t="t" r="r" b="b"/>
            <a:pathLst>
              <a:path w="957579" h="207010">
                <a:moveTo>
                  <a:pt x="922899" y="206399"/>
                </a:moveTo>
                <a:lnTo>
                  <a:pt x="34400" y="206399"/>
                </a:lnTo>
                <a:lnTo>
                  <a:pt x="21010" y="203696"/>
                </a:lnTo>
                <a:lnTo>
                  <a:pt x="10075" y="196324"/>
                </a:lnTo>
                <a:lnTo>
                  <a:pt x="2703" y="185389"/>
                </a:lnTo>
                <a:lnTo>
                  <a:pt x="0" y="171999"/>
                </a:lnTo>
                <a:lnTo>
                  <a:pt x="0" y="34400"/>
                </a:lnTo>
                <a:lnTo>
                  <a:pt x="2703" y="21010"/>
                </a:lnTo>
                <a:lnTo>
                  <a:pt x="10075" y="10075"/>
                </a:lnTo>
                <a:lnTo>
                  <a:pt x="21010" y="2703"/>
                </a:lnTo>
                <a:lnTo>
                  <a:pt x="34400" y="0"/>
                </a:lnTo>
                <a:lnTo>
                  <a:pt x="922899" y="0"/>
                </a:lnTo>
                <a:lnTo>
                  <a:pt x="954681" y="21235"/>
                </a:lnTo>
                <a:lnTo>
                  <a:pt x="957299" y="34400"/>
                </a:lnTo>
                <a:lnTo>
                  <a:pt x="957299" y="171999"/>
                </a:lnTo>
                <a:lnTo>
                  <a:pt x="954596" y="185389"/>
                </a:lnTo>
                <a:lnTo>
                  <a:pt x="947224" y="196324"/>
                </a:lnTo>
                <a:lnTo>
                  <a:pt x="936289" y="203696"/>
                </a:lnTo>
                <a:lnTo>
                  <a:pt x="922899" y="206399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2953733" y="1867122"/>
            <a:ext cx="762000" cy="443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4" marR="5080" indent="-2540">
              <a:lnSpc>
                <a:spcPct val="137000"/>
              </a:lnSpc>
              <a:spcBef>
                <a:spcPts val="100"/>
              </a:spcBef>
            </a:pPr>
            <a:r>
              <a:rPr dirty="0" sz="1000" b="1">
                <a:solidFill>
                  <a:srgbClr val="FFFFFF"/>
                </a:solidFill>
                <a:latin typeface="Open Sans"/>
                <a:cs typeface="Open Sans"/>
              </a:rPr>
              <a:t>app</a:t>
            </a:r>
            <a:r>
              <a:rPr dirty="0" sz="1000" spc="-2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sz="1000" spc="-20" b="1">
                <a:solidFill>
                  <a:srgbClr val="FFFFFF"/>
                </a:solidFill>
                <a:latin typeface="Open Sans"/>
                <a:cs typeface="Open Sans"/>
              </a:rPr>
              <a:t> demo </a:t>
            </a:r>
            <a:r>
              <a:rPr dirty="0" sz="1000" b="1">
                <a:solidFill>
                  <a:srgbClr val="FFFFFF"/>
                </a:solidFill>
                <a:latin typeface="Open Sans"/>
                <a:cs typeface="Open Sans"/>
              </a:rPr>
              <a:t>color</a:t>
            </a:r>
            <a:r>
              <a:rPr dirty="0" sz="1000" spc="-3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sz="1000" spc="-3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000" spc="-20" b="1">
                <a:solidFill>
                  <a:srgbClr val="FFFFFF"/>
                </a:solidFill>
                <a:latin typeface="Open Sans"/>
                <a:cs typeface="Open Sans"/>
              </a:rPr>
              <a:t>blue</a:t>
            </a:r>
            <a:endParaRPr sz="1000">
              <a:latin typeface="Open Sans"/>
              <a:cs typeface="Open Sans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4310641" y="2122934"/>
            <a:ext cx="957580" cy="207010"/>
          </a:xfrm>
          <a:custGeom>
            <a:avLst/>
            <a:gdLst/>
            <a:ahLst/>
            <a:cxnLst/>
            <a:rect l="l" t="t" r="r" b="b"/>
            <a:pathLst>
              <a:path w="957579" h="207010">
                <a:moveTo>
                  <a:pt x="922899" y="206399"/>
                </a:moveTo>
                <a:lnTo>
                  <a:pt x="34400" y="206399"/>
                </a:lnTo>
                <a:lnTo>
                  <a:pt x="21010" y="203696"/>
                </a:lnTo>
                <a:lnTo>
                  <a:pt x="10075" y="196324"/>
                </a:lnTo>
                <a:lnTo>
                  <a:pt x="2703" y="185389"/>
                </a:lnTo>
                <a:lnTo>
                  <a:pt x="0" y="171999"/>
                </a:lnTo>
                <a:lnTo>
                  <a:pt x="0" y="34400"/>
                </a:lnTo>
                <a:lnTo>
                  <a:pt x="2703" y="21010"/>
                </a:lnTo>
                <a:lnTo>
                  <a:pt x="10075" y="10075"/>
                </a:lnTo>
                <a:lnTo>
                  <a:pt x="21010" y="2703"/>
                </a:lnTo>
                <a:lnTo>
                  <a:pt x="34400" y="0"/>
                </a:lnTo>
                <a:lnTo>
                  <a:pt x="922899" y="0"/>
                </a:lnTo>
                <a:lnTo>
                  <a:pt x="954681" y="21235"/>
                </a:lnTo>
                <a:lnTo>
                  <a:pt x="957299" y="34400"/>
                </a:lnTo>
                <a:lnTo>
                  <a:pt x="957299" y="171999"/>
                </a:lnTo>
                <a:lnTo>
                  <a:pt x="954596" y="185389"/>
                </a:lnTo>
                <a:lnTo>
                  <a:pt x="947224" y="196324"/>
                </a:lnTo>
                <a:lnTo>
                  <a:pt x="936289" y="203696"/>
                </a:lnTo>
                <a:lnTo>
                  <a:pt x="922899" y="206399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4407183" y="1867122"/>
            <a:ext cx="762000" cy="443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4" marR="5080" indent="-2540">
              <a:lnSpc>
                <a:spcPct val="137000"/>
              </a:lnSpc>
              <a:spcBef>
                <a:spcPts val="100"/>
              </a:spcBef>
            </a:pPr>
            <a:r>
              <a:rPr dirty="0" sz="1000" b="1">
                <a:solidFill>
                  <a:srgbClr val="FFFFFF"/>
                </a:solidFill>
                <a:latin typeface="Open Sans"/>
                <a:cs typeface="Open Sans"/>
              </a:rPr>
              <a:t>app</a:t>
            </a:r>
            <a:r>
              <a:rPr dirty="0" sz="1000" spc="-2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sz="1000" spc="-20" b="1">
                <a:solidFill>
                  <a:srgbClr val="FFFFFF"/>
                </a:solidFill>
                <a:latin typeface="Open Sans"/>
                <a:cs typeface="Open Sans"/>
              </a:rPr>
              <a:t> demo </a:t>
            </a:r>
            <a:r>
              <a:rPr dirty="0" sz="1000" b="1">
                <a:solidFill>
                  <a:srgbClr val="FFFFFF"/>
                </a:solidFill>
                <a:latin typeface="Open Sans"/>
                <a:cs typeface="Open Sans"/>
              </a:rPr>
              <a:t>color</a:t>
            </a:r>
            <a:r>
              <a:rPr dirty="0" sz="1000" spc="-3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sz="1000" spc="-3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000" spc="-20" b="1">
                <a:solidFill>
                  <a:srgbClr val="FFFFFF"/>
                </a:solidFill>
                <a:latin typeface="Open Sans"/>
                <a:cs typeface="Open Sans"/>
              </a:rPr>
              <a:t>blue</a:t>
            </a:r>
            <a:endParaRPr sz="1000">
              <a:latin typeface="Open Sans"/>
              <a:cs typeface="Open Sans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5885515" y="2122934"/>
            <a:ext cx="957580" cy="207010"/>
          </a:xfrm>
          <a:custGeom>
            <a:avLst/>
            <a:gdLst/>
            <a:ahLst/>
            <a:cxnLst/>
            <a:rect l="l" t="t" r="r" b="b"/>
            <a:pathLst>
              <a:path w="957579" h="207010">
                <a:moveTo>
                  <a:pt x="922899" y="206399"/>
                </a:moveTo>
                <a:lnTo>
                  <a:pt x="34400" y="206399"/>
                </a:lnTo>
                <a:lnTo>
                  <a:pt x="21010" y="203696"/>
                </a:lnTo>
                <a:lnTo>
                  <a:pt x="10075" y="196324"/>
                </a:lnTo>
                <a:lnTo>
                  <a:pt x="2703" y="185389"/>
                </a:lnTo>
                <a:lnTo>
                  <a:pt x="0" y="171999"/>
                </a:lnTo>
                <a:lnTo>
                  <a:pt x="0" y="34400"/>
                </a:lnTo>
                <a:lnTo>
                  <a:pt x="2703" y="21010"/>
                </a:lnTo>
                <a:lnTo>
                  <a:pt x="10075" y="10075"/>
                </a:lnTo>
                <a:lnTo>
                  <a:pt x="21010" y="2703"/>
                </a:lnTo>
                <a:lnTo>
                  <a:pt x="34400" y="0"/>
                </a:lnTo>
                <a:lnTo>
                  <a:pt x="922899" y="0"/>
                </a:lnTo>
                <a:lnTo>
                  <a:pt x="954681" y="21235"/>
                </a:lnTo>
                <a:lnTo>
                  <a:pt x="957300" y="34400"/>
                </a:lnTo>
                <a:lnTo>
                  <a:pt x="957300" y="171999"/>
                </a:lnTo>
                <a:lnTo>
                  <a:pt x="954597" y="185389"/>
                </a:lnTo>
                <a:lnTo>
                  <a:pt x="947224" y="196324"/>
                </a:lnTo>
                <a:lnTo>
                  <a:pt x="936289" y="203696"/>
                </a:lnTo>
                <a:lnTo>
                  <a:pt x="922899" y="206399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5982058" y="1867122"/>
            <a:ext cx="761365" cy="443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4" marR="5080" indent="-2540">
              <a:lnSpc>
                <a:spcPct val="137000"/>
              </a:lnSpc>
              <a:spcBef>
                <a:spcPts val="100"/>
              </a:spcBef>
            </a:pPr>
            <a:r>
              <a:rPr dirty="0" sz="1000" b="1">
                <a:solidFill>
                  <a:srgbClr val="FFFFFF"/>
                </a:solidFill>
                <a:latin typeface="Open Sans"/>
                <a:cs typeface="Open Sans"/>
              </a:rPr>
              <a:t>app</a:t>
            </a:r>
            <a:r>
              <a:rPr dirty="0" sz="1000" spc="-2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sz="1000" spc="-20" b="1">
                <a:solidFill>
                  <a:srgbClr val="FFFFFF"/>
                </a:solidFill>
                <a:latin typeface="Open Sans"/>
                <a:cs typeface="Open Sans"/>
              </a:rPr>
              <a:t> demo </a:t>
            </a:r>
            <a:r>
              <a:rPr dirty="0" sz="1000" b="1">
                <a:solidFill>
                  <a:srgbClr val="FFFFFF"/>
                </a:solidFill>
                <a:latin typeface="Open Sans"/>
                <a:cs typeface="Open Sans"/>
              </a:rPr>
              <a:t>color</a:t>
            </a:r>
            <a:r>
              <a:rPr dirty="0" sz="1000" spc="-3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sz="1000" spc="-3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000" spc="-20" b="1">
                <a:solidFill>
                  <a:srgbClr val="FFFFFF"/>
                </a:solidFill>
                <a:latin typeface="Open Sans"/>
                <a:cs typeface="Open Sans"/>
              </a:rPr>
              <a:t>grey</a:t>
            </a:r>
            <a:endParaRPr sz="1000">
              <a:latin typeface="Open Sans"/>
              <a:cs typeface="Open Sans"/>
            </a:endParaRPr>
          </a:p>
        </p:txBody>
      </p:sp>
      <p:sp>
        <p:nvSpPr>
          <p:cNvPr id="31" name="object 3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23" name="object 23" descr=""/>
          <p:cNvSpPr txBox="1"/>
          <p:nvPr/>
        </p:nvSpPr>
        <p:spPr>
          <a:xfrm>
            <a:off x="1847219" y="2695522"/>
            <a:ext cx="9340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solidFill>
                  <a:srgbClr val="757879"/>
                </a:solidFill>
                <a:latin typeface="Open Sans"/>
                <a:cs typeface="Open Sans"/>
              </a:rPr>
              <a:t>Behavior</a:t>
            </a:r>
            <a:endParaRPr sz="1600">
              <a:latin typeface="Open Sans"/>
              <a:cs typeface="Open Sans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4760978" y="2695522"/>
            <a:ext cx="86550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solidFill>
                  <a:srgbClr val="757879"/>
                </a:solidFill>
                <a:latin typeface="Open Sans"/>
                <a:cs typeface="Open Sans"/>
              </a:rPr>
              <a:t>Benefits</a:t>
            </a:r>
            <a:endParaRPr sz="1600">
              <a:latin typeface="Open Sans"/>
              <a:cs typeface="Open Sans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923593" y="3138147"/>
            <a:ext cx="2696845" cy="762000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345"/>
              </a:spcBef>
              <a:buFont typeface="Arial"/>
              <a:buChar char="●"/>
              <a:tabLst>
                <a:tab pos="347980" algn="l"/>
              </a:tabLst>
            </a:pPr>
            <a:r>
              <a:rPr dirty="0" sz="1400">
                <a:solidFill>
                  <a:srgbClr val="757879"/>
                </a:solidFill>
                <a:latin typeface="Roboto"/>
                <a:cs typeface="Roboto"/>
              </a:rPr>
              <a:t>Keeps</a:t>
            </a:r>
            <a:r>
              <a:rPr dirty="0" sz="1400" spc="-40">
                <a:solidFill>
                  <a:srgbClr val="757879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757879"/>
                </a:solidFill>
                <a:latin typeface="Roboto"/>
                <a:cs typeface="Roboto"/>
              </a:rPr>
              <a:t>Pods</a:t>
            </a:r>
            <a:r>
              <a:rPr dirty="0" sz="1400" spc="-40">
                <a:solidFill>
                  <a:srgbClr val="757879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757879"/>
                </a:solidFill>
                <a:latin typeface="Roboto"/>
                <a:cs typeface="Roboto"/>
              </a:rPr>
              <a:t>running</a:t>
            </a:r>
            <a:endParaRPr sz="1400">
              <a:latin typeface="Roboto"/>
              <a:cs typeface="Roboto"/>
            </a:endParaRPr>
          </a:p>
          <a:p>
            <a:pPr marL="347980" indent="-335280">
              <a:lnSpc>
                <a:spcPct val="100000"/>
              </a:lnSpc>
              <a:spcBef>
                <a:spcPts val="245"/>
              </a:spcBef>
              <a:buFont typeface="Arial"/>
              <a:buChar char="●"/>
              <a:tabLst>
                <a:tab pos="347980" algn="l"/>
              </a:tabLst>
            </a:pPr>
            <a:r>
              <a:rPr dirty="0" sz="1400">
                <a:solidFill>
                  <a:srgbClr val="757879"/>
                </a:solidFill>
                <a:latin typeface="Roboto"/>
                <a:cs typeface="Roboto"/>
              </a:rPr>
              <a:t>Gives</a:t>
            </a:r>
            <a:r>
              <a:rPr dirty="0" sz="1400" spc="-50">
                <a:solidFill>
                  <a:srgbClr val="757879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757879"/>
                </a:solidFill>
                <a:latin typeface="Roboto"/>
                <a:cs typeface="Roboto"/>
              </a:rPr>
              <a:t>direct</a:t>
            </a:r>
            <a:r>
              <a:rPr dirty="0" sz="1400" spc="-45">
                <a:solidFill>
                  <a:srgbClr val="757879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757879"/>
                </a:solidFill>
                <a:latin typeface="Roboto"/>
                <a:cs typeface="Roboto"/>
              </a:rPr>
              <a:t>control</a:t>
            </a:r>
            <a:r>
              <a:rPr dirty="0" sz="1400" spc="-45">
                <a:solidFill>
                  <a:srgbClr val="757879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757879"/>
                </a:solidFill>
                <a:latin typeface="Roboto"/>
                <a:cs typeface="Roboto"/>
              </a:rPr>
              <a:t>of</a:t>
            </a:r>
            <a:r>
              <a:rPr dirty="0" sz="1400" spc="-50">
                <a:solidFill>
                  <a:srgbClr val="757879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757879"/>
                </a:solidFill>
                <a:latin typeface="Roboto"/>
                <a:cs typeface="Roboto"/>
              </a:rPr>
              <a:t>Pod</a:t>
            </a:r>
            <a:r>
              <a:rPr dirty="0" sz="1400" spc="-45">
                <a:solidFill>
                  <a:srgbClr val="757879"/>
                </a:solidFill>
                <a:latin typeface="Roboto"/>
                <a:cs typeface="Roboto"/>
              </a:rPr>
              <a:t> </a:t>
            </a:r>
            <a:r>
              <a:rPr dirty="0" sz="1400" spc="-25">
                <a:solidFill>
                  <a:srgbClr val="757879"/>
                </a:solidFill>
                <a:latin typeface="Roboto"/>
                <a:cs typeface="Roboto"/>
              </a:rPr>
              <a:t>#s</a:t>
            </a:r>
            <a:endParaRPr sz="1400">
              <a:latin typeface="Roboto"/>
              <a:cs typeface="Roboto"/>
            </a:endParaRPr>
          </a:p>
          <a:p>
            <a:pPr marL="347980" indent="-335280">
              <a:lnSpc>
                <a:spcPct val="100000"/>
              </a:lnSpc>
              <a:spcBef>
                <a:spcPts val="270"/>
              </a:spcBef>
              <a:buFont typeface="Arial"/>
              <a:buChar char="●"/>
              <a:tabLst>
                <a:tab pos="347980" algn="l"/>
              </a:tabLst>
            </a:pPr>
            <a:r>
              <a:rPr dirty="0" sz="1400">
                <a:solidFill>
                  <a:srgbClr val="757879"/>
                </a:solidFill>
                <a:latin typeface="Roboto"/>
                <a:cs typeface="Roboto"/>
              </a:rPr>
              <a:t>Grouped</a:t>
            </a:r>
            <a:r>
              <a:rPr dirty="0" sz="1400" spc="-30">
                <a:solidFill>
                  <a:srgbClr val="757879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757879"/>
                </a:solidFill>
                <a:latin typeface="Roboto"/>
                <a:cs typeface="Roboto"/>
              </a:rPr>
              <a:t>by</a:t>
            </a:r>
            <a:r>
              <a:rPr dirty="0" sz="1400" spc="-30">
                <a:solidFill>
                  <a:srgbClr val="757879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757879"/>
                </a:solidFill>
                <a:latin typeface="Roboto"/>
                <a:cs typeface="Roboto"/>
              </a:rPr>
              <a:t>Label</a:t>
            </a:r>
            <a:r>
              <a:rPr dirty="0" sz="1400" spc="-25">
                <a:solidFill>
                  <a:srgbClr val="757879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757879"/>
                </a:solidFill>
                <a:latin typeface="Roboto"/>
                <a:cs typeface="Roboto"/>
              </a:rPr>
              <a:t>Selector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4315950" y="3138147"/>
            <a:ext cx="3602990" cy="762000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421640" indent="-408940">
              <a:lnSpc>
                <a:spcPct val="100000"/>
              </a:lnSpc>
              <a:spcBef>
                <a:spcPts val="345"/>
              </a:spcBef>
              <a:buFont typeface="MS PGothic"/>
              <a:buChar char="➔"/>
              <a:tabLst>
                <a:tab pos="421640" algn="l"/>
              </a:tabLst>
            </a:pPr>
            <a:r>
              <a:rPr dirty="0" sz="1400" spc="-10">
                <a:solidFill>
                  <a:srgbClr val="757879"/>
                </a:solidFill>
                <a:latin typeface="Roboto"/>
                <a:cs typeface="Roboto"/>
              </a:rPr>
              <a:t>Recreates</a:t>
            </a:r>
            <a:r>
              <a:rPr dirty="0" sz="1400" spc="-35">
                <a:solidFill>
                  <a:srgbClr val="757879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757879"/>
                </a:solidFill>
                <a:latin typeface="Roboto"/>
                <a:cs typeface="Roboto"/>
              </a:rPr>
              <a:t>Pods,</a:t>
            </a:r>
            <a:r>
              <a:rPr dirty="0" sz="1400" spc="-30">
                <a:solidFill>
                  <a:srgbClr val="757879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757879"/>
                </a:solidFill>
                <a:latin typeface="Roboto"/>
                <a:cs typeface="Roboto"/>
              </a:rPr>
              <a:t>maintains</a:t>
            </a:r>
            <a:r>
              <a:rPr dirty="0" sz="1400" spc="-35">
                <a:solidFill>
                  <a:srgbClr val="757879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757879"/>
                </a:solidFill>
                <a:latin typeface="Roboto"/>
                <a:cs typeface="Roboto"/>
              </a:rPr>
              <a:t>desired</a:t>
            </a:r>
            <a:r>
              <a:rPr dirty="0" sz="1400" spc="-30">
                <a:solidFill>
                  <a:srgbClr val="757879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757879"/>
                </a:solidFill>
                <a:latin typeface="Roboto"/>
                <a:cs typeface="Roboto"/>
              </a:rPr>
              <a:t>state</a:t>
            </a:r>
            <a:endParaRPr sz="1400">
              <a:latin typeface="Roboto"/>
              <a:cs typeface="Roboto"/>
            </a:endParaRPr>
          </a:p>
          <a:p>
            <a:pPr marL="421640" indent="-408940">
              <a:lnSpc>
                <a:spcPct val="100000"/>
              </a:lnSpc>
              <a:spcBef>
                <a:spcPts val="245"/>
              </a:spcBef>
              <a:buFont typeface="MS PGothic"/>
              <a:buChar char="➔"/>
              <a:tabLst>
                <a:tab pos="421640" algn="l"/>
              </a:tabLst>
            </a:pPr>
            <a:r>
              <a:rPr dirty="0" sz="1400" spc="-10">
                <a:solidFill>
                  <a:srgbClr val="757879"/>
                </a:solidFill>
                <a:latin typeface="Roboto"/>
                <a:cs typeface="Roboto"/>
              </a:rPr>
              <a:t>Fine-</a:t>
            </a:r>
            <a:r>
              <a:rPr dirty="0" sz="1400">
                <a:solidFill>
                  <a:srgbClr val="757879"/>
                </a:solidFill>
                <a:latin typeface="Roboto"/>
                <a:cs typeface="Roboto"/>
              </a:rPr>
              <a:t>grained</a:t>
            </a:r>
            <a:r>
              <a:rPr dirty="0" sz="1400" spc="-45">
                <a:solidFill>
                  <a:srgbClr val="757879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757879"/>
                </a:solidFill>
                <a:latin typeface="Roboto"/>
                <a:cs typeface="Roboto"/>
              </a:rPr>
              <a:t>control</a:t>
            </a:r>
            <a:r>
              <a:rPr dirty="0" sz="1400" spc="-40">
                <a:solidFill>
                  <a:srgbClr val="757879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757879"/>
                </a:solidFill>
                <a:latin typeface="Roboto"/>
                <a:cs typeface="Roboto"/>
              </a:rPr>
              <a:t>for</a:t>
            </a:r>
            <a:r>
              <a:rPr dirty="0" sz="1400" spc="-40">
                <a:solidFill>
                  <a:srgbClr val="757879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757879"/>
                </a:solidFill>
                <a:latin typeface="Roboto"/>
                <a:cs typeface="Roboto"/>
              </a:rPr>
              <a:t>scaling</a:t>
            </a:r>
            <a:endParaRPr sz="1400">
              <a:latin typeface="Roboto"/>
              <a:cs typeface="Roboto"/>
            </a:endParaRPr>
          </a:p>
          <a:p>
            <a:pPr marL="421640" indent="-408940">
              <a:lnSpc>
                <a:spcPct val="100000"/>
              </a:lnSpc>
              <a:spcBef>
                <a:spcPts val="270"/>
              </a:spcBef>
              <a:buFont typeface="MS PGothic"/>
              <a:buChar char="➔"/>
              <a:tabLst>
                <a:tab pos="421640" algn="l"/>
              </a:tabLst>
            </a:pPr>
            <a:r>
              <a:rPr dirty="0" sz="1400" spc="-10">
                <a:solidFill>
                  <a:srgbClr val="757879"/>
                </a:solidFill>
                <a:latin typeface="Roboto"/>
                <a:cs typeface="Roboto"/>
              </a:rPr>
              <a:t>Standard</a:t>
            </a:r>
            <a:r>
              <a:rPr dirty="0" sz="1400" spc="-40">
                <a:solidFill>
                  <a:srgbClr val="757879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757879"/>
                </a:solidFill>
                <a:latin typeface="Roboto"/>
                <a:cs typeface="Roboto"/>
              </a:rPr>
              <a:t>grouping</a:t>
            </a:r>
            <a:r>
              <a:rPr dirty="0" sz="1400" spc="-40">
                <a:solidFill>
                  <a:srgbClr val="757879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757879"/>
                </a:solidFill>
                <a:latin typeface="Roboto"/>
                <a:cs typeface="Roboto"/>
              </a:rPr>
              <a:t>semantics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3374616" y="1245719"/>
            <a:ext cx="34861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666666"/>
                </a:solidFill>
                <a:latin typeface="Open Sans"/>
                <a:cs typeface="Open Sans"/>
              </a:rPr>
              <a:t>Pod</a:t>
            </a:r>
            <a:endParaRPr sz="1400">
              <a:latin typeface="Open Sans"/>
              <a:cs typeface="Open Sans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4827441" y="1245719"/>
            <a:ext cx="34861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666666"/>
                </a:solidFill>
                <a:latin typeface="Open Sans"/>
                <a:cs typeface="Open Sans"/>
              </a:rPr>
              <a:t>Pod</a:t>
            </a:r>
            <a:endParaRPr sz="1400">
              <a:latin typeface="Open Sans"/>
              <a:cs typeface="Open Sans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6390266" y="1245719"/>
            <a:ext cx="34861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666666"/>
                </a:solidFill>
                <a:latin typeface="Open Sans"/>
                <a:cs typeface="Open Sans"/>
              </a:rPr>
              <a:t>Pod</a:t>
            </a:r>
            <a:endParaRPr sz="1400">
              <a:latin typeface="Open Sans"/>
              <a:cs typeface="Open Sans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" y="2790506"/>
            <a:ext cx="2934124" cy="2200593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-742" y="1926806"/>
            <a:ext cx="8748395" cy="810895"/>
            <a:chOff x="-742" y="1926806"/>
            <a:chExt cx="8748395" cy="810895"/>
          </a:xfrm>
        </p:grpSpPr>
        <p:sp>
          <p:nvSpPr>
            <p:cNvPr id="4" name="object 4" descr=""/>
            <p:cNvSpPr/>
            <p:nvPr/>
          </p:nvSpPr>
          <p:spPr>
            <a:xfrm>
              <a:off x="-355" y="1999716"/>
              <a:ext cx="8747760" cy="737870"/>
            </a:xfrm>
            <a:custGeom>
              <a:avLst/>
              <a:gdLst/>
              <a:ahLst/>
              <a:cxnLst/>
              <a:rect l="l" t="t" r="r" b="b"/>
              <a:pathLst>
                <a:path w="8747760" h="737869">
                  <a:moveTo>
                    <a:pt x="8747481" y="0"/>
                  </a:moveTo>
                  <a:lnTo>
                    <a:pt x="381" y="0"/>
                  </a:lnTo>
                  <a:lnTo>
                    <a:pt x="0" y="76"/>
                  </a:lnTo>
                  <a:lnTo>
                    <a:pt x="0" y="666076"/>
                  </a:lnTo>
                  <a:lnTo>
                    <a:pt x="0" y="704545"/>
                  </a:lnTo>
                  <a:lnTo>
                    <a:pt x="381" y="704545"/>
                  </a:lnTo>
                  <a:lnTo>
                    <a:pt x="381" y="737400"/>
                  </a:lnTo>
                  <a:lnTo>
                    <a:pt x="8747481" y="737400"/>
                  </a:lnTo>
                  <a:lnTo>
                    <a:pt x="8747481" y="0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12" y="2638106"/>
              <a:ext cx="8643620" cy="8255"/>
            </a:xfrm>
            <a:custGeom>
              <a:avLst/>
              <a:gdLst/>
              <a:ahLst/>
              <a:cxnLst/>
              <a:rect l="l" t="t" r="r" b="b"/>
              <a:pathLst>
                <a:path w="8643620" h="8255">
                  <a:moveTo>
                    <a:pt x="0" y="7874"/>
                  </a:moveTo>
                  <a:lnTo>
                    <a:pt x="8643299" y="7874"/>
                  </a:lnTo>
                  <a:lnTo>
                    <a:pt x="8643299" y="0"/>
                  </a:lnTo>
                  <a:lnTo>
                    <a:pt x="0" y="0"/>
                  </a:lnTo>
                  <a:lnTo>
                    <a:pt x="0" y="7874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-742" y="1926806"/>
              <a:ext cx="8637270" cy="711835"/>
            </a:xfrm>
            <a:custGeom>
              <a:avLst/>
              <a:gdLst/>
              <a:ahLst/>
              <a:cxnLst/>
              <a:rect l="l" t="t" r="r" b="b"/>
              <a:pathLst>
                <a:path w="8637270" h="711835">
                  <a:moveTo>
                    <a:pt x="8636699" y="711299"/>
                  </a:moveTo>
                  <a:lnTo>
                    <a:pt x="0" y="711299"/>
                  </a:lnTo>
                  <a:lnTo>
                    <a:pt x="0" y="0"/>
                  </a:lnTo>
                  <a:lnTo>
                    <a:pt x="8636699" y="0"/>
                  </a:lnTo>
                  <a:lnTo>
                    <a:pt x="8636699" y="71129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9694" y="1975243"/>
            <a:ext cx="383794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Demo:</a:t>
            </a:r>
            <a:r>
              <a:rPr dirty="0" sz="3600" spc="-130"/>
              <a:t> </a:t>
            </a:r>
            <a:r>
              <a:rPr dirty="0" sz="3600" spc="-10"/>
              <a:t>ReplicaSets</a:t>
            </a:r>
            <a:endParaRPr sz="3600"/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7765384" y="412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737373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742" y="1926806"/>
            <a:ext cx="8748395" cy="810895"/>
            <a:chOff x="-742" y="1926806"/>
            <a:chExt cx="8748395" cy="810895"/>
          </a:xfrm>
        </p:grpSpPr>
        <p:sp>
          <p:nvSpPr>
            <p:cNvPr id="3" name="object 3" descr=""/>
            <p:cNvSpPr/>
            <p:nvPr/>
          </p:nvSpPr>
          <p:spPr>
            <a:xfrm>
              <a:off x="-355" y="1999716"/>
              <a:ext cx="8747760" cy="737870"/>
            </a:xfrm>
            <a:custGeom>
              <a:avLst/>
              <a:gdLst/>
              <a:ahLst/>
              <a:cxnLst/>
              <a:rect l="l" t="t" r="r" b="b"/>
              <a:pathLst>
                <a:path w="8747760" h="737869">
                  <a:moveTo>
                    <a:pt x="8747481" y="0"/>
                  </a:moveTo>
                  <a:lnTo>
                    <a:pt x="381" y="0"/>
                  </a:lnTo>
                  <a:lnTo>
                    <a:pt x="0" y="76"/>
                  </a:lnTo>
                  <a:lnTo>
                    <a:pt x="0" y="666076"/>
                  </a:lnTo>
                  <a:lnTo>
                    <a:pt x="0" y="704545"/>
                  </a:lnTo>
                  <a:lnTo>
                    <a:pt x="381" y="704545"/>
                  </a:lnTo>
                  <a:lnTo>
                    <a:pt x="381" y="737400"/>
                  </a:lnTo>
                  <a:lnTo>
                    <a:pt x="8747481" y="737400"/>
                  </a:lnTo>
                  <a:lnTo>
                    <a:pt x="8747481" y="0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12" y="2638106"/>
              <a:ext cx="8643620" cy="8255"/>
            </a:xfrm>
            <a:custGeom>
              <a:avLst/>
              <a:gdLst/>
              <a:ahLst/>
              <a:cxnLst/>
              <a:rect l="l" t="t" r="r" b="b"/>
              <a:pathLst>
                <a:path w="8643620" h="8255">
                  <a:moveTo>
                    <a:pt x="0" y="7874"/>
                  </a:moveTo>
                  <a:lnTo>
                    <a:pt x="8643299" y="7874"/>
                  </a:lnTo>
                  <a:lnTo>
                    <a:pt x="8643299" y="0"/>
                  </a:lnTo>
                  <a:lnTo>
                    <a:pt x="0" y="0"/>
                  </a:lnTo>
                  <a:lnTo>
                    <a:pt x="0" y="7874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-742" y="1926806"/>
              <a:ext cx="8637270" cy="711835"/>
            </a:xfrm>
            <a:custGeom>
              <a:avLst/>
              <a:gdLst/>
              <a:ahLst/>
              <a:cxnLst/>
              <a:rect l="l" t="t" r="r" b="b"/>
              <a:pathLst>
                <a:path w="8637270" h="711835">
                  <a:moveTo>
                    <a:pt x="8636699" y="711299"/>
                  </a:moveTo>
                  <a:lnTo>
                    <a:pt x="0" y="711299"/>
                  </a:lnTo>
                  <a:lnTo>
                    <a:pt x="0" y="0"/>
                  </a:lnTo>
                  <a:lnTo>
                    <a:pt x="8636699" y="0"/>
                  </a:lnTo>
                  <a:lnTo>
                    <a:pt x="8636699" y="71129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9694" y="1975243"/>
            <a:ext cx="538607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/>
              <a:t>Kubernetes</a:t>
            </a:r>
            <a:r>
              <a:rPr dirty="0" sz="3600" spc="-135"/>
              <a:t> </a:t>
            </a:r>
            <a:r>
              <a:rPr dirty="0" sz="3600"/>
              <a:t>Health</a:t>
            </a:r>
            <a:r>
              <a:rPr dirty="0" sz="3600" spc="-135"/>
              <a:t> </a:t>
            </a:r>
            <a:r>
              <a:rPr dirty="0" sz="3600" spc="-10"/>
              <a:t>Checks</a:t>
            </a:r>
            <a:endParaRPr sz="3600"/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7765384" y="412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737373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29591" y="4165612"/>
            <a:ext cx="77152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It’s</a:t>
            </a:r>
            <a:r>
              <a:rPr dirty="0" sz="17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 b="1">
                <a:solidFill>
                  <a:srgbClr val="666666"/>
                </a:solidFill>
                <a:latin typeface="Roboto"/>
                <a:cs typeface="Roboto"/>
              </a:rPr>
              <a:t>your</a:t>
            </a:r>
            <a:r>
              <a:rPr dirty="0" sz="1700" spc="-30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responsibility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to</a:t>
            </a:r>
            <a:r>
              <a:rPr dirty="0" sz="17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let</a:t>
            </a:r>
            <a:r>
              <a:rPr dirty="0" sz="17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Kubernetes</a:t>
            </a:r>
            <a:r>
              <a:rPr dirty="0" sz="17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know</a:t>
            </a:r>
            <a:r>
              <a:rPr dirty="0" sz="17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whether</a:t>
            </a:r>
            <a:r>
              <a:rPr dirty="0" sz="17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your</a:t>
            </a:r>
            <a:r>
              <a:rPr dirty="0" sz="17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app</a:t>
            </a:r>
            <a:r>
              <a:rPr dirty="0" sz="17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is</a:t>
            </a:r>
            <a:r>
              <a:rPr dirty="0" sz="17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healthy</a:t>
            </a:r>
            <a:r>
              <a:rPr dirty="0" sz="17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or</a:t>
            </a:r>
            <a:r>
              <a:rPr dirty="0" sz="17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 spc="-20">
                <a:solidFill>
                  <a:srgbClr val="666666"/>
                </a:solidFill>
                <a:latin typeface="Roboto"/>
                <a:cs typeface="Roboto"/>
              </a:rPr>
              <a:t>not!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Health</a:t>
            </a:r>
            <a:r>
              <a:rPr dirty="0" spc="-30"/>
              <a:t> </a:t>
            </a:r>
            <a:r>
              <a:rPr dirty="0"/>
              <a:t>Check</a:t>
            </a:r>
            <a:r>
              <a:rPr dirty="0" spc="-25"/>
              <a:t> </a:t>
            </a:r>
            <a:r>
              <a:rPr dirty="0" spc="-10"/>
              <a:t>Philosophy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4525" y="778177"/>
            <a:ext cx="2577826" cy="3464122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6484" y="1113226"/>
            <a:ext cx="522859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Liveness</a:t>
            </a:r>
            <a:r>
              <a:rPr dirty="0" sz="1700" spc="-4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Probes</a:t>
            </a:r>
            <a:r>
              <a:rPr dirty="0" sz="17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make</a:t>
            </a:r>
            <a:r>
              <a:rPr dirty="0" sz="17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sure</a:t>
            </a:r>
            <a:r>
              <a:rPr dirty="0" sz="17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your</a:t>
            </a:r>
            <a:r>
              <a:rPr dirty="0" sz="17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application</a:t>
            </a:r>
            <a:r>
              <a:rPr dirty="0" sz="17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is</a:t>
            </a:r>
            <a:r>
              <a:rPr dirty="0" sz="17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 spc="-10">
                <a:solidFill>
                  <a:srgbClr val="666666"/>
                </a:solidFill>
                <a:latin typeface="Roboto"/>
                <a:cs typeface="Roboto"/>
              </a:rPr>
              <a:t>running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26484" y="1667581"/>
            <a:ext cx="2354580" cy="209232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1700" spc="-10">
                <a:solidFill>
                  <a:srgbClr val="666666"/>
                </a:solidFill>
                <a:latin typeface="Roboto"/>
                <a:cs typeface="Roboto"/>
              </a:rPr>
              <a:t>livenessProbe:</a:t>
            </a:r>
            <a:endParaRPr sz="1700">
              <a:latin typeface="Roboto"/>
              <a:cs typeface="Roboto"/>
            </a:endParaRPr>
          </a:p>
          <a:p>
            <a:pPr marL="118745" marR="765175">
              <a:lnSpc>
                <a:spcPct val="113999"/>
              </a:lnSpc>
            </a:pP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#</a:t>
            </a:r>
            <a:r>
              <a:rPr dirty="0" sz="17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an</a:t>
            </a:r>
            <a:r>
              <a:rPr dirty="0" sz="1700" spc="-1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http</a:t>
            </a:r>
            <a:r>
              <a:rPr dirty="0" sz="1700" spc="-1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 spc="-10">
                <a:solidFill>
                  <a:srgbClr val="666666"/>
                </a:solidFill>
                <a:latin typeface="Roboto"/>
                <a:cs typeface="Roboto"/>
              </a:rPr>
              <a:t>probe httpGet:</a:t>
            </a:r>
            <a:endParaRPr sz="1700">
              <a:latin typeface="Roboto"/>
              <a:cs typeface="Roboto"/>
            </a:endParaRPr>
          </a:p>
          <a:p>
            <a:pPr marL="225425" marR="799465">
              <a:lnSpc>
                <a:spcPct val="113999"/>
              </a:lnSpc>
            </a:pP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path:</a:t>
            </a:r>
            <a:r>
              <a:rPr dirty="0" sz="17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 spc="-10">
                <a:solidFill>
                  <a:srgbClr val="666666"/>
                </a:solidFill>
                <a:latin typeface="Roboto"/>
                <a:cs typeface="Roboto"/>
              </a:rPr>
              <a:t>/healthz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port:</a:t>
            </a:r>
            <a:r>
              <a:rPr dirty="0" sz="17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 spc="-20">
                <a:solidFill>
                  <a:srgbClr val="666666"/>
                </a:solidFill>
                <a:latin typeface="Roboto"/>
                <a:cs typeface="Roboto"/>
              </a:rPr>
              <a:t>8080</a:t>
            </a:r>
            <a:endParaRPr sz="1700">
              <a:latin typeface="Roboto"/>
              <a:cs typeface="Roboto"/>
            </a:endParaRPr>
          </a:p>
          <a:p>
            <a:pPr marL="118745">
              <a:lnSpc>
                <a:spcPct val="100000"/>
              </a:lnSpc>
              <a:spcBef>
                <a:spcPts val="280"/>
              </a:spcBef>
            </a:pP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initialDelaySeconds:</a:t>
            </a:r>
            <a:r>
              <a:rPr dirty="0" sz="1700" spc="-11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 spc="-25">
                <a:solidFill>
                  <a:srgbClr val="666666"/>
                </a:solidFill>
                <a:latin typeface="Roboto"/>
                <a:cs typeface="Roboto"/>
              </a:rPr>
              <a:t>15</a:t>
            </a:r>
            <a:endParaRPr sz="1700">
              <a:latin typeface="Roboto"/>
              <a:cs typeface="Roboto"/>
            </a:endParaRPr>
          </a:p>
          <a:p>
            <a:pPr marL="118745">
              <a:lnSpc>
                <a:spcPct val="100000"/>
              </a:lnSpc>
              <a:spcBef>
                <a:spcPts val="285"/>
              </a:spcBef>
            </a:pPr>
            <a:r>
              <a:rPr dirty="0" sz="1700" spc="-10">
                <a:solidFill>
                  <a:srgbClr val="666666"/>
                </a:solidFill>
                <a:latin typeface="Roboto"/>
                <a:cs typeface="Roboto"/>
              </a:rPr>
              <a:t>timeoutSeconds:</a:t>
            </a:r>
            <a:r>
              <a:rPr dirty="0" sz="1700" spc="-6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 spc="-50">
                <a:solidFill>
                  <a:srgbClr val="666666"/>
                </a:solidFill>
                <a:latin typeface="Roboto"/>
                <a:cs typeface="Roboto"/>
              </a:rPr>
              <a:t>1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915587" y="3143956"/>
            <a:ext cx="5482590" cy="615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-635">
              <a:lnSpc>
                <a:spcPct val="113999"/>
              </a:lnSpc>
              <a:spcBef>
                <a:spcPts val="100"/>
              </a:spcBef>
            </a:pP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#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wait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15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seconds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after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pod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is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started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to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check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for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 spc="-10">
                <a:solidFill>
                  <a:srgbClr val="666666"/>
                </a:solidFill>
                <a:latin typeface="Roboto"/>
                <a:cs typeface="Roboto"/>
              </a:rPr>
              <a:t>health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#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wait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1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second</a:t>
            </a:r>
            <a:r>
              <a:rPr dirty="0" sz="17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for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a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response</a:t>
            </a:r>
            <a:r>
              <a:rPr dirty="0" sz="17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to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health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 spc="-10">
                <a:solidFill>
                  <a:srgbClr val="666666"/>
                </a:solidFill>
                <a:latin typeface="Roboto"/>
                <a:cs typeface="Roboto"/>
              </a:rPr>
              <a:t>check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Liveness</a:t>
            </a:r>
            <a:r>
              <a:rPr dirty="0" spc="-40"/>
              <a:t> </a:t>
            </a:r>
            <a:r>
              <a:rPr dirty="0" spc="-10"/>
              <a:t>Probes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6484" y="1113226"/>
            <a:ext cx="7918450" cy="2646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solidFill>
                  <a:srgbClr val="666666"/>
                </a:solidFill>
                <a:latin typeface="Roboto"/>
                <a:cs typeface="Roboto"/>
              </a:rPr>
              <a:t>Readiness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probes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make</a:t>
            </a:r>
            <a:r>
              <a:rPr dirty="0" sz="17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sure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your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application</a:t>
            </a:r>
            <a:r>
              <a:rPr dirty="0" sz="17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is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ready</a:t>
            </a:r>
            <a:r>
              <a:rPr dirty="0" sz="17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to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serve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 spc="-10">
                <a:solidFill>
                  <a:srgbClr val="666666"/>
                </a:solidFill>
                <a:latin typeface="Roboto"/>
                <a:cs typeface="Roboto"/>
              </a:rPr>
              <a:t>traffic</a:t>
            </a:r>
            <a:endParaRPr sz="17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17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700" spc="-10">
                <a:solidFill>
                  <a:srgbClr val="666666"/>
                </a:solidFill>
                <a:latin typeface="Roboto"/>
                <a:cs typeface="Roboto"/>
              </a:rPr>
              <a:t>readinessProbe:</a:t>
            </a:r>
            <a:endParaRPr sz="1700">
              <a:latin typeface="Roboto"/>
              <a:cs typeface="Roboto"/>
            </a:endParaRPr>
          </a:p>
          <a:p>
            <a:pPr marL="118745" marR="6329045">
              <a:lnSpc>
                <a:spcPct val="113999"/>
              </a:lnSpc>
            </a:pP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#</a:t>
            </a:r>
            <a:r>
              <a:rPr dirty="0" sz="17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an</a:t>
            </a:r>
            <a:r>
              <a:rPr dirty="0" sz="1700" spc="-1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http</a:t>
            </a:r>
            <a:r>
              <a:rPr dirty="0" sz="1700" spc="-1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 spc="-10">
                <a:solidFill>
                  <a:srgbClr val="666666"/>
                </a:solidFill>
                <a:latin typeface="Roboto"/>
                <a:cs typeface="Roboto"/>
              </a:rPr>
              <a:t>probe httpGet:</a:t>
            </a:r>
            <a:endParaRPr sz="1700">
              <a:latin typeface="Roboto"/>
              <a:cs typeface="Roboto"/>
            </a:endParaRPr>
          </a:p>
          <a:p>
            <a:pPr marL="225425" marR="6127750">
              <a:lnSpc>
                <a:spcPct val="113999"/>
              </a:lnSpc>
            </a:pP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path:</a:t>
            </a:r>
            <a:r>
              <a:rPr dirty="0" sz="17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 spc="-10">
                <a:solidFill>
                  <a:srgbClr val="666666"/>
                </a:solidFill>
                <a:latin typeface="Roboto"/>
                <a:cs typeface="Roboto"/>
              </a:rPr>
              <a:t>/readiness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port:</a:t>
            </a:r>
            <a:r>
              <a:rPr dirty="0" sz="17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 spc="-20">
                <a:solidFill>
                  <a:srgbClr val="666666"/>
                </a:solidFill>
                <a:latin typeface="Roboto"/>
                <a:cs typeface="Roboto"/>
              </a:rPr>
              <a:t>8080</a:t>
            </a:r>
            <a:endParaRPr sz="1700">
              <a:latin typeface="Roboto"/>
              <a:cs typeface="Roboto"/>
            </a:endParaRPr>
          </a:p>
          <a:p>
            <a:pPr marL="118745" marR="5080">
              <a:lnSpc>
                <a:spcPct val="113999"/>
              </a:lnSpc>
              <a:tabLst>
                <a:tab pos="2448560" algn="l"/>
              </a:tabLst>
            </a:pP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initialDelaySeconds:</a:t>
            </a:r>
            <a:r>
              <a:rPr dirty="0" sz="17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20</a:t>
            </a:r>
            <a:r>
              <a:rPr dirty="0" sz="1700" spc="36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#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wait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20</a:t>
            </a:r>
            <a:r>
              <a:rPr dirty="0" sz="17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seconds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after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pod</a:t>
            </a:r>
            <a:r>
              <a:rPr dirty="0" sz="17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is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started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to</a:t>
            </a:r>
            <a:r>
              <a:rPr dirty="0" sz="17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check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for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 spc="-10">
                <a:solidFill>
                  <a:srgbClr val="666666"/>
                </a:solidFill>
                <a:latin typeface="Roboto"/>
                <a:cs typeface="Roboto"/>
              </a:rPr>
              <a:t>health timeoutSeconds:</a:t>
            </a:r>
            <a:r>
              <a:rPr dirty="0" sz="1700" spc="-6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 spc="-50">
                <a:solidFill>
                  <a:srgbClr val="666666"/>
                </a:solidFill>
                <a:latin typeface="Roboto"/>
                <a:cs typeface="Roboto"/>
              </a:rPr>
              <a:t>5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	#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wait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5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second</a:t>
            </a:r>
            <a:r>
              <a:rPr dirty="0" sz="17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for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a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response</a:t>
            </a:r>
            <a:r>
              <a:rPr dirty="0" sz="17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to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>
                <a:solidFill>
                  <a:srgbClr val="666666"/>
                </a:solidFill>
                <a:latin typeface="Roboto"/>
                <a:cs typeface="Roboto"/>
              </a:rPr>
              <a:t>health</a:t>
            </a:r>
            <a:r>
              <a:rPr dirty="0" sz="17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700" spc="-20">
                <a:solidFill>
                  <a:srgbClr val="666666"/>
                </a:solidFill>
                <a:latin typeface="Roboto"/>
                <a:cs typeface="Roboto"/>
              </a:rPr>
              <a:t>check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Readiness</a:t>
            </a:r>
            <a:r>
              <a:rPr dirty="0" spc="-45"/>
              <a:t> </a:t>
            </a:r>
            <a:r>
              <a:rPr dirty="0" spc="-10"/>
              <a:t>Probes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470932" y="1111074"/>
          <a:ext cx="6804659" cy="26555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25650"/>
                <a:gridCol w="2969260"/>
                <a:gridCol w="1732914"/>
              </a:tblGrid>
              <a:tr h="44195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700" spc="-10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Deployment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4604"/>
                </a:tc>
                <a:tc>
                  <a:txBody>
                    <a:bodyPr/>
                    <a:lstStyle/>
                    <a:p>
                      <a:pPr marL="67246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700" spc="-10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ReplicaSet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4604"/>
                </a:tc>
                <a:tc>
                  <a:txBody>
                    <a:bodyPr/>
                    <a:lstStyle/>
                    <a:p>
                      <a:pPr marL="52260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DaemonSet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4604"/>
                </a:tc>
              </a:tr>
              <a:tr h="5905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25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Pod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 marL="67246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Liveness</a:t>
                      </a:r>
                      <a:r>
                        <a:rPr dirty="0" sz="1700" spc="-40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700" spc="-10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Probe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 marL="52260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25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Job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</a:tr>
              <a:tr h="5905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Volume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 marL="67246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Readiness</a:t>
                      </a:r>
                      <a:r>
                        <a:rPr dirty="0" sz="1700" spc="-45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700" spc="-10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Probe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 marL="52260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StatefulSet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</a:tr>
              <a:tr h="5905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Label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 marL="67246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Service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 marL="52260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ConfigMap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</a:tr>
              <a:tr h="44195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Selector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260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Secret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</a:tr>
            </a:tbl>
          </a:graphicData>
        </a:graphic>
      </p:graphicFrame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Kubernetes</a:t>
            </a:r>
            <a:r>
              <a:rPr dirty="0" spc="-50"/>
              <a:t> </a:t>
            </a:r>
            <a:r>
              <a:rPr dirty="0" spc="-10"/>
              <a:t>Terminology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742" y="1926806"/>
            <a:ext cx="8748395" cy="810895"/>
            <a:chOff x="-742" y="1926806"/>
            <a:chExt cx="8748395" cy="810895"/>
          </a:xfrm>
        </p:grpSpPr>
        <p:sp>
          <p:nvSpPr>
            <p:cNvPr id="3" name="object 3" descr=""/>
            <p:cNvSpPr/>
            <p:nvPr/>
          </p:nvSpPr>
          <p:spPr>
            <a:xfrm>
              <a:off x="-355" y="1999716"/>
              <a:ext cx="8747760" cy="737870"/>
            </a:xfrm>
            <a:custGeom>
              <a:avLst/>
              <a:gdLst/>
              <a:ahLst/>
              <a:cxnLst/>
              <a:rect l="l" t="t" r="r" b="b"/>
              <a:pathLst>
                <a:path w="8747760" h="737869">
                  <a:moveTo>
                    <a:pt x="8747481" y="0"/>
                  </a:moveTo>
                  <a:lnTo>
                    <a:pt x="381" y="0"/>
                  </a:lnTo>
                  <a:lnTo>
                    <a:pt x="0" y="76"/>
                  </a:lnTo>
                  <a:lnTo>
                    <a:pt x="0" y="666076"/>
                  </a:lnTo>
                  <a:lnTo>
                    <a:pt x="0" y="704545"/>
                  </a:lnTo>
                  <a:lnTo>
                    <a:pt x="381" y="704545"/>
                  </a:lnTo>
                  <a:lnTo>
                    <a:pt x="381" y="737400"/>
                  </a:lnTo>
                  <a:lnTo>
                    <a:pt x="8747481" y="737400"/>
                  </a:lnTo>
                  <a:lnTo>
                    <a:pt x="8747481" y="0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12" y="2638106"/>
              <a:ext cx="8643620" cy="8255"/>
            </a:xfrm>
            <a:custGeom>
              <a:avLst/>
              <a:gdLst/>
              <a:ahLst/>
              <a:cxnLst/>
              <a:rect l="l" t="t" r="r" b="b"/>
              <a:pathLst>
                <a:path w="8643620" h="8255">
                  <a:moveTo>
                    <a:pt x="0" y="7874"/>
                  </a:moveTo>
                  <a:lnTo>
                    <a:pt x="8643299" y="7874"/>
                  </a:lnTo>
                  <a:lnTo>
                    <a:pt x="8643299" y="0"/>
                  </a:lnTo>
                  <a:lnTo>
                    <a:pt x="0" y="0"/>
                  </a:lnTo>
                  <a:lnTo>
                    <a:pt x="0" y="7874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-742" y="1926806"/>
              <a:ext cx="8637270" cy="711835"/>
            </a:xfrm>
            <a:custGeom>
              <a:avLst/>
              <a:gdLst/>
              <a:ahLst/>
              <a:cxnLst/>
              <a:rect l="l" t="t" r="r" b="b"/>
              <a:pathLst>
                <a:path w="8637270" h="711835">
                  <a:moveTo>
                    <a:pt x="8636699" y="711299"/>
                  </a:moveTo>
                  <a:lnTo>
                    <a:pt x="0" y="711299"/>
                  </a:lnTo>
                  <a:lnTo>
                    <a:pt x="0" y="0"/>
                  </a:lnTo>
                  <a:lnTo>
                    <a:pt x="8636699" y="0"/>
                  </a:lnTo>
                  <a:lnTo>
                    <a:pt x="8636699" y="71129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9694" y="1975243"/>
            <a:ext cx="174117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/>
              <a:t>Services</a:t>
            </a:r>
            <a:endParaRPr sz="3600"/>
          </a:p>
        </p:txBody>
      </p:sp>
      <p:sp>
        <p:nvSpPr>
          <p:cNvPr id="7" name="object 7" descr=""/>
          <p:cNvSpPr/>
          <p:nvPr/>
        </p:nvSpPr>
        <p:spPr>
          <a:xfrm>
            <a:off x="8178698" y="4104601"/>
            <a:ext cx="965835" cy="1039494"/>
          </a:xfrm>
          <a:custGeom>
            <a:avLst/>
            <a:gdLst/>
            <a:ahLst/>
            <a:cxnLst/>
            <a:rect l="l" t="t" r="r" b="b"/>
            <a:pathLst>
              <a:path w="965834" h="1039495">
                <a:moveTo>
                  <a:pt x="965225" y="607809"/>
                </a:moveTo>
                <a:lnTo>
                  <a:pt x="965149" y="228307"/>
                </a:lnTo>
                <a:lnTo>
                  <a:pt x="965098" y="0"/>
                </a:lnTo>
                <a:lnTo>
                  <a:pt x="0" y="1038898"/>
                </a:lnTo>
                <a:lnTo>
                  <a:pt x="212153" y="1038898"/>
                </a:lnTo>
                <a:lnTo>
                  <a:pt x="397192" y="1038898"/>
                </a:lnTo>
                <a:lnTo>
                  <a:pt x="965225" y="1038898"/>
                </a:lnTo>
                <a:lnTo>
                  <a:pt x="965225" y="607809"/>
                </a:lnTo>
                <a:close/>
              </a:path>
            </a:pathLst>
          </a:custGeom>
          <a:solidFill>
            <a:srgbClr val="000000">
              <a:alpha val="117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7765384" y="412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737373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Services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648009" y="694143"/>
            <a:ext cx="2445385" cy="3302635"/>
            <a:chOff x="5648009" y="694143"/>
            <a:chExt cx="2445385" cy="3302635"/>
          </a:xfrm>
        </p:grpSpPr>
        <p:sp>
          <p:nvSpPr>
            <p:cNvPr id="4" name="object 4" descr=""/>
            <p:cNvSpPr/>
            <p:nvPr/>
          </p:nvSpPr>
          <p:spPr>
            <a:xfrm>
              <a:off x="5691183" y="3363226"/>
              <a:ext cx="1179830" cy="608965"/>
            </a:xfrm>
            <a:custGeom>
              <a:avLst/>
              <a:gdLst/>
              <a:ahLst/>
              <a:cxnLst/>
              <a:rect l="l" t="t" r="r" b="b"/>
              <a:pathLst>
                <a:path w="1179829" h="608964">
                  <a:moveTo>
                    <a:pt x="1179214" y="0"/>
                  </a:moveTo>
                  <a:lnTo>
                    <a:pt x="0" y="608589"/>
                  </a:lnTo>
                </a:path>
              </a:pathLst>
            </a:custGeom>
            <a:ln w="9524">
              <a:solidFill>
                <a:srgbClr val="F4B4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652772" y="3957836"/>
              <a:ext cx="45720" cy="34290"/>
            </a:xfrm>
            <a:custGeom>
              <a:avLst/>
              <a:gdLst/>
              <a:ahLst/>
              <a:cxnLst/>
              <a:rect l="l" t="t" r="r" b="b"/>
              <a:pathLst>
                <a:path w="45720" h="34289">
                  <a:moveTo>
                    <a:pt x="0" y="33804"/>
                  </a:moveTo>
                  <a:lnTo>
                    <a:pt x="31196" y="0"/>
                  </a:lnTo>
                  <a:lnTo>
                    <a:pt x="45626" y="27960"/>
                  </a:lnTo>
                  <a:lnTo>
                    <a:pt x="0" y="33804"/>
                  </a:lnTo>
                  <a:close/>
                </a:path>
              </a:pathLst>
            </a:custGeom>
            <a:solidFill>
              <a:srgbClr val="F4B4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652772" y="3957836"/>
              <a:ext cx="45720" cy="34290"/>
            </a:xfrm>
            <a:custGeom>
              <a:avLst/>
              <a:gdLst/>
              <a:ahLst/>
              <a:cxnLst/>
              <a:rect l="l" t="t" r="r" b="b"/>
              <a:pathLst>
                <a:path w="45720" h="34289">
                  <a:moveTo>
                    <a:pt x="31196" y="0"/>
                  </a:moveTo>
                  <a:lnTo>
                    <a:pt x="0" y="33804"/>
                  </a:lnTo>
                  <a:lnTo>
                    <a:pt x="45626" y="27960"/>
                  </a:lnTo>
                  <a:lnTo>
                    <a:pt x="31196" y="0"/>
                  </a:lnTo>
                  <a:close/>
                </a:path>
              </a:pathLst>
            </a:custGeom>
            <a:ln w="9524">
              <a:solidFill>
                <a:srgbClr val="F4B4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870398" y="3363226"/>
              <a:ext cx="0" cy="577850"/>
            </a:xfrm>
            <a:custGeom>
              <a:avLst/>
              <a:gdLst/>
              <a:ahLst/>
              <a:cxnLst/>
              <a:rect l="l" t="t" r="r" b="b"/>
              <a:pathLst>
                <a:path w="0" h="577850">
                  <a:moveTo>
                    <a:pt x="0" y="0"/>
                  </a:moveTo>
                  <a:lnTo>
                    <a:pt x="0" y="577649"/>
                  </a:lnTo>
                </a:path>
              </a:pathLst>
            </a:custGeom>
            <a:ln w="9524">
              <a:solidFill>
                <a:srgbClr val="F4B4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854665" y="3940876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5732" y="43225"/>
                  </a:moveTo>
                  <a:lnTo>
                    <a:pt x="0" y="0"/>
                  </a:lnTo>
                  <a:lnTo>
                    <a:pt x="31465" y="0"/>
                  </a:lnTo>
                  <a:lnTo>
                    <a:pt x="15732" y="43225"/>
                  </a:lnTo>
                  <a:close/>
                </a:path>
              </a:pathLst>
            </a:custGeom>
            <a:solidFill>
              <a:srgbClr val="F4B4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854665" y="3940876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5732" y="43225"/>
                  </a:lnTo>
                  <a:lnTo>
                    <a:pt x="31465" y="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4B4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870398" y="3363226"/>
              <a:ext cx="1179830" cy="608965"/>
            </a:xfrm>
            <a:custGeom>
              <a:avLst/>
              <a:gdLst/>
              <a:ahLst/>
              <a:cxnLst/>
              <a:rect l="l" t="t" r="r" b="b"/>
              <a:pathLst>
                <a:path w="1179829" h="608964">
                  <a:moveTo>
                    <a:pt x="0" y="0"/>
                  </a:moveTo>
                  <a:lnTo>
                    <a:pt x="1179214" y="608589"/>
                  </a:lnTo>
                </a:path>
              </a:pathLst>
            </a:custGeom>
            <a:ln w="9524">
              <a:solidFill>
                <a:srgbClr val="F4B4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8042397" y="3957836"/>
              <a:ext cx="45720" cy="34290"/>
            </a:xfrm>
            <a:custGeom>
              <a:avLst/>
              <a:gdLst/>
              <a:ahLst/>
              <a:cxnLst/>
              <a:rect l="l" t="t" r="r" b="b"/>
              <a:pathLst>
                <a:path w="45720" h="34289">
                  <a:moveTo>
                    <a:pt x="45626" y="33804"/>
                  </a:moveTo>
                  <a:lnTo>
                    <a:pt x="0" y="27960"/>
                  </a:lnTo>
                  <a:lnTo>
                    <a:pt x="14430" y="0"/>
                  </a:lnTo>
                  <a:lnTo>
                    <a:pt x="45626" y="33804"/>
                  </a:lnTo>
                  <a:close/>
                </a:path>
              </a:pathLst>
            </a:custGeom>
            <a:solidFill>
              <a:srgbClr val="F4B4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8042397" y="3957836"/>
              <a:ext cx="45720" cy="34290"/>
            </a:xfrm>
            <a:custGeom>
              <a:avLst/>
              <a:gdLst/>
              <a:ahLst/>
              <a:cxnLst/>
              <a:rect l="l" t="t" r="r" b="b"/>
              <a:pathLst>
                <a:path w="45720" h="34289">
                  <a:moveTo>
                    <a:pt x="0" y="27960"/>
                  </a:moveTo>
                  <a:lnTo>
                    <a:pt x="45626" y="33804"/>
                  </a:lnTo>
                  <a:lnTo>
                    <a:pt x="14430" y="0"/>
                  </a:lnTo>
                  <a:lnTo>
                    <a:pt x="0" y="27960"/>
                  </a:lnTo>
                  <a:close/>
                </a:path>
              </a:pathLst>
            </a:custGeom>
            <a:ln w="9524">
              <a:solidFill>
                <a:srgbClr val="F4B4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870277" y="1508268"/>
              <a:ext cx="0" cy="443865"/>
            </a:xfrm>
            <a:custGeom>
              <a:avLst/>
              <a:gdLst/>
              <a:ahLst/>
              <a:cxnLst/>
              <a:rect l="l" t="t" r="r" b="b"/>
              <a:pathLst>
                <a:path w="0" h="443864">
                  <a:moveTo>
                    <a:pt x="0" y="0"/>
                  </a:moveTo>
                  <a:lnTo>
                    <a:pt x="0" y="443400"/>
                  </a:lnTo>
                </a:path>
              </a:pathLst>
            </a:custGeom>
            <a:ln w="38099">
              <a:solidFill>
                <a:srgbClr val="F4B4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88296" y="1932618"/>
              <a:ext cx="163962" cy="211001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6306128" y="703668"/>
              <a:ext cx="1128395" cy="805180"/>
            </a:xfrm>
            <a:custGeom>
              <a:avLst/>
              <a:gdLst/>
              <a:ahLst/>
              <a:cxnLst/>
              <a:rect l="l" t="t" r="r" b="b"/>
              <a:pathLst>
                <a:path w="1128395" h="805180">
                  <a:moveTo>
                    <a:pt x="994197" y="804599"/>
                  </a:moveTo>
                  <a:lnTo>
                    <a:pt x="134102" y="804599"/>
                  </a:lnTo>
                  <a:lnTo>
                    <a:pt x="91715" y="797763"/>
                  </a:lnTo>
                  <a:lnTo>
                    <a:pt x="54903" y="778725"/>
                  </a:lnTo>
                  <a:lnTo>
                    <a:pt x="25874" y="749696"/>
                  </a:lnTo>
                  <a:lnTo>
                    <a:pt x="6836" y="712884"/>
                  </a:lnTo>
                  <a:lnTo>
                    <a:pt x="0" y="670497"/>
                  </a:lnTo>
                  <a:lnTo>
                    <a:pt x="0" y="134102"/>
                  </a:lnTo>
                  <a:lnTo>
                    <a:pt x="6836" y="91715"/>
                  </a:lnTo>
                  <a:lnTo>
                    <a:pt x="25874" y="54903"/>
                  </a:lnTo>
                  <a:lnTo>
                    <a:pt x="54903" y="25874"/>
                  </a:lnTo>
                  <a:lnTo>
                    <a:pt x="91715" y="6836"/>
                  </a:lnTo>
                  <a:lnTo>
                    <a:pt x="134102" y="0"/>
                  </a:lnTo>
                  <a:lnTo>
                    <a:pt x="994197" y="0"/>
                  </a:lnTo>
                  <a:lnTo>
                    <a:pt x="1045516" y="10207"/>
                  </a:lnTo>
                  <a:lnTo>
                    <a:pt x="1089022" y="39277"/>
                  </a:lnTo>
                  <a:lnTo>
                    <a:pt x="1118091" y="82783"/>
                  </a:lnTo>
                  <a:lnTo>
                    <a:pt x="1128299" y="134102"/>
                  </a:lnTo>
                  <a:lnTo>
                    <a:pt x="1128299" y="670497"/>
                  </a:lnTo>
                  <a:lnTo>
                    <a:pt x="1121462" y="712884"/>
                  </a:lnTo>
                  <a:lnTo>
                    <a:pt x="1102425" y="749696"/>
                  </a:lnTo>
                  <a:lnTo>
                    <a:pt x="1073396" y="778725"/>
                  </a:lnTo>
                  <a:lnTo>
                    <a:pt x="1036584" y="797763"/>
                  </a:lnTo>
                  <a:lnTo>
                    <a:pt x="994197" y="804599"/>
                  </a:lnTo>
                  <a:close/>
                </a:path>
              </a:pathLst>
            </a:custGeom>
            <a:solidFill>
              <a:srgbClr val="FFE1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306128" y="703668"/>
              <a:ext cx="1128395" cy="805180"/>
            </a:xfrm>
            <a:custGeom>
              <a:avLst/>
              <a:gdLst/>
              <a:ahLst/>
              <a:cxnLst/>
              <a:rect l="l" t="t" r="r" b="b"/>
              <a:pathLst>
                <a:path w="1128395" h="805180">
                  <a:moveTo>
                    <a:pt x="0" y="134102"/>
                  </a:moveTo>
                  <a:lnTo>
                    <a:pt x="6836" y="91715"/>
                  </a:lnTo>
                  <a:lnTo>
                    <a:pt x="25874" y="54903"/>
                  </a:lnTo>
                  <a:lnTo>
                    <a:pt x="54903" y="25874"/>
                  </a:lnTo>
                  <a:lnTo>
                    <a:pt x="91715" y="6836"/>
                  </a:lnTo>
                  <a:lnTo>
                    <a:pt x="134102" y="0"/>
                  </a:lnTo>
                  <a:lnTo>
                    <a:pt x="994197" y="0"/>
                  </a:lnTo>
                  <a:lnTo>
                    <a:pt x="1045516" y="10207"/>
                  </a:lnTo>
                  <a:lnTo>
                    <a:pt x="1089022" y="39277"/>
                  </a:lnTo>
                  <a:lnTo>
                    <a:pt x="1118091" y="82783"/>
                  </a:lnTo>
                  <a:lnTo>
                    <a:pt x="1128299" y="134102"/>
                  </a:lnTo>
                  <a:lnTo>
                    <a:pt x="1128299" y="670497"/>
                  </a:lnTo>
                  <a:lnTo>
                    <a:pt x="1121462" y="712884"/>
                  </a:lnTo>
                  <a:lnTo>
                    <a:pt x="1102425" y="749696"/>
                  </a:lnTo>
                  <a:lnTo>
                    <a:pt x="1073396" y="778725"/>
                  </a:lnTo>
                  <a:lnTo>
                    <a:pt x="1036584" y="797763"/>
                  </a:lnTo>
                  <a:lnTo>
                    <a:pt x="994197" y="804599"/>
                  </a:lnTo>
                  <a:lnTo>
                    <a:pt x="134102" y="804599"/>
                  </a:lnTo>
                  <a:lnTo>
                    <a:pt x="91715" y="797763"/>
                  </a:lnTo>
                  <a:lnTo>
                    <a:pt x="54903" y="778725"/>
                  </a:lnTo>
                  <a:lnTo>
                    <a:pt x="25874" y="749696"/>
                  </a:lnTo>
                  <a:lnTo>
                    <a:pt x="6836" y="712884"/>
                  </a:lnTo>
                  <a:lnTo>
                    <a:pt x="0" y="670497"/>
                  </a:lnTo>
                  <a:lnTo>
                    <a:pt x="0" y="134102"/>
                  </a:lnTo>
                  <a:close/>
                </a:path>
              </a:pathLst>
            </a:custGeom>
            <a:ln w="19049">
              <a:solidFill>
                <a:srgbClr val="F4B4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6603779" y="971348"/>
            <a:ext cx="53340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solidFill>
                  <a:srgbClr val="444444"/>
                </a:solidFill>
                <a:latin typeface="Open Sans"/>
                <a:cs typeface="Open Sans"/>
              </a:rPr>
              <a:t>Client</a:t>
            </a:r>
            <a:endParaRPr sz="1500">
              <a:latin typeface="Open Sans"/>
              <a:cs typeface="Open Sans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5143935" y="2175374"/>
            <a:ext cx="3453129" cy="2543810"/>
            <a:chOff x="5143935" y="2175374"/>
            <a:chExt cx="3453129" cy="2543810"/>
          </a:xfrm>
        </p:grpSpPr>
        <p:sp>
          <p:nvSpPr>
            <p:cNvPr id="19" name="object 19" descr=""/>
            <p:cNvSpPr/>
            <p:nvPr/>
          </p:nvSpPr>
          <p:spPr>
            <a:xfrm>
              <a:off x="5148698" y="3998114"/>
              <a:ext cx="983615" cy="716280"/>
            </a:xfrm>
            <a:custGeom>
              <a:avLst/>
              <a:gdLst/>
              <a:ahLst/>
              <a:cxnLst/>
              <a:rect l="l" t="t" r="r" b="b"/>
              <a:pathLst>
                <a:path w="983614" h="716279">
                  <a:moveTo>
                    <a:pt x="864196" y="715894"/>
                  </a:moveTo>
                  <a:lnTo>
                    <a:pt x="119317" y="715894"/>
                  </a:lnTo>
                  <a:lnTo>
                    <a:pt x="72874" y="706517"/>
                  </a:lnTo>
                  <a:lnTo>
                    <a:pt x="34947" y="680946"/>
                  </a:lnTo>
                  <a:lnTo>
                    <a:pt x="9376" y="643020"/>
                  </a:lnTo>
                  <a:lnTo>
                    <a:pt x="0" y="596575"/>
                  </a:lnTo>
                  <a:lnTo>
                    <a:pt x="0" y="119318"/>
                  </a:lnTo>
                  <a:lnTo>
                    <a:pt x="9376" y="72874"/>
                  </a:lnTo>
                  <a:lnTo>
                    <a:pt x="34947" y="34947"/>
                  </a:lnTo>
                  <a:lnTo>
                    <a:pt x="72874" y="9376"/>
                  </a:lnTo>
                  <a:lnTo>
                    <a:pt x="119317" y="0"/>
                  </a:lnTo>
                  <a:lnTo>
                    <a:pt x="864196" y="0"/>
                  </a:lnTo>
                  <a:lnTo>
                    <a:pt x="909857" y="9082"/>
                  </a:lnTo>
                  <a:lnTo>
                    <a:pt x="948566" y="34947"/>
                  </a:lnTo>
                  <a:lnTo>
                    <a:pt x="974431" y="73657"/>
                  </a:lnTo>
                  <a:lnTo>
                    <a:pt x="983513" y="119318"/>
                  </a:lnTo>
                  <a:lnTo>
                    <a:pt x="983513" y="596575"/>
                  </a:lnTo>
                  <a:lnTo>
                    <a:pt x="974137" y="643020"/>
                  </a:lnTo>
                  <a:lnTo>
                    <a:pt x="948566" y="680946"/>
                  </a:lnTo>
                  <a:lnTo>
                    <a:pt x="910640" y="706517"/>
                  </a:lnTo>
                  <a:lnTo>
                    <a:pt x="864196" y="715894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148698" y="3998114"/>
              <a:ext cx="983615" cy="716280"/>
            </a:xfrm>
            <a:custGeom>
              <a:avLst/>
              <a:gdLst/>
              <a:ahLst/>
              <a:cxnLst/>
              <a:rect l="l" t="t" r="r" b="b"/>
              <a:pathLst>
                <a:path w="983614" h="716279">
                  <a:moveTo>
                    <a:pt x="0" y="119318"/>
                  </a:moveTo>
                  <a:lnTo>
                    <a:pt x="9376" y="72874"/>
                  </a:lnTo>
                  <a:lnTo>
                    <a:pt x="34947" y="34947"/>
                  </a:lnTo>
                  <a:lnTo>
                    <a:pt x="72874" y="9376"/>
                  </a:lnTo>
                  <a:lnTo>
                    <a:pt x="119317" y="0"/>
                  </a:lnTo>
                  <a:lnTo>
                    <a:pt x="864196" y="0"/>
                  </a:lnTo>
                  <a:lnTo>
                    <a:pt x="909857" y="9082"/>
                  </a:lnTo>
                  <a:lnTo>
                    <a:pt x="948566" y="34947"/>
                  </a:lnTo>
                  <a:lnTo>
                    <a:pt x="974431" y="73657"/>
                  </a:lnTo>
                  <a:lnTo>
                    <a:pt x="983513" y="119318"/>
                  </a:lnTo>
                  <a:lnTo>
                    <a:pt x="983513" y="596575"/>
                  </a:lnTo>
                  <a:lnTo>
                    <a:pt x="974137" y="643020"/>
                  </a:lnTo>
                  <a:lnTo>
                    <a:pt x="948566" y="680946"/>
                  </a:lnTo>
                  <a:lnTo>
                    <a:pt x="910640" y="706517"/>
                  </a:lnTo>
                  <a:lnTo>
                    <a:pt x="864196" y="715894"/>
                  </a:lnTo>
                  <a:lnTo>
                    <a:pt x="119317" y="715894"/>
                  </a:lnTo>
                  <a:lnTo>
                    <a:pt x="72874" y="706517"/>
                  </a:lnTo>
                  <a:lnTo>
                    <a:pt x="34947" y="680946"/>
                  </a:lnTo>
                  <a:lnTo>
                    <a:pt x="9376" y="643020"/>
                  </a:lnTo>
                  <a:lnTo>
                    <a:pt x="0" y="596575"/>
                  </a:lnTo>
                  <a:lnTo>
                    <a:pt x="0" y="119318"/>
                  </a:lnTo>
                  <a:close/>
                </a:path>
              </a:pathLst>
            </a:custGeom>
            <a:ln w="9524">
              <a:solidFill>
                <a:srgbClr val="B7B7B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5258628" y="4333382"/>
              <a:ext cx="763905" cy="220979"/>
            </a:xfrm>
            <a:custGeom>
              <a:avLst/>
              <a:gdLst/>
              <a:ahLst/>
              <a:cxnLst/>
              <a:rect l="l" t="t" r="r" b="b"/>
              <a:pathLst>
                <a:path w="763904" h="220979">
                  <a:moveTo>
                    <a:pt x="726844" y="220789"/>
                  </a:moveTo>
                  <a:lnTo>
                    <a:pt x="36798" y="220789"/>
                  </a:lnTo>
                  <a:lnTo>
                    <a:pt x="22475" y="217897"/>
                  </a:lnTo>
                  <a:lnTo>
                    <a:pt x="10778" y="210011"/>
                  </a:lnTo>
                  <a:lnTo>
                    <a:pt x="2891" y="198314"/>
                  </a:lnTo>
                  <a:lnTo>
                    <a:pt x="0" y="183990"/>
                  </a:lnTo>
                  <a:lnTo>
                    <a:pt x="0" y="36798"/>
                  </a:lnTo>
                  <a:lnTo>
                    <a:pt x="2891" y="22475"/>
                  </a:lnTo>
                  <a:lnTo>
                    <a:pt x="10778" y="10778"/>
                  </a:lnTo>
                  <a:lnTo>
                    <a:pt x="22475" y="2891"/>
                  </a:lnTo>
                  <a:lnTo>
                    <a:pt x="36798" y="0"/>
                  </a:lnTo>
                  <a:lnTo>
                    <a:pt x="726844" y="0"/>
                  </a:lnTo>
                  <a:lnTo>
                    <a:pt x="760842" y="22716"/>
                  </a:lnTo>
                  <a:lnTo>
                    <a:pt x="763643" y="36798"/>
                  </a:lnTo>
                  <a:lnTo>
                    <a:pt x="763643" y="183990"/>
                  </a:lnTo>
                  <a:lnTo>
                    <a:pt x="760751" y="198314"/>
                  </a:lnTo>
                  <a:lnTo>
                    <a:pt x="752865" y="210011"/>
                  </a:lnTo>
                  <a:lnTo>
                    <a:pt x="741168" y="217897"/>
                  </a:lnTo>
                  <a:lnTo>
                    <a:pt x="726844" y="220789"/>
                  </a:lnTo>
                  <a:close/>
                </a:path>
              </a:pathLst>
            </a:custGeom>
            <a:solidFill>
              <a:srgbClr val="8BAB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5258628" y="4333382"/>
              <a:ext cx="763905" cy="220979"/>
            </a:xfrm>
            <a:custGeom>
              <a:avLst/>
              <a:gdLst/>
              <a:ahLst/>
              <a:cxnLst/>
              <a:rect l="l" t="t" r="r" b="b"/>
              <a:pathLst>
                <a:path w="763904" h="220979">
                  <a:moveTo>
                    <a:pt x="0" y="36798"/>
                  </a:moveTo>
                  <a:lnTo>
                    <a:pt x="2891" y="22475"/>
                  </a:lnTo>
                  <a:lnTo>
                    <a:pt x="10778" y="10778"/>
                  </a:lnTo>
                  <a:lnTo>
                    <a:pt x="22475" y="2891"/>
                  </a:lnTo>
                  <a:lnTo>
                    <a:pt x="36798" y="0"/>
                  </a:lnTo>
                  <a:lnTo>
                    <a:pt x="726844" y="0"/>
                  </a:lnTo>
                  <a:lnTo>
                    <a:pt x="760842" y="22716"/>
                  </a:lnTo>
                  <a:lnTo>
                    <a:pt x="763643" y="36798"/>
                  </a:lnTo>
                  <a:lnTo>
                    <a:pt x="763643" y="183990"/>
                  </a:lnTo>
                  <a:lnTo>
                    <a:pt x="760751" y="198314"/>
                  </a:lnTo>
                  <a:lnTo>
                    <a:pt x="752865" y="210011"/>
                  </a:lnTo>
                  <a:lnTo>
                    <a:pt x="741168" y="217897"/>
                  </a:lnTo>
                  <a:lnTo>
                    <a:pt x="726844" y="220789"/>
                  </a:lnTo>
                  <a:lnTo>
                    <a:pt x="36798" y="220789"/>
                  </a:lnTo>
                  <a:lnTo>
                    <a:pt x="22475" y="217897"/>
                  </a:lnTo>
                  <a:lnTo>
                    <a:pt x="10778" y="210011"/>
                  </a:lnTo>
                  <a:lnTo>
                    <a:pt x="2891" y="198314"/>
                  </a:lnTo>
                  <a:lnTo>
                    <a:pt x="0" y="183990"/>
                  </a:lnTo>
                  <a:lnTo>
                    <a:pt x="0" y="36798"/>
                  </a:lnTo>
                  <a:close/>
                </a:path>
              </a:pathLst>
            </a:custGeom>
            <a:ln w="9524">
              <a:solidFill>
                <a:srgbClr val="B7B7B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6378648" y="3998114"/>
              <a:ext cx="983615" cy="716280"/>
            </a:xfrm>
            <a:custGeom>
              <a:avLst/>
              <a:gdLst/>
              <a:ahLst/>
              <a:cxnLst/>
              <a:rect l="l" t="t" r="r" b="b"/>
              <a:pathLst>
                <a:path w="983615" h="716279">
                  <a:moveTo>
                    <a:pt x="864195" y="715894"/>
                  </a:moveTo>
                  <a:lnTo>
                    <a:pt x="119317" y="715894"/>
                  </a:lnTo>
                  <a:lnTo>
                    <a:pt x="72874" y="706517"/>
                  </a:lnTo>
                  <a:lnTo>
                    <a:pt x="34947" y="680946"/>
                  </a:lnTo>
                  <a:lnTo>
                    <a:pt x="9376" y="643020"/>
                  </a:lnTo>
                  <a:lnTo>
                    <a:pt x="0" y="596575"/>
                  </a:lnTo>
                  <a:lnTo>
                    <a:pt x="0" y="119318"/>
                  </a:lnTo>
                  <a:lnTo>
                    <a:pt x="9376" y="72874"/>
                  </a:lnTo>
                  <a:lnTo>
                    <a:pt x="34947" y="34947"/>
                  </a:lnTo>
                  <a:lnTo>
                    <a:pt x="72874" y="9376"/>
                  </a:lnTo>
                  <a:lnTo>
                    <a:pt x="119317" y="0"/>
                  </a:lnTo>
                  <a:lnTo>
                    <a:pt x="864195" y="0"/>
                  </a:lnTo>
                  <a:lnTo>
                    <a:pt x="909857" y="9082"/>
                  </a:lnTo>
                  <a:lnTo>
                    <a:pt x="948566" y="34947"/>
                  </a:lnTo>
                  <a:lnTo>
                    <a:pt x="974431" y="73657"/>
                  </a:lnTo>
                  <a:lnTo>
                    <a:pt x="983514" y="119318"/>
                  </a:lnTo>
                  <a:lnTo>
                    <a:pt x="983514" y="596575"/>
                  </a:lnTo>
                  <a:lnTo>
                    <a:pt x="974137" y="643020"/>
                  </a:lnTo>
                  <a:lnTo>
                    <a:pt x="948566" y="680946"/>
                  </a:lnTo>
                  <a:lnTo>
                    <a:pt x="910639" y="706517"/>
                  </a:lnTo>
                  <a:lnTo>
                    <a:pt x="864195" y="715894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6378648" y="3998114"/>
              <a:ext cx="983615" cy="716280"/>
            </a:xfrm>
            <a:custGeom>
              <a:avLst/>
              <a:gdLst/>
              <a:ahLst/>
              <a:cxnLst/>
              <a:rect l="l" t="t" r="r" b="b"/>
              <a:pathLst>
                <a:path w="983615" h="716279">
                  <a:moveTo>
                    <a:pt x="0" y="119318"/>
                  </a:moveTo>
                  <a:lnTo>
                    <a:pt x="9376" y="72874"/>
                  </a:lnTo>
                  <a:lnTo>
                    <a:pt x="34947" y="34947"/>
                  </a:lnTo>
                  <a:lnTo>
                    <a:pt x="72874" y="9376"/>
                  </a:lnTo>
                  <a:lnTo>
                    <a:pt x="119317" y="0"/>
                  </a:lnTo>
                  <a:lnTo>
                    <a:pt x="864195" y="0"/>
                  </a:lnTo>
                  <a:lnTo>
                    <a:pt x="909857" y="9082"/>
                  </a:lnTo>
                  <a:lnTo>
                    <a:pt x="948566" y="34947"/>
                  </a:lnTo>
                  <a:lnTo>
                    <a:pt x="974431" y="73657"/>
                  </a:lnTo>
                  <a:lnTo>
                    <a:pt x="983514" y="119318"/>
                  </a:lnTo>
                  <a:lnTo>
                    <a:pt x="983514" y="596575"/>
                  </a:lnTo>
                  <a:lnTo>
                    <a:pt x="974137" y="643020"/>
                  </a:lnTo>
                  <a:lnTo>
                    <a:pt x="948566" y="680946"/>
                  </a:lnTo>
                  <a:lnTo>
                    <a:pt x="910639" y="706517"/>
                  </a:lnTo>
                  <a:lnTo>
                    <a:pt x="864195" y="715894"/>
                  </a:lnTo>
                  <a:lnTo>
                    <a:pt x="119317" y="715894"/>
                  </a:lnTo>
                  <a:lnTo>
                    <a:pt x="72874" y="706517"/>
                  </a:lnTo>
                  <a:lnTo>
                    <a:pt x="34947" y="680946"/>
                  </a:lnTo>
                  <a:lnTo>
                    <a:pt x="9376" y="643020"/>
                  </a:lnTo>
                  <a:lnTo>
                    <a:pt x="0" y="596575"/>
                  </a:lnTo>
                  <a:lnTo>
                    <a:pt x="0" y="119318"/>
                  </a:lnTo>
                  <a:close/>
                </a:path>
              </a:pathLst>
            </a:custGeom>
            <a:ln w="9524">
              <a:solidFill>
                <a:srgbClr val="B7B7B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6488578" y="4337707"/>
              <a:ext cx="763905" cy="220979"/>
            </a:xfrm>
            <a:custGeom>
              <a:avLst/>
              <a:gdLst/>
              <a:ahLst/>
              <a:cxnLst/>
              <a:rect l="l" t="t" r="r" b="b"/>
              <a:pathLst>
                <a:path w="763904" h="220979">
                  <a:moveTo>
                    <a:pt x="726844" y="220789"/>
                  </a:moveTo>
                  <a:lnTo>
                    <a:pt x="36798" y="220789"/>
                  </a:lnTo>
                  <a:lnTo>
                    <a:pt x="22475" y="217897"/>
                  </a:lnTo>
                  <a:lnTo>
                    <a:pt x="10778" y="210011"/>
                  </a:lnTo>
                  <a:lnTo>
                    <a:pt x="2891" y="198314"/>
                  </a:lnTo>
                  <a:lnTo>
                    <a:pt x="0" y="183990"/>
                  </a:lnTo>
                  <a:lnTo>
                    <a:pt x="0" y="36798"/>
                  </a:lnTo>
                  <a:lnTo>
                    <a:pt x="2891" y="22475"/>
                  </a:lnTo>
                  <a:lnTo>
                    <a:pt x="10778" y="10778"/>
                  </a:lnTo>
                  <a:lnTo>
                    <a:pt x="22475" y="2891"/>
                  </a:lnTo>
                  <a:lnTo>
                    <a:pt x="36798" y="0"/>
                  </a:lnTo>
                  <a:lnTo>
                    <a:pt x="726844" y="0"/>
                  </a:lnTo>
                  <a:lnTo>
                    <a:pt x="760842" y="22716"/>
                  </a:lnTo>
                  <a:lnTo>
                    <a:pt x="763643" y="36798"/>
                  </a:lnTo>
                  <a:lnTo>
                    <a:pt x="763643" y="183990"/>
                  </a:lnTo>
                  <a:lnTo>
                    <a:pt x="760751" y="198314"/>
                  </a:lnTo>
                  <a:lnTo>
                    <a:pt x="752865" y="210011"/>
                  </a:lnTo>
                  <a:lnTo>
                    <a:pt x="741168" y="217897"/>
                  </a:lnTo>
                  <a:lnTo>
                    <a:pt x="726844" y="220789"/>
                  </a:lnTo>
                  <a:close/>
                </a:path>
              </a:pathLst>
            </a:custGeom>
            <a:solidFill>
              <a:srgbClr val="8BAB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6488578" y="4337707"/>
              <a:ext cx="763905" cy="220979"/>
            </a:xfrm>
            <a:custGeom>
              <a:avLst/>
              <a:gdLst/>
              <a:ahLst/>
              <a:cxnLst/>
              <a:rect l="l" t="t" r="r" b="b"/>
              <a:pathLst>
                <a:path w="763904" h="220979">
                  <a:moveTo>
                    <a:pt x="0" y="36798"/>
                  </a:moveTo>
                  <a:lnTo>
                    <a:pt x="2891" y="22475"/>
                  </a:lnTo>
                  <a:lnTo>
                    <a:pt x="10778" y="10778"/>
                  </a:lnTo>
                  <a:lnTo>
                    <a:pt x="22475" y="2891"/>
                  </a:lnTo>
                  <a:lnTo>
                    <a:pt x="36798" y="0"/>
                  </a:lnTo>
                  <a:lnTo>
                    <a:pt x="726844" y="0"/>
                  </a:lnTo>
                  <a:lnTo>
                    <a:pt x="760842" y="22716"/>
                  </a:lnTo>
                  <a:lnTo>
                    <a:pt x="763643" y="36798"/>
                  </a:lnTo>
                  <a:lnTo>
                    <a:pt x="763643" y="183990"/>
                  </a:lnTo>
                  <a:lnTo>
                    <a:pt x="760751" y="198314"/>
                  </a:lnTo>
                  <a:lnTo>
                    <a:pt x="752865" y="210011"/>
                  </a:lnTo>
                  <a:lnTo>
                    <a:pt x="741168" y="217897"/>
                  </a:lnTo>
                  <a:lnTo>
                    <a:pt x="726844" y="220789"/>
                  </a:lnTo>
                  <a:lnTo>
                    <a:pt x="36798" y="220789"/>
                  </a:lnTo>
                  <a:lnTo>
                    <a:pt x="22475" y="217897"/>
                  </a:lnTo>
                  <a:lnTo>
                    <a:pt x="10778" y="210011"/>
                  </a:lnTo>
                  <a:lnTo>
                    <a:pt x="2891" y="198314"/>
                  </a:lnTo>
                  <a:lnTo>
                    <a:pt x="0" y="183990"/>
                  </a:lnTo>
                  <a:lnTo>
                    <a:pt x="0" y="36798"/>
                  </a:lnTo>
                  <a:close/>
                </a:path>
              </a:pathLst>
            </a:custGeom>
            <a:ln w="9524">
              <a:solidFill>
                <a:srgbClr val="B7B7B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7608598" y="3998114"/>
              <a:ext cx="983615" cy="716280"/>
            </a:xfrm>
            <a:custGeom>
              <a:avLst/>
              <a:gdLst/>
              <a:ahLst/>
              <a:cxnLst/>
              <a:rect l="l" t="t" r="r" b="b"/>
              <a:pathLst>
                <a:path w="983615" h="716279">
                  <a:moveTo>
                    <a:pt x="864195" y="715894"/>
                  </a:moveTo>
                  <a:lnTo>
                    <a:pt x="119317" y="715894"/>
                  </a:lnTo>
                  <a:lnTo>
                    <a:pt x="72873" y="706517"/>
                  </a:lnTo>
                  <a:lnTo>
                    <a:pt x="34947" y="680946"/>
                  </a:lnTo>
                  <a:lnTo>
                    <a:pt x="9376" y="643020"/>
                  </a:lnTo>
                  <a:lnTo>
                    <a:pt x="0" y="596575"/>
                  </a:lnTo>
                  <a:lnTo>
                    <a:pt x="0" y="119318"/>
                  </a:lnTo>
                  <a:lnTo>
                    <a:pt x="9376" y="72874"/>
                  </a:lnTo>
                  <a:lnTo>
                    <a:pt x="34947" y="34947"/>
                  </a:lnTo>
                  <a:lnTo>
                    <a:pt x="72873" y="9376"/>
                  </a:lnTo>
                  <a:lnTo>
                    <a:pt x="119317" y="0"/>
                  </a:lnTo>
                  <a:lnTo>
                    <a:pt x="864195" y="0"/>
                  </a:lnTo>
                  <a:lnTo>
                    <a:pt x="909856" y="9082"/>
                  </a:lnTo>
                  <a:lnTo>
                    <a:pt x="948566" y="34947"/>
                  </a:lnTo>
                  <a:lnTo>
                    <a:pt x="974431" y="73657"/>
                  </a:lnTo>
                  <a:lnTo>
                    <a:pt x="983513" y="119318"/>
                  </a:lnTo>
                  <a:lnTo>
                    <a:pt x="983513" y="596575"/>
                  </a:lnTo>
                  <a:lnTo>
                    <a:pt x="974137" y="643020"/>
                  </a:lnTo>
                  <a:lnTo>
                    <a:pt x="948566" y="680946"/>
                  </a:lnTo>
                  <a:lnTo>
                    <a:pt x="910639" y="706517"/>
                  </a:lnTo>
                  <a:lnTo>
                    <a:pt x="864195" y="715894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7608598" y="3998114"/>
              <a:ext cx="983615" cy="716280"/>
            </a:xfrm>
            <a:custGeom>
              <a:avLst/>
              <a:gdLst/>
              <a:ahLst/>
              <a:cxnLst/>
              <a:rect l="l" t="t" r="r" b="b"/>
              <a:pathLst>
                <a:path w="983615" h="716279">
                  <a:moveTo>
                    <a:pt x="0" y="119318"/>
                  </a:moveTo>
                  <a:lnTo>
                    <a:pt x="9376" y="72874"/>
                  </a:lnTo>
                  <a:lnTo>
                    <a:pt x="34947" y="34947"/>
                  </a:lnTo>
                  <a:lnTo>
                    <a:pt x="72873" y="9376"/>
                  </a:lnTo>
                  <a:lnTo>
                    <a:pt x="119317" y="0"/>
                  </a:lnTo>
                  <a:lnTo>
                    <a:pt x="864195" y="0"/>
                  </a:lnTo>
                  <a:lnTo>
                    <a:pt x="909856" y="9082"/>
                  </a:lnTo>
                  <a:lnTo>
                    <a:pt x="948566" y="34947"/>
                  </a:lnTo>
                  <a:lnTo>
                    <a:pt x="974431" y="73657"/>
                  </a:lnTo>
                  <a:lnTo>
                    <a:pt x="983513" y="119318"/>
                  </a:lnTo>
                  <a:lnTo>
                    <a:pt x="983513" y="596575"/>
                  </a:lnTo>
                  <a:lnTo>
                    <a:pt x="974137" y="643020"/>
                  </a:lnTo>
                  <a:lnTo>
                    <a:pt x="948566" y="680946"/>
                  </a:lnTo>
                  <a:lnTo>
                    <a:pt x="910639" y="706517"/>
                  </a:lnTo>
                  <a:lnTo>
                    <a:pt x="864195" y="715894"/>
                  </a:lnTo>
                  <a:lnTo>
                    <a:pt x="119317" y="715894"/>
                  </a:lnTo>
                  <a:lnTo>
                    <a:pt x="72873" y="706517"/>
                  </a:lnTo>
                  <a:lnTo>
                    <a:pt x="34947" y="680946"/>
                  </a:lnTo>
                  <a:lnTo>
                    <a:pt x="9376" y="643020"/>
                  </a:lnTo>
                  <a:lnTo>
                    <a:pt x="0" y="596575"/>
                  </a:lnTo>
                  <a:lnTo>
                    <a:pt x="0" y="119318"/>
                  </a:lnTo>
                  <a:close/>
                </a:path>
              </a:pathLst>
            </a:custGeom>
            <a:ln w="9524">
              <a:solidFill>
                <a:srgbClr val="B7B7B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7732841" y="4334632"/>
              <a:ext cx="763905" cy="220979"/>
            </a:xfrm>
            <a:custGeom>
              <a:avLst/>
              <a:gdLst/>
              <a:ahLst/>
              <a:cxnLst/>
              <a:rect l="l" t="t" r="r" b="b"/>
              <a:pathLst>
                <a:path w="763904" h="220979">
                  <a:moveTo>
                    <a:pt x="726844" y="220789"/>
                  </a:moveTo>
                  <a:lnTo>
                    <a:pt x="36798" y="220789"/>
                  </a:lnTo>
                  <a:lnTo>
                    <a:pt x="22474" y="217897"/>
                  </a:lnTo>
                  <a:lnTo>
                    <a:pt x="10777" y="210011"/>
                  </a:lnTo>
                  <a:lnTo>
                    <a:pt x="2891" y="198314"/>
                  </a:lnTo>
                  <a:lnTo>
                    <a:pt x="0" y="183990"/>
                  </a:lnTo>
                  <a:lnTo>
                    <a:pt x="0" y="36798"/>
                  </a:lnTo>
                  <a:lnTo>
                    <a:pt x="2891" y="22475"/>
                  </a:lnTo>
                  <a:lnTo>
                    <a:pt x="10777" y="10778"/>
                  </a:lnTo>
                  <a:lnTo>
                    <a:pt x="22474" y="2891"/>
                  </a:lnTo>
                  <a:lnTo>
                    <a:pt x="36798" y="0"/>
                  </a:lnTo>
                  <a:lnTo>
                    <a:pt x="726844" y="0"/>
                  </a:lnTo>
                  <a:lnTo>
                    <a:pt x="760842" y="22716"/>
                  </a:lnTo>
                  <a:lnTo>
                    <a:pt x="763643" y="36798"/>
                  </a:lnTo>
                  <a:lnTo>
                    <a:pt x="763643" y="183990"/>
                  </a:lnTo>
                  <a:lnTo>
                    <a:pt x="760751" y="198314"/>
                  </a:lnTo>
                  <a:lnTo>
                    <a:pt x="752865" y="210011"/>
                  </a:lnTo>
                  <a:lnTo>
                    <a:pt x="741168" y="217897"/>
                  </a:lnTo>
                  <a:lnTo>
                    <a:pt x="726844" y="220789"/>
                  </a:lnTo>
                  <a:close/>
                </a:path>
              </a:pathLst>
            </a:custGeom>
            <a:solidFill>
              <a:srgbClr val="8BAB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7732841" y="4334632"/>
              <a:ext cx="763905" cy="220979"/>
            </a:xfrm>
            <a:custGeom>
              <a:avLst/>
              <a:gdLst/>
              <a:ahLst/>
              <a:cxnLst/>
              <a:rect l="l" t="t" r="r" b="b"/>
              <a:pathLst>
                <a:path w="763904" h="220979">
                  <a:moveTo>
                    <a:pt x="0" y="36798"/>
                  </a:moveTo>
                  <a:lnTo>
                    <a:pt x="2891" y="22475"/>
                  </a:lnTo>
                  <a:lnTo>
                    <a:pt x="10777" y="10778"/>
                  </a:lnTo>
                  <a:lnTo>
                    <a:pt x="22474" y="2891"/>
                  </a:lnTo>
                  <a:lnTo>
                    <a:pt x="36798" y="0"/>
                  </a:lnTo>
                  <a:lnTo>
                    <a:pt x="726844" y="0"/>
                  </a:lnTo>
                  <a:lnTo>
                    <a:pt x="760842" y="22716"/>
                  </a:lnTo>
                  <a:lnTo>
                    <a:pt x="763643" y="36798"/>
                  </a:lnTo>
                  <a:lnTo>
                    <a:pt x="763643" y="183990"/>
                  </a:lnTo>
                  <a:lnTo>
                    <a:pt x="760751" y="198314"/>
                  </a:lnTo>
                  <a:lnTo>
                    <a:pt x="752865" y="210011"/>
                  </a:lnTo>
                  <a:lnTo>
                    <a:pt x="741168" y="217897"/>
                  </a:lnTo>
                  <a:lnTo>
                    <a:pt x="726844" y="220789"/>
                  </a:lnTo>
                  <a:lnTo>
                    <a:pt x="36798" y="220789"/>
                  </a:lnTo>
                  <a:lnTo>
                    <a:pt x="22474" y="217897"/>
                  </a:lnTo>
                  <a:lnTo>
                    <a:pt x="10777" y="210011"/>
                  </a:lnTo>
                  <a:lnTo>
                    <a:pt x="2891" y="198314"/>
                  </a:lnTo>
                  <a:lnTo>
                    <a:pt x="0" y="183990"/>
                  </a:lnTo>
                  <a:lnTo>
                    <a:pt x="0" y="36798"/>
                  </a:lnTo>
                  <a:close/>
                </a:path>
              </a:pathLst>
            </a:custGeom>
            <a:ln w="9524">
              <a:solidFill>
                <a:srgbClr val="B7B7B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6114548" y="2285027"/>
              <a:ext cx="1511935" cy="1078230"/>
            </a:xfrm>
            <a:custGeom>
              <a:avLst/>
              <a:gdLst/>
              <a:ahLst/>
              <a:cxnLst/>
              <a:rect l="l" t="t" r="r" b="b"/>
              <a:pathLst>
                <a:path w="1511934" h="1078229">
                  <a:moveTo>
                    <a:pt x="1331996" y="1078199"/>
                  </a:moveTo>
                  <a:lnTo>
                    <a:pt x="179703" y="1078199"/>
                  </a:lnTo>
                  <a:lnTo>
                    <a:pt x="131931" y="1071780"/>
                  </a:lnTo>
                  <a:lnTo>
                    <a:pt x="89003" y="1053665"/>
                  </a:lnTo>
                  <a:lnTo>
                    <a:pt x="52633" y="1025565"/>
                  </a:lnTo>
                  <a:lnTo>
                    <a:pt x="24534" y="989196"/>
                  </a:lnTo>
                  <a:lnTo>
                    <a:pt x="6419" y="946268"/>
                  </a:lnTo>
                  <a:lnTo>
                    <a:pt x="0" y="898496"/>
                  </a:lnTo>
                  <a:lnTo>
                    <a:pt x="0" y="179703"/>
                  </a:lnTo>
                  <a:lnTo>
                    <a:pt x="6419" y="131931"/>
                  </a:lnTo>
                  <a:lnTo>
                    <a:pt x="24534" y="89003"/>
                  </a:lnTo>
                  <a:lnTo>
                    <a:pt x="52633" y="52633"/>
                  </a:lnTo>
                  <a:lnTo>
                    <a:pt x="89003" y="24534"/>
                  </a:lnTo>
                  <a:lnTo>
                    <a:pt x="131931" y="6419"/>
                  </a:lnTo>
                  <a:lnTo>
                    <a:pt x="179703" y="0"/>
                  </a:lnTo>
                  <a:lnTo>
                    <a:pt x="1331996" y="0"/>
                  </a:lnTo>
                  <a:lnTo>
                    <a:pt x="1400766" y="13679"/>
                  </a:lnTo>
                  <a:lnTo>
                    <a:pt x="1459066" y="52633"/>
                  </a:lnTo>
                  <a:lnTo>
                    <a:pt x="1498020" y="110933"/>
                  </a:lnTo>
                  <a:lnTo>
                    <a:pt x="1511699" y="179703"/>
                  </a:lnTo>
                  <a:lnTo>
                    <a:pt x="1511699" y="898496"/>
                  </a:lnTo>
                  <a:lnTo>
                    <a:pt x="1505280" y="946268"/>
                  </a:lnTo>
                  <a:lnTo>
                    <a:pt x="1487165" y="989196"/>
                  </a:lnTo>
                  <a:lnTo>
                    <a:pt x="1459065" y="1025565"/>
                  </a:lnTo>
                  <a:lnTo>
                    <a:pt x="1422696" y="1053665"/>
                  </a:lnTo>
                  <a:lnTo>
                    <a:pt x="1379768" y="1071780"/>
                  </a:lnTo>
                  <a:lnTo>
                    <a:pt x="1331996" y="1078199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6421450" y="2180137"/>
              <a:ext cx="898525" cy="226695"/>
            </a:xfrm>
            <a:custGeom>
              <a:avLst/>
              <a:gdLst/>
              <a:ahLst/>
              <a:cxnLst/>
              <a:rect l="l" t="t" r="r" b="b"/>
              <a:pathLst>
                <a:path w="898525" h="226694">
                  <a:moveTo>
                    <a:pt x="448949" y="226499"/>
                  </a:moveTo>
                  <a:lnTo>
                    <a:pt x="376127" y="225017"/>
                  </a:lnTo>
                  <a:lnTo>
                    <a:pt x="307046" y="220726"/>
                  </a:lnTo>
                  <a:lnTo>
                    <a:pt x="242631" y="213859"/>
                  </a:lnTo>
                  <a:lnTo>
                    <a:pt x="183805" y="204649"/>
                  </a:lnTo>
                  <a:lnTo>
                    <a:pt x="131494" y="193329"/>
                  </a:lnTo>
                  <a:lnTo>
                    <a:pt x="86621" y="180133"/>
                  </a:lnTo>
                  <a:lnTo>
                    <a:pt x="50110" y="165294"/>
                  </a:lnTo>
                  <a:lnTo>
                    <a:pt x="5875" y="131619"/>
                  </a:lnTo>
                  <a:lnTo>
                    <a:pt x="0" y="113249"/>
                  </a:lnTo>
                  <a:lnTo>
                    <a:pt x="5875" y="94880"/>
                  </a:lnTo>
                  <a:lnTo>
                    <a:pt x="50110" y="61205"/>
                  </a:lnTo>
                  <a:lnTo>
                    <a:pt x="86621" y="46366"/>
                  </a:lnTo>
                  <a:lnTo>
                    <a:pt x="131494" y="33170"/>
                  </a:lnTo>
                  <a:lnTo>
                    <a:pt x="183805" y="21850"/>
                  </a:lnTo>
                  <a:lnTo>
                    <a:pt x="242631" y="12640"/>
                  </a:lnTo>
                  <a:lnTo>
                    <a:pt x="307046" y="5773"/>
                  </a:lnTo>
                  <a:lnTo>
                    <a:pt x="376127" y="1482"/>
                  </a:lnTo>
                  <a:lnTo>
                    <a:pt x="448949" y="0"/>
                  </a:lnTo>
                  <a:lnTo>
                    <a:pt x="521772" y="1482"/>
                  </a:lnTo>
                  <a:lnTo>
                    <a:pt x="590853" y="5773"/>
                  </a:lnTo>
                  <a:lnTo>
                    <a:pt x="655268" y="12640"/>
                  </a:lnTo>
                  <a:lnTo>
                    <a:pt x="714094" y="21850"/>
                  </a:lnTo>
                  <a:lnTo>
                    <a:pt x="766405" y="33170"/>
                  </a:lnTo>
                  <a:lnTo>
                    <a:pt x="811278" y="46366"/>
                  </a:lnTo>
                  <a:lnTo>
                    <a:pt x="847789" y="61205"/>
                  </a:lnTo>
                  <a:lnTo>
                    <a:pt x="892024" y="94880"/>
                  </a:lnTo>
                  <a:lnTo>
                    <a:pt x="897899" y="113249"/>
                  </a:lnTo>
                  <a:lnTo>
                    <a:pt x="892024" y="131619"/>
                  </a:lnTo>
                  <a:lnTo>
                    <a:pt x="847789" y="165294"/>
                  </a:lnTo>
                  <a:lnTo>
                    <a:pt x="811278" y="180133"/>
                  </a:lnTo>
                  <a:lnTo>
                    <a:pt x="766405" y="193329"/>
                  </a:lnTo>
                  <a:lnTo>
                    <a:pt x="714094" y="204649"/>
                  </a:lnTo>
                  <a:lnTo>
                    <a:pt x="655268" y="213859"/>
                  </a:lnTo>
                  <a:lnTo>
                    <a:pt x="590853" y="220726"/>
                  </a:lnTo>
                  <a:lnTo>
                    <a:pt x="521772" y="225017"/>
                  </a:lnTo>
                  <a:lnTo>
                    <a:pt x="448949" y="22649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6421450" y="2180137"/>
              <a:ext cx="898525" cy="226695"/>
            </a:xfrm>
            <a:custGeom>
              <a:avLst/>
              <a:gdLst/>
              <a:ahLst/>
              <a:cxnLst/>
              <a:rect l="l" t="t" r="r" b="b"/>
              <a:pathLst>
                <a:path w="898525" h="226694">
                  <a:moveTo>
                    <a:pt x="0" y="113249"/>
                  </a:moveTo>
                  <a:lnTo>
                    <a:pt x="5875" y="94880"/>
                  </a:lnTo>
                  <a:lnTo>
                    <a:pt x="22887" y="77454"/>
                  </a:lnTo>
                  <a:lnTo>
                    <a:pt x="86621" y="46366"/>
                  </a:lnTo>
                  <a:lnTo>
                    <a:pt x="131494" y="33170"/>
                  </a:lnTo>
                  <a:lnTo>
                    <a:pt x="183805" y="21850"/>
                  </a:lnTo>
                  <a:lnTo>
                    <a:pt x="242631" y="12640"/>
                  </a:lnTo>
                  <a:lnTo>
                    <a:pt x="307046" y="5773"/>
                  </a:lnTo>
                  <a:lnTo>
                    <a:pt x="376127" y="1482"/>
                  </a:lnTo>
                  <a:lnTo>
                    <a:pt x="448949" y="0"/>
                  </a:lnTo>
                  <a:lnTo>
                    <a:pt x="521772" y="1482"/>
                  </a:lnTo>
                  <a:lnTo>
                    <a:pt x="590853" y="5773"/>
                  </a:lnTo>
                  <a:lnTo>
                    <a:pt x="655268" y="12640"/>
                  </a:lnTo>
                  <a:lnTo>
                    <a:pt x="714094" y="21850"/>
                  </a:lnTo>
                  <a:lnTo>
                    <a:pt x="766405" y="33170"/>
                  </a:lnTo>
                  <a:lnTo>
                    <a:pt x="811278" y="46366"/>
                  </a:lnTo>
                  <a:lnTo>
                    <a:pt x="847789" y="61205"/>
                  </a:lnTo>
                  <a:lnTo>
                    <a:pt x="892024" y="94880"/>
                  </a:lnTo>
                  <a:lnTo>
                    <a:pt x="897899" y="113249"/>
                  </a:lnTo>
                  <a:lnTo>
                    <a:pt x="875012" y="149045"/>
                  </a:lnTo>
                  <a:lnTo>
                    <a:pt x="811278" y="180133"/>
                  </a:lnTo>
                  <a:lnTo>
                    <a:pt x="766405" y="193329"/>
                  </a:lnTo>
                  <a:lnTo>
                    <a:pt x="714094" y="204649"/>
                  </a:lnTo>
                  <a:lnTo>
                    <a:pt x="655268" y="213859"/>
                  </a:lnTo>
                  <a:lnTo>
                    <a:pt x="590853" y="220726"/>
                  </a:lnTo>
                  <a:lnTo>
                    <a:pt x="521772" y="225017"/>
                  </a:lnTo>
                  <a:lnTo>
                    <a:pt x="448949" y="226499"/>
                  </a:lnTo>
                  <a:lnTo>
                    <a:pt x="376127" y="225017"/>
                  </a:lnTo>
                  <a:lnTo>
                    <a:pt x="307046" y="220726"/>
                  </a:lnTo>
                  <a:lnTo>
                    <a:pt x="242631" y="213859"/>
                  </a:lnTo>
                  <a:lnTo>
                    <a:pt x="183805" y="204649"/>
                  </a:lnTo>
                  <a:lnTo>
                    <a:pt x="131494" y="193329"/>
                  </a:lnTo>
                  <a:lnTo>
                    <a:pt x="86621" y="180133"/>
                  </a:lnTo>
                  <a:lnTo>
                    <a:pt x="50110" y="165294"/>
                  </a:lnTo>
                  <a:lnTo>
                    <a:pt x="5875" y="131619"/>
                  </a:lnTo>
                  <a:lnTo>
                    <a:pt x="0" y="113249"/>
                  </a:lnTo>
                  <a:close/>
                </a:path>
              </a:pathLst>
            </a:custGeom>
            <a:ln w="9524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293625" y="1196176"/>
            <a:ext cx="4385945" cy="3115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logical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grouping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of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pods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that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perform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the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same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function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(the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Service’s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endpoints)</a:t>
            </a:r>
            <a:endParaRPr sz="1800">
              <a:latin typeface="Roboto"/>
              <a:cs typeface="Roboto"/>
            </a:endParaRPr>
          </a:p>
          <a:p>
            <a:pPr marL="354965" indent="-229235">
              <a:lnSpc>
                <a:spcPct val="100000"/>
              </a:lnSpc>
              <a:spcBef>
                <a:spcPts val="325"/>
              </a:spcBef>
              <a:buChar char="•"/>
              <a:tabLst>
                <a:tab pos="354965" algn="l"/>
              </a:tabLst>
            </a:pP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grouped</a:t>
            </a:r>
            <a:r>
              <a:rPr dirty="0" sz="15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by</a:t>
            </a:r>
            <a:r>
              <a:rPr dirty="0" sz="15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label</a:t>
            </a:r>
            <a:r>
              <a:rPr dirty="0" sz="15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666666"/>
                </a:solidFill>
                <a:latin typeface="Roboto"/>
                <a:cs typeface="Roboto"/>
              </a:rPr>
              <a:t>selector</a:t>
            </a:r>
            <a:endParaRPr sz="1500">
              <a:latin typeface="Roboto"/>
              <a:cs typeface="Roboto"/>
            </a:endParaRPr>
          </a:p>
          <a:p>
            <a:pPr marL="12700" marR="204470">
              <a:lnSpc>
                <a:spcPct val="114599"/>
              </a:lnSpc>
              <a:spcBef>
                <a:spcPts val="800"/>
              </a:spcBef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Load</a:t>
            </a:r>
            <a:r>
              <a:rPr dirty="0" sz="1800" spc="-4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balances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incoming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requests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across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constituent</a:t>
            </a:r>
            <a:r>
              <a:rPr dirty="0" sz="1800" spc="-5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pods</a:t>
            </a:r>
            <a:endParaRPr sz="1800">
              <a:latin typeface="Roboto"/>
              <a:cs typeface="Roboto"/>
            </a:endParaRPr>
          </a:p>
          <a:p>
            <a:pPr marL="12700" marR="541655">
              <a:lnSpc>
                <a:spcPct val="114599"/>
              </a:lnSpc>
              <a:spcBef>
                <a:spcPts val="969"/>
              </a:spcBef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Choice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of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pod</a:t>
            </a:r>
            <a:r>
              <a:rPr dirty="0" sz="1800" spc="-1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is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random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but</a:t>
            </a:r>
            <a:r>
              <a:rPr dirty="0" sz="1800" spc="-1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supports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session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affinity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(ClientIP)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Gets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stable</a:t>
            </a:r>
            <a:r>
              <a:rPr dirty="0" sz="1800" spc="-15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virtual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IP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and</a:t>
            </a:r>
            <a:r>
              <a:rPr dirty="0" sz="1800" spc="-1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port</a:t>
            </a:r>
            <a:endParaRPr sz="1800">
              <a:latin typeface="Roboto"/>
              <a:cs typeface="Roboto"/>
            </a:endParaRPr>
          </a:p>
          <a:p>
            <a:pPr marL="354965" indent="-229235">
              <a:lnSpc>
                <a:spcPct val="100000"/>
              </a:lnSpc>
              <a:spcBef>
                <a:spcPts val="305"/>
              </a:spcBef>
              <a:buChar char="•"/>
              <a:tabLst>
                <a:tab pos="354965" algn="l"/>
              </a:tabLst>
            </a:pP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also</a:t>
            </a:r>
            <a:r>
              <a:rPr dirty="0" sz="15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a</a:t>
            </a:r>
            <a:r>
              <a:rPr dirty="0" sz="15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DNS</a:t>
            </a:r>
            <a:r>
              <a:rPr dirty="0" sz="1500" spc="-20">
                <a:solidFill>
                  <a:srgbClr val="666666"/>
                </a:solidFill>
                <a:latin typeface="Roboto"/>
                <a:cs typeface="Roboto"/>
              </a:rPr>
              <a:t> name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6221157" y="2168800"/>
            <a:ext cx="1219835" cy="1102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78740">
              <a:lnSpc>
                <a:spcPts val="1614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Open Sans"/>
                <a:cs typeface="Open Sans"/>
              </a:rPr>
              <a:t>VIP</a:t>
            </a:r>
            <a:endParaRPr sz="1400">
              <a:latin typeface="Open Sans"/>
              <a:cs typeface="Open Sans"/>
            </a:endParaRPr>
          </a:p>
          <a:p>
            <a:pPr algn="ctr" marL="78740">
              <a:lnSpc>
                <a:spcPts val="1735"/>
              </a:lnSpc>
            </a:pP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Service</a:t>
            </a:r>
            <a:endParaRPr sz="1500">
              <a:latin typeface="Open Sans"/>
              <a:cs typeface="Open Sans"/>
            </a:endParaRPr>
          </a:p>
          <a:p>
            <a:pPr marL="58419" marR="5080" indent="-46355">
              <a:lnSpc>
                <a:spcPts val="1650"/>
              </a:lnSpc>
              <a:spcBef>
                <a:spcPts val="1885"/>
              </a:spcBef>
            </a:pPr>
            <a:r>
              <a:rPr dirty="0" sz="1400">
                <a:solidFill>
                  <a:srgbClr val="FFFFFF"/>
                </a:solidFill>
                <a:latin typeface="Open Sans"/>
                <a:cs typeface="Open Sans"/>
              </a:rPr>
              <a:t>Label</a:t>
            </a:r>
            <a:r>
              <a:rPr dirty="0" sz="1400" spc="-2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Open Sans"/>
                <a:cs typeface="Open Sans"/>
              </a:rPr>
              <a:t>selector: </a:t>
            </a:r>
            <a:r>
              <a:rPr dirty="0" sz="1400">
                <a:solidFill>
                  <a:srgbClr val="FFFFFF"/>
                </a:solidFill>
                <a:latin typeface="Open Sans"/>
                <a:cs typeface="Open Sans"/>
              </a:rPr>
              <a:t>type</a:t>
            </a:r>
            <a:r>
              <a:rPr dirty="0" sz="1400" spc="-2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400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sz="1400" spc="-2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400" spc="-25" b="1">
                <a:solidFill>
                  <a:srgbClr val="FFFFFF"/>
                </a:solidFill>
                <a:latin typeface="Open Sans"/>
                <a:cs typeface="Open Sans"/>
              </a:rPr>
              <a:t>FE</a:t>
            </a:r>
            <a:endParaRPr sz="1400">
              <a:latin typeface="Open Sans"/>
              <a:cs typeface="Open Sans"/>
            </a:endParaRPr>
          </a:p>
        </p:txBody>
      </p:sp>
      <p:sp>
        <p:nvSpPr>
          <p:cNvPr id="36" name="object 36" descr=""/>
          <p:cNvSpPr/>
          <p:nvPr/>
        </p:nvSpPr>
        <p:spPr>
          <a:xfrm>
            <a:off x="4932588" y="4604270"/>
            <a:ext cx="777875" cy="168275"/>
          </a:xfrm>
          <a:custGeom>
            <a:avLst/>
            <a:gdLst/>
            <a:ahLst/>
            <a:cxnLst/>
            <a:rect l="l" t="t" r="r" b="b"/>
            <a:pathLst>
              <a:path w="777875" h="168275">
                <a:moveTo>
                  <a:pt x="749349" y="167699"/>
                </a:moveTo>
                <a:lnTo>
                  <a:pt x="27950" y="167699"/>
                </a:lnTo>
                <a:lnTo>
                  <a:pt x="17070" y="165503"/>
                </a:lnTo>
                <a:lnTo>
                  <a:pt x="8186" y="159513"/>
                </a:lnTo>
                <a:lnTo>
                  <a:pt x="2196" y="150628"/>
                </a:lnTo>
                <a:lnTo>
                  <a:pt x="0" y="139749"/>
                </a:lnTo>
                <a:lnTo>
                  <a:pt x="0" y="27950"/>
                </a:lnTo>
                <a:lnTo>
                  <a:pt x="2196" y="17070"/>
                </a:lnTo>
                <a:lnTo>
                  <a:pt x="8186" y="8186"/>
                </a:lnTo>
                <a:lnTo>
                  <a:pt x="17070" y="2196"/>
                </a:lnTo>
                <a:lnTo>
                  <a:pt x="27950" y="0"/>
                </a:lnTo>
                <a:lnTo>
                  <a:pt x="756762" y="0"/>
                </a:lnTo>
                <a:lnTo>
                  <a:pt x="763871" y="2944"/>
                </a:lnTo>
                <a:lnTo>
                  <a:pt x="769113" y="8186"/>
                </a:lnTo>
                <a:lnTo>
                  <a:pt x="774355" y="13427"/>
                </a:lnTo>
                <a:lnTo>
                  <a:pt x="777299" y="20537"/>
                </a:lnTo>
                <a:lnTo>
                  <a:pt x="777299" y="139749"/>
                </a:lnTo>
                <a:lnTo>
                  <a:pt x="775103" y="150628"/>
                </a:lnTo>
                <a:lnTo>
                  <a:pt x="769113" y="159513"/>
                </a:lnTo>
                <a:lnTo>
                  <a:pt x="760229" y="165503"/>
                </a:lnTo>
                <a:lnTo>
                  <a:pt x="749349" y="167699"/>
                </a:lnTo>
                <a:close/>
              </a:path>
            </a:pathLst>
          </a:custGeom>
          <a:solidFill>
            <a:srgbClr val="254A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 txBox="1"/>
          <p:nvPr/>
        </p:nvSpPr>
        <p:spPr>
          <a:xfrm>
            <a:off x="5111922" y="4101515"/>
            <a:ext cx="803910" cy="650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6845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434343"/>
                </a:solidFill>
                <a:latin typeface="Open Sans"/>
                <a:cs typeface="Open Sans"/>
              </a:rPr>
              <a:t>Pod</a:t>
            </a:r>
            <a:endParaRPr sz="900">
              <a:latin typeface="Open Sans"/>
              <a:cs typeface="Open Sans"/>
            </a:endParaRPr>
          </a:p>
          <a:p>
            <a:pPr marL="265430">
              <a:lnSpc>
                <a:spcPct val="100000"/>
              </a:lnSpc>
              <a:spcBef>
                <a:spcPts val="950"/>
              </a:spcBef>
            </a:pPr>
            <a:r>
              <a:rPr dirty="0" sz="900" spc="-10">
                <a:solidFill>
                  <a:srgbClr val="434343"/>
                </a:solidFill>
                <a:latin typeface="Open Sans"/>
                <a:cs typeface="Open Sans"/>
              </a:rPr>
              <a:t>Container</a:t>
            </a:r>
            <a:endParaRPr sz="90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 sz="700" b="1">
                <a:solidFill>
                  <a:srgbClr val="FFFFFF"/>
                </a:solidFill>
                <a:latin typeface="Open Sans"/>
                <a:cs typeface="Open Sans"/>
              </a:rPr>
              <a:t>type</a:t>
            </a:r>
            <a:r>
              <a:rPr dirty="0" sz="700" spc="-1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700" b="1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sz="700" spc="-1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700" spc="-25" b="1">
                <a:solidFill>
                  <a:srgbClr val="FFFFFF"/>
                </a:solidFill>
                <a:latin typeface="Open Sans"/>
                <a:cs typeface="Open Sans"/>
              </a:rPr>
              <a:t>FE</a:t>
            </a:r>
            <a:endParaRPr sz="700">
              <a:latin typeface="Open Sans"/>
              <a:cs typeface="Open Sans"/>
            </a:endParaRPr>
          </a:p>
        </p:txBody>
      </p:sp>
      <p:sp>
        <p:nvSpPr>
          <p:cNvPr id="38" name="object 38" descr=""/>
          <p:cNvSpPr/>
          <p:nvPr/>
        </p:nvSpPr>
        <p:spPr>
          <a:xfrm>
            <a:off x="6171038" y="4604270"/>
            <a:ext cx="777875" cy="168275"/>
          </a:xfrm>
          <a:custGeom>
            <a:avLst/>
            <a:gdLst/>
            <a:ahLst/>
            <a:cxnLst/>
            <a:rect l="l" t="t" r="r" b="b"/>
            <a:pathLst>
              <a:path w="777875" h="168275">
                <a:moveTo>
                  <a:pt x="749349" y="167699"/>
                </a:moveTo>
                <a:lnTo>
                  <a:pt x="27950" y="167699"/>
                </a:lnTo>
                <a:lnTo>
                  <a:pt x="17070" y="165503"/>
                </a:lnTo>
                <a:lnTo>
                  <a:pt x="8186" y="159513"/>
                </a:lnTo>
                <a:lnTo>
                  <a:pt x="2196" y="150628"/>
                </a:lnTo>
                <a:lnTo>
                  <a:pt x="0" y="139749"/>
                </a:lnTo>
                <a:lnTo>
                  <a:pt x="0" y="27950"/>
                </a:lnTo>
                <a:lnTo>
                  <a:pt x="2196" y="17070"/>
                </a:lnTo>
                <a:lnTo>
                  <a:pt x="8186" y="8186"/>
                </a:lnTo>
                <a:lnTo>
                  <a:pt x="17070" y="2196"/>
                </a:lnTo>
                <a:lnTo>
                  <a:pt x="27950" y="0"/>
                </a:lnTo>
                <a:lnTo>
                  <a:pt x="756762" y="0"/>
                </a:lnTo>
                <a:lnTo>
                  <a:pt x="763871" y="2944"/>
                </a:lnTo>
                <a:lnTo>
                  <a:pt x="769113" y="8186"/>
                </a:lnTo>
                <a:lnTo>
                  <a:pt x="774355" y="13427"/>
                </a:lnTo>
                <a:lnTo>
                  <a:pt x="777299" y="20537"/>
                </a:lnTo>
                <a:lnTo>
                  <a:pt x="777299" y="139749"/>
                </a:lnTo>
                <a:lnTo>
                  <a:pt x="775103" y="150628"/>
                </a:lnTo>
                <a:lnTo>
                  <a:pt x="769113" y="159513"/>
                </a:lnTo>
                <a:lnTo>
                  <a:pt x="760228" y="165503"/>
                </a:lnTo>
                <a:lnTo>
                  <a:pt x="749349" y="167699"/>
                </a:lnTo>
                <a:close/>
              </a:path>
            </a:pathLst>
          </a:custGeom>
          <a:solidFill>
            <a:srgbClr val="254A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 txBox="1"/>
          <p:nvPr/>
        </p:nvSpPr>
        <p:spPr>
          <a:xfrm>
            <a:off x="6350373" y="4101515"/>
            <a:ext cx="795655" cy="650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859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434343"/>
                </a:solidFill>
                <a:latin typeface="Open Sans"/>
                <a:cs typeface="Open Sans"/>
              </a:rPr>
              <a:t>Pod</a:t>
            </a:r>
            <a:endParaRPr sz="900">
              <a:latin typeface="Open Sans"/>
              <a:cs typeface="Open Sans"/>
            </a:endParaRPr>
          </a:p>
          <a:p>
            <a:pPr marL="257175">
              <a:lnSpc>
                <a:spcPct val="100000"/>
              </a:lnSpc>
              <a:spcBef>
                <a:spcPts val="985"/>
              </a:spcBef>
            </a:pPr>
            <a:r>
              <a:rPr dirty="0" sz="900" spc="-10">
                <a:solidFill>
                  <a:srgbClr val="434343"/>
                </a:solidFill>
                <a:latin typeface="Open Sans"/>
                <a:cs typeface="Open Sans"/>
              </a:rPr>
              <a:t>Container</a:t>
            </a:r>
            <a:endParaRPr sz="90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700" b="1">
                <a:solidFill>
                  <a:srgbClr val="FFFFFF"/>
                </a:solidFill>
                <a:latin typeface="Open Sans"/>
                <a:cs typeface="Open Sans"/>
              </a:rPr>
              <a:t>type</a:t>
            </a:r>
            <a:r>
              <a:rPr dirty="0" sz="700" spc="-1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700" b="1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sz="700" spc="-1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700" spc="-25" b="1">
                <a:solidFill>
                  <a:srgbClr val="FFFFFF"/>
                </a:solidFill>
                <a:latin typeface="Open Sans"/>
                <a:cs typeface="Open Sans"/>
              </a:rPr>
              <a:t>FE</a:t>
            </a:r>
            <a:endParaRPr sz="700">
              <a:latin typeface="Open Sans"/>
              <a:cs typeface="Open Sans"/>
            </a:endParaRPr>
          </a:p>
        </p:txBody>
      </p:sp>
      <p:sp>
        <p:nvSpPr>
          <p:cNvPr id="40" name="object 40" descr=""/>
          <p:cNvSpPr/>
          <p:nvPr/>
        </p:nvSpPr>
        <p:spPr>
          <a:xfrm>
            <a:off x="7409488" y="4604270"/>
            <a:ext cx="777875" cy="168275"/>
          </a:xfrm>
          <a:custGeom>
            <a:avLst/>
            <a:gdLst/>
            <a:ahLst/>
            <a:cxnLst/>
            <a:rect l="l" t="t" r="r" b="b"/>
            <a:pathLst>
              <a:path w="777875" h="168275">
                <a:moveTo>
                  <a:pt x="749349" y="167699"/>
                </a:moveTo>
                <a:lnTo>
                  <a:pt x="27950" y="167699"/>
                </a:lnTo>
                <a:lnTo>
                  <a:pt x="17071" y="165503"/>
                </a:lnTo>
                <a:lnTo>
                  <a:pt x="8186" y="159513"/>
                </a:lnTo>
                <a:lnTo>
                  <a:pt x="2196" y="150628"/>
                </a:lnTo>
                <a:lnTo>
                  <a:pt x="0" y="139749"/>
                </a:lnTo>
                <a:lnTo>
                  <a:pt x="0" y="27950"/>
                </a:lnTo>
                <a:lnTo>
                  <a:pt x="2196" y="17070"/>
                </a:lnTo>
                <a:lnTo>
                  <a:pt x="8186" y="8186"/>
                </a:lnTo>
                <a:lnTo>
                  <a:pt x="17071" y="2196"/>
                </a:lnTo>
                <a:lnTo>
                  <a:pt x="27950" y="0"/>
                </a:lnTo>
                <a:lnTo>
                  <a:pt x="756762" y="0"/>
                </a:lnTo>
                <a:lnTo>
                  <a:pt x="763871" y="2944"/>
                </a:lnTo>
                <a:lnTo>
                  <a:pt x="769113" y="8186"/>
                </a:lnTo>
                <a:lnTo>
                  <a:pt x="774355" y="13427"/>
                </a:lnTo>
                <a:lnTo>
                  <a:pt x="777299" y="20537"/>
                </a:lnTo>
                <a:lnTo>
                  <a:pt x="777299" y="139749"/>
                </a:lnTo>
                <a:lnTo>
                  <a:pt x="775103" y="150628"/>
                </a:lnTo>
                <a:lnTo>
                  <a:pt x="769113" y="159513"/>
                </a:lnTo>
                <a:lnTo>
                  <a:pt x="760228" y="165503"/>
                </a:lnTo>
                <a:lnTo>
                  <a:pt x="749349" y="167699"/>
                </a:lnTo>
                <a:close/>
              </a:path>
            </a:pathLst>
          </a:custGeom>
          <a:solidFill>
            <a:srgbClr val="254A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 txBox="1"/>
          <p:nvPr/>
        </p:nvSpPr>
        <p:spPr>
          <a:xfrm>
            <a:off x="7588822" y="4101515"/>
            <a:ext cx="801370" cy="650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0335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434343"/>
                </a:solidFill>
                <a:latin typeface="Open Sans"/>
                <a:cs typeface="Open Sans"/>
              </a:rPr>
              <a:t>Pod</a:t>
            </a:r>
            <a:endParaRPr sz="900">
              <a:latin typeface="Open Sans"/>
              <a:cs typeface="Open Sans"/>
            </a:endParaRPr>
          </a:p>
          <a:p>
            <a:pPr marL="262890">
              <a:lnSpc>
                <a:spcPct val="100000"/>
              </a:lnSpc>
              <a:spcBef>
                <a:spcPts val="960"/>
              </a:spcBef>
            </a:pPr>
            <a:r>
              <a:rPr dirty="0" sz="900" spc="-10">
                <a:solidFill>
                  <a:srgbClr val="434343"/>
                </a:solidFill>
                <a:latin typeface="Open Sans"/>
                <a:cs typeface="Open Sans"/>
              </a:rPr>
              <a:t>Container</a:t>
            </a:r>
            <a:endParaRPr sz="90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dirty="0" sz="700" b="1">
                <a:solidFill>
                  <a:srgbClr val="FFFFFF"/>
                </a:solidFill>
                <a:latin typeface="Open Sans"/>
                <a:cs typeface="Open Sans"/>
              </a:rPr>
              <a:t>type</a:t>
            </a:r>
            <a:r>
              <a:rPr dirty="0" sz="700" spc="-1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700" b="1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sz="700" spc="-1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700" spc="-25" b="1">
                <a:solidFill>
                  <a:srgbClr val="FFFFFF"/>
                </a:solidFill>
                <a:latin typeface="Open Sans"/>
                <a:cs typeface="Open Sans"/>
              </a:rPr>
              <a:t>FE</a:t>
            </a:r>
            <a:endParaRPr sz="700">
              <a:latin typeface="Open Sans"/>
              <a:cs typeface="Open Sans"/>
            </a:endParaRPr>
          </a:p>
        </p:txBody>
      </p:sp>
      <p:sp>
        <p:nvSpPr>
          <p:cNvPr id="43" name="object 4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42" name="object 42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" y="2790506"/>
            <a:ext cx="2934124" cy="2200593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-742" y="1926806"/>
            <a:ext cx="8748395" cy="810895"/>
            <a:chOff x="-742" y="1926806"/>
            <a:chExt cx="8748395" cy="810895"/>
          </a:xfrm>
        </p:grpSpPr>
        <p:sp>
          <p:nvSpPr>
            <p:cNvPr id="4" name="object 4" descr=""/>
            <p:cNvSpPr/>
            <p:nvPr/>
          </p:nvSpPr>
          <p:spPr>
            <a:xfrm>
              <a:off x="-355" y="1999716"/>
              <a:ext cx="8747760" cy="737870"/>
            </a:xfrm>
            <a:custGeom>
              <a:avLst/>
              <a:gdLst/>
              <a:ahLst/>
              <a:cxnLst/>
              <a:rect l="l" t="t" r="r" b="b"/>
              <a:pathLst>
                <a:path w="8747760" h="737869">
                  <a:moveTo>
                    <a:pt x="8747481" y="0"/>
                  </a:moveTo>
                  <a:lnTo>
                    <a:pt x="381" y="0"/>
                  </a:lnTo>
                  <a:lnTo>
                    <a:pt x="0" y="76"/>
                  </a:lnTo>
                  <a:lnTo>
                    <a:pt x="0" y="666076"/>
                  </a:lnTo>
                  <a:lnTo>
                    <a:pt x="0" y="704545"/>
                  </a:lnTo>
                  <a:lnTo>
                    <a:pt x="381" y="704545"/>
                  </a:lnTo>
                  <a:lnTo>
                    <a:pt x="381" y="737400"/>
                  </a:lnTo>
                  <a:lnTo>
                    <a:pt x="8747481" y="737400"/>
                  </a:lnTo>
                  <a:lnTo>
                    <a:pt x="8747481" y="0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12" y="2638106"/>
              <a:ext cx="8643620" cy="8255"/>
            </a:xfrm>
            <a:custGeom>
              <a:avLst/>
              <a:gdLst/>
              <a:ahLst/>
              <a:cxnLst/>
              <a:rect l="l" t="t" r="r" b="b"/>
              <a:pathLst>
                <a:path w="8643620" h="8255">
                  <a:moveTo>
                    <a:pt x="0" y="7874"/>
                  </a:moveTo>
                  <a:lnTo>
                    <a:pt x="8643299" y="7874"/>
                  </a:lnTo>
                  <a:lnTo>
                    <a:pt x="8643299" y="0"/>
                  </a:lnTo>
                  <a:lnTo>
                    <a:pt x="0" y="0"/>
                  </a:lnTo>
                  <a:lnTo>
                    <a:pt x="0" y="7874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-742" y="1926806"/>
              <a:ext cx="8637270" cy="711835"/>
            </a:xfrm>
            <a:custGeom>
              <a:avLst/>
              <a:gdLst/>
              <a:ahLst/>
              <a:cxnLst/>
              <a:rect l="l" t="t" r="r" b="b"/>
              <a:pathLst>
                <a:path w="8637270" h="711835">
                  <a:moveTo>
                    <a:pt x="8636699" y="711299"/>
                  </a:moveTo>
                  <a:lnTo>
                    <a:pt x="0" y="711299"/>
                  </a:lnTo>
                  <a:lnTo>
                    <a:pt x="0" y="0"/>
                  </a:lnTo>
                  <a:lnTo>
                    <a:pt x="8636699" y="0"/>
                  </a:lnTo>
                  <a:lnTo>
                    <a:pt x="8636699" y="71129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9694" y="1975243"/>
            <a:ext cx="316801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Demo:</a:t>
            </a:r>
            <a:r>
              <a:rPr dirty="0" sz="3600" spc="-130"/>
              <a:t> </a:t>
            </a:r>
            <a:r>
              <a:rPr dirty="0" sz="3600" spc="-10"/>
              <a:t>Services</a:t>
            </a:r>
            <a:endParaRPr sz="3600"/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7765384" y="412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737373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89984" y="1112718"/>
            <a:ext cx="71107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general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purpose,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web-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based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UI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to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view/manage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Kubernetes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clusters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Kubernetes</a:t>
            </a:r>
            <a:r>
              <a:rPr dirty="0" spc="-50"/>
              <a:t> </a:t>
            </a:r>
            <a:r>
              <a:rPr dirty="0" spc="-10"/>
              <a:t>Dashboard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2000" y="1571550"/>
            <a:ext cx="5091351" cy="3386098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" y="2790506"/>
            <a:ext cx="2934124" cy="2200593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-742" y="1926806"/>
            <a:ext cx="8748395" cy="810895"/>
            <a:chOff x="-742" y="1926806"/>
            <a:chExt cx="8748395" cy="810895"/>
          </a:xfrm>
        </p:grpSpPr>
        <p:sp>
          <p:nvSpPr>
            <p:cNvPr id="4" name="object 4" descr=""/>
            <p:cNvSpPr/>
            <p:nvPr/>
          </p:nvSpPr>
          <p:spPr>
            <a:xfrm>
              <a:off x="-355" y="1999716"/>
              <a:ext cx="8747760" cy="737870"/>
            </a:xfrm>
            <a:custGeom>
              <a:avLst/>
              <a:gdLst/>
              <a:ahLst/>
              <a:cxnLst/>
              <a:rect l="l" t="t" r="r" b="b"/>
              <a:pathLst>
                <a:path w="8747760" h="737869">
                  <a:moveTo>
                    <a:pt x="8747481" y="0"/>
                  </a:moveTo>
                  <a:lnTo>
                    <a:pt x="381" y="0"/>
                  </a:lnTo>
                  <a:lnTo>
                    <a:pt x="0" y="76"/>
                  </a:lnTo>
                  <a:lnTo>
                    <a:pt x="0" y="666076"/>
                  </a:lnTo>
                  <a:lnTo>
                    <a:pt x="0" y="704545"/>
                  </a:lnTo>
                  <a:lnTo>
                    <a:pt x="381" y="704545"/>
                  </a:lnTo>
                  <a:lnTo>
                    <a:pt x="381" y="737400"/>
                  </a:lnTo>
                  <a:lnTo>
                    <a:pt x="8747481" y="737400"/>
                  </a:lnTo>
                  <a:lnTo>
                    <a:pt x="8747481" y="0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12" y="2638106"/>
              <a:ext cx="8643620" cy="8255"/>
            </a:xfrm>
            <a:custGeom>
              <a:avLst/>
              <a:gdLst/>
              <a:ahLst/>
              <a:cxnLst/>
              <a:rect l="l" t="t" r="r" b="b"/>
              <a:pathLst>
                <a:path w="8643620" h="8255">
                  <a:moveTo>
                    <a:pt x="0" y="7874"/>
                  </a:moveTo>
                  <a:lnTo>
                    <a:pt x="8643299" y="7874"/>
                  </a:lnTo>
                  <a:lnTo>
                    <a:pt x="8643299" y="0"/>
                  </a:lnTo>
                  <a:lnTo>
                    <a:pt x="0" y="0"/>
                  </a:lnTo>
                  <a:lnTo>
                    <a:pt x="0" y="7874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-742" y="1926806"/>
              <a:ext cx="8637270" cy="711835"/>
            </a:xfrm>
            <a:custGeom>
              <a:avLst/>
              <a:gdLst/>
              <a:ahLst/>
              <a:cxnLst/>
              <a:rect l="l" t="t" r="r" b="b"/>
              <a:pathLst>
                <a:path w="8637270" h="711835">
                  <a:moveTo>
                    <a:pt x="8636699" y="711299"/>
                  </a:moveTo>
                  <a:lnTo>
                    <a:pt x="0" y="711299"/>
                  </a:lnTo>
                  <a:lnTo>
                    <a:pt x="0" y="0"/>
                  </a:lnTo>
                  <a:lnTo>
                    <a:pt x="8636699" y="0"/>
                  </a:lnTo>
                  <a:lnTo>
                    <a:pt x="8636699" y="71129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9694" y="1975243"/>
            <a:ext cx="608711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Demo:</a:t>
            </a:r>
            <a:r>
              <a:rPr dirty="0" sz="3600" spc="-135"/>
              <a:t> </a:t>
            </a:r>
            <a:r>
              <a:rPr dirty="0" sz="3600" spc="-10"/>
              <a:t>Kubernetes</a:t>
            </a:r>
            <a:r>
              <a:rPr dirty="0" sz="3600" spc="-130"/>
              <a:t> </a:t>
            </a:r>
            <a:r>
              <a:rPr dirty="0" sz="3600" spc="-10"/>
              <a:t>Dashboard</a:t>
            </a:r>
            <a:endParaRPr sz="3600"/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470932" y="1111074"/>
          <a:ext cx="6804659" cy="26555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25650"/>
                <a:gridCol w="2969260"/>
                <a:gridCol w="1732914"/>
              </a:tblGrid>
              <a:tr h="44195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700" spc="-10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Deployment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4604"/>
                </a:tc>
                <a:tc>
                  <a:txBody>
                    <a:bodyPr/>
                    <a:lstStyle/>
                    <a:p>
                      <a:pPr marL="67246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700" spc="-10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ReplicaSet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4604"/>
                </a:tc>
                <a:tc>
                  <a:txBody>
                    <a:bodyPr/>
                    <a:lstStyle/>
                    <a:p>
                      <a:pPr marL="52260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DaemonSet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4604"/>
                </a:tc>
              </a:tr>
              <a:tr h="5905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25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Pod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 marL="67246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Liveness</a:t>
                      </a:r>
                      <a:r>
                        <a:rPr dirty="0" sz="1700" spc="-40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700" spc="-10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Probe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 marL="52260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25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Job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</a:tr>
              <a:tr h="5905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Volume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 marL="67246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Readiness</a:t>
                      </a:r>
                      <a:r>
                        <a:rPr dirty="0" sz="1700" spc="-45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700" spc="-10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Probe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 marL="52260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StatefulSet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</a:tr>
              <a:tr h="5905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Label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 marL="67246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Service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 marL="52260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ConfigMap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</a:tr>
              <a:tr h="44195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Selector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260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Secret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</a:tr>
            </a:tbl>
          </a:graphicData>
        </a:graphic>
      </p:graphicFrame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Kubernetes</a:t>
            </a:r>
            <a:r>
              <a:rPr dirty="0" spc="-50"/>
              <a:t> </a:t>
            </a:r>
            <a:r>
              <a:rPr dirty="0" spc="-10"/>
              <a:t>Terminology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742" y="1926806"/>
            <a:ext cx="8748395" cy="810895"/>
            <a:chOff x="-742" y="1926806"/>
            <a:chExt cx="8748395" cy="810895"/>
          </a:xfrm>
        </p:grpSpPr>
        <p:sp>
          <p:nvSpPr>
            <p:cNvPr id="3" name="object 3" descr=""/>
            <p:cNvSpPr/>
            <p:nvPr/>
          </p:nvSpPr>
          <p:spPr>
            <a:xfrm>
              <a:off x="-355" y="1999716"/>
              <a:ext cx="8747760" cy="737870"/>
            </a:xfrm>
            <a:custGeom>
              <a:avLst/>
              <a:gdLst/>
              <a:ahLst/>
              <a:cxnLst/>
              <a:rect l="l" t="t" r="r" b="b"/>
              <a:pathLst>
                <a:path w="8747760" h="737869">
                  <a:moveTo>
                    <a:pt x="8747481" y="0"/>
                  </a:moveTo>
                  <a:lnTo>
                    <a:pt x="381" y="0"/>
                  </a:lnTo>
                  <a:lnTo>
                    <a:pt x="0" y="76"/>
                  </a:lnTo>
                  <a:lnTo>
                    <a:pt x="0" y="666076"/>
                  </a:lnTo>
                  <a:lnTo>
                    <a:pt x="0" y="704545"/>
                  </a:lnTo>
                  <a:lnTo>
                    <a:pt x="381" y="704545"/>
                  </a:lnTo>
                  <a:lnTo>
                    <a:pt x="381" y="737400"/>
                  </a:lnTo>
                  <a:lnTo>
                    <a:pt x="8747481" y="737400"/>
                  </a:lnTo>
                  <a:lnTo>
                    <a:pt x="8747481" y="0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12" y="2638106"/>
              <a:ext cx="8643620" cy="8255"/>
            </a:xfrm>
            <a:custGeom>
              <a:avLst/>
              <a:gdLst/>
              <a:ahLst/>
              <a:cxnLst/>
              <a:rect l="l" t="t" r="r" b="b"/>
              <a:pathLst>
                <a:path w="8643620" h="8255">
                  <a:moveTo>
                    <a:pt x="0" y="7874"/>
                  </a:moveTo>
                  <a:lnTo>
                    <a:pt x="8643299" y="7874"/>
                  </a:lnTo>
                  <a:lnTo>
                    <a:pt x="8643299" y="0"/>
                  </a:lnTo>
                  <a:lnTo>
                    <a:pt x="0" y="0"/>
                  </a:lnTo>
                  <a:lnTo>
                    <a:pt x="0" y="7874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-742" y="1926806"/>
              <a:ext cx="8637270" cy="711835"/>
            </a:xfrm>
            <a:custGeom>
              <a:avLst/>
              <a:gdLst/>
              <a:ahLst/>
              <a:cxnLst/>
              <a:rect l="l" t="t" r="r" b="b"/>
              <a:pathLst>
                <a:path w="8637270" h="711835">
                  <a:moveTo>
                    <a:pt x="8636699" y="711299"/>
                  </a:moveTo>
                  <a:lnTo>
                    <a:pt x="0" y="711299"/>
                  </a:lnTo>
                  <a:lnTo>
                    <a:pt x="0" y="0"/>
                  </a:lnTo>
                  <a:lnTo>
                    <a:pt x="8636699" y="0"/>
                  </a:lnTo>
                  <a:lnTo>
                    <a:pt x="8636699" y="71129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9694" y="1975243"/>
            <a:ext cx="151574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/>
              <a:t>Scaling</a:t>
            </a:r>
            <a:endParaRPr sz="3600"/>
          </a:p>
        </p:txBody>
      </p:sp>
      <p:sp>
        <p:nvSpPr>
          <p:cNvPr id="7" name="object 7" descr=""/>
          <p:cNvSpPr/>
          <p:nvPr/>
        </p:nvSpPr>
        <p:spPr>
          <a:xfrm>
            <a:off x="8178698" y="4104601"/>
            <a:ext cx="965835" cy="1039494"/>
          </a:xfrm>
          <a:custGeom>
            <a:avLst/>
            <a:gdLst/>
            <a:ahLst/>
            <a:cxnLst/>
            <a:rect l="l" t="t" r="r" b="b"/>
            <a:pathLst>
              <a:path w="965834" h="1039495">
                <a:moveTo>
                  <a:pt x="965225" y="607809"/>
                </a:moveTo>
                <a:lnTo>
                  <a:pt x="965149" y="228307"/>
                </a:lnTo>
                <a:lnTo>
                  <a:pt x="965098" y="0"/>
                </a:lnTo>
                <a:lnTo>
                  <a:pt x="0" y="1038898"/>
                </a:lnTo>
                <a:lnTo>
                  <a:pt x="212153" y="1038898"/>
                </a:lnTo>
                <a:lnTo>
                  <a:pt x="397192" y="1038898"/>
                </a:lnTo>
                <a:lnTo>
                  <a:pt x="965225" y="1038898"/>
                </a:lnTo>
                <a:lnTo>
                  <a:pt x="965225" y="607809"/>
                </a:lnTo>
                <a:close/>
              </a:path>
            </a:pathLst>
          </a:custGeom>
          <a:solidFill>
            <a:srgbClr val="000000">
              <a:alpha val="117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7765384" y="412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737373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Scaling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868875" y="3390800"/>
            <a:ext cx="1741170" cy="1280160"/>
          </a:xfrm>
          <a:custGeom>
            <a:avLst/>
            <a:gdLst/>
            <a:ahLst/>
            <a:cxnLst/>
            <a:rect l="l" t="t" r="r" b="b"/>
            <a:pathLst>
              <a:path w="1741170" h="1280160">
                <a:moveTo>
                  <a:pt x="1527245" y="1280099"/>
                </a:moveTo>
                <a:lnTo>
                  <a:pt x="213354" y="1280099"/>
                </a:lnTo>
                <a:lnTo>
                  <a:pt x="164434" y="1274465"/>
                </a:lnTo>
                <a:lnTo>
                  <a:pt x="119526" y="1258414"/>
                </a:lnTo>
                <a:lnTo>
                  <a:pt x="79912" y="1233228"/>
                </a:lnTo>
                <a:lnTo>
                  <a:pt x="46871" y="1200187"/>
                </a:lnTo>
                <a:lnTo>
                  <a:pt x="21685" y="1160573"/>
                </a:lnTo>
                <a:lnTo>
                  <a:pt x="5634" y="1115665"/>
                </a:lnTo>
                <a:lnTo>
                  <a:pt x="0" y="1066745"/>
                </a:lnTo>
                <a:lnTo>
                  <a:pt x="0" y="213354"/>
                </a:lnTo>
                <a:lnTo>
                  <a:pt x="5634" y="164434"/>
                </a:lnTo>
                <a:lnTo>
                  <a:pt x="21685" y="119526"/>
                </a:lnTo>
                <a:lnTo>
                  <a:pt x="46871" y="79912"/>
                </a:lnTo>
                <a:lnTo>
                  <a:pt x="79912" y="46871"/>
                </a:lnTo>
                <a:lnTo>
                  <a:pt x="119526" y="21685"/>
                </a:lnTo>
                <a:lnTo>
                  <a:pt x="164434" y="5634"/>
                </a:lnTo>
                <a:lnTo>
                  <a:pt x="213354" y="0"/>
                </a:lnTo>
                <a:lnTo>
                  <a:pt x="1527245" y="0"/>
                </a:lnTo>
                <a:lnTo>
                  <a:pt x="1569063" y="4137"/>
                </a:lnTo>
                <a:lnTo>
                  <a:pt x="1608892" y="16240"/>
                </a:lnTo>
                <a:lnTo>
                  <a:pt x="1645614" y="35846"/>
                </a:lnTo>
                <a:lnTo>
                  <a:pt x="1678109" y="62489"/>
                </a:lnTo>
                <a:lnTo>
                  <a:pt x="1704753" y="94985"/>
                </a:lnTo>
                <a:lnTo>
                  <a:pt x="1724359" y="131707"/>
                </a:lnTo>
                <a:lnTo>
                  <a:pt x="1736462" y="171536"/>
                </a:lnTo>
                <a:lnTo>
                  <a:pt x="1740599" y="213354"/>
                </a:lnTo>
                <a:lnTo>
                  <a:pt x="1740599" y="1066745"/>
                </a:lnTo>
                <a:lnTo>
                  <a:pt x="1734965" y="1115665"/>
                </a:lnTo>
                <a:lnTo>
                  <a:pt x="1718914" y="1160573"/>
                </a:lnTo>
                <a:lnTo>
                  <a:pt x="1693728" y="1200187"/>
                </a:lnTo>
                <a:lnTo>
                  <a:pt x="1660687" y="1233228"/>
                </a:lnTo>
                <a:lnTo>
                  <a:pt x="1621073" y="1258414"/>
                </a:lnTo>
                <a:lnTo>
                  <a:pt x="1576165" y="1274465"/>
                </a:lnTo>
                <a:lnTo>
                  <a:pt x="1527245" y="1280099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2941899" y="3456713"/>
            <a:ext cx="1421130" cy="1076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664"/>
              </a:lnSpc>
              <a:spcBef>
                <a:spcPts val="100"/>
              </a:spcBef>
            </a:pPr>
            <a:r>
              <a:rPr dirty="0" sz="1400" spc="-10" b="1">
                <a:solidFill>
                  <a:srgbClr val="FFFFFF"/>
                </a:solidFill>
                <a:latin typeface="Open Sans"/>
                <a:cs typeface="Open Sans"/>
              </a:rPr>
              <a:t>Service</a:t>
            </a:r>
            <a:endParaRPr sz="1400">
              <a:latin typeface="Open Sans"/>
              <a:cs typeface="Open Sans"/>
            </a:endParaRPr>
          </a:p>
          <a:p>
            <a:pPr marL="12700">
              <a:lnSpc>
                <a:spcPts val="1664"/>
              </a:lnSpc>
            </a:pPr>
            <a:r>
              <a:rPr dirty="0" sz="1400">
                <a:solidFill>
                  <a:srgbClr val="FFFFFF"/>
                </a:solidFill>
                <a:latin typeface="Open Sans"/>
                <a:cs typeface="Open Sans"/>
              </a:rPr>
              <a:t>name</a:t>
            </a:r>
            <a:r>
              <a:rPr dirty="0" sz="1400" spc="-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400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sz="1400" spc="-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Open Sans"/>
                <a:cs typeface="Open Sans"/>
              </a:rPr>
              <a:t>frontend</a:t>
            </a:r>
            <a:endParaRPr sz="1400">
              <a:latin typeface="Open Sans"/>
              <a:cs typeface="Open Sans"/>
            </a:endParaRPr>
          </a:p>
          <a:p>
            <a:pPr marL="104775" marR="206375" indent="-92710">
              <a:lnSpc>
                <a:spcPts val="1650"/>
              </a:lnSpc>
              <a:spcBef>
                <a:spcPts val="1700"/>
              </a:spcBef>
            </a:pPr>
            <a:r>
              <a:rPr dirty="0" sz="1400">
                <a:solidFill>
                  <a:srgbClr val="FFFFFF"/>
                </a:solidFill>
                <a:latin typeface="Open Sans"/>
                <a:cs typeface="Open Sans"/>
              </a:rPr>
              <a:t>Label</a:t>
            </a:r>
            <a:r>
              <a:rPr dirty="0" sz="1400" spc="-2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Open Sans"/>
                <a:cs typeface="Open Sans"/>
              </a:rPr>
              <a:t>selector: </a:t>
            </a:r>
            <a:r>
              <a:rPr dirty="0" sz="1400">
                <a:solidFill>
                  <a:srgbClr val="FFFFFF"/>
                </a:solidFill>
                <a:latin typeface="Open Sans"/>
                <a:cs typeface="Open Sans"/>
              </a:rPr>
              <a:t>type</a:t>
            </a:r>
            <a:r>
              <a:rPr dirty="0" sz="1400" spc="-2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400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sz="1400" spc="-1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400" spc="-25" b="1">
                <a:solidFill>
                  <a:srgbClr val="FFFFFF"/>
                </a:solidFill>
                <a:latin typeface="Open Sans"/>
                <a:cs typeface="Open Sans"/>
              </a:rPr>
              <a:t>BE</a:t>
            </a:r>
            <a:endParaRPr sz="1400">
              <a:latin typeface="Open Sans"/>
              <a:cs typeface="Open Sans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2294250" y="1371120"/>
            <a:ext cx="3062605" cy="1136650"/>
            <a:chOff x="2294250" y="1371120"/>
            <a:chExt cx="3062605" cy="1136650"/>
          </a:xfrm>
        </p:grpSpPr>
        <p:sp>
          <p:nvSpPr>
            <p:cNvPr id="7" name="object 7" descr=""/>
            <p:cNvSpPr/>
            <p:nvPr/>
          </p:nvSpPr>
          <p:spPr>
            <a:xfrm>
              <a:off x="2955600" y="1671045"/>
              <a:ext cx="948690" cy="836930"/>
            </a:xfrm>
            <a:custGeom>
              <a:avLst/>
              <a:gdLst/>
              <a:ahLst/>
              <a:cxnLst/>
              <a:rect l="l" t="t" r="r" b="b"/>
              <a:pathLst>
                <a:path w="948689" h="836930">
                  <a:moveTo>
                    <a:pt x="808847" y="836699"/>
                  </a:moveTo>
                  <a:lnTo>
                    <a:pt x="139452" y="836699"/>
                  </a:lnTo>
                  <a:lnTo>
                    <a:pt x="95374" y="829590"/>
                  </a:lnTo>
                  <a:lnTo>
                    <a:pt x="57093" y="809793"/>
                  </a:lnTo>
                  <a:lnTo>
                    <a:pt x="26906" y="779606"/>
                  </a:lnTo>
                  <a:lnTo>
                    <a:pt x="7109" y="741325"/>
                  </a:lnTo>
                  <a:lnTo>
                    <a:pt x="0" y="697247"/>
                  </a:lnTo>
                  <a:lnTo>
                    <a:pt x="0" y="139452"/>
                  </a:lnTo>
                  <a:lnTo>
                    <a:pt x="7109" y="95374"/>
                  </a:lnTo>
                  <a:lnTo>
                    <a:pt x="26906" y="57093"/>
                  </a:lnTo>
                  <a:lnTo>
                    <a:pt x="57093" y="26906"/>
                  </a:lnTo>
                  <a:lnTo>
                    <a:pt x="95374" y="7109"/>
                  </a:lnTo>
                  <a:lnTo>
                    <a:pt x="139452" y="0"/>
                  </a:lnTo>
                  <a:lnTo>
                    <a:pt x="808847" y="0"/>
                  </a:lnTo>
                  <a:lnTo>
                    <a:pt x="862213" y="10615"/>
                  </a:lnTo>
                  <a:lnTo>
                    <a:pt x="907454" y="40844"/>
                  </a:lnTo>
                  <a:lnTo>
                    <a:pt x="937684" y="86086"/>
                  </a:lnTo>
                  <a:lnTo>
                    <a:pt x="948299" y="139452"/>
                  </a:lnTo>
                  <a:lnTo>
                    <a:pt x="948299" y="697247"/>
                  </a:lnTo>
                  <a:lnTo>
                    <a:pt x="941190" y="741325"/>
                  </a:lnTo>
                  <a:lnTo>
                    <a:pt x="921393" y="779606"/>
                  </a:lnTo>
                  <a:lnTo>
                    <a:pt x="891206" y="809793"/>
                  </a:lnTo>
                  <a:lnTo>
                    <a:pt x="852925" y="829590"/>
                  </a:lnTo>
                  <a:lnTo>
                    <a:pt x="808847" y="8366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303850" y="1380945"/>
              <a:ext cx="1126490" cy="175895"/>
            </a:xfrm>
            <a:custGeom>
              <a:avLst/>
              <a:gdLst/>
              <a:ahLst/>
              <a:cxnLst/>
              <a:rect l="l" t="t" r="r" b="b"/>
              <a:pathLst>
                <a:path w="1126489" h="175894">
                  <a:moveTo>
                    <a:pt x="0" y="0"/>
                  </a:moveTo>
                  <a:lnTo>
                    <a:pt x="1125899" y="0"/>
                  </a:lnTo>
                  <a:lnTo>
                    <a:pt x="1125899" y="175799"/>
                  </a:lnTo>
                </a:path>
              </a:pathLst>
            </a:custGeom>
            <a:ln w="19049">
              <a:solidFill>
                <a:srgbClr val="D844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398284" y="1556745"/>
              <a:ext cx="63500" cy="86995"/>
            </a:xfrm>
            <a:custGeom>
              <a:avLst/>
              <a:gdLst/>
              <a:ahLst/>
              <a:cxnLst/>
              <a:rect l="l" t="t" r="r" b="b"/>
              <a:pathLst>
                <a:path w="63500" h="86994">
                  <a:moveTo>
                    <a:pt x="0" y="0"/>
                  </a:moveTo>
                  <a:lnTo>
                    <a:pt x="31465" y="86450"/>
                  </a:lnTo>
                  <a:lnTo>
                    <a:pt x="62930" y="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D844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303775" y="1380645"/>
              <a:ext cx="2579370" cy="176530"/>
            </a:xfrm>
            <a:custGeom>
              <a:avLst/>
              <a:gdLst/>
              <a:ahLst/>
              <a:cxnLst/>
              <a:rect l="l" t="t" r="r" b="b"/>
              <a:pathLst>
                <a:path w="2579370" h="176530">
                  <a:moveTo>
                    <a:pt x="0" y="0"/>
                  </a:moveTo>
                  <a:lnTo>
                    <a:pt x="2578799" y="0"/>
                  </a:lnTo>
                  <a:lnTo>
                    <a:pt x="2578799" y="176099"/>
                  </a:lnTo>
                </a:path>
              </a:pathLst>
            </a:custGeom>
            <a:ln w="19049">
              <a:solidFill>
                <a:srgbClr val="D844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851109" y="1556745"/>
              <a:ext cx="63500" cy="86995"/>
            </a:xfrm>
            <a:custGeom>
              <a:avLst/>
              <a:gdLst/>
              <a:ahLst/>
              <a:cxnLst/>
              <a:rect l="l" t="t" r="r" b="b"/>
              <a:pathLst>
                <a:path w="63500" h="86994">
                  <a:moveTo>
                    <a:pt x="0" y="0"/>
                  </a:moveTo>
                  <a:lnTo>
                    <a:pt x="31465" y="86450"/>
                  </a:lnTo>
                  <a:lnTo>
                    <a:pt x="62930" y="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D844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408425" y="1671045"/>
              <a:ext cx="948690" cy="836930"/>
            </a:xfrm>
            <a:custGeom>
              <a:avLst/>
              <a:gdLst/>
              <a:ahLst/>
              <a:cxnLst/>
              <a:rect l="l" t="t" r="r" b="b"/>
              <a:pathLst>
                <a:path w="948689" h="836930">
                  <a:moveTo>
                    <a:pt x="808847" y="836699"/>
                  </a:moveTo>
                  <a:lnTo>
                    <a:pt x="139452" y="836699"/>
                  </a:lnTo>
                  <a:lnTo>
                    <a:pt x="95374" y="829590"/>
                  </a:lnTo>
                  <a:lnTo>
                    <a:pt x="57093" y="809793"/>
                  </a:lnTo>
                  <a:lnTo>
                    <a:pt x="26906" y="779606"/>
                  </a:lnTo>
                  <a:lnTo>
                    <a:pt x="7109" y="741325"/>
                  </a:lnTo>
                  <a:lnTo>
                    <a:pt x="0" y="697247"/>
                  </a:lnTo>
                  <a:lnTo>
                    <a:pt x="0" y="139452"/>
                  </a:lnTo>
                  <a:lnTo>
                    <a:pt x="7109" y="95374"/>
                  </a:lnTo>
                  <a:lnTo>
                    <a:pt x="26906" y="57093"/>
                  </a:lnTo>
                  <a:lnTo>
                    <a:pt x="57093" y="26906"/>
                  </a:lnTo>
                  <a:lnTo>
                    <a:pt x="95374" y="7109"/>
                  </a:lnTo>
                  <a:lnTo>
                    <a:pt x="139452" y="0"/>
                  </a:lnTo>
                  <a:lnTo>
                    <a:pt x="808847" y="0"/>
                  </a:lnTo>
                  <a:lnTo>
                    <a:pt x="862213" y="10615"/>
                  </a:lnTo>
                  <a:lnTo>
                    <a:pt x="907454" y="40844"/>
                  </a:lnTo>
                  <a:lnTo>
                    <a:pt x="937684" y="86086"/>
                  </a:lnTo>
                  <a:lnTo>
                    <a:pt x="948299" y="139452"/>
                  </a:lnTo>
                  <a:lnTo>
                    <a:pt x="948299" y="697247"/>
                  </a:lnTo>
                  <a:lnTo>
                    <a:pt x="941190" y="741325"/>
                  </a:lnTo>
                  <a:lnTo>
                    <a:pt x="921393" y="779606"/>
                  </a:lnTo>
                  <a:lnTo>
                    <a:pt x="891206" y="809793"/>
                  </a:lnTo>
                  <a:lnTo>
                    <a:pt x="852925" y="829590"/>
                  </a:lnTo>
                  <a:lnTo>
                    <a:pt x="808847" y="8366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4491500" y="1726350"/>
            <a:ext cx="3594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solidFill>
                  <a:srgbClr val="666666"/>
                </a:solidFill>
                <a:latin typeface="Open Sans"/>
                <a:cs typeface="Open Sans"/>
              </a:rPr>
              <a:t>Pod</a:t>
            </a:r>
            <a:endParaRPr sz="1400">
              <a:latin typeface="Open Sans"/>
              <a:cs typeface="Open Sans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2519024" y="2394849"/>
            <a:ext cx="957580" cy="207010"/>
          </a:xfrm>
          <a:custGeom>
            <a:avLst/>
            <a:gdLst/>
            <a:ahLst/>
            <a:cxnLst/>
            <a:rect l="l" t="t" r="r" b="b"/>
            <a:pathLst>
              <a:path w="957579" h="207010">
                <a:moveTo>
                  <a:pt x="922899" y="206399"/>
                </a:moveTo>
                <a:lnTo>
                  <a:pt x="34400" y="206399"/>
                </a:lnTo>
                <a:lnTo>
                  <a:pt x="21010" y="203696"/>
                </a:lnTo>
                <a:lnTo>
                  <a:pt x="10075" y="196324"/>
                </a:lnTo>
                <a:lnTo>
                  <a:pt x="2703" y="185389"/>
                </a:lnTo>
                <a:lnTo>
                  <a:pt x="0" y="171999"/>
                </a:lnTo>
                <a:lnTo>
                  <a:pt x="0" y="34400"/>
                </a:lnTo>
                <a:lnTo>
                  <a:pt x="2703" y="21010"/>
                </a:lnTo>
                <a:lnTo>
                  <a:pt x="10075" y="10075"/>
                </a:lnTo>
                <a:lnTo>
                  <a:pt x="21010" y="2703"/>
                </a:lnTo>
                <a:lnTo>
                  <a:pt x="34400" y="0"/>
                </a:lnTo>
                <a:lnTo>
                  <a:pt x="922899" y="0"/>
                </a:lnTo>
                <a:lnTo>
                  <a:pt x="954681" y="21236"/>
                </a:lnTo>
                <a:lnTo>
                  <a:pt x="957299" y="34400"/>
                </a:lnTo>
                <a:lnTo>
                  <a:pt x="957299" y="171999"/>
                </a:lnTo>
                <a:lnTo>
                  <a:pt x="954596" y="185389"/>
                </a:lnTo>
                <a:lnTo>
                  <a:pt x="947224" y="196324"/>
                </a:lnTo>
                <a:lnTo>
                  <a:pt x="936289" y="203696"/>
                </a:lnTo>
                <a:lnTo>
                  <a:pt x="922899" y="206399"/>
                </a:lnTo>
                <a:close/>
              </a:path>
            </a:pathLst>
          </a:custGeom>
          <a:solidFill>
            <a:srgbClr val="D84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2625540" y="2404070"/>
            <a:ext cx="74358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FFFFFF"/>
                </a:solidFill>
                <a:latin typeface="Open Sans"/>
                <a:cs typeface="Open Sans"/>
              </a:rPr>
              <a:t>version=</a:t>
            </a:r>
            <a:r>
              <a:rPr dirty="0" sz="1000" spc="-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000" spc="-25" b="1">
                <a:solidFill>
                  <a:srgbClr val="FFFFFF"/>
                </a:solidFill>
                <a:latin typeface="Open Sans"/>
                <a:cs typeface="Open Sans"/>
              </a:rPr>
              <a:t>v1</a:t>
            </a:r>
            <a:endParaRPr sz="1000">
              <a:latin typeface="Open Sans"/>
              <a:cs typeface="Open Sans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703649" y="1344550"/>
            <a:ext cx="4226560" cy="2056130"/>
            <a:chOff x="703649" y="1344550"/>
            <a:chExt cx="4226560" cy="2056130"/>
          </a:xfrm>
        </p:grpSpPr>
        <p:sp>
          <p:nvSpPr>
            <p:cNvPr id="17" name="object 17" descr=""/>
            <p:cNvSpPr/>
            <p:nvPr/>
          </p:nvSpPr>
          <p:spPr>
            <a:xfrm>
              <a:off x="3972474" y="2394850"/>
              <a:ext cx="957580" cy="207010"/>
            </a:xfrm>
            <a:custGeom>
              <a:avLst/>
              <a:gdLst/>
              <a:ahLst/>
              <a:cxnLst/>
              <a:rect l="l" t="t" r="r" b="b"/>
              <a:pathLst>
                <a:path w="957579" h="207010">
                  <a:moveTo>
                    <a:pt x="922899" y="206399"/>
                  </a:moveTo>
                  <a:lnTo>
                    <a:pt x="34400" y="206399"/>
                  </a:lnTo>
                  <a:lnTo>
                    <a:pt x="21010" y="203696"/>
                  </a:lnTo>
                  <a:lnTo>
                    <a:pt x="10075" y="196324"/>
                  </a:lnTo>
                  <a:lnTo>
                    <a:pt x="2703" y="185389"/>
                  </a:lnTo>
                  <a:lnTo>
                    <a:pt x="0" y="171999"/>
                  </a:lnTo>
                  <a:lnTo>
                    <a:pt x="0" y="34400"/>
                  </a:lnTo>
                  <a:lnTo>
                    <a:pt x="2703" y="21010"/>
                  </a:lnTo>
                  <a:lnTo>
                    <a:pt x="10075" y="10075"/>
                  </a:lnTo>
                  <a:lnTo>
                    <a:pt x="21010" y="2703"/>
                  </a:lnTo>
                  <a:lnTo>
                    <a:pt x="34400" y="0"/>
                  </a:lnTo>
                  <a:lnTo>
                    <a:pt x="922899" y="0"/>
                  </a:lnTo>
                  <a:lnTo>
                    <a:pt x="954681" y="21236"/>
                  </a:lnTo>
                  <a:lnTo>
                    <a:pt x="957299" y="34400"/>
                  </a:lnTo>
                  <a:lnTo>
                    <a:pt x="957299" y="171999"/>
                  </a:lnTo>
                  <a:lnTo>
                    <a:pt x="954596" y="185389"/>
                  </a:lnTo>
                  <a:lnTo>
                    <a:pt x="947224" y="196324"/>
                  </a:lnTo>
                  <a:lnTo>
                    <a:pt x="936289" y="203696"/>
                  </a:lnTo>
                  <a:lnTo>
                    <a:pt x="922899" y="206399"/>
                  </a:lnTo>
                  <a:close/>
                </a:path>
              </a:pathLst>
            </a:custGeom>
            <a:solidFill>
              <a:srgbClr val="D844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03649" y="1344550"/>
              <a:ext cx="1572260" cy="1191260"/>
            </a:xfrm>
            <a:custGeom>
              <a:avLst/>
              <a:gdLst/>
              <a:ahLst/>
              <a:cxnLst/>
              <a:rect l="l" t="t" r="r" b="b"/>
              <a:pathLst>
                <a:path w="1572260" h="1191260">
                  <a:moveTo>
                    <a:pt x="1373195" y="1190999"/>
                  </a:moveTo>
                  <a:lnTo>
                    <a:pt x="198503" y="1190999"/>
                  </a:lnTo>
                  <a:lnTo>
                    <a:pt x="152988" y="1185757"/>
                  </a:lnTo>
                  <a:lnTo>
                    <a:pt x="111206" y="1170823"/>
                  </a:lnTo>
                  <a:lnTo>
                    <a:pt x="74349" y="1147390"/>
                  </a:lnTo>
                  <a:lnTo>
                    <a:pt x="43609" y="1116650"/>
                  </a:lnTo>
                  <a:lnTo>
                    <a:pt x="20176" y="1079793"/>
                  </a:lnTo>
                  <a:lnTo>
                    <a:pt x="5242" y="1038011"/>
                  </a:lnTo>
                  <a:lnTo>
                    <a:pt x="0" y="992495"/>
                  </a:lnTo>
                  <a:lnTo>
                    <a:pt x="0" y="198503"/>
                  </a:lnTo>
                  <a:lnTo>
                    <a:pt x="5242" y="152988"/>
                  </a:lnTo>
                  <a:lnTo>
                    <a:pt x="20176" y="111206"/>
                  </a:lnTo>
                  <a:lnTo>
                    <a:pt x="43609" y="74349"/>
                  </a:lnTo>
                  <a:lnTo>
                    <a:pt x="74349" y="43609"/>
                  </a:lnTo>
                  <a:lnTo>
                    <a:pt x="111206" y="20176"/>
                  </a:lnTo>
                  <a:lnTo>
                    <a:pt x="152988" y="5242"/>
                  </a:lnTo>
                  <a:lnTo>
                    <a:pt x="198503" y="0"/>
                  </a:lnTo>
                  <a:lnTo>
                    <a:pt x="1373195" y="0"/>
                  </a:lnTo>
                  <a:lnTo>
                    <a:pt x="1412103" y="3849"/>
                  </a:lnTo>
                  <a:lnTo>
                    <a:pt x="1449160" y="15110"/>
                  </a:lnTo>
                  <a:lnTo>
                    <a:pt x="1483326" y="33350"/>
                  </a:lnTo>
                  <a:lnTo>
                    <a:pt x="1513559" y="58140"/>
                  </a:lnTo>
                  <a:lnTo>
                    <a:pt x="1538348" y="88373"/>
                  </a:lnTo>
                  <a:lnTo>
                    <a:pt x="1556589" y="122539"/>
                  </a:lnTo>
                  <a:lnTo>
                    <a:pt x="1567850" y="159596"/>
                  </a:lnTo>
                  <a:lnTo>
                    <a:pt x="1571699" y="198503"/>
                  </a:lnTo>
                  <a:lnTo>
                    <a:pt x="1571699" y="992495"/>
                  </a:lnTo>
                  <a:lnTo>
                    <a:pt x="1566457" y="1038011"/>
                  </a:lnTo>
                  <a:lnTo>
                    <a:pt x="1551523" y="1079793"/>
                  </a:lnTo>
                  <a:lnTo>
                    <a:pt x="1528090" y="1116650"/>
                  </a:lnTo>
                  <a:lnTo>
                    <a:pt x="1497350" y="1147390"/>
                  </a:lnTo>
                  <a:lnTo>
                    <a:pt x="1460493" y="1170823"/>
                  </a:lnTo>
                  <a:lnTo>
                    <a:pt x="1418711" y="1185757"/>
                  </a:lnTo>
                  <a:lnTo>
                    <a:pt x="1373195" y="1190999"/>
                  </a:lnTo>
                  <a:close/>
                </a:path>
              </a:pathLst>
            </a:custGeom>
            <a:solidFill>
              <a:srgbClr val="E4A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997574" y="2601200"/>
              <a:ext cx="1453515" cy="789940"/>
            </a:xfrm>
            <a:custGeom>
              <a:avLst/>
              <a:gdLst/>
              <a:ahLst/>
              <a:cxnLst/>
              <a:rect l="l" t="t" r="r" b="b"/>
              <a:pathLst>
                <a:path w="1453514" h="789939">
                  <a:moveTo>
                    <a:pt x="741599" y="789599"/>
                  </a:moveTo>
                  <a:lnTo>
                    <a:pt x="741599" y="394823"/>
                  </a:lnTo>
                  <a:lnTo>
                    <a:pt x="1453499" y="394823"/>
                  </a:lnTo>
                  <a:lnTo>
                    <a:pt x="1453499" y="0"/>
                  </a:lnTo>
                </a:path>
                <a:path w="1453514" h="789939">
                  <a:moveTo>
                    <a:pt x="741599" y="789599"/>
                  </a:moveTo>
                  <a:lnTo>
                    <a:pt x="741599" y="394823"/>
                  </a:lnTo>
                  <a:lnTo>
                    <a:pt x="0" y="394823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08080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519025" y="2601200"/>
              <a:ext cx="957580" cy="207010"/>
            </a:xfrm>
            <a:custGeom>
              <a:avLst/>
              <a:gdLst/>
              <a:ahLst/>
              <a:cxnLst/>
              <a:rect l="l" t="t" r="r" b="b"/>
              <a:pathLst>
                <a:path w="957579" h="207010">
                  <a:moveTo>
                    <a:pt x="922899" y="206399"/>
                  </a:moveTo>
                  <a:lnTo>
                    <a:pt x="34400" y="206399"/>
                  </a:lnTo>
                  <a:lnTo>
                    <a:pt x="21010" y="203696"/>
                  </a:lnTo>
                  <a:lnTo>
                    <a:pt x="10075" y="196324"/>
                  </a:lnTo>
                  <a:lnTo>
                    <a:pt x="2703" y="185389"/>
                  </a:lnTo>
                  <a:lnTo>
                    <a:pt x="0" y="171999"/>
                  </a:lnTo>
                  <a:lnTo>
                    <a:pt x="0" y="34400"/>
                  </a:lnTo>
                  <a:lnTo>
                    <a:pt x="2703" y="21010"/>
                  </a:lnTo>
                  <a:lnTo>
                    <a:pt x="10075" y="10075"/>
                  </a:lnTo>
                  <a:lnTo>
                    <a:pt x="21010" y="2703"/>
                  </a:lnTo>
                  <a:lnTo>
                    <a:pt x="34400" y="0"/>
                  </a:lnTo>
                  <a:lnTo>
                    <a:pt x="922899" y="0"/>
                  </a:lnTo>
                  <a:lnTo>
                    <a:pt x="954681" y="21236"/>
                  </a:lnTo>
                  <a:lnTo>
                    <a:pt x="957299" y="34400"/>
                  </a:lnTo>
                  <a:lnTo>
                    <a:pt x="957299" y="171999"/>
                  </a:lnTo>
                  <a:lnTo>
                    <a:pt x="954596" y="185389"/>
                  </a:lnTo>
                  <a:lnTo>
                    <a:pt x="947224" y="196324"/>
                  </a:lnTo>
                  <a:lnTo>
                    <a:pt x="936289" y="203696"/>
                  </a:lnTo>
                  <a:lnTo>
                    <a:pt x="922899" y="20639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2704047" y="2610419"/>
            <a:ext cx="58737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FFFFFF"/>
                </a:solidFill>
                <a:latin typeface="Open Sans"/>
                <a:cs typeface="Open Sans"/>
              </a:rPr>
              <a:t>type</a:t>
            </a:r>
            <a:r>
              <a:rPr dirty="0" sz="1000" spc="-3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sz="1000" spc="-25" b="1">
                <a:solidFill>
                  <a:srgbClr val="FFFFFF"/>
                </a:solidFill>
                <a:latin typeface="Open Sans"/>
                <a:cs typeface="Open Sans"/>
              </a:rPr>
              <a:t> FE</a:t>
            </a:r>
            <a:endParaRPr sz="1000">
              <a:latin typeface="Open Sans"/>
              <a:cs typeface="Open Sans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3972474" y="2596550"/>
            <a:ext cx="957580" cy="207010"/>
          </a:xfrm>
          <a:custGeom>
            <a:avLst/>
            <a:gdLst/>
            <a:ahLst/>
            <a:cxnLst/>
            <a:rect l="l" t="t" r="r" b="b"/>
            <a:pathLst>
              <a:path w="957579" h="207010">
                <a:moveTo>
                  <a:pt x="922899" y="206399"/>
                </a:moveTo>
                <a:lnTo>
                  <a:pt x="34400" y="206399"/>
                </a:lnTo>
                <a:lnTo>
                  <a:pt x="21010" y="203696"/>
                </a:lnTo>
                <a:lnTo>
                  <a:pt x="10075" y="196324"/>
                </a:lnTo>
                <a:lnTo>
                  <a:pt x="2703" y="185389"/>
                </a:lnTo>
                <a:lnTo>
                  <a:pt x="0" y="171999"/>
                </a:lnTo>
                <a:lnTo>
                  <a:pt x="0" y="34400"/>
                </a:lnTo>
                <a:lnTo>
                  <a:pt x="2703" y="21010"/>
                </a:lnTo>
                <a:lnTo>
                  <a:pt x="10075" y="10075"/>
                </a:lnTo>
                <a:lnTo>
                  <a:pt x="21010" y="2703"/>
                </a:lnTo>
                <a:lnTo>
                  <a:pt x="34400" y="0"/>
                </a:lnTo>
                <a:lnTo>
                  <a:pt x="922899" y="0"/>
                </a:lnTo>
                <a:lnTo>
                  <a:pt x="954681" y="21236"/>
                </a:lnTo>
                <a:lnTo>
                  <a:pt x="957299" y="34400"/>
                </a:lnTo>
                <a:lnTo>
                  <a:pt x="957299" y="171999"/>
                </a:lnTo>
                <a:lnTo>
                  <a:pt x="954596" y="185389"/>
                </a:lnTo>
                <a:lnTo>
                  <a:pt x="947224" y="196324"/>
                </a:lnTo>
                <a:lnTo>
                  <a:pt x="936289" y="203696"/>
                </a:lnTo>
                <a:lnTo>
                  <a:pt x="922899" y="206399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4062501" y="2354770"/>
            <a:ext cx="777240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7314" marR="5080" indent="-95250">
              <a:lnSpc>
                <a:spcPct val="1323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FFFFFF"/>
                </a:solidFill>
                <a:latin typeface="Open Sans"/>
                <a:cs typeface="Open Sans"/>
              </a:rPr>
              <a:t>version </a:t>
            </a:r>
            <a:r>
              <a:rPr dirty="0" sz="1000" b="1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sz="1000" spc="-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000" spc="-25" b="1">
                <a:solidFill>
                  <a:srgbClr val="FFFFFF"/>
                </a:solidFill>
                <a:latin typeface="Open Sans"/>
                <a:cs typeface="Open Sans"/>
              </a:rPr>
              <a:t>v1 </a:t>
            </a:r>
            <a:r>
              <a:rPr dirty="0" sz="1000" b="1">
                <a:solidFill>
                  <a:srgbClr val="FFFFFF"/>
                </a:solidFill>
                <a:latin typeface="Open Sans"/>
                <a:cs typeface="Open Sans"/>
              </a:rPr>
              <a:t>type</a:t>
            </a:r>
            <a:r>
              <a:rPr dirty="0" sz="1000" spc="-3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sz="1000" spc="-25" b="1">
                <a:solidFill>
                  <a:srgbClr val="FFFFFF"/>
                </a:solidFill>
                <a:latin typeface="Open Sans"/>
                <a:cs typeface="Open Sans"/>
              </a:rPr>
              <a:t> FE</a:t>
            </a:r>
            <a:endParaRPr sz="1000">
              <a:latin typeface="Open Sans"/>
              <a:cs typeface="Open Sans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5879750" y="1671045"/>
            <a:ext cx="948690" cy="836930"/>
          </a:xfrm>
          <a:custGeom>
            <a:avLst/>
            <a:gdLst/>
            <a:ahLst/>
            <a:cxnLst/>
            <a:rect l="l" t="t" r="r" b="b"/>
            <a:pathLst>
              <a:path w="948690" h="836930">
                <a:moveTo>
                  <a:pt x="808846" y="836699"/>
                </a:moveTo>
                <a:lnTo>
                  <a:pt x="139452" y="836699"/>
                </a:lnTo>
                <a:lnTo>
                  <a:pt x="95374" y="829590"/>
                </a:lnTo>
                <a:lnTo>
                  <a:pt x="57093" y="809793"/>
                </a:lnTo>
                <a:lnTo>
                  <a:pt x="26906" y="779606"/>
                </a:lnTo>
                <a:lnTo>
                  <a:pt x="7109" y="741325"/>
                </a:lnTo>
                <a:lnTo>
                  <a:pt x="0" y="697247"/>
                </a:lnTo>
                <a:lnTo>
                  <a:pt x="0" y="139452"/>
                </a:lnTo>
                <a:lnTo>
                  <a:pt x="7109" y="95374"/>
                </a:lnTo>
                <a:lnTo>
                  <a:pt x="26906" y="57093"/>
                </a:lnTo>
                <a:lnTo>
                  <a:pt x="57093" y="26906"/>
                </a:lnTo>
                <a:lnTo>
                  <a:pt x="95374" y="7109"/>
                </a:lnTo>
                <a:lnTo>
                  <a:pt x="139452" y="0"/>
                </a:lnTo>
                <a:lnTo>
                  <a:pt x="808846" y="0"/>
                </a:lnTo>
                <a:lnTo>
                  <a:pt x="862213" y="10615"/>
                </a:lnTo>
                <a:lnTo>
                  <a:pt x="907455" y="40844"/>
                </a:lnTo>
                <a:lnTo>
                  <a:pt x="937684" y="86086"/>
                </a:lnTo>
                <a:lnTo>
                  <a:pt x="948299" y="139452"/>
                </a:lnTo>
                <a:lnTo>
                  <a:pt x="948299" y="697247"/>
                </a:lnTo>
                <a:lnTo>
                  <a:pt x="941190" y="741325"/>
                </a:lnTo>
                <a:lnTo>
                  <a:pt x="921393" y="779606"/>
                </a:lnTo>
                <a:lnTo>
                  <a:pt x="891206" y="809793"/>
                </a:lnTo>
                <a:lnTo>
                  <a:pt x="852925" y="829590"/>
                </a:lnTo>
                <a:lnTo>
                  <a:pt x="808846" y="836699"/>
                </a:lnTo>
                <a:close/>
              </a:path>
            </a:pathLst>
          </a:custGeom>
          <a:solidFill>
            <a:srgbClr val="B6D7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5962825" y="1726350"/>
            <a:ext cx="3594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solidFill>
                  <a:srgbClr val="666666"/>
                </a:solidFill>
                <a:latin typeface="Open Sans"/>
                <a:cs typeface="Open Sans"/>
              </a:rPr>
              <a:t>Pod</a:t>
            </a:r>
            <a:endParaRPr sz="1400">
              <a:latin typeface="Open Sans"/>
              <a:cs typeface="Open Sans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5443799" y="2394849"/>
            <a:ext cx="957580" cy="408305"/>
            <a:chOff x="5443799" y="2394849"/>
            <a:chExt cx="957580" cy="408305"/>
          </a:xfrm>
        </p:grpSpPr>
        <p:sp>
          <p:nvSpPr>
            <p:cNvPr id="27" name="object 27" descr=""/>
            <p:cNvSpPr/>
            <p:nvPr/>
          </p:nvSpPr>
          <p:spPr>
            <a:xfrm>
              <a:off x="5443799" y="2394849"/>
              <a:ext cx="957580" cy="207010"/>
            </a:xfrm>
            <a:custGeom>
              <a:avLst/>
              <a:gdLst/>
              <a:ahLst/>
              <a:cxnLst/>
              <a:rect l="l" t="t" r="r" b="b"/>
              <a:pathLst>
                <a:path w="957579" h="207010">
                  <a:moveTo>
                    <a:pt x="922899" y="206399"/>
                  </a:moveTo>
                  <a:lnTo>
                    <a:pt x="34400" y="206399"/>
                  </a:lnTo>
                  <a:lnTo>
                    <a:pt x="21010" y="203696"/>
                  </a:lnTo>
                  <a:lnTo>
                    <a:pt x="10075" y="196324"/>
                  </a:lnTo>
                  <a:lnTo>
                    <a:pt x="2703" y="185389"/>
                  </a:lnTo>
                  <a:lnTo>
                    <a:pt x="0" y="171999"/>
                  </a:lnTo>
                  <a:lnTo>
                    <a:pt x="0" y="34400"/>
                  </a:lnTo>
                  <a:lnTo>
                    <a:pt x="2703" y="21010"/>
                  </a:lnTo>
                  <a:lnTo>
                    <a:pt x="10075" y="10075"/>
                  </a:lnTo>
                  <a:lnTo>
                    <a:pt x="21010" y="2703"/>
                  </a:lnTo>
                  <a:lnTo>
                    <a:pt x="34400" y="0"/>
                  </a:lnTo>
                  <a:lnTo>
                    <a:pt x="922899" y="0"/>
                  </a:lnTo>
                  <a:lnTo>
                    <a:pt x="954681" y="21236"/>
                  </a:lnTo>
                  <a:lnTo>
                    <a:pt x="957299" y="34400"/>
                  </a:lnTo>
                  <a:lnTo>
                    <a:pt x="957299" y="171999"/>
                  </a:lnTo>
                  <a:lnTo>
                    <a:pt x="954596" y="185389"/>
                  </a:lnTo>
                  <a:lnTo>
                    <a:pt x="947224" y="196324"/>
                  </a:lnTo>
                  <a:lnTo>
                    <a:pt x="936289" y="203696"/>
                  </a:lnTo>
                  <a:lnTo>
                    <a:pt x="922899" y="206399"/>
                  </a:lnTo>
                  <a:close/>
                </a:path>
              </a:pathLst>
            </a:custGeom>
            <a:solidFill>
              <a:srgbClr val="D844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5443799" y="2596549"/>
              <a:ext cx="957580" cy="207010"/>
            </a:xfrm>
            <a:custGeom>
              <a:avLst/>
              <a:gdLst/>
              <a:ahLst/>
              <a:cxnLst/>
              <a:rect l="l" t="t" r="r" b="b"/>
              <a:pathLst>
                <a:path w="957579" h="207010">
                  <a:moveTo>
                    <a:pt x="922899" y="206399"/>
                  </a:moveTo>
                  <a:lnTo>
                    <a:pt x="34400" y="206399"/>
                  </a:lnTo>
                  <a:lnTo>
                    <a:pt x="21010" y="203696"/>
                  </a:lnTo>
                  <a:lnTo>
                    <a:pt x="10075" y="196324"/>
                  </a:lnTo>
                  <a:lnTo>
                    <a:pt x="2703" y="185389"/>
                  </a:lnTo>
                  <a:lnTo>
                    <a:pt x="0" y="171999"/>
                  </a:lnTo>
                  <a:lnTo>
                    <a:pt x="0" y="34400"/>
                  </a:lnTo>
                  <a:lnTo>
                    <a:pt x="2703" y="21010"/>
                  </a:lnTo>
                  <a:lnTo>
                    <a:pt x="10075" y="10075"/>
                  </a:lnTo>
                  <a:lnTo>
                    <a:pt x="21010" y="2703"/>
                  </a:lnTo>
                  <a:lnTo>
                    <a:pt x="34400" y="0"/>
                  </a:lnTo>
                  <a:lnTo>
                    <a:pt x="922899" y="0"/>
                  </a:lnTo>
                  <a:lnTo>
                    <a:pt x="954681" y="21236"/>
                  </a:lnTo>
                  <a:lnTo>
                    <a:pt x="957299" y="34400"/>
                  </a:lnTo>
                  <a:lnTo>
                    <a:pt x="957299" y="171999"/>
                  </a:lnTo>
                  <a:lnTo>
                    <a:pt x="954596" y="185389"/>
                  </a:lnTo>
                  <a:lnTo>
                    <a:pt x="947224" y="196324"/>
                  </a:lnTo>
                  <a:lnTo>
                    <a:pt x="936289" y="203696"/>
                  </a:lnTo>
                  <a:lnTo>
                    <a:pt x="922899" y="20639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5533826" y="2354770"/>
            <a:ext cx="777240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7314" marR="5080" indent="-95250">
              <a:lnSpc>
                <a:spcPct val="1323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FFFFFF"/>
                </a:solidFill>
                <a:latin typeface="Open Sans"/>
                <a:cs typeface="Open Sans"/>
              </a:rPr>
              <a:t>version </a:t>
            </a:r>
            <a:r>
              <a:rPr dirty="0" sz="1000" b="1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sz="1000" spc="-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000" spc="-25" b="1">
                <a:solidFill>
                  <a:srgbClr val="FFFFFF"/>
                </a:solidFill>
                <a:latin typeface="Open Sans"/>
                <a:cs typeface="Open Sans"/>
              </a:rPr>
              <a:t>v1 </a:t>
            </a:r>
            <a:r>
              <a:rPr dirty="0" sz="1000" b="1">
                <a:solidFill>
                  <a:srgbClr val="FFFFFF"/>
                </a:solidFill>
                <a:latin typeface="Open Sans"/>
                <a:cs typeface="Open Sans"/>
              </a:rPr>
              <a:t>type</a:t>
            </a:r>
            <a:r>
              <a:rPr dirty="0" sz="1000" spc="-3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sz="1000" spc="-25" b="1">
                <a:solidFill>
                  <a:srgbClr val="FFFFFF"/>
                </a:solidFill>
                <a:latin typeface="Open Sans"/>
                <a:cs typeface="Open Sans"/>
              </a:rPr>
              <a:t> FE</a:t>
            </a:r>
            <a:endParaRPr sz="1000">
              <a:latin typeface="Open Sans"/>
              <a:cs typeface="Open Sans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690192" y="1334654"/>
            <a:ext cx="5704840" cy="1678305"/>
            <a:chOff x="690192" y="1334654"/>
            <a:chExt cx="5704840" cy="1678305"/>
          </a:xfrm>
        </p:grpSpPr>
        <p:sp>
          <p:nvSpPr>
            <p:cNvPr id="31" name="object 31" descr=""/>
            <p:cNvSpPr/>
            <p:nvPr/>
          </p:nvSpPr>
          <p:spPr>
            <a:xfrm>
              <a:off x="4437449" y="2802949"/>
              <a:ext cx="1485265" cy="200660"/>
            </a:xfrm>
            <a:custGeom>
              <a:avLst/>
              <a:gdLst/>
              <a:ahLst/>
              <a:cxnLst/>
              <a:rect l="l" t="t" r="r" b="b"/>
              <a:pathLst>
                <a:path w="1485264" h="200660">
                  <a:moveTo>
                    <a:pt x="1484999" y="0"/>
                  </a:moveTo>
                  <a:lnTo>
                    <a:pt x="1484999" y="200099"/>
                  </a:lnTo>
                  <a:lnTo>
                    <a:pt x="0" y="200099"/>
                  </a:lnTo>
                </a:path>
              </a:pathLst>
            </a:custGeom>
            <a:ln w="19049">
              <a:solidFill>
                <a:srgbClr val="08080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690192" y="1335637"/>
              <a:ext cx="1572260" cy="1191260"/>
            </a:xfrm>
            <a:custGeom>
              <a:avLst/>
              <a:gdLst/>
              <a:ahLst/>
              <a:cxnLst/>
              <a:rect l="l" t="t" r="r" b="b"/>
              <a:pathLst>
                <a:path w="1572260" h="1191260">
                  <a:moveTo>
                    <a:pt x="1373196" y="1191000"/>
                  </a:moveTo>
                  <a:lnTo>
                    <a:pt x="198503" y="1191000"/>
                  </a:lnTo>
                  <a:lnTo>
                    <a:pt x="152988" y="1185757"/>
                  </a:lnTo>
                  <a:lnTo>
                    <a:pt x="111206" y="1170823"/>
                  </a:lnTo>
                  <a:lnTo>
                    <a:pt x="74349" y="1147390"/>
                  </a:lnTo>
                  <a:lnTo>
                    <a:pt x="43609" y="1116650"/>
                  </a:lnTo>
                  <a:lnTo>
                    <a:pt x="20176" y="1079793"/>
                  </a:lnTo>
                  <a:lnTo>
                    <a:pt x="5242" y="1038011"/>
                  </a:lnTo>
                  <a:lnTo>
                    <a:pt x="0" y="992496"/>
                  </a:lnTo>
                  <a:lnTo>
                    <a:pt x="0" y="198503"/>
                  </a:lnTo>
                  <a:lnTo>
                    <a:pt x="5242" y="152988"/>
                  </a:lnTo>
                  <a:lnTo>
                    <a:pt x="20176" y="111206"/>
                  </a:lnTo>
                  <a:lnTo>
                    <a:pt x="43609" y="74349"/>
                  </a:lnTo>
                  <a:lnTo>
                    <a:pt x="74349" y="43609"/>
                  </a:lnTo>
                  <a:lnTo>
                    <a:pt x="111206" y="20176"/>
                  </a:lnTo>
                  <a:lnTo>
                    <a:pt x="152988" y="5242"/>
                  </a:lnTo>
                  <a:lnTo>
                    <a:pt x="198503" y="0"/>
                  </a:lnTo>
                  <a:lnTo>
                    <a:pt x="1373196" y="0"/>
                  </a:lnTo>
                  <a:lnTo>
                    <a:pt x="1412103" y="3849"/>
                  </a:lnTo>
                  <a:lnTo>
                    <a:pt x="1449160" y="15110"/>
                  </a:lnTo>
                  <a:lnTo>
                    <a:pt x="1483326" y="33351"/>
                  </a:lnTo>
                  <a:lnTo>
                    <a:pt x="1513559" y="58140"/>
                  </a:lnTo>
                  <a:lnTo>
                    <a:pt x="1538349" y="88373"/>
                  </a:lnTo>
                  <a:lnTo>
                    <a:pt x="1556589" y="122539"/>
                  </a:lnTo>
                  <a:lnTo>
                    <a:pt x="1567850" y="159596"/>
                  </a:lnTo>
                  <a:lnTo>
                    <a:pt x="1571700" y="198503"/>
                  </a:lnTo>
                  <a:lnTo>
                    <a:pt x="1571700" y="992496"/>
                  </a:lnTo>
                  <a:lnTo>
                    <a:pt x="1566457" y="1038011"/>
                  </a:lnTo>
                  <a:lnTo>
                    <a:pt x="1551523" y="1079793"/>
                  </a:lnTo>
                  <a:lnTo>
                    <a:pt x="1528090" y="1116650"/>
                  </a:lnTo>
                  <a:lnTo>
                    <a:pt x="1497350" y="1147390"/>
                  </a:lnTo>
                  <a:lnTo>
                    <a:pt x="1460493" y="1170823"/>
                  </a:lnTo>
                  <a:lnTo>
                    <a:pt x="1418711" y="1185757"/>
                  </a:lnTo>
                  <a:lnTo>
                    <a:pt x="1373196" y="1191000"/>
                  </a:lnTo>
                  <a:close/>
                </a:path>
              </a:pathLst>
            </a:custGeom>
            <a:solidFill>
              <a:srgbClr val="E4A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2312599" y="1380645"/>
              <a:ext cx="4041775" cy="176530"/>
            </a:xfrm>
            <a:custGeom>
              <a:avLst/>
              <a:gdLst/>
              <a:ahLst/>
              <a:cxnLst/>
              <a:rect l="l" t="t" r="r" b="b"/>
              <a:pathLst>
                <a:path w="4041775" h="176530">
                  <a:moveTo>
                    <a:pt x="0" y="0"/>
                  </a:moveTo>
                  <a:lnTo>
                    <a:pt x="4041299" y="0"/>
                  </a:lnTo>
                  <a:lnTo>
                    <a:pt x="4041299" y="176099"/>
                  </a:lnTo>
                </a:path>
              </a:pathLst>
            </a:custGeom>
            <a:ln w="19049">
              <a:solidFill>
                <a:srgbClr val="D844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6322434" y="1556745"/>
              <a:ext cx="63500" cy="86995"/>
            </a:xfrm>
            <a:custGeom>
              <a:avLst/>
              <a:gdLst/>
              <a:ahLst/>
              <a:cxnLst/>
              <a:rect l="l" t="t" r="r" b="b"/>
              <a:pathLst>
                <a:path w="63500" h="86994">
                  <a:moveTo>
                    <a:pt x="0" y="0"/>
                  </a:moveTo>
                  <a:lnTo>
                    <a:pt x="31465" y="86450"/>
                  </a:lnTo>
                  <a:lnTo>
                    <a:pt x="62930" y="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D844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701007" y="1334654"/>
              <a:ext cx="1572260" cy="1191260"/>
            </a:xfrm>
            <a:custGeom>
              <a:avLst/>
              <a:gdLst/>
              <a:ahLst/>
              <a:cxnLst/>
              <a:rect l="l" t="t" r="r" b="b"/>
              <a:pathLst>
                <a:path w="1572260" h="1191260">
                  <a:moveTo>
                    <a:pt x="1373196" y="1190999"/>
                  </a:moveTo>
                  <a:lnTo>
                    <a:pt x="198504" y="1190999"/>
                  </a:lnTo>
                  <a:lnTo>
                    <a:pt x="152988" y="1185757"/>
                  </a:lnTo>
                  <a:lnTo>
                    <a:pt x="111206" y="1170823"/>
                  </a:lnTo>
                  <a:lnTo>
                    <a:pt x="74349" y="1147390"/>
                  </a:lnTo>
                  <a:lnTo>
                    <a:pt x="43609" y="1116650"/>
                  </a:lnTo>
                  <a:lnTo>
                    <a:pt x="20176" y="1079793"/>
                  </a:lnTo>
                  <a:lnTo>
                    <a:pt x="5242" y="1038011"/>
                  </a:lnTo>
                  <a:lnTo>
                    <a:pt x="0" y="992495"/>
                  </a:lnTo>
                  <a:lnTo>
                    <a:pt x="0" y="198503"/>
                  </a:lnTo>
                  <a:lnTo>
                    <a:pt x="5242" y="152988"/>
                  </a:lnTo>
                  <a:lnTo>
                    <a:pt x="20176" y="111206"/>
                  </a:lnTo>
                  <a:lnTo>
                    <a:pt x="43609" y="74349"/>
                  </a:lnTo>
                  <a:lnTo>
                    <a:pt x="74349" y="43609"/>
                  </a:lnTo>
                  <a:lnTo>
                    <a:pt x="111206" y="20176"/>
                  </a:lnTo>
                  <a:lnTo>
                    <a:pt x="152988" y="5242"/>
                  </a:lnTo>
                  <a:lnTo>
                    <a:pt x="198504" y="0"/>
                  </a:lnTo>
                  <a:lnTo>
                    <a:pt x="1373196" y="0"/>
                  </a:lnTo>
                  <a:lnTo>
                    <a:pt x="1412103" y="3849"/>
                  </a:lnTo>
                  <a:lnTo>
                    <a:pt x="1449160" y="15110"/>
                  </a:lnTo>
                  <a:lnTo>
                    <a:pt x="1483326" y="33350"/>
                  </a:lnTo>
                  <a:lnTo>
                    <a:pt x="1513559" y="58140"/>
                  </a:lnTo>
                  <a:lnTo>
                    <a:pt x="1538349" y="88373"/>
                  </a:lnTo>
                  <a:lnTo>
                    <a:pt x="1556589" y="122539"/>
                  </a:lnTo>
                  <a:lnTo>
                    <a:pt x="1567850" y="159596"/>
                  </a:lnTo>
                  <a:lnTo>
                    <a:pt x="1571699" y="198503"/>
                  </a:lnTo>
                  <a:lnTo>
                    <a:pt x="1571699" y="992495"/>
                  </a:lnTo>
                  <a:lnTo>
                    <a:pt x="1566457" y="1038011"/>
                  </a:lnTo>
                  <a:lnTo>
                    <a:pt x="1551523" y="1079793"/>
                  </a:lnTo>
                  <a:lnTo>
                    <a:pt x="1528090" y="1116650"/>
                  </a:lnTo>
                  <a:lnTo>
                    <a:pt x="1497350" y="1147390"/>
                  </a:lnTo>
                  <a:lnTo>
                    <a:pt x="1460493" y="1170823"/>
                  </a:lnTo>
                  <a:lnTo>
                    <a:pt x="1418711" y="1185757"/>
                  </a:lnTo>
                  <a:lnTo>
                    <a:pt x="1373196" y="1190999"/>
                  </a:lnTo>
                  <a:close/>
                </a:path>
              </a:pathLst>
            </a:custGeom>
            <a:solidFill>
              <a:srgbClr val="E4A01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3038675" y="1726350"/>
            <a:ext cx="3594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solidFill>
                  <a:srgbClr val="666666"/>
                </a:solidFill>
                <a:latin typeface="Open Sans"/>
                <a:cs typeface="Open Sans"/>
              </a:rPr>
              <a:t>Pod</a:t>
            </a:r>
            <a:endParaRPr sz="1400">
              <a:latin typeface="Open Sans"/>
              <a:cs typeface="Open Sans"/>
            </a:endParaRPr>
          </a:p>
        </p:txBody>
      </p:sp>
      <p:sp>
        <p:nvSpPr>
          <p:cNvPr id="38" name="object 3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37" name="object 37" descr=""/>
          <p:cNvSpPr txBox="1"/>
          <p:nvPr/>
        </p:nvSpPr>
        <p:spPr>
          <a:xfrm>
            <a:off x="767992" y="1410367"/>
            <a:ext cx="1089025" cy="8775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0795">
              <a:lnSpc>
                <a:spcPct val="998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FFFFFF"/>
                </a:solidFill>
                <a:latin typeface="Open Sans"/>
                <a:cs typeface="Open Sans"/>
              </a:rPr>
              <a:t>ReplicaSet </a:t>
            </a:r>
            <a:r>
              <a:rPr dirty="0" sz="1400" b="1">
                <a:solidFill>
                  <a:srgbClr val="FFFFFF"/>
                </a:solidFill>
                <a:latin typeface="Open Sans"/>
                <a:cs typeface="Open Sans"/>
              </a:rPr>
              <a:t>version</a:t>
            </a:r>
            <a:r>
              <a:rPr dirty="0" sz="1400" spc="-5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sz="1400" spc="-5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400" spc="-25" b="1">
                <a:solidFill>
                  <a:srgbClr val="FFFFFF"/>
                </a:solidFill>
                <a:latin typeface="Open Sans"/>
                <a:cs typeface="Open Sans"/>
              </a:rPr>
              <a:t>v1 </a:t>
            </a:r>
            <a:r>
              <a:rPr dirty="0" baseline="1984" sz="2100" spc="-944">
                <a:solidFill>
                  <a:srgbClr val="FFFFFF"/>
                </a:solidFill>
                <a:latin typeface="Open Sans"/>
                <a:cs typeface="Open Sans"/>
              </a:rPr>
              <a:t>v</a:t>
            </a:r>
            <a:r>
              <a:rPr dirty="0" baseline="3968" sz="2100" spc="-914" b="1">
                <a:solidFill>
                  <a:srgbClr val="FFFFFF"/>
                </a:solidFill>
                <a:latin typeface="Open Sans"/>
                <a:cs typeface="Open Sans"/>
              </a:rPr>
              <a:t>t</a:t>
            </a:r>
            <a:r>
              <a:rPr dirty="0" sz="1400" spc="-130">
                <a:solidFill>
                  <a:srgbClr val="FFFFFF"/>
                </a:solidFill>
                <a:latin typeface="Open Sans"/>
                <a:cs typeface="Open Sans"/>
              </a:rPr>
              <a:t>v</a:t>
            </a:r>
            <a:r>
              <a:rPr dirty="0" baseline="3968" sz="2100" spc="-1214" b="1">
                <a:solidFill>
                  <a:srgbClr val="FFFFFF"/>
                </a:solidFill>
                <a:latin typeface="Open Sans"/>
                <a:cs typeface="Open Sans"/>
              </a:rPr>
              <a:t>y</a:t>
            </a:r>
            <a:r>
              <a:rPr dirty="0" baseline="1984" sz="2100" spc="-30">
                <a:solidFill>
                  <a:srgbClr val="FFFFFF"/>
                </a:solidFill>
                <a:latin typeface="Open Sans"/>
                <a:cs typeface="Open Sans"/>
              </a:rPr>
              <a:t>e</a:t>
            </a:r>
            <a:r>
              <a:rPr dirty="0" baseline="1984" sz="2100" spc="-885">
                <a:solidFill>
                  <a:srgbClr val="FFFFFF"/>
                </a:solidFill>
                <a:latin typeface="Open Sans"/>
                <a:cs typeface="Open Sans"/>
              </a:rPr>
              <a:t>r</a:t>
            </a:r>
            <a:r>
              <a:rPr dirty="0" baseline="3968" sz="2100" spc="-1207" b="1">
                <a:solidFill>
                  <a:srgbClr val="FFFFFF"/>
                </a:solidFill>
                <a:latin typeface="Open Sans"/>
                <a:cs typeface="Open Sans"/>
              </a:rPr>
              <a:t>p</a:t>
            </a:r>
            <a:r>
              <a:rPr dirty="0" sz="1400" spc="-125">
                <a:solidFill>
                  <a:srgbClr val="FFFFFF"/>
                </a:solidFill>
                <a:latin typeface="Open Sans"/>
                <a:cs typeface="Open Sans"/>
              </a:rPr>
              <a:t>r</a:t>
            </a:r>
            <a:r>
              <a:rPr dirty="0" baseline="1984" sz="2100" spc="-547">
                <a:solidFill>
                  <a:srgbClr val="FFFFFF"/>
                </a:solidFill>
                <a:latin typeface="Open Sans"/>
                <a:cs typeface="Open Sans"/>
              </a:rPr>
              <a:t>s</a:t>
            </a:r>
            <a:r>
              <a:rPr dirty="0" baseline="3968" sz="2100" spc="-735" b="1">
                <a:solidFill>
                  <a:srgbClr val="FFFFFF"/>
                </a:solidFill>
                <a:latin typeface="Open Sans"/>
                <a:cs typeface="Open Sans"/>
              </a:rPr>
              <a:t>e</a:t>
            </a:r>
            <a:r>
              <a:rPr dirty="0" baseline="1984" sz="2100" spc="-22">
                <a:solidFill>
                  <a:srgbClr val="FFFFFF"/>
                </a:solidFill>
                <a:latin typeface="Open Sans"/>
                <a:cs typeface="Open Sans"/>
              </a:rPr>
              <a:t>i</a:t>
            </a:r>
            <a:r>
              <a:rPr dirty="0" baseline="1984" sz="2100" spc="-569">
                <a:solidFill>
                  <a:srgbClr val="FFFFFF"/>
                </a:solidFill>
                <a:latin typeface="Open Sans"/>
                <a:cs typeface="Open Sans"/>
              </a:rPr>
              <a:t>o</a:t>
            </a:r>
            <a:r>
              <a:rPr dirty="0" baseline="3968" sz="2100" spc="-690" b="1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baseline="1984" sz="2100" spc="-104">
                <a:solidFill>
                  <a:srgbClr val="FFFFFF"/>
                </a:solidFill>
                <a:latin typeface="Open Sans"/>
                <a:cs typeface="Open Sans"/>
              </a:rPr>
              <a:t>n</a:t>
            </a:r>
            <a:r>
              <a:rPr dirty="0" baseline="3968" sz="2100" spc="-547" b="1">
                <a:solidFill>
                  <a:srgbClr val="FFFFFF"/>
                </a:solidFill>
                <a:latin typeface="Open Sans"/>
                <a:cs typeface="Open Sans"/>
              </a:rPr>
              <a:t>F</a:t>
            </a:r>
            <a:r>
              <a:rPr dirty="0" baseline="1984" sz="2100" spc="-690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baseline="3968" sz="2100" spc="30" b="1">
                <a:solidFill>
                  <a:srgbClr val="FFFFFF"/>
                </a:solidFill>
                <a:latin typeface="Open Sans"/>
                <a:cs typeface="Open Sans"/>
              </a:rPr>
              <a:t>E</a:t>
            </a:r>
            <a:r>
              <a:rPr dirty="0" baseline="1984" sz="2100" spc="-30" b="1">
                <a:solidFill>
                  <a:srgbClr val="FFFFFF"/>
                </a:solidFill>
                <a:latin typeface="Open Sans"/>
                <a:cs typeface="Open Sans"/>
              </a:rPr>
              <a:t>v1</a:t>
            </a:r>
            <a:r>
              <a:rPr dirty="0" baseline="1984" sz="210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baseline="3968" sz="2100">
                <a:solidFill>
                  <a:srgbClr val="FFFFFF"/>
                </a:solidFill>
                <a:latin typeface="Open Sans"/>
                <a:cs typeface="Open Sans"/>
              </a:rPr>
              <a:t>#pods</a:t>
            </a:r>
            <a:r>
              <a:rPr dirty="0" baseline="3968" sz="2100" spc="-82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baseline="3968" sz="2100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baseline="3968" sz="2100" spc="-13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baseline="1984" sz="2100" spc="-1125" b="1">
                <a:latin typeface="Open Sans"/>
                <a:cs typeface="Open Sans"/>
              </a:rPr>
              <a:t>2</a:t>
            </a:r>
            <a:r>
              <a:rPr dirty="0" baseline="3968" sz="2100" spc="-1222" b="1">
                <a:latin typeface="Open Sans"/>
                <a:cs typeface="Open Sans"/>
              </a:rPr>
              <a:t>3</a:t>
            </a:r>
            <a:r>
              <a:rPr dirty="0" sz="1400" spc="-25">
                <a:solidFill>
                  <a:srgbClr val="FFFFFF"/>
                </a:solidFill>
                <a:latin typeface="Open Sans"/>
                <a:cs typeface="Open Sans"/>
              </a:rPr>
              <a:t>1</a:t>
            </a:r>
            <a:endParaRPr sz="14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Scaling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868875" y="3390800"/>
            <a:ext cx="1741170" cy="1280160"/>
          </a:xfrm>
          <a:custGeom>
            <a:avLst/>
            <a:gdLst/>
            <a:ahLst/>
            <a:cxnLst/>
            <a:rect l="l" t="t" r="r" b="b"/>
            <a:pathLst>
              <a:path w="1741170" h="1280160">
                <a:moveTo>
                  <a:pt x="1527245" y="1280099"/>
                </a:moveTo>
                <a:lnTo>
                  <a:pt x="213354" y="1280099"/>
                </a:lnTo>
                <a:lnTo>
                  <a:pt x="164434" y="1274465"/>
                </a:lnTo>
                <a:lnTo>
                  <a:pt x="119526" y="1258414"/>
                </a:lnTo>
                <a:lnTo>
                  <a:pt x="79912" y="1233228"/>
                </a:lnTo>
                <a:lnTo>
                  <a:pt x="46871" y="1200187"/>
                </a:lnTo>
                <a:lnTo>
                  <a:pt x="21685" y="1160573"/>
                </a:lnTo>
                <a:lnTo>
                  <a:pt x="5634" y="1115665"/>
                </a:lnTo>
                <a:lnTo>
                  <a:pt x="0" y="1066745"/>
                </a:lnTo>
                <a:lnTo>
                  <a:pt x="0" y="213354"/>
                </a:lnTo>
                <a:lnTo>
                  <a:pt x="5634" y="164434"/>
                </a:lnTo>
                <a:lnTo>
                  <a:pt x="21685" y="119526"/>
                </a:lnTo>
                <a:lnTo>
                  <a:pt x="46871" y="79912"/>
                </a:lnTo>
                <a:lnTo>
                  <a:pt x="79912" y="46871"/>
                </a:lnTo>
                <a:lnTo>
                  <a:pt x="119526" y="21685"/>
                </a:lnTo>
                <a:lnTo>
                  <a:pt x="164434" y="5634"/>
                </a:lnTo>
                <a:lnTo>
                  <a:pt x="213354" y="0"/>
                </a:lnTo>
                <a:lnTo>
                  <a:pt x="1527245" y="0"/>
                </a:lnTo>
                <a:lnTo>
                  <a:pt x="1569063" y="4137"/>
                </a:lnTo>
                <a:lnTo>
                  <a:pt x="1608892" y="16240"/>
                </a:lnTo>
                <a:lnTo>
                  <a:pt x="1645614" y="35846"/>
                </a:lnTo>
                <a:lnTo>
                  <a:pt x="1678109" y="62489"/>
                </a:lnTo>
                <a:lnTo>
                  <a:pt x="1704753" y="94985"/>
                </a:lnTo>
                <a:lnTo>
                  <a:pt x="1724359" y="131707"/>
                </a:lnTo>
                <a:lnTo>
                  <a:pt x="1736462" y="171536"/>
                </a:lnTo>
                <a:lnTo>
                  <a:pt x="1740599" y="213354"/>
                </a:lnTo>
                <a:lnTo>
                  <a:pt x="1740599" y="1066745"/>
                </a:lnTo>
                <a:lnTo>
                  <a:pt x="1734965" y="1115665"/>
                </a:lnTo>
                <a:lnTo>
                  <a:pt x="1718914" y="1160573"/>
                </a:lnTo>
                <a:lnTo>
                  <a:pt x="1693728" y="1200187"/>
                </a:lnTo>
                <a:lnTo>
                  <a:pt x="1660687" y="1233228"/>
                </a:lnTo>
                <a:lnTo>
                  <a:pt x="1621073" y="1258414"/>
                </a:lnTo>
                <a:lnTo>
                  <a:pt x="1576165" y="1274465"/>
                </a:lnTo>
                <a:lnTo>
                  <a:pt x="1527245" y="1280099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2941899" y="3456713"/>
            <a:ext cx="1421130" cy="1076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664"/>
              </a:lnSpc>
              <a:spcBef>
                <a:spcPts val="100"/>
              </a:spcBef>
            </a:pPr>
            <a:r>
              <a:rPr dirty="0" sz="1400" spc="-10" b="1">
                <a:solidFill>
                  <a:srgbClr val="FFFFFF"/>
                </a:solidFill>
                <a:latin typeface="Open Sans"/>
                <a:cs typeface="Open Sans"/>
              </a:rPr>
              <a:t>Service</a:t>
            </a:r>
            <a:endParaRPr sz="1400">
              <a:latin typeface="Open Sans"/>
              <a:cs typeface="Open Sans"/>
            </a:endParaRPr>
          </a:p>
          <a:p>
            <a:pPr marL="12700">
              <a:lnSpc>
                <a:spcPts val="1664"/>
              </a:lnSpc>
            </a:pPr>
            <a:r>
              <a:rPr dirty="0" sz="1400">
                <a:solidFill>
                  <a:srgbClr val="FFFFFF"/>
                </a:solidFill>
                <a:latin typeface="Open Sans"/>
                <a:cs typeface="Open Sans"/>
              </a:rPr>
              <a:t>name</a:t>
            </a:r>
            <a:r>
              <a:rPr dirty="0" sz="1400" spc="-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400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sz="1400" spc="-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Open Sans"/>
                <a:cs typeface="Open Sans"/>
              </a:rPr>
              <a:t>frontend</a:t>
            </a:r>
            <a:endParaRPr sz="1400">
              <a:latin typeface="Open Sans"/>
              <a:cs typeface="Open Sans"/>
            </a:endParaRPr>
          </a:p>
          <a:p>
            <a:pPr marL="104775" marR="206375" indent="-92710">
              <a:lnSpc>
                <a:spcPts val="1650"/>
              </a:lnSpc>
              <a:spcBef>
                <a:spcPts val="1700"/>
              </a:spcBef>
            </a:pPr>
            <a:r>
              <a:rPr dirty="0" sz="1400">
                <a:solidFill>
                  <a:srgbClr val="FFFFFF"/>
                </a:solidFill>
                <a:latin typeface="Open Sans"/>
                <a:cs typeface="Open Sans"/>
              </a:rPr>
              <a:t>Label</a:t>
            </a:r>
            <a:r>
              <a:rPr dirty="0" sz="1400" spc="-2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Open Sans"/>
                <a:cs typeface="Open Sans"/>
              </a:rPr>
              <a:t>selector: </a:t>
            </a:r>
            <a:r>
              <a:rPr dirty="0" sz="1400">
                <a:solidFill>
                  <a:srgbClr val="FFFFFF"/>
                </a:solidFill>
                <a:latin typeface="Open Sans"/>
                <a:cs typeface="Open Sans"/>
              </a:rPr>
              <a:t>type</a:t>
            </a:r>
            <a:r>
              <a:rPr dirty="0" sz="1400" spc="-2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400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sz="1400" spc="-1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400" spc="-25" b="1">
                <a:solidFill>
                  <a:srgbClr val="FFFFFF"/>
                </a:solidFill>
                <a:latin typeface="Open Sans"/>
                <a:cs typeface="Open Sans"/>
              </a:rPr>
              <a:t>BE</a:t>
            </a:r>
            <a:endParaRPr sz="1400">
              <a:latin typeface="Open Sans"/>
              <a:cs typeface="Open Sans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2294250" y="1371120"/>
            <a:ext cx="3062605" cy="1136650"/>
            <a:chOff x="2294250" y="1371120"/>
            <a:chExt cx="3062605" cy="1136650"/>
          </a:xfrm>
        </p:grpSpPr>
        <p:sp>
          <p:nvSpPr>
            <p:cNvPr id="7" name="object 7" descr=""/>
            <p:cNvSpPr/>
            <p:nvPr/>
          </p:nvSpPr>
          <p:spPr>
            <a:xfrm>
              <a:off x="2955600" y="1671045"/>
              <a:ext cx="948690" cy="836930"/>
            </a:xfrm>
            <a:custGeom>
              <a:avLst/>
              <a:gdLst/>
              <a:ahLst/>
              <a:cxnLst/>
              <a:rect l="l" t="t" r="r" b="b"/>
              <a:pathLst>
                <a:path w="948689" h="836930">
                  <a:moveTo>
                    <a:pt x="808847" y="836699"/>
                  </a:moveTo>
                  <a:lnTo>
                    <a:pt x="139452" y="836699"/>
                  </a:lnTo>
                  <a:lnTo>
                    <a:pt x="95374" y="829590"/>
                  </a:lnTo>
                  <a:lnTo>
                    <a:pt x="57093" y="809793"/>
                  </a:lnTo>
                  <a:lnTo>
                    <a:pt x="26906" y="779606"/>
                  </a:lnTo>
                  <a:lnTo>
                    <a:pt x="7109" y="741325"/>
                  </a:lnTo>
                  <a:lnTo>
                    <a:pt x="0" y="697247"/>
                  </a:lnTo>
                  <a:lnTo>
                    <a:pt x="0" y="139452"/>
                  </a:lnTo>
                  <a:lnTo>
                    <a:pt x="7109" y="95374"/>
                  </a:lnTo>
                  <a:lnTo>
                    <a:pt x="26906" y="57093"/>
                  </a:lnTo>
                  <a:lnTo>
                    <a:pt x="57093" y="26906"/>
                  </a:lnTo>
                  <a:lnTo>
                    <a:pt x="95374" y="7109"/>
                  </a:lnTo>
                  <a:lnTo>
                    <a:pt x="139452" y="0"/>
                  </a:lnTo>
                  <a:lnTo>
                    <a:pt x="808847" y="0"/>
                  </a:lnTo>
                  <a:lnTo>
                    <a:pt x="862213" y="10615"/>
                  </a:lnTo>
                  <a:lnTo>
                    <a:pt x="907454" y="40844"/>
                  </a:lnTo>
                  <a:lnTo>
                    <a:pt x="937684" y="86086"/>
                  </a:lnTo>
                  <a:lnTo>
                    <a:pt x="948299" y="139452"/>
                  </a:lnTo>
                  <a:lnTo>
                    <a:pt x="948299" y="697247"/>
                  </a:lnTo>
                  <a:lnTo>
                    <a:pt x="941190" y="741325"/>
                  </a:lnTo>
                  <a:lnTo>
                    <a:pt x="921393" y="779606"/>
                  </a:lnTo>
                  <a:lnTo>
                    <a:pt x="891206" y="809793"/>
                  </a:lnTo>
                  <a:lnTo>
                    <a:pt x="852925" y="829590"/>
                  </a:lnTo>
                  <a:lnTo>
                    <a:pt x="808847" y="8366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303850" y="1380945"/>
              <a:ext cx="1126490" cy="175895"/>
            </a:xfrm>
            <a:custGeom>
              <a:avLst/>
              <a:gdLst/>
              <a:ahLst/>
              <a:cxnLst/>
              <a:rect l="l" t="t" r="r" b="b"/>
              <a:pathLst>
                <a:path w="1126489" h="175894">
                  <a:moveTo>
                    <a:pt x="0" y="0"/>
                  </a:moveTo>
                  <a:lnTo>
                    <a:pt x="1125899" y="0"/>
                  </a:lnTo>
                  <a:lnTo>
                    <a:pt x="1125899" y="175799"/>
                  </a:lnTo>
                </a:path>
              </a:pathLst>
            </a:custGeom>
            <a:ln w="19049">
              <a:solidFill>
                <a:srgbClr val="D844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398284" y="1556745"/>
              <a:ext cx="63500" cy="86995"/>
            </a:xfrm>
            <a:custGeom>
              <a:avLst/>
              <a:gdLst/>
              <a:ahLst/>
              <a:cxnLst/>
              <a:rect l="l" t="t" r="r" b="b"/>
              <a:pathLst>
                <a:path w="63500" h="86994">
                  <a:moveTo>
                    <a:pt x="0" y="0"/>
                  </a:moveTo>
                  <a:lnTo>
                    <a:pt x="31465" y="86450"/>
                  </a:lnTo>
                  <a:lnTo>
                    <a:pt x="62930" y="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D844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303775" y="1380645"/>
              <a:ext cx="2579370" cy="176530"/>
            </a:xfrm>
            <a:custGeom>
              <a:avLst/>
              <a:gdLst/>
              <a:ahLst/>
              <a:cxnLst/>
              <a:rect l="l" t="t" r="r" b="b"/>
              <a:pathLst>
                <a:path w="2579370" h="176530">
                  <a:moveTo>
                    <a:pt x="0" y="0"/>
                  </a:moveTo>
                  <a:lnTo>
                    <a:pt x="2578799" y="0"/>
                  </a:lnTo>
                  <a:lnTo>
                    <a:pt x="2578799" y="176099"/>
                  </a:lnTo>
                </a:path>
              </a:pathLst>
            </a:custGeom>
            <a:ln w="19049">
              <a:solidFill>
                <a:srgbClr val="D844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851109" y="1556745"/>
              <a:ext cx="63500" cy="86995"/>
            </a:xfrm>
            <a:custGeom>
              <a:avLst/>
              <a:gdLst/>
              <a:ahLst/>
              <a:cxnLst/>
              <a:rect l="l" t="t" r="r" b="b"/>
              <a:pathLst>
                <a:path w="63500" h="86994">
                  <a:moveTo>
                    <a:pt x="0" y="0"/>
                  </a:moveTo>
                  <a:lnTo>
                    <a:pt x="31465" y="86450"/>
                  </a:lnTo>
                  <a:lnTo>
                    <a:pt x="62930" y="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D844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408425" y="1671045"/>
              <a:ext cx="948690" cy="836930"/>
            </a:xfrm>
            <a:custGeom>
              <a:avLst/>
              <a:gdLst/>
              <a:ahLst/>
              <a:cxnLst/>
              <a:rect l="l" t="t" r="r" b="b"/>
              <a:pathLst>
                <a:path w="948689" h="836930">
                  <a:moveTo>
                    <a:pt x="808847" y="836699"/>
                  </a:moveTo>
                  <a:lnTo>
                    <a:pt x="139452" y="836699"/>
                  </a:lnTo>
                  <a:lnTo>
                    <a:pt x="95374" y="829590"/>
                  </a:lnTo>
                  <a:lnTo>
                    <a:pt x="57093" y="809793"/>
                  </a:lnTo>
                  <a:lnTo>
                    <a:pt x="26906" y="779606"/>
                  </a:lnTo>
                  <a:lnTo>
                    <a:pt x="7109" y="741325"/>
                  </a:lnTo>
                  <a:lnTo>
                    <a:pt x="0" y="697247"/>
                  </a:lnTo>
                  <a:lnTo>
                    <a:pt x="0" y="139452"/>
                  </a:lnTo>
                  <a:lnTo>
                    <a:pt x="7109" y="95374"/>
                  </a:lnTo>
                  <a:lnTo>
                    <a:pt x="26906" y="57093"/>
                  </a:lnTo>
                  <a:lnTo>
                    <a:pt x="57093" y="26906"/>
                  </a:lnTo>
                  <a:lnTo>
                    <a:pt x="95374" y="7109"/>
                  </a:lnTo>
                  <a:lnTo>
                    <a:pt x="139452" y="0"/>
                  </a:lnTo>
                  <a:lnTo>
                    <a:pt x="808847" y="0"/>
                  </a:lnTo>
                  <a:lnTo>
                    <a:pt x="862213" y="10615"/>
                  </a:lnTo>
                  <a:lnTo>
                    <a:pt x="907454" y="40844"/>
                  </a:lnTo>
                  <a:lnTo>
                    <a:pt x="937684" y="86086"/>
                  </a:lnTo>
                  <a:lnTo>
                    <a:pt x="948299" y="139452"/>
                  </a:lnTo>
                  <a:lnTo>
                    <a:pt x="948299" y="697247"/>
                  </a:lnTo>
                  <a:lnTo>
                    <a:pt x="941190" y="741325"/>
                  </a:lnTo>
                  <a:lnTo>
                    <a:pt x="921393" y="779606"/>
                  </a:lnTo>
                  <a:lnTo>
                    <a:pt x="891206" y="809793"/>
                  </a:lnTo>
                  <a:lnTo>
                    <a:pt x="852925" y="829590"/>
                  </a:lnTo>
                  <a:lnTo>
                    <a:pt x="808847" y="8366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4491500" y="1726350"/>
            <a:ext cx="3594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solidFill>
                  <a:srgbClr val="666666"/>
                </a:solidFill>
                <a:latin typeface="Open Sans"/>
                <a:cs typeface="Open Sans"/>
              </a:rPr>
              <a:t>Pod</a:t>
            </a:r>
            <a:endParaRPr sz="1400">
              <a:latin typeface="Open Sans"/>
              <a:cs typeface="Open Sans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2519024" y="2394849"/>
            <a:ext cx="957580" cy="207010"/>
          </a:xfrm>
          <a:custGeom>
            <a:avLst/>
            <a:gdLst/>
            <a:ahLst/>
            <a:cxnLst/>
            <a:rect l="l" t="t" r="r" b="b"/>
            <a:pathLst>
              <a:path w="957579" h="207010">
                <a:moveTo>
                  <a:pt x="922899" y="206399"/>
                </a:moveTo>
                <a:lnTo>
                  <a:pt x="34400" y="206399"/>
                </a:lnTo>
                <a:lnTo>
                  <a:pt x="21010" y="203696"/>
                </a:lnTo>
                <a:lnTo>
                  <a:pt x="10075" y="196324"/>
                </a:lnTo>
                <a:lnTo>
                  <a:pt x="2703" y="185389"/>
                </a:lnTo>
                <a:lnTo>
                  <a:pt x="0" y="171999"/>
                </a:lnTo>
                <a:lnTo>
                  <a:pt x="0" y="34400"/>
                </a:lnTo>
                <a:lnTo>
                  <a:pt x="2703" y="21010"/>
                </a:lnTo>
                <a:lnTo>
                  <a:pt x="10075" y="10075"/>
                </a:lnTo>
                <a:lnTo>
                  <a:pt x="21010" y="2703"/>
                </a:lnTo>
                <a:lnTo>
                  <a:pt x="34400" y="0"/>
                </a:lnTo>
                <a:lnTo>
                  <a:pt x="922899" y="0"/>
                </a:lnTo>
                <a:lnTo>
                  <a:pt x="954681" y="21236"/>
                </a:lnTo>
                <a:lnTo>
                  <a:pt x="957299" y="34400"/>
                </a:lnTo>
                <a:lnTo>
                  <a:pt x="957299" y="171999"/>
                </a:lnTo>
                <a:lnTo>
                  <a:pt x="954596" y="185389"/>
                </a:lnTo>
                <a:lnTo>
                  <a:pt x="947224" y="196324"/>
                </a:lnTo>
                <a:lnTo>
                  <a:pt x="936289" y="203696"/>
                </a:lnTo>
                <a:lnTo>
                  <a:pt x="922899" y="206399"/>
                </a:lnTo>
                <a:close/>
              </a:path>
            </a:pathLst>
          </a:custGeom>
          <a:solidFill>
            <a:srgbClr val="D844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2625540" y="2404070"/>
            <a:ext cx="74358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FFFFFF"/>
                </a:solidFill>
                <a:latin typeface="Open Sans"/>
                <a:cs typeface="Open Sans"/>
              </a:rPr>
              <a:t>version=</a:t>
            </a:r>
            <a:r>
              <a:rPr dirty="0" sz="1000" spc="-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000" spc="-25" b="1">
                <a:solidFill>
                  <a:srgbClr val="FFFFFF"/>
                </a:solidFill>
                <a:latin typeface="Open Sans"/>
                <a:cs typeface="Open Sans"/>
              </a:rPr>
              <a:t>v1</a:t>
            </a:r>
            <a:endParaRPr sz="1000">
              <a:latin typeface="Open Sans"/>
              <a:cs typeface="Open Sans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703649" y="1344550"/>
            <a:ext cx="4226560" cy="2056130"/>
            <a:chOff x="703649" y="1344550"/>
            <a:chExt cx="4226560" cy="2056130"/>
          </a:xfrm>
        </p:grpSpPr>
        <p:sp>
          <p:nvSpPr>
            <p:cNvPr id="17" name="object 17" descr=""/>
            <p:cNvSpPr/>
            <p:nvPr/>
          </p:nvSpPr>
          <p:spPr>
            <a:xfrm>
              <a:off x="3972474" y="2394850"/>
              <a:ext cx="957580" cy="207010"/>
            </a:xfrm>
            <a:custGeom>
              <a:avLst/>
              <a:gdLst/>
              <a:ahLst/>
              <a:cxnLst/>
              <a:rect l="l" t="t" r="r" b="b"/>
              <a:pathLst>
                <a:path w="957579" h="207010">
                  <a:moveTo>
                    <a:pt x="922899" y="206399"/>
                  </a:moveTo>
                  <a:lnTo>
                    <a:pt x="34400" y="206399"/>
                  </a:lnTo>
                  <a:lnTo>
                    <a:pt x="21010" y="203696"/>
                  </a:lnTo>
                  <a:lnTo>
                    <a:pt x="10075" y="196324"/>
                  </a:lnTo>
                  <a:lnTo>
                    <a:pt x="2703" y="185389"/>
                  </a:lnTo>
                  <a:lnTo>
                    <a:pt x="0" y="171999"/>
                  </a:lnTo>
                  <a:lnTo>
                    <a:pt x="0" y="34400"/>
                  </a:lnTo>
                  <a:lnTo>
                    <a:pt x="2703" y="21010"/>
                  </a:lnTo>
                  <a:lnTo>
                    <a:pt x="10075" y="10075"/>
                  </a:lnTo>
                  <a:lnTo>
                    <a:pt x="21010" y="2703"/>
                  </a:lnTo>
                  <a:lnTo>
                    <a:pt x="34400" y="0"/>
                  </a:lnTo>
                  <a:lnTo>
                    <a:pt x="922899" y="0"/>
                  </a:lnTo>
                  <a:lnTo>
                    <a:pt x="954681" y="21236"/>
                  </a:lnTo>
                  <a:lnTo>
                    <a:pt x="957299" y="34400"/>
                  </a:lnTo>
                  <a:lnTo>
                    <a:pt x="957299" y="171999"/>
                  </a:lnTo>
                  <a:lnTo>
                    <a:pt x="954596" y="185389"/>
                  </a:lnTo>
                  <a:lnTo>
                    <a:pt x="947224" y="196324"/>
                  </a:lnTo>
                  <a:lnTo>
                    <a:pt x="936289" y="203696"/>
                  </a:lnTo>
                  <a:lnTo>
                    <a:pt x="922899" y="206399"/>
                  </a:lnTo>
                  <a:close/>
                </a:path>
              </a:pathLst>
            </a:custGeom>
            <a:solidFill>
              <a:srgbClr val="D844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03649" y="1344550"/>
              <a:ext cx="1572260" cy="1191260"/>
            </a:xfrm>
            <a:custGeom>
              <a:avLst/>
              <a:gdLst/>
              <a:ahLst/>
              <a:cxnLst/>
              <a:rect l="l" t="t" r="r" b="b"/>
              <a:pathLst>
                <a:path w="1572260" h="1191260">
                  <a:moveTo>
                    <a:pt x="1373195" y="1190999"/>
                  </a:moveTo>
                  <a:lnTo>
                    <a:pt x="198503" y="1190999"/>
                  </a:lnTo>
                  <a:lnTo>
                    <a:pt x="152988" y="1185757"/>
                  </a:lnTo>
                  <a:lnTo>
                    <a:pt x="111206" y="1170823"/>
                  </a:lnTo>
                  <a:lnTo>
                    <a:pt x="74349" y="1147390"/>
                  </a:lnTo>
                  <a:lnTo>
                    <a:pt x="43609" y="1116650"/>
                  </a:lnTo>
                  <a:lnTo>
                    <a:pt x="20176" y="1079793"/>
                  </a:lnTo>
                  <a:lnTo>
                    <a:pt x="5242" y="1038011"/>
                  </a:lnTo>
                  <a:lnTo>
                    <a:pt x="0" y="992495"/>
                  </a:lnTo>
                  <a:lnTo>
                    <a:pt x="0" y="198503"/>
                  </a:lnTo>
                  <a:lnTo>
                    <a:pt x="5242" y="152988"/>
                  </a:lnTo>
                  <a:lnTo>
                    <a:pt x="20176" y="111206"/>
                  </a:lnTo>
                  <a:lnTo>
                    <a:pt x="43609" y="74349"/>
                  </a:lnTo>
                  <a:lnTo>
                    <a:pt x="74349" y="43609"/>
                  </a:lnTo>
                  <a:lnTo>
                    <a:pt x="111206" y="20176"/>
                  </a:lnTo>
                  <a:lnTo>
                    <a:pt x="152988" y="5242"/>
                  </a:lnTo>
                  <a:lnTo>
                    <a:pt x="198503" y="0"/>
                  </a:lnTo>
                  <a:lnTo>
                    <a:pt x="1373195" y="0"/>
                  </a:lnTo>
                  <a:lnTo>
                    <a:pt x="1412103" y="3849"/>
                  </a:lnTo>
                  <a:lnTo>
                    <a:pt x="1449160" y="15110"/>
                  </a:lnTo>
                  <a:lnTo>
                    <a:pt x="1483326" y="33350"/>
                  </a:lnTo>
                  <a:lnTo>
                    <a:pt x="1513559" y="58140"/>
                  </a:lnTo>
                  <a:lnTo>
                    <a:pt x="1538348" y="88373"/>
                  </a:lnTo>
                  <a:lnTo>
                    <a:pt x="1556589" y="122539"/>
                  </a:lnTo>
                  <a:lnTo>
                    <a:pt x="1567850" y="159596"/>
                  </a:lnTo>
                  <a:lnTo>
                    <a:pt x="1571699" y="198503"/>
                  </a:lnTo>
                  <a:lnTo>
                    <a:pt x="1571699" y="992495"/>
                  </a:lnTo>
                  <a:lnTo>
                    <a:pt x="1566457" y="1038011"/>
                  </a:lnTo>
                  <a:lnTo>
                    <a:pt x="1551523" y="1079793"/>
                  </a:lnTo>
                  <a:lnTo>
                    <a:pt x="1528090" y="1116650"/>
                  </a:lnTo>
                  <a:lnTo>
                    <a:pt x="1497350" y="1147390"/>
                  </a:lnTo>
                  <a:lnTo>
                    <a:pt x="1460493" y="1170823"/>
                  </a:lnTo>
                  <a:lnTo>
                    <a:pt x="1418711" y="1185757"/>
                  </a:lnTo>
                  <a:lnTo>
                    <a:pt x="1373195" y="1190999"/>
                  </a:lnTo>
                  <a:close/>
                </a:path>
              </a:pathLst>
            </a:custGeom>
            <a:solidFill>
              <a:srgbClr val="E4A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997574" y="2601200"/>
              <a:ext cx="1453515" cy="789940"/>
            </a:xfrm>
            <a:custGeom>
              <a:avLst/>
              <a:gdLst/>
              <a:ahLst/>
              <a:cxnLst/>
              <a:rect l="l" t="t" r="r" b="b"/>
              <a:pathLst>
                <a:path w="1453514" h="789939">
                  <a:moveTo>
                    <a:pt x="741599" y="789599"/>
                  </a:moveTo>
                  <a:lnTo>
                    <a:pt x="741599" y="394823"/>
                  </a:lnTo>
                  <a:lnTo>
                    <a:pt x="1453499" y="394823"/>
                  </a:lnTo>
                  <a:lnTo>
                    <a:pt x="1453499" y="0"/>
                  </a:lnTo>
                </a:path>
                <a:path w="1453514" h="789939">
                  <a:moveTo>
                    <a:pt x="741599" y="789599"/>
                  </a:moveTo>
                  <a:lnTo>
                    <a:pt x="741599" y="394823"/>
                  </a:lnTo>
                  <a:lnTo>
                    <a:pt x="0" y="394823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08080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519025" y="2601200"/>
              <a:ext cx="957580" cy="207010"/>
            </a:xfrm>
            <a:custGeom>
              <a:avLst/>
              <a:gdLst/>
              <a:ahLst/>
              <a:cxnLst/>
              <a:rect l="l" t="t" r="r" b="b"/>
              <a:pathLst>
                <a:path w="957579" h="207010">
                  <a:moveTo>
                    <a:pt x="922899" y="206399"/>
                  </a:moveTo>
                  <a:lnTo>
                    <a:pt x="34400" y="206399"/>
                  </a:lnTo>
                  <a:lnTo>
                    <a:pt x="21010" y="203696"/>
                  </a:lnTo>
                  <a:lnTo>
                    <a:pt x="10075" y="196324"/>
                  </a:lnTo>
                  <a:lnTo>
                    <a:pt x="2703" y="185389"/>
                  </a:lnTo>
                  <a:lnTo>
                    <a:pt x="0" y="171999"/>
                  </a:lnTo>
                  <a:lnTo>
                    <a:pt x="0" y="34400"/>
                  </a:lnTo>
                  <a:lnTo>
                    <a:pt x="2703" y="21010"/>
                  </a:lnTo>
                  <a:lnTo>
                    <a:pt x="10075" y="10075"/>
                  </a:lnTo>
                  <a:lnTo>
                    <a:pt x="21010" y="2703"/>
                  </a:lnTo>
                  <a:lnTo>
                    <a:pt x="34400" y="0"/>
                  </a:lnTo>
                  <a:lnTo>
                    <a:pt x="922899" y="0"/>
                  </a:lnTo>
                  <a:lnTo>
                    <a:pt x="954681" y="21236"/>
                  </a:lnTo>
                  <a:lnTo>
                    <a:pt x="957299" y="34400"/>
                  </a:lnTo>
                  <a:lnTo>
                    <a:pt x="957299" y="171999"/>
                  </a:lnTo>
                  <a:lnTo>
                    <a:pt x="954596" y="185389"/>
                  </a:lnTo>
                  <a:lnTo>
                    <a:pt x="947224" y="196324"/>
                  </a:lnTo>
                  <a:lnTo>
                    <a:pt x="936289" y="203696"/>
                  </a:lnTo>
                  <a:lnTo>
                    <a:pt x="922899" y="20639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2704047" y="2610419"/>
            <a:ext cx="58737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FFFFFF"/>
                </a:solidFill>
                <a:latin typeface="Open Sans"/>
                <a:cs typeface="Open Sans"/>
              </a:rPr>
              <a:t>type</a:t>
            </a:r>
            <a:r>
              <a:rPr dirty="0" sz="1000" spc="-3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sz="1000" spc="-25" b="1">
                <a:solidFill>
                  <a:srgbClr val="FFFFFF"/>
                </a:solidFill>
                <a:latin typeface="Open Sans"/>
                <a:cs typeface="Open Sans"/>
              </a:rPr>
              <a:t> FE</a:t>
            </a:r>
            <a:endParaRPr sz="1000">
              <a:latin typeface="Open Sans"/>
              <a:cs typeface="Open Sans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3972474" y="2596550"/>
            <a:ext cx="957580" cy="207010"/>
          </a:xfrm>
          <a:custGeom>
            <a:avLst/>
            <a:gdLst/>
            <a:ahLst/>
            <a:cxnLst/>
            <a:rect l="l" t="t" r="r" b="b"/>
            <a:pathLst>
              <a:path w="957579" h="207010">
                <a:moveTo>
                  <a:pt x="922899" y="206399"/>
                </a:moveTo>
                <a:lnTo>
                  <a:pt x="34400" y="206399"/>
                </a:lnTo>
                <a:lnTo>
                  <a:pt x="21010" y="203696"/>
                </a:lnTo>
                <a:lnTo>
                  <a:pt x="10075" y="196324"/>
                </a:lnTo>
                <a:lnTo>
                  <a:pt x="2703" y="185389"/>
                </a:lnTo>
                <a:lnTo>
                  <a:pt x="0" y="171999"/>
                </a:lnTo>
                <a:lnTo>
                  <a:pt x="0" y="34400"/>
                </a:lnTo>
                <a:lnTo>
                  <a:pt x="2703" y="21010"/>
                </a:lnTo>
                <a:lnTo>
                  <a:pt x="10075" y="10075"/>
                </a:lnTo>
                <a:lnTo>
                  <a:pt x="21010" y="2703"/>
                </a:lnTo>
                <a:lnTo>
                  <a:pt x="34400" y="0"/>
                </a:lnTo>
                <a:lnTo>
                  <a:pt x="922899" y="0"/>
                </a:lnTo>
                <a:lnTo>
                  <a:pt x="954681" y="21236"/>
                </a:lnTo>
                <a:lnTo>
                  <a:pt x="957299" y="34400"/>
                </a:lnTo>
                <a:lnTo>
                  <a:pt x="957299" y="171999"/>
                </a:lnTo>
                <a:lnTo>
                  <a:pt x="954596" y="185389"/>
                </a:lnTo>
                <a:lnTo>
                  <a:pt x="947224" y="196324"/>
                </a:lnTo>
                <a:lnTo>
                  <a:pt x="936289" y="203696"/>
                </a:lnTo>
                <a:lnTo>
                  <a:pt x="922899" y="206399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4062501" y="2354770"/>
            <a:ext cx="777240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7314" marR="5080" indent="-95250">
              <a:lnSpc>
                <a:spcPct val="1323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FFFFFF"/>
                </a:solidFill>
                <a:latin typeface="Open Sans"/>
                <a:cs typeface="Open Sans"/>
              </a:rPr>
              <a:t>version </a:t>
            </a:r>
            <a:r>
              <a:rPr dirty="0" sz="1000" b="1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sz="1000" spc="-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000" spc="-25" b="1">
                <a:solidFill>
                  <a:srgbClr val="FFFFFF"/>
                </a:solidFill>
                <a:latin typeface="Open Sans"/>
                <a:cs typeface="Open Sans"/>
              </a:rPr>
              <a:t>v1 </a:t>
            </a:r>
            <a:r>
              <a:rPr dirty="0" sz="1000" b="1">
                <a:solidFill>
                  <a:srgbClr val="FFFFFF"/>
                </a:solidFill>
                <a:latin typeface="Open Sans"/>
                <a:cs typeface="Open Sans"/>
              </a:rPr>
              <a:t>type</a:t>
            </a:r>
            <a:r>
              <a:rPr dirty="0" sz="1000" spc="-3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sz="1000" spc="-25" b="1">
                <a:solidFill>
                  <a:srgbClr val="FFFFFF"/>
                </a:solidFill>
                <a:latin typeface="Open Sans"/>
                <a:cs typeface="Open Sans"/>
              </a:rPr>
              <a:t> FE</a:t>
            </a:r>
            <a:endParaRPr sz="1000">
              <a:latin typeface="Open Sans"/>
              <a:cs typeface="Open Sans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5879750" y="1671045"/>
            <a:ext cx="948690" cy="836930"/>
          </a:xfrm>
          <a:custGeom>
            <a:avLst/>
            <a:gdLst/>
            <a:ahLst/>
            <a:cxnLst/>
            <a:rect l="l" t="t" r="r" b="b"/>
            <a:pathLst>
              <a:path w="948690" h="836930">
                <a:moveTo>
                  <a:pt x="808846" y="836699"/>
                </a:moveTo>
                <a:lnTo>
                  <a:pt x="139452" y="836699"/>
                </a:lnTo>
                <a:lnTo>
                  <a:pt x="95374" y="829590"/>
                </a:lnTo>
                <a:lnTo>
                  <a:pt x="57093" y="809793"/>
                </a:lnTo>
                <a:lnTo>
                  <a:pt x="26906" y="779606"/>
                </a:lnTo>
                <a:lnTo>
                  <a:pt x="7109" y="741325"/>
                </a:lnTo>
                <a:lnTo>
                  <a:pt x="0" y="697247"/>
                </a:lnTo>
                <a:lnTo>
                  <a:pt x="0" y="139452"/>
                </a:lnTo>
                <a:lnTo>
                  <a:pt x="7109" y="95374"/>
                </a:lnTo>
                <a:lnTo>
                  <a:pt x="26906" y="57093"/>
                </a:lnTo>
                <a:lnTo>
                  <a:pt x="57093" y="26906"/>
                </a:lnTo>
                <a:lnTo>
                  <a:pt x="95374" y="7109"/>
                </a:lnTo>
                <a:lnTo>
                  <a:pt x="139452" y="0"/>
                </a:lnTo>
                <a:lnTo>
                  <a:pt x="808846" y="0"/>
                </a:lnTo>
                <a:lnTo>
                  <a:pt x="862213" y="10615"/>
                </a:lnTo>
                <a:lnTo>
                  <a:pt x="907455" y="40844"/>
                </a:lnTo>
                <a:lnTo>
                  <a:pt x="937684" y="86086"/>
                </a:lnTo>
                <a:lnTo>
                  <a:pt x="948299" y="139452"/>
                </a:lnTo>
                <a:lnTo>
                  <a:pt x="948299" y="697247"/>
                </a:lnTo>
                <a:lnTo>
                  <a:pt x="941190" y="741325"/>
                </a:lnTo>
                <a:lnTo>
                  <a:pt x="921393" y="779606"/>
                </a:lnTo>
                <a:lnTo>
                  <a:pt x="891206" y="809793"/>
                </a:lnTo>
                <a:lnTo>
                  <a:pt x="852925" y="829590"/>
                </a:lnTo>
                <a:lnTo>
                  <a:pt x="808846" y="836699"/>
                </a:lnTo>
                <a:close/>
              </a:path>
            </a:pathLst>
          </a:custGeom>
          <a:solidFill>
            <a:srgbClr val="B6D7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5962825" y="1726350"/>
            <a:ext cx="3594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solidFill>
                  <a:srgbClr val="666666"/>
                </a:solidFill>
                <a:latin typeface="Open Sans"/>
                <a:cs typeface="Open Sans"/>
              </a:rPr>
              <a:t>Pod</a:t>
            </a:r>
            <a:endParaRPr sz="1400">
              <a:latin typeface="Open Sans"/>
              <a:cs typeface="Open Sans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5443799" y="2394849"/>
            <a:ext cx="957580" cy="408305"/>
            <a:chOff x="5443799" y="2394849"/>
            <a:chExt cx="957580" cy="408305"/>
          </a:xfrm>
        </p:grpSpPr>
        <p:sp>
          <p:nvSpPr>
            <p:cNvPr id="27" name="object 27" descr=""/>
            <p:cNvSpPr/>
            <p:nvPr/>
          </p:nvSpPr>
          <p:spPr>
            <a:xfrm>
              <a:off x="5443799" y="2394849"/>
              <a:ext cx="957580" cy="207010"/>
            </a:xfrm>
            <a:custGeom>
              <a:avLst/>
              <a:gdLst/>
              <a:ahLst/>
              <a:cxnLst/>
              <a:rect l="l" t="t" r="r" b="b"/>
              <a:pathLst>
                <a:path w="957579" h="207010">
                  <a:moveTo>
                    <a:pt x="922899" y="206399"/>
                  </a:moveTo>
                  <a:lnTo>
                    <a:pt x="34400" y="206399"/>
                  </a:lnTo>
                  <a:lnTo>
                    <a:pt x="21010" y="203696"/>
                  </a:lnTo>
                  <a:lnTo>
                    <a:pt x="10075" y="196324"/>
                  </a:lnTo>
                  <a:lnTo>
                    <a:pt x="2703" y="185389"/>
                  </a:lnTo>
                  <a:lnTo>
                    <a:pt x="0" y="171999"/>
                  </a:lnTo>
                  <a:lnTo>
                    <a:pt x="0" y="34400"/>
                  </a:lnTo>
                  <a:lnTo>
                    <a:pt x="2703" y="21010"/>
                  </a:lnTo>
                  <a:lnTo>
                    <a:pt x="10075" y="10075"/>
                  </a:lnTo>
                  <a:lnTo>
                    <a:pt x="21010" y="2703"/>
                  </a:lnTo>
                  <a:lnTo>
                    <a:pt x="34400" y="0"/>
                  </a:lnTo>
                  <a:lnTo>
                    <a:pt x="922899" y="0"/>
                  </a:lnTo>
                  <a:lnTo>
                    <a:pt x="954681" y="21236"/>
                  </a:lnTo>
                  <a:lnTo>
                    <a:pt x="957299" y="34400"/>
                  </a:lnTo>
                  <a:lnTo>
                    <a:pt x="957299" y="171999"/>
                  </a:lnTo>
                  <a:lnTo>
                    <a:pt x="954596" y="185389"/>
                  </a:lnTo>
                  <a:lnTo>
                    <a:pt x="947224" y="196324"/>
                  </a:lnTo>
                  <a:lnTo>
                    <a:pt x="936289" y="203696"/>
                  </a:lnTo>
                  <a:lnTo>
                    <a:pt x="922899" y="206399"/>
                  </a:lnTo>
                  <a:close/>
                </a:path>
              </a:pathLst>
            </a:custGeom>
            <a:solidFill>
              <a:srgbClr val="D844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5443799" y="2596549"/>
              <a:ext cx="957580" cy="207010"/>
            </a:xfrm>
            <a:custGeom>
              <a:avLst/>
              <a:gdLst/>
              <a:ahLst/>
              <a:cxnLst/>
              <a:rect l="l" t="t" r="r" b="b"/>
              <a:pathLst>
                <a:path w="957579" h="207010">
                  <a:moveTo>
                    <a:pt x="922899" y="206399"/>
                  </a:moveTo>
                  <a:lnTo>
                    <a:pt x="34400" y="206399"/>
                  </a:lnTo>
                  <a:lnTo>
                    <a:pt x="21010" y="203696"/>
                  </a:lnTo>
                  <a:lnTo>
                    <a:pt x="10075" y="196324"/>
                  </a:lnTo>
                  <a:lnTo>
                    <a:pt x="2703" y="185389"/>
                  </a:lnTo>
                  <a:lnTo>
                    <a:pt x="0" y="171999"/>
                  </a:lnTo>
                  <a:lnTo>
                    <a:pt x="0" y="34400"/>
                  </a:lnTo>
                  <a:lnTo>
                    <a:pt x="2703" y="21010"/>
                  </a:lnTo>
                  <a:lnTo>
                    <a:pt x="10075" y="10075"/>
                  </a:lnTo>
                  <a:lnTo>
                    <a:pt x="21010" y="2703"/>
                  </a:lnTo>
                  <a:lnTo>
                    <a:pt x="34400" y="0"/>
                  </a:lnTo>
                  <a:lnTo>
                    <a:pt x="922899" y="0"/>
                  </a:lnTo>
                  <a:lnTo>
                    <a:pt x="954681" y="21236"/>
                  </a:lnTo>
                  <a:lnTo>
                    <a:pt x="957299" y="34400"/>
                  </a:lnTo>
                  <a:lnTo>
                    <a:pt x="957299" y="171999"/>
                  </a:lnTo>
                  <a:lnTo>
                    <a:pt x="954596" y="185389"/>
                  </a:lnTo>
                  <a:lnTo>
                    <a:pt x="947224" y="196324"/>
                  </a:lnTo>
                  <a:lnTo>
                    <a:pt x="936289" y="203696"/>
                  </a:lnTo>
                  <a:lnTo>
                    <a:pt x="922899" y="20639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5533826" y="2354770"/>
            <a:ext cx="777240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7314" marR="5080" indent="-95250">
              <a:lnSpc>
                <a:spcPct val="1323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FFFFFF"/>
                </a:solidFill>
                <a:latin typeface="Open Sans"/>
                <a:cs typeface="Open Sans"/>
              </a:rPr>
              <a:t>version </a:t>
            </a:r>
            <a:r>
              <a:rPr dirty="0" sz="1000" b="1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sz="1000" spc="-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000" spc="-25" b="1">
                <a:solidFill>
                  <a:srgbClr val="FFFFFF"/>
                </a:solidFill>
                <a:latin typeface="Open Sans"/>
                <a:cs typeface="Open Sans"/>
              </a:rPr>
              <a:t>v1 </a:t>
            </a:r>
            <a:r>
              <a:rPr dirty="0" sz="1000" b="1">
                <a:solidFill>
                  <a:srgbClr val="FFFFFF"/>
                </a:solidFill>
                <a:latin typeface="Open Sans"/>
                <a:cs typeface="Open Sans"/>
              </a:rPr>
              <a:t>type</a:t>
            </a:r>
            <a:r>
              <a:rPr dirty="0" sz="1000" spc="-3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sz="1000" spc="-25" b="1">
                <a:solidFill>
                  <a:srgbClr val="FFFFFF"/>
                </a:solidFill>
                <a:latin typeface="Open Sans"/>
                <a:cs typeface="Open Sans"/>
              </a:rPr>
              <a:t> FE</a:t>
            </a:r>
            <a:endParaRPr sz="1000">
              <a:latin typeface="Open Sans"/>
              <a:cs typeface="Open Sans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690192" y="1335637"/>
            <a:ext cx="7588250" cy="2065020"/>
            <a:chOff x="690192" y="1335637"/>
            <a:chExt cx="7588250" cy="2065020"/>
          </a:xfrm>
        </p:grpSpPr>
        <p:sp>
          <p:nvSpPr>
            <p:cNvPr id="31" name="object 31" descr=""/>
            <p:cNvSpPr/>
            <p:nvPr/>
          </p:nvSpPr>
          <p:spPr>
            <a:xfrm>
              <a:off x="3739049" y="2802949"/>
              <a:ext cx="2183765" cy="588010"/>
            </a:xfrm>
            <a:custGeom>
              <a:avLst/>
              <a:gdLst/>
              <a:ahLst/>
              <a:cxnLst/>
              <a:rect l="l" t="t" r="r" b="b"/>
              <a:pathLst>
                <a:path w="2183765" h="588010">
                  <a:moveTo>
                    <a:pt x="2183399" y="0"/>
                  </a:moveTo>
                  <a:lnTo>
                    <a:pt x="2183399" y="293923"/>
                  </a:lnTo>
                  <a:lnTo>
                    <a:pt x="0" y="293923"/>
                  </a:lnTo>
                  <a:lnTo>
                    <a:pt x="0" y="587999"/>
                  </a:lnTo>
                </a:path>
              </a:pathLst>
            </a:custGeom>
            <a:ln w="19049">
              <a:solidFill>
                <a:srgbClr val="08080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690192" y="1335637"/>
              <a:ext cx="1572260" cy="1191260"/>
            </a:xfrm>
            <a:custGeom>
              <a:avLst/>
              <a:gdLst/>
              <a:ahLst/>
              <a:cxnLst/>
              <a:rect l="l" t="t" r="r" b="b"/>
              <a:pathLst>
                <a:path w="1572260" h="1191260">
                  <a:moveTo>
                    <a:pt x="1373196" y="1191000"/>
                  </a:moveTo>
                  <a:lnTo>
                    <a:pt x="198503" y="1191000"/>
                  </a:lnTo>
                  <a:lnTo>
                    <a:pt x="152988" y="1185757"/>
                  </a:lnTo>
                  <a:lnTo>
                    <a:pt x="111206" y="1170823"/>
                  </a:lnTo>
                  <a:lnTo>
                    <a:pt x="74349" y="1147390"/>
                  </a:lnTo>
                  <a:lnTo>
                    <a:pt x="43609" y="1116650"/>
                  </a:lnTo>
                  <a:lnTo>
                    <a:pt x="20176" y="1079793"/>
                  </a:lnTo>
                  <a:lnTo>
                    <a:pt x="5242" y="1038011"/>
                  </a:lnTo>
                  <a:lnTo>
                    <a:pt x="0" y="992496"/>
                  </a:lnTo>
                  <a:lnTo>
                    <a:pt x="0" y="198503"/>
                  </a:lnTo>
                  <a:lnTo>
                    <a:pt x="5242" y="152988"/>
                  </a:lnTo>
                  <a:lnTo>
                    <a:pt x="20176" y="111206"/>
                  </a:lnTo>
                  <a:lnTo>
                    <a:pt x="43609" y="74349"/>
                  </a:lnTo>
                  <a:lnTo>
                    <a:pt x="74349" y="43609"/>
                  </a:lnTo>
                  <a:lnTo>
                    <a:pt x="111206" y="20176"/>
                  </a:lnTo>
                  <a:lnTo>
                    <a:pt x="152988" y="5242"/>
                  </a:lnTo>
                  <a:lnTo>
                    <a:pt x="198503" y="0"/>
                  </a:lnTo>
                  <a:lnTo>
                    <a:pt x="1373196" y="0"/>
                  </a:lnTo>
                  <a:lnTo>
                    <a:pt x="1412103" y="3849"/>
                  </a:lnTo>
                  <a:lnTo>
                    <a:pt x="1449160" y="15110"/>
                  </a:lnTo>
                  <a:lnTo>
                    <a:pt x="1483326" y="33351"/>
                  </a:lnTo>
                  <a:lnTo>
                    <a:pt x="1513559" y="58140"/>
                  </a:lnTo>
                  <a:lnTo>
                    <a:pt x="1538349" y="88373"/>
                  </a:lnTo>
                  <a:lnTo>
                    <a:pt x="1556589" y="122539"/>
                  </a:lnTo>
                  <a:lnTo>
                    <a:pt x="1567850" y="159596"/>
                  </a:lnTo>
                  <a:lnTo>
                    <a:pt x="1571700" y="198503"/>
                  </a:lnTo>
                  <a:lnTo>
                    <a:pt x="1571700" y="992496"/>
                  </a:lnTo>
                  <a:lnTo>
                    <a:pt x="1566457" y="1038011"/>
                  </a:lnTo>
                  <a:lnTo>
                    <a:pt x="1551523" y="1079793"/>
                  </a:lnTo>
                  <a:lnTo>
                    <a:pt x="1528090" y="1116650"/>
                  </a:lnTo>
                  <a:lnTo>
                    <a:pt x="1497350" y="1147390"/>
                  </a:lnTo>
                  <a:lnTo>
                    <a:pt x="1460493" y="1170823"/>
                  </a:lnTo>
                  <a:lnTo>
                    <a:pt x="1418711" y="1185757"/>
                  </a:lnTo>
                  <a:lnTo>
                    <a:pt x="1373196" y="1191000"/>
                  </a:lnTo>
                  <a:close/>
                </a:path>
              </a:pathLst>
            </a:custGeom>
            <a:solidFill>
              <a:srgbClr val="E4A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2312599" y="1380645"/>
              <a:ext cx="4041775" cy="176530"/>
            </a:xfrm>
            <a:custGeom>
              <a:avLst/>
              <a:gdLst/>
              <a:ahLst/>
              <a:cxnLst/>
              <a:rect l="l" t="t" r="r" b="b"/>
              <a:pathLst>
                <a:path w="4041775" h="176530">
                  <a:moveTo>
                    <a:pt x="0" y="0"/>
                  </a:moveTo>
                  <a:lnTo>
                    <a:pt x="4041299" y="0"/>
                  </a:lnTo>
                  <a:lnTo>
                    <a:pt x="4041299" y="176099"/>
                  </a:lnTo>
                </a:path>
              </a:pathLst>
            </a:custGeom>
            <a:ln w="19049">
              <a:solidFill>
                <a:srgbClr val="D844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6322434" y="1556745"/>
              <a:ext cx="63500" cy="86995"/>
            </a:xfrm>
            <a:custGeom>
              <a:avLst/>
              <a:gdLst/>
              <a:ahLst/>
              <a:cxnLst/>
              <a:rect l="l" t="t" r="r" b="b"/>
              <a:pathLst>
                <a:path w="63500" h="86994">
                  <a:moveTo>
                    <a:pt x="0" y="0"/>
                  </a:moveTo>
                  <a:lnTo>
                    <a:pt x="31465" y="86450"/>
                  </a:lnTo>
                  <a:lnTo>
                    <a:pt x="62930" y="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D844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7330017" y="1684645"/>
              <a:ext cx="948690" cy="836930"/>
            </a:xfrm>
            <a:custGeom>
              <a:avLst/>
              <a:gdLst/>
              <a:ahLst/>
              <a:cxnLst/>
              <a:rect l="l" t="t" r="r" b="b"/>
              <a:pathLst>
                <a:path w="948690" h="836930">
                  <a:moveTo>
                    <a:pt x="808846" y="836699"/>
                  </a:moveTo>
                  <a:lnTo>
                    <a:pt x="139452" y="836699"/>
                  </a:lnTo>
                  <a:lnTo>
                    <a:pt x="95374" y="829590"/>
                  </a:lnTo>
                  <a:lnTo>
                    <a:pt x="57093" y="809793"/>
                  </a:lnTo>
                  <a:lnTo>
                    <a:pt x="26906" y="779606"/>
                  </a:lnTo>
                  <a:lnTo>
                    <a:pt x="7109" y="741325"/>
                  </a:lnTo>
                  <a:lnTo>
                    <a:pt x="0" y="697247"/>
                  </a:lnTo>
                  <a:lnTo>
                    <a:pt x="0" y="139452"/>
                  </a:lnTo>
                  <a:lnTo>
                    <a:pt x="7109" y="95374"/>
                  </a:lnTo>
                  <a:lnTo>
                    <a:pt x="26906" y="57093"/>
                  </a:lnTo>
                  <a:lnTo>
                    <a:pt x="57093" y="26906"/>
                  </a:lnTo>
                  <a:lnTo>
                    <a:pt x="95374" y="7109"/>
                  </a:lnTo>
                  <a:lnTo>
                    <a:pt x="139452" y="0"/>
                  </a:lnTo>
                  <a:lnTo>
                    <a:pt x="808846" y="0"/>
                  </a:lnTo>
                  <a:lnTo>
                    <a:pt x="862213" y="10615"/>
                  </a:lnTo>
                  <a:lnTo>
                    <a:pt x="907454" y="40844"/>
                  </a:lnTo>
                  <a:lnTo>
                    <a:pt x="937684" y="86086"/>
                  </a:lnTo>
                  <a:lnTo>
                    <a:pt x="948299" y="139452"/>
                  </a:lnTo>
                  <a:lnTo>
                    <a:pt x="948299" y="697247"/>
                  </a:lnTo>
                  <a:lnTo>
                    <a:pt x="941190" y="741325"/>
                  </a:lnTo>
                  <a:lnTo>
                    <a:pt x="921393" y="779606"/>
                  </a:lnTo>
                  <a:lnTo>
                    <a:pt x="891205" y="809793"/>
                  </a:lnTo>
                  <a:lnTo>
                    <a:pt x="852924" y="829590"/>
                  </a:lnTo>
                  <a:lnTo>
                    <a:pt x="808846" y="8366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3038675" y="1726350"/>
            <a:ext cx="3594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solidFill>
                  <a:srgbClr val="666666"/>
                </a:solidFill>
                <a:latin typeface="Open Sans"/>
                <a:cs typeface="Open Sans"/>
              </a:rPr>
              <a:t>Pod</a:t>
            </a:r>
            <a:endParaRPr sz="1400">
              <a:latin typeface="Open Sans"/>
              <a:cs typeface="Open Sans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7413092" y="1739950"/>
            <a:ext cx="3594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solidFill>
                  <a:srgbClr val="666666"/>
                </a:solidFill>
                <a:latin typeface="Open Sans"/>
                <a:cs typeface="Open Sans"/>
              </a:rPr>
              <a:t>Pod</a:t>
            </a:r>
            <a:endParaRPr sz="1400">
              <a:latin typeface="Open Sans"/>
              <a:cs typeface="Open Sans"/>
            </a:endParaRPr>
          </a:p>
        </p:txBody>
      </p:sp>
      <p:sp>
        <p:nvSpPr>
          <p:cNvPr id="38" name="object 38" descr=""/>
          <p:cNvSpPr/>
          <p:nvPr/>
        </p:nvSpPr>
        <p:spPr>
          <a:xfrm>
            <a:off x="701007" y="1334654"/>
            <a:ext cx="1572260" cy="1191260"/>
          </a:xfrm>
          <a:custGeom>
            <a:avLst/>
            <a:gdLst/>
            <a:ahLst/>
            <a:cxnLst/>
            <a:rect l="l" t="t" r="r" b="b"/>
            <a:pathLst>
              <a:path w="1572260" h="1191260">
                <a:moveTo>
                  <a:pt x="1373196" y="1190999"/>
                </a:moveTo>
                <a:lnTo>
                  <a:pt x="198504" y="1190999"/>
                </a:lnTo>
                <a:lnTo>
                  <a:pt x="152988" y="1185757"/>
                </a:lnTo>
                <a:lnTo>
                  <a:pt x="111206" y="1170823"/>
                </a:lnTo>
                <a:lnTo>
                  <a:pt x="74349" y="1147390"/>
                </a:lnTo>
                <a:lnTo>
                  <a:pt x="43609" y="1116650"/>
                </a:lnTo>
                <a:lnTo>
                  <a:pt x="20176" y="1079793"/>
                </a:lnTo>
                <a:lnTo>
                  <a:pt x="5242" y="1038011"/>
                </a:lnTo>
                <a:lnTo>
                  <a:pt x="0" y="992495"/>
                </a:lnTo>
                <a:lnTo>
                  <a:pt x="0" y="198503"/>
                </a:lnTo>
                <a:lnTo>
                  <a:pt x="5242" y="152988"/>
                </a:lnTo>
                <a:lnTo>
                  <a:pt x="20176" y="111206"/>
                </a:lnTo>
                <a:lnTo>
                  <a:pt x="43609" y="74349"/>
                </a:lnTo>
                <a:lnTo>
                  <a:pt x="74349" y="43609"/>
                </a:lnTo>
                <a:lnTo>
                  <a:pt x="111206" y="20176"/>
                </a:lnTo>
                <a:lnTo>
                  <a:pt x="152988" y="5242"/>
                </a:lnTo>
                <a:lnTo>
                  <a:pt x="198504" y="0"/>
                </a:lnTo>
                <a:lnTo>
                  <a:pt x="1373196" y="0"/>
                </a:lnTo>
                <a:lnTo>
                  <a:pt x="1412103" y="3849"/>
                </a:lnTo>
                <a:lnTo>
                  <a:pt x="1449160" y="15110"/>
                </a:lnTo>
                <a:lnTo>
                  <a:pt x="1483326" y="33350"/>
                </a:lnTo>
                <a:lnTo>
                  <a:pt x="1513559" y="58140"/>
                </a:lnTo>
                <a:lnTo>
                  <a:pt x="1538349" y="88373"/>
                </a:lnTo>
                <a:lnTo>
                  <a:pt x="1556589" y="122539"/>
                </a:lnTo>
                <a:lnTo>
                  <a:pt x="1567850" y="159596"/>
                </a:lnTo>
                <a:lnTo>
                  <a:pt x="1571699" y="198503"/>
                </a:lnTo>
                <a:lnTo>
                  <a:pt x="1571699" y="992495"/>
                </a:lnTo>
                <a:lnTo>
                  <a:pt x="1566457" y="1038011"/>
                </a:lnTo>
                <a:lnTo>
                  <a:pt x="1551523" y="1079793"/>
                </a:lnTo>
                <a:lnTo>
                  <a:pt x="1528090" y="1116650"/>
                </a:lnTo>
                <a:lnTo>
                  <a:pt x="1497350" y="1147390"/>
                </a:lnTo>
                <a:lnTo>
                  <a:pt x="1460493" y="1170823"/>
                </a:lnTo>
                <a:lnTo>
                  <a:pt x="1418711" y="1185757"/>
                </a:lnTo>
                <a:lnTo>
                  <a:pt x="1373196" y="1190999"/>
                </a:lnTo>
                <a:close/>
              </a:path>
            </a:pathLst>
          </a:custGeom>
          <a:solidFill>
            <a:srgbClr val="E4A0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 txBox="1"/>
          <p:nvPr/>
        </p:nvSpPr>
        <p:spPr>
          <a:xfrm>
            <a:off x="767992" y="1410367"/>
            <a:ext cx="1089025" cy="8775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0795">
              <a:lnSpc>
                <a:spcPct val="998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FFFFFF"/>
                </a:solidFill>
                <a:latin typeface="Open Sans"/>
                <a:cs typeface="Open Sans"/>
              </a:rPr>
              <a:t>ReplicaSet </a:t>
            </a:r>
            <a:r>
              <a:rPr dirty="0" sz="1400" b="1">
                <a:solidFill>
                  <a:srgbClr val="FFFFFF"/>
                </a:solidFill>
                <a:latin typeface="Open Sans"/>
                <a:cs typeface="Open Sans"/>
              </a:rPr>
              <a:t>version</a:t>
            </a:r>
            <a:r>
              <a:rPr dirty="0" sz="1400" spc="-5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sz="1400" spc="-5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400" spc="-25" b="1">
                <a:solidFill>
                  <a:srgbClr val="FFFFFF"/>
                </a:solidFill>
                <a:latin typeface="Open Sans"/>
                <a:cs typeface="Open Sans"/>
              </a:rPr>
              <a:t>v1 </a:t>
            </a:r>
            <a:r>
              <a:rPr dirty="0" baseline="1984" sz="2100" spc="-944">
                <a:solidFill>
                  <a:srgbClr val="FFFFFF"/>
                </a:solidFill>
                <a:latin typeface="Open Sans"/>
                <a:cs typeface="Open Sans"/>
              </a:rPr>
              <a:t>v</a:t>
            </a:r>
            <a:r>
              <a:rPr dirty="0" baseline="3968" sz="2100" spc="-914" b="1">
                <a:solidFill>
                  <a:srgbClr val="FFFFFF"/>
                </a:solidFill>
                <a:latin typeface="Open Sans"/>
                <a:cs typeface="Open Sans"/>
              </a:rPr>
              <a:t>t</a:t>
            </a:r>
            <a:r>
              <a:rPr dirty="0" sz="1400" spc="-130">
                <a:solidFill>
                  <a:srgbClr val="FFFFFF"/>
                </a:solidFill>
                <a:latin typeface="Open Sans"/>
                <a:cs typeface="Open Sans"/>
              </a:rPr>
              <a:t>v</a:t>
            </a:r>
            <a:r>
              <a:rPr dirty="0" baseline="3968" sz="2100" spc="-1214" b="1">
                <a:solidFill>
                  <a:srgbClr val="FFFFFF"/>
                </a:solidFill>
                <a:latin typeface="Open Sans"/>
                <a:cs typeface="Open Sans"/>
              </a:rPr>
              <a:t>y</a:t>
            </a:r>
            <a:r>
              <a:rPr dirty="0" baseline="1984" sz="2100" spc="-30">
                <a:solidFill>
                  <a:srgbClr val="FFFFFF"/>
                </a:solidFill>
                <a:latin typeface="Open Sans"/>
                <a:cs typeface="Open Sans"/>
              </a:rPr>
              <a:t>e</a:t>
            </a:r>
            <a:r>
              <a:rPr dirty="0" baseline="1984" sz="2100" spc="-885">
                <a:solidFill>
                  <a:srgbClr val="FFFFFF"/>
                </a:solidFill>
                <a:latin typeface="Open Sans"/>
                <a:cs typeface="Open Sans"/>
              </a:rPr>
              <a:t>r</a:t>
            </a:r>
            <a:r>
              <a:rPr dirty="0" baseline="3968" sz="2100" spc="-1207" b="1">
                <a:solidFill>
                  <a:srgbClr val="FFFFFF"/>
                </a:solidFill>
                <a:latin typeface="Open Sans"/>
                <a:cs typeface="Open Sans"/>
              </a:rPr>
              <a:t>p</a:t>
            </a:r>
            <a:r>
              <a:rPr dirty="0" sz="1400" spc="-125">
                <a:solidFill>
                  <a:srgbClr val="FFFFFF"/>
                </a:solidFill>
                <a:latin typeface="Open Sans"/>
                <a:cs typeface="Open Sans"/>
              </a:rPr>
              <a:t>r</a:t>
            </a:r>
            <a:r>
              <a:rPr dirty="0" baseline="1984" sz="2100" spc="-547">
                <a:solidFill>
                  <a:srgbClr val="FFFFFF"/>
                </a:solidFill>
                <a:latin typeface="Open Sans"/>
                <a:cs typeface="Open Sans"/>
              </a:rPr>
              <a:t>s</a:t>
            </a:r>
            <a:r>
              <a:rPr dirty="0" baseline="3968" sz="2100" spc="-735" b="1">
                <a:solidFill>
                  <a:srgbClr val="FFFFFF"/>
                </a:solidFill>
                <a:latin typeface="Open Sans"/>
                <a:cs typeface="Open Sans"/>
              </a:rPr>
              <a:t>e</a:t>
            </a:r>
            <a:r>
              <a:rPr dirty="0" baseline="1984" sz="2100" spc="-22">
                <a:solidFill>
                  <a:srgbClr val="FFFFFF"/>
                </a:solidFill>
                <a:latin typeface="Open Sans"/>
                <a:cs typeface="Open Sans"/>
              </a:rPr>
              <a:t>i</a:t>
            </a:r>
            <a:r>
              <a:rPr dirty="0" baseline="1984" sz="2100" spc="-569">
                <a:solidFill>
                  <a:srgbClr val="FFFFFF"/>
                </a:solidFill>
                <a:latin typeface="Open Sans"/>
                <a:cs typeface="Open Sans"/>
              </a:rPr>
              <a:t>o</a:t>
            </a:r>
            <a:r>
              <a:rPr dirty="0" baseline="3968" sz="2100" spc="-690" b="1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baseline="1984" sz="2100" spc="-104">
                <a:solidFill>
                  <a:srgbClr val="FFFFFF"/>
                </a:solidFill>
                <a:latin typeface="Open Sans"/>
                <a:cs typeface="Open Sans"/>
              </a:rPr>
              <a:t>n</a:t>
            </a:r>
            <a:r>
              <a:rPr dirty="0" baseline="3968" sz="2100" spc="-547" b="1">
                <a:solidFill>
                  <a:srgbClr val="FFFFFF"/>
                </a:solidFill>
                <a:latin typeface="Open Sans"/>
                <a:cs typeface="Open Sans"/>
              </a:rPr>
              <a:t>F</a:t>
            </a:r>
            <a:r>
              <a:rPr dirty="0" baseline="1984" sz="2100" spc="-690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baseline="3968" sz="2100" spc="30" b="1">
                <a:solidFill>
                  <a:srgbClr val="FFFFFF"/>
                </a:solidFill>
                <a:latin typeface="Open Sans"/>
                <a:cs typeface="Open Sans"/>
              </a:rPr>
              <a:t>E</a:t>
            </a:r>
            <a:r>
              <a:rPr dirty="0" baseline="1984" sz="2100" spc="-30" b="1">
                <a:solidFill>
                  <a:srgbClr val="FFFFFF"/>
                </a:solidFill>
                <a:latin typeface="Open Sans"/>
                <a:cs typeface="Open Sans"/>
              </a:rPr>
              <a:t>v1</a:t>
            </a:r>
            <a:r>
              <a:rPr dirty="0" baseline="1984" sz="210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baseline="3968" sz="2100">
                <a:solidFill>
                  <a:srgbClr val="FFFFFF"/>
                </a:solidFill>
                <a:latin typeface="Open Sans"/>
                <a:cs typeface="Open Sans"/>
              </a:rPr>
              <a:t>#pods</a:t>
            </a:r>
            <a:r>
              <a:rPr dirty="0" baseline="3968" sz="2100" spc="-82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baseline="3968" sz="2100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baseline="3968" sz="2100" spc="-13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baseline="1984" sz="2100" spc="-1125" b="1">
                <a:latin typeface="Open Sans"/>
                <a:cs typeface="Open Sans"/>
              </a:rPr>
              <a:t>2</a:t>
            </a:r>
            <a:r>
              <a:rPr dirty="0" baseline="3968" sz="2100" spc="-1222" b="1">
                <a:latin typeface="Open Sans"/>
                <a:cs typeface="Open Sans"/>
              </a:rPr>
              <a:t>4</a:t>
            </a:r>
            <a:r>
              <a:rPr dirty="0" sz="1400" spc="-25">
                <a:solidFill>
                  <a:srgbClr val="FFFFFF"/>
                </a:solidFill>
                <a:latin typeface="Open Sans"/>
                <a:cs typeface="Open Sans"/>
              </a:rPr>
              <a:t>1</a:t>
            </a:r>
            <a:endParaRPr sz="1400">
              <a:latin typeface="Open Sans"/>
              <a:cs typeface="Open Sans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6894067" y="2408450"/>
            <a:ext cx="957580" cy="408305"/>
            <a:chOff x="6894067" y="2408450"/>
            <a:chExt cx="957580" cy="408305"/>
          </a:xfrm>
        </p:grpSpPr>
        <p:sp>
          <p:nvSpPr>
            <p:cNvPr id="41" name="object 41" descr=""/>
            <p:cNvSpPr/>
            <p:nvPr/>
          </p:nvSpPr>
          <p:spPr>
            <a:xfrm>
              <a:off x="6894067" y="2408450"/>
              <a:ext cx="957580" cy="207010"/>
            </a:xfrm>
            <a:custGeom>
              <a:avLst/>
              <a:gdLst/>
              <a:ahLst/>
              <a:cxnLst/>
              <a:rect l="l" t="t" r="r" b="b"/>
              <a:pathLst>
                <a:path w="957579" h="207010">
                  <a:moveTo>
                    <a:pt x="922898" y="206399"/>
                  </a:moveTo>
                  <a:lnTo>
                    <a:pt x="34400" y="206399"/>
                  </a:lnTo>
                  <a:lnTo>
                    <a:pt x="21010" y="203696"/>
                  </a:lnTo>
                  <a:lnTo>
                    <a:pt x="10075" y="196324"/>
                  </a:lnTo>
                  <a:lnTo>
                    <a:pt x="2703" y="185389"/>
                  </a:lnTo>
                  <a:lnTo>
                    <a:pt x="0" y="171999"/>
                  </a:lnTo>
                  <a:lnTo>
                    <a:pt x="0" y="34400"/>
                  </a:lnTo>
                  <a:lnTo>
                    <a:pt x="2703" y="21010"/>
                  </a:lnTo>
                  <a:lnTo>
                    <a:pt x="10075" y="10075"/>
                  </a:lnTo>
                  <a:lnTo>
                    <a:pt x="21010" y="2703"/>
                  </a:lnTo>
                  <a:lnTo>
                    <a:pt x="34400" y="0"/>
                  </a:lnTo>
                  <a:lnTo>
                    <a:pt x="922898" y="0"/>
                  </a:lnTo>
                  <a:lnTo>
                    <a:pt x="954681" y="21236"/>
                  </a:lnTo>
                  <a:lnTo>
                    <a:pt x="957299" y="34400"/>
                  </a:lnTo>
                  <a:lnTo>
                    <a:pt x="957299" y="171999"/>
                  </a:lnTo>
                  <a:lnTo>
                    <a:pt x="954596" y="185389"/>
                  </a:lnTo>
                  <a:lnTo>
                    <a:pt x="947224" y="196324"/>
                  </a:lnTo>
                  <a:lnTo>
                    <a:pt x="936289" y="203696"/>
                  </a:lnTo>
                  <a:lnTo>
                    <a:pt x="922898" y="206399"/>
                  </a:lnTo>
                  <a:close/>
                </a:path>
              </a:pathLst>
            </a:custGeom>
            <a:solidFill>
              <a:srgbClr val="D844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6894067" y="2610150"/>
              <a:ext cx="957580" cy="207010"/>
            </a:xfrm>
            <a:custGeom>
              <a:avLst/>
              <a:gdLst/>
              <a:ahLst/>
              <a:cxnLst/>
              <a:rect l="l" t="t" r="r" b="b"/>
              <a:pathLst>
                <a:path w="957579" h="207010">
                  <a:moveTo>
                    <a:pt x="922898" y="206399"/>
                  </a:moveTo>
                  <a:lnTo>
                    <a:pt x="34400" y="206399"/>
                  </a:lnTo>
                  <a:lnTo>
                    <a:pt x="21010" y="203696"/>
                  </a:lnTo>
                  <a:lnTo>
                    <a:pt x="10075" y="196324"/>
                  </a:lnTo>
                  <a:lnTo>
                    <a:pt x="2703" y="185389"/>
                  </a:lnTo>
                  <a:lnTo>
                    <a:pt x="0" y="171999"/>
                  </a:lnTo>
                  <a:lnTo>
                    <a:pt x="0" y="34400"/>
                  </a:lnTo>
                  <a:lnTo>
                    <a:pt x="2703" y="21010"/>
                  </a:lnTo>
                  <a:lnTo>
                    <a:pt x="10075" y="10075"/>
                  </a:lnTo>
                  <a:lnTo>
                    <a:pt x="21010" y="2703"/>
                  </a:lnTo>
                  <a:lnTo>
                    <a:pt x="34400" y="0"/>
                  </a:lnTo>
                  <a:lnTo>
                    <a:pt x="922898" y="0"/>
                  </a:lnTo>
                  <a:lnTo>
                    <a:pt x="954681" y="21236"/>
                  </a:lnTo>
                  <a:lnTo>
                    <a:pt x="957299" y="34400"/>
                  </a:lnTo>
                  <a:lnTo>
                    <a:pt x="957299" y="171999"/>
                  </a:lnTo>
                  <a:lnTo>
                    <a:pt x="954596" y="185389"/>
                  </a:lnTo>
                  <a:lnTo>
                    <a:pt x="947224" y="196324"/>
                  </a:lnTo>
                  <a:lnTo>
                    <a:pt x="936289" y="203696"/>
                  </a:lnTo>
                  <a:lnTo>
                    <a:pt x="922898" y="20639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 descr=""/>
          <p:cNvSpPr txBox="1"/>
          <p:nvPr/>
        </p:nvSpPr>
        <p:spPr>
          <a:xfrm>
            <a:off x="6984093" y="2368370"/>
            <a:ext cx="777240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7314" marR="5080" indent="-95250">
              <a:lnSpc>
                <a:spcPct val="1323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FFFFFF"/>
                </a:solidFill>
                <a:latin typeface="Open Sans"/>
                <a:cs typeface="Open Sans"/>
              </a:rPr>
              <a:t>version </a:t>
            </a:r>
            <a:r>
              <a:rPr dirty="0" sz="1000" b="1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sz="1000" spc="-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000" spc="-25" b="1">
                <a:solidFill>
                  <a:srgbClr val="FFFFFF"/>
                </a:solidFill>
                <a:latin typeface="Open Sans"/>
                <a:cs typeface="Open Sans"/>
              </a:rPr>
              <a:t>v1 </a:t>
            </a:r>
            <a:r>
              <a:rPr dirty="0" sz="1000" b="1">
                <a:solidFill>
                  <a:srgbClr val="FFFFFF"/>
                </a:solidFill>
                <a:latin typeface="Open Sans"/>
                <a:cs typeface="Open Sans"/>
              </a:rPr>
              <a:t>type</a:t>
            </a:r>
            <a:r>
              <a:rPr dirty="0" sz="1000" spc="-3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sz="1000" spc="-25" b="1">
                <a:solidFill>
                  <a:srgbClr val="FFFFFF"/>
                </a:solidFill>
                <a:latin typeface="Open Sans"/>
                <a:cs typeface="Open Sans"/>
              </a:rPr>
              <a:t> FE</a:t>
            </a:r>
            <a:endParaRPr sz="1000">
              <a:latin typeface="Open Sans"/>
              <a:cs typeface="Open Sans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2443842" y="1370020"/>
            <a:ext cx="5401310" cy="2030730"/>
            <a:chOff x="2443842" y="1370020"/>
            <a:chExt cx="5401310" cy="2030730"/>
          </a:xfrm>
        </p:grpSpPr>
        <p:sp>
          <p:nvSpPr>
            <p:cNvPr id="45" name="object 45" descr=""/>
            <p:cNvSpPr/>
            <p:nvPr/>
          </p:nvSpPr>
          <p:spPr>
            <a:xfrm>
              <a:off x="3739117" y="2816549"/>
              <a:ext cx="3634104" cy="574675"/>
            </a:xfrm>
            <a:custGeom>
              <a:avLst/>
              <a:gdLst/>
              <a:ahLst/>
              <a:cxnLst/>
              <a:rect l="l" t="t" r="r" b="b"/>
              <a:pathLst>
                <a:path w="3634104" h="574675">
                  <a:moveTo>
                    <a:pt x="3633600" y="0"/>
                  </a:moveTo>
                  <a:lnTo>
                    <a:pt x="3633600" y="287122"/>
                  </a:lnTo>
                  <a:lnTo>
                    <a:pt x="0" y="287122"/>
                  </a:lnTo>
                  <a:lnTo>
                    <a:pt x="0" y="574199"/>
                  </a:lnTo>
                </a:path>
              </a:pathLst>
            </a:custGeom>
            <a:ln w="19049">
              <a:solidFill>
                <a:srgbClr val="08080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2453367" y="1379545"/>
              <a:ext cx="5351145" cy="191135"/>
            </a:xfrm>
            <a:custGeom>
              <a:avLst/>
              <a:gdLst/>
              <a:ahLst/>
              <a:cxnLst/>
              <a:rect l="l" t="t" r="r" b="b"/>
              <a:pathLst>
                <a:path w="5351145" h="191134">
                  <a:moveTo>
                    <a:pt x="0" y="0"/>
                  </a:moveTo>
                  <a:lnTo>
                    <a:pt x="5350800" y="0"/>
                  </a:lnTo>
                  <a:lnTo>
                    <a:pt x="5350800" y="190799"/>
                  </a:lnTo>
                </a:path>
              </a:pathLst>
            </a:custGeom>
            <a:ln w="19049">
              <a:solidFill>
                <a:srgbClr val="D844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7772701" y="1570345"/>
              <a:ext cx="63500" cy="86995"/>
            </a:xfrm>
            <a:custGeom>
              <a:avLst/>
              <a:gdLst/>
              <a:ahLst/>
              <a:cxnLst/>
              <a:rect l="l" t="t" r="r" b="b"/>
              <a:pathLst>
                <a:path w="63500" h="86994">
                  <a:moveTo>
                    <a:pt x="0" y="0"/>
                  </a:moveTo>
                  <a:lnTo>
                    <a:pt x="31465" y="86450"/>
                  </a:lnTo>
                  <a:lnTo>
                    <a:pt x="62930" y="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D8443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" y="2790506"/>
            <a:ext cx="2934124" cy="2200593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-742" y="1926806"/>
            <a:ext cx="8748395" cy="810895"/>
            <a:chOff x="-742" y="1926806"/>
            <a:chExt cx="8748395" cy="810895"/>
          </a:xfrm>
        </p:grpSpPr>
        <p:sp>
          <p:nvSpPr>
            <p:cNvPr id="4" name="object 4" descr=""/>
            <p:cNvSpPr/>
            <p:nvPr/>
          </p:nvSpPr>
          <p:spPr>
            <a:xfrm>
              <a:off x="-355" y="1999716"/>
              <a:ext cx="8747760" cy="737870"/>
            </a:xfrm>
            <a:custGeom>
              <a:avLst/>
              <a:gdLst/>
              <a:ahLst/>
              <a:cxnLst/>
              <a:rect l="l" t="t" r="r" b="b"/>
              <a:pathLst>
                <a:path w="8747760" h="737869">
                  <a:moveTo>
                    <a:pt x="8747481" y="0"/>
                  </a:moveTo>
                  <a:lnTo>
                    <a:pt x="381" y="0"/>
                  </a:lnTo>
                  <a:lnTo>
                    <a:pt x="0" y="76"/>
                  </a:lnTo>
                  <a:lnTo>
                    <a:pt x="0" y="666076"/>
                  </a:lnTo>
                  <a:lnTo>
                    <a:pt x="0" y="704545"/>
                  </a:lnTo>
                  <a:lnTo>
                    <a:pt x="381" y="704545"/>
                  </a:lnTo>
                  <a:lnTo>
                    <a:pt x="381" y="737400"/>
                  </a:lnTo>
                  <a:lnTo>
                    <a:pt x="8747481" y="737400"/>
                  </a:lnTo>
                  <a:lnTo>
                    <a:pt x="8747481" y="0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12" y="2638106"/>
              <a:ext cx="8643620" cy="8255"/>
            </a:xfrm>
            <a:custGeom>
              <a:avLst/>
              <a:gdLst/>
              <a:ahLst/>
              <a:cxnLst/>
              <a:rect l="l" t="t" r="r" b="b"/>
              <a:pathLst>
                <a:path w="8643620" h="8255">
                  <a:moveTo>
                    <a:pt x="0" y="7874"/>
                  </a:moveTo>
                  <a:lnTo>
                    <a:pt x="8643299" y="7874"/>
                  </a:lnTo>
                  <a:lnTo>
                    <a:pt x="8643299" y="0"/>
                  </a:lnTo>
                  <a:lnTo>
                    <a:pt x="0" y="0"/>
                  </a:lnTo>
                  <a:lnTo>
                    <a:pt x="0" y="7874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-742" y="1926806"/>
              <a:ext cx="8637270" cy="711835"/>
            </a:xfrm>
            <a:custGeom>
              <a:avLst/>
              <a:gdLst/>
              <a:ahLst/>
              <a:cxnLst/>
              <a:rect l="l" t="t" r="r" b="b"/>
              <a:pathLst>
                <a:path w="8637270" h="711835">
                  <a:moveTo>
                    <a:pt x="8636699" y="711299"/>
                  </a:moveTo>
                  <a:lnTo>
                    <a:pt x="0" y="711299"/>
                  </a:lnTo>
                  <a:lnTo>
                    <a:pt x="0" y="0"/>
                  </a:lnTo>
                  <a:lnTo>
                    <a:pt x="8636699" y="0"/>
                  </a:lnTo>
                  <a:lnTo>
                    <a:pt x="8636699" y="71129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9694" y="1975243"/>
            <a:ext cx="294195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Demo:</a:t>
            </a:r>
            <a:r>
              <a:rPr dirty="0" sz="3600" spc="-130"/>
              <a:t> </a:t>
            </a:r>
            <a:r>
              <a:rPr dirty="0" sz="3600" spc="-10"/>
              <a:t>Scaling</a:t>
            </a:r>
            <a:endParaRPr sz="3600"/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7765384" y="412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737373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742" y="1926806"/>
            <a:ext cx="8748395" cy="810895"/>
            <a:chOff x="-742" y="1926806"/>
            <a:chExt cx="8748395" cy="810895"/>
          </a:xfrm>
        </p:grpSpPr>
        <p:sp>
          <p:nvSpPr>
            <p:cNvPr id="3" name="object 3" descr=""/>
            <p:cNvSpPr/>
            <p:nvPr/>
          </p:nvSpPr>
          <p:spPr>
            <a:xfrm>
              <a:off x="-355" y="1999716"/>
              <a:ext cx="8747760" cy="737870"/>
            </a:xfrm>
            <a:custGeom>
              <a:avLst/>
              <a:gdLst/>
              <a:ahLst/>
              <a:cxnLst/>
              <a:rect l="l" t="t" r="r" b="b"/>
              <a:pathLst>
                <a:path w="8747760" h="737869">
                  <a:moveTo>
                    <a:pt x="8747481" y="0"/>
                  </a:moveTo>
                  <a:lnTo>
                    <a:pt x="381" y="0"/>
                  </a:lnTo>
                  <a:lnTo>
                    <a:pt x="0" y="76"/>
                  </a:lnTo>
                  <a:lnTo>
                    <a:pt x="0" y="666076"/>
                  </a:lnTo>
                  <a:lnTo>
                    <a:pt x="0" y="704545"/>
                  </a:lnTo>
                  <a:lnTo>
                    <a:pt x="381" y="704545"/>
                  </a:lnTo>
                  <a:lnTo>
                    <a:pt x="381" y="737400"/>
                  </a:lnTo>
                  <a:lnTo>
                    <a:pt x="8747481" y="737400"/>
                  </a:lnTo>
                  <a:lnTo>
                    <a:pt x="8747481" y="0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12" y="2638106"/>
              <a:ext cx="8643620" cy="8255"/>
            </a:xfrm>
            <a:custGeom>
              <a:avLst/>
              <a:gdLst/>
              <a:ahLst/>
              <a:cxnLst/>
              <a:rect l="l" t="t" r="r" b="b"/>
              <a:pathLst>
                <a:path w="8643620" h="8255">
                  <a:moveTo>
                    <a:pt x="0" y="7874"/>
                  </a:moveTo>
                  <a:lnTo>
                    <a:pt x="8643299" y="7874"/>
                  </a:lnTo>
                  <a:lnTo>
                    <a:pt x="8643299" y="0"/>
                  </a:lnTo>
                  <a:lnTo>
                    <a:pt x="0" y="0"/>
                  </a:lnTo>
                  <a:lnTo>
                    <a:pt x="0" y="7874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-742" y="1926806"/>
              <a:ext cx="8637270" cy="711835"/>
            </a:xfrm>
            <a:custGeom>
              <a:avLst/>
              <a:gdLst/>
              <a:ahLst/>
              <a:cxnLst/>
              <a:rect l="l" t="t" r="r" b="b"/>
              <a:pathLst>
                <a:path w="8637270" h="711835">
                  <a:moveTo>
                    <a:pt x="8636699" y="711299"/>
                  </a:moveTo>
                  <a:lnTo>
                    <a:pt x="0" y="711299"/>
                  </a:lnTo>
                  <a:lnTo>
                    <a:pt x="0" y="0"/>
                  </a:lnTo>
                  <a:lnTo>
                    <a:pt x="8636699" y="0"/>
                  </a:lnTo>
                  <a:lnTo>
                    <a:pt x="8636699" y="71129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9694" y="1975243"/>
            <a:ext cx="297116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Rolling</a:t>
            </a:r>
            <a:r>
              <a:rPr dirty="0" sz="3600" spc="-145"/>
              <a:t> </a:t>
            </a:r>
            <a:r>
              <a:rPr dirty="0" sz="3600" spc="-10"/>
              <a:t>Update</a:t>
            </a:r>
            <a:endParaRPr sz="3600"/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7765384" y="412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737373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509454" y="1164309"/>
            <a:ext cx="4311015" cy="3630295"/>
            <a:chOff x="1509454" y="1164309"/>
            <a:chExt cx="4311015" cy="3630295"/>
          </a:xfrm>
        </p:grpSpPr>
        <p:sp>
          <p:nvSpPr>
            <p:cNvPr id="3" name="object 3" descr=""/>
            <p:cNvSpPr/>
            <p:nvPr/>
          </p:nvSpPr>
          <p:spPr>
            <a:xfrm>
              <a:off x="3225498" y="1221459"/>
              <a:ext cx="2537460" cy="796290"/>
            </a:xfrm>
            <a:custGeom>
              <a:avLst/>
              <a:gdLst/>
              <a:ahLst/>
              <a:cxnLst/>
              <a:rect l="l" t="t" r="r" b="b"/>
              <a:pathLst>
                <a:path w="2537460" h="796289">
                  <a:moveTo>
                    <a:pt x="909973" y="8756"/>
                  </a:moveTo>
                  <a:lnTo>
                    <a:pt x="0" y="8756"/>
                  </a:lnTo>
                  <a:lnTo>
                    <a:pt x="0" y="796031"/>
                  </a:lnTo>
                  <a:lnTo>
                    <a:pt x="2537439" y="796031"/>
                  </a:lnTo>
                  <a:lnTo>
                    <a:pt x="2537439" y="0"/>
                  </a:lnTo>
                  <a:lnTo>
                    <a:pt x="1636205" y="0"/>
                  </a:lnTo>
                </a:path>
              </a:pathLst>
            </a:custGeom>
            <a:ln w="114299">
              <a:solidFill>
                <a:srgbClr val="D8443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24577" y="1369345"/>
              <a:ext cx="2139268" cy="500255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528504" y="2177850"/>
              <a:ext cx="2995295" cy="2597785"/>
            </a:xfrm>
            <a:custGeom>
              <a:avLst/>
              <a:gdLst/>
              <a:ahLst/>
              <a:cxnLst/>
              <a:rect l="l" t="t" r="r" b="b"/>
              <a:pathLst>
                <a:path w="2995295" h="2597785">
                  <a:moveTo>
                    <a:pt x="2995124" y="0"/>
                  </a:moveTo>
                  <a:lnTo>
                    <a:pt x="2995124" y="2597632"/>
                  </a:lnTo>
                  <a:lnTo>
                    <a:pt x="0" y="2597632"/>
                  </a:lnTo>
                </a:path>
              </a:pathLst>
            </a:custGeom>
            <a:ln w="38099">
              <a:solidFill>
                <a:srgbClr val="E473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53975" y="1599023"/>
            <a:ext cx="94297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4285F4"/>
                </a:solidFill>
                <a:latin typeface="Roboto"/>
                <a:cs typeface="Roboto"/>
              </a:rPr>
              <a:t>ReplicaSet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57919" y="1827623"/>
            <a:ext cx="177165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1460" indent="-238760">
              <a:lnSpc>
                <a:spcPct val="100000"/>
              </a:lnSpc>
              <a:spcBef>
                <a:spcPts val="100"/>
              </a:spcBef>
              <a:buChar char="-"/>
              <a:tabLst>
                <a:tab pos="251460" algn="l"/>
              </a:tabLst>
            </a:pPr>
            <a:r>
              <a:rPr dirty="0" sz="1500" b="1">
                <a:solidFill>
                  <a:srgbClr val="4285F4"/>
                </a:solidFill>
                <a:latin typeface="Roboto"/>
                <a:cs typeface="Roboto"/>
              </a:rPr>
              <a:t>name:</a:t>
            </a:r>
            <a:r>
              <a:rPr dirty="0" sz="1500" spc="20" b="1">
                <a:solidFill>
                  <a:srgbClr val="4285F4"/>
                </a:solidFill>
                <a:latin typeface="Roboto"/>
                <a:cs typeface="Roboto"/>
              </a:rPr>
              <a:t> </a:t>
            </a:r>
            <a:r>
              <a:rPr dirty="0" sz="1500" spc="-20" b="1">
                <a:solidFill>
                  <a:srgbClr val="4285F4"/>
                </a:solidFill>
                <a:latin typeface="Roboto"/>
                <a:cs typeface="Roboto"/>
              </a:rPr>
              <a:t>my-app-</a:t>
            </a:r>
            <a:r>
              <a:rPr dirty="0" sz="1500" spc="-25" b="1">
                <a:solidFill>
                  <a:srgbClr val="4285F4"/>
                </a:solidFill>
                <a:latin typeface="Roboto"/>
                <a:cs typeface="Roboto"/>
              </a:rPr>
              <a:t>v1</a:t>
            </a:r>
            <a:endParaRPr sz="1500">
              <a:latin typeface="Roboto"/>
              <a:cs typeface="Roboto"/>
            </a:endParaRPr>
          </a:p>
          <a:p>
            <a:pPr marL="251460" indent="-238760">
              <a:lnSpc>
                <a:spcPct val="100000"/>
              </a:lnSpc>
              <a:buChar char="-"/>
              <a:tabLst>
                <a:tab pos="251460" algn="l"/>
              </a:tabLst>
            </a:pPr>
            <a:r>
              <a:rPr dirty="0" sz="1500" spc="-10" b="1">
                <a:solidFill>
                  <a:srgbClr val="4285F4"/>
                </a:solidFill>
                <a:latin typeface="Roboto"/>
                <a:cs typeface="Roboto"/>
              </a:rPr>
              <a:t>replicas:</a:t>
            </a:r>
            <a:r>
              <a:rPr dirty="0" sz="1500" spc="-15" b="1">
                <a:solidFill>
                  <a:srgbClr val="4285F4"/>
                </a:solidFill>
                <a:latin typeface="Roboto"/>
                <a:cs typeface="Roboto"/>
              </a:rPr>
              <a:t> </a:t>
            </a:r>
            <a:r>
              <a:rPr dirty="0" sz="1500" spc="-50" b="1">
                <a:solidFill>
                  <a:srgbClr val="4285F4"/>
                </a:solidFill>
                <a:latin typeface="Roboto"/>
                <a:cs typeface="Roboto"/>
              </a:rPr>
              <a:t>3</a:t>
            </a:r>
            <a:endParaRPr sz="1500">
              <a:latin typeface="Roboto"/>
              <a:cs typeface="Roboto"/>
            </a:endParaRPr>
          </a:p>
          <a:p>
            <a:pPr marL="251460" indent="-238760">
              <a:lnSpc>
                <a:spcPct val="100000"/>
              </a:lnSpc>
              <a:buChar char="-"/>
              <a:tabLst>
                <a:tab pos="251460" algn="l"/>
              </a:tabLst>
            </a:pPr>
            <a:r>
              <a:rPr dirty="0" sz="1500" spc="-10" b="1">
                <a:solidFill>
                  <a:srgbClr val="4285F4"/>
                </a:solidFill>
                <a:latin typeface="Roboto"/>
                <a:cs typeface="Roboto"/>
              </a:rPr>
              <a:t>selector: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00819" y="2513423"/>
            <a:ext cx="128651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1460" indent="-238760">
              <a:lnSpc>
                <a:spcPct val="100000"/>
              </a:lnSpc>
              <a:spcBef>
                <a:spcPts val="100"/>
              </a:spcBef>
              <a:buChar char="-"/>
              <a:tabLst>
                <a:tab pos="251460" algn="l"/>
              </a:tabLst>
            </a:pPr>
            <a:r>
              <a:rPr dirty="0" sz="1500" b="1">
                <a:solidFill>
                  <a:srgbClr val="4285F4"/>
                </a:solidFill>
                <a:latin typeface="Roboto"/>
                <a:cs typeface="Roboto"/>
              </a:rPr>
              <a:t>app:</a:t>
            </a:r>
            <a:r>
              <a:rPr dirty="0" sz="1500" spc="-50" b="1">
                <a:solidFill>
                  <a:srgbClr val="4285F4"/>
                </a:solidFill>
                <a:latin typeface="Roboto"/>
                <a:cs typeface="Roboto"/>
              </a:rPr>
              <a:t> </a:t>
            </a:r>
            <a:r>
              <a:rPr dirty="0" sz="1500" spc="-10" b="1">
                <a:solidFill>
                  <a:srgbClr val="4285F4"/>
                </a:solidFill>
                <a:latin typeface="Roboto"/>
                <a:cs typeface="Roboto"/>
              </a:rPr>
              <a:t>MyApp</a:t>
            </a:r>
            <a:endParaRPr sz="1500">
              <a:latin typeface="Roboto"/>
              <a:cs typeface="Roboto"/>
            </a:endParaRPr>
          </a:p>
          <a:p>
            <a:pPr marL="251460" indent="-238760">
              <a:lnSpc>
                <a:spcPct val="100000"/>
              </a:lnSpc>
              <a:buChar char="-"/>
              <a:tabLst>
                <a:tab pos="251460" algn="l"/>
              </a:tabLst>
            </a:pPr>
            <a:r>
              <a:rPr dirty="0" sz="1500" spc="-10" b="1">
                <a:solidFill>
                  <a:srgbClr val="4285F4"/>
                </a:solidFill>
                <a:latin typeface="Roboto"/>
                <a:cs typeface="Roboto"/>
              </a:rPr>
              <a:t>version:</a:t>
            </a:r>
            <a:r>
              <a:rPr dirty="0" sz="1500" spc="-15" b="1">
                <a:solidFill>
                  <a:srgbClr val="4285F4"/>
                </a:solidFill>
                <a:latin typeface="Roboto"/>
                <a:cs typeface="Roboto"/>
              </a:rPr>
              <a:t> </a:t>
            </a:r>
            <a:r>
              <a:rPr dirty="0" sz="1500" spc="-25" b="1">
                <a:solidFill>
                  <a:srgbClr val="4285F4"/>
                </a:solidFill>
                <a:latin typeface="Roboto"/>
                <a:cs typeface="Roboto"/>
              </a:rPr>
              <a:t>v1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3495168" y="617854"/>
            <a:ext cx="139065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D84437"/>
                </a:solidFill>
                <a:latin typeface="Roboto"/>
                <a:cs typeface="Roboto"/>
              </a:rPr>
              <a:t>Service</a:t>
            </a:r>
            <a:endParaRPr sz="1500">
              <a:latin typeface="Roboto"/>
              <a:cs typeface="Roboto"/>
            </a:endParaRPr>
          </a:p>
          <a:p>
            <a:pPr marL="116205">
              <a:lnSpc>
                <a:spcPct val="100000"/>
              </a:lnSpc>
              <a:tabLst>
                <a:tab pos="354965" algn="l"/>
              </a:tabLst>
            </a:pPr>
            <a:r>
              <a:rPr dirty="0" sz="1500" spc="-50" b="1">
                <a:solidFill>
                  <a:srgbClr val="D84437"/>
                </a:solidFill>
                <a:latin typeface="Roboto"/>
                <a:cs typeface="Roboto"/>
              </a:rPr>
              <a:t>-</a:t>
            </a:r>
            <a:r>
              <a:rPr dirty="0" sz="1500" b="1">
                <a:solidFill>
                  <a:srgbClr val="D84437"/>
                </a:solidFill>
                <a:latin typeface="Roboto"/>
                <a:cs typeface="Roboto"/>
              </a:rPr>
              <a:t>	app:</a:t>
            </a:r>
            <a:r>
              <a:rPr dirty="0" sz="1500" spc="-50" b="1">
                <a:solidFill>
                  <a:srgbClr val="D84437"/>
                </a:solidFill>
                <a:latin typeface="Roboto"/>
                <a:cs typeface="Roboto"/>
              </a:rPr>
              <a:t> </a:t>
            </a:r>
            <a:r>
              <a:rPr dirty="0" sz="1500" spc="-10" b="1">
                <a:solidFill>
                  <a:srgbClr val="D84437"/>
                </a:solidFill>
                <a:latin typeface="Roboto"/>
                <a:cs typeface="Roboto"/>
              </a:rPr>
              <a:t>MyApp</a:t>
            </a:r>
            <a:endParaRPr sz="1500">
              <a:latin typeface="Roboto"/>
              <a:cs typeface="Roboto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1105328" y="1857488"/>
            <a:ext cx="2981325" cy="2911475"/>
            <a:chOff x="1105328" y="1857488"/>
            <a:chExt cx="2981325" cy="2911475"/>
          </a:xfrm>
        </p:grpSpPr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24096" y="4532773"/>
              <a:ext cx="163449" cy="224399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90364" y="4532623"/>
              <a:ext cx="163448" cy="230399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61396" y="4532548"/>
              <a:ext cx="163449" cy="236099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1526872" y="3185615"/>
              <a:ext cx="2091055" cy="0"/>
            </a:xfrm>
            <a:custGeom>
              <a:avLst/>
              <a:gdLst/>
              <a:ahLst/>
              <a:cxnLst/>
              <a:rect l="l" t="t" r="r" b="b"/>
              <a:pathLst>
                <a:path w="2091054" h="0">
                  <a:moveTo>
                    <a:pt x="0" y="0"/>
                  </a:moveTo>
                  <a:lnTo>
                    <a:pt x="2090699" y="0"/>
                  </a:lnTo>
                </a:path>
              </a:pathLst>
            </a:custGeom>
            <a:ln w="38099">
              <a:solidFill>
                <a:srgbClr val="98989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59489" y="3183759"/>
              <a:ext cx="163448" cy="397800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21247" y="3185615"/>
              <a:ext cx="163449" cy="395699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1105319" y="3607447"/>
              <a:ext cx="961390" cy="899794"/>
            </a:xfrm>
            <a:custGeom>
              <a:avLst/>
              <a:gdLst/>
              <a:ahLst/>
              <a:cxnLst/>
              <a:rect l="l" t="t" r="r" b="b"/>
              <a:pathLst>
                <a:path w="961389" h="899795">
                  <a:moveTo>
                    <a:pt x="961339" y="201904"/>
                  </a:moveTo>
                  <a:lnTo>
                    <a:pt x="957427" y="162331"/>
                  </a:lnTo>
                  <a:lnTo>
                    <a:pt x="945959" y="124637"/>
                  </a:lnTo>
                  <a:lnTo>
                    <a:pt x="927392" y="89890"/>
                  </a:lnTo>
                  <a:lnTo>
                    <a:pt x="902157" y="59131"/>
                  </a:lnTo>
                  <a:lnTo>
                    <a:pt x="871385" y="33921"/>
                  </a:lnTo>
                  <a:lnTo>
                    <a:pt x="836599" y="15367"/>
                  </a:lnTo>
                  <a:lnTo>
                    <a:pt x="798880" y="3911"/>
                  </a:lnTo>
                  <a:lnTo>
                    <a:pt x="759282" y="0"/>
                  </a:lnTo>
                  <a:lnTo>
                    <a:pt x="712939" y="5334"/>
                  </a:lnTo>
                  <a:lnTo>
                    <a:pt x="670420" y="20523"/>
                  </a:lnTo>
                  <a:lnTo>
                    <a:pt x="632891" y="44361"/>
                  </a:lnTo>
                  <a:lnTo>
                    <a:pt x="614121" y="63119"/>
                  </a:lnTo>
                  <a:lnTo>
                    <a:pt x="581710" y="49682"/>
                  </a:lnTo>
                  <a:lnTo>
                    <a:pt x="534822" y="36144"/>
                  </a:lnTo>
                  <a:lnTo>
                    <a:pt x="486498" y="27901"/>
                  </a:lnTo>
                  <a:lnTo>
                    <a:pt x="437172" y="25107"/>
                  </a:lnTo>
                  <a:lnTo>
                    <a:pt x="389547" y="27673"/>
                  </a:lnTo>
                  <a:lnTo>
                    <a:pt x="343395" y="35191"/>
                  </a:lnTo>
                  <a:lnTo>
                    <a:pt x="298996" y="47383"/>
                  </a:lnTo>
                  <a:lnTo>
                    <a:pt x="256616" y="64008"/>
                  </a:lnTo>
                  <a:lnTo>
                    <a:pt x="216522" y="84772"/>
                  </a:lnTo>
                  <a:lnTo>
                    <a:pt x="178981" y="109435"/>
                  </a:lnTo>
                  <a:lnTo>
                    <a:pt x="144272" y="137706"/>
                  </a:lnTo>
                  <a:lnTo>
                    <a:pt x="112636" y="169329"/>
                  </a:lnTo>
                  <a:lnTo>
                    <a:pt x="84353" y="204038"/>
                  </a:lnTo>
                  <a:lnTo>
                    <a:pt x="59690" y="241566"/>
                  </a:lnTo>
                  <a:lnTo>
                    <a:pt x="38912" y="281647"/>
                  </a:lnTo>
                  <a:lnTo>
                    <a:pt x="22288" y="324015"/>
                  </a:lnTo>
                  <a:lnTo>
                    <a:pt x="10083" y="368401"/>
                  </a:lnTo>
                  <a:lnTo>
                    <a:pt x="2565" y="414540"/>
                  </a:lnTo>
                  <a:lnTo>
                    <a:pt x="0" y="462165"/>
                  </a:lnTo>
                  <a:lnTo>
                    <a:pt x="2565" y="509778"/>
                  </a:lnTo>
                  <a:lnTo>
                    <a:pt x="10083" y="555917"/>
                  </a:lnTo>
                  <a:lnTo>
                    <a:pt x="22288" y="600303"/>
                  </a:lnTo>
                  <a:lnTo>
                    <a:pt x="38912" y="642670"/>
                  </a:lnTo>
                  <a:lnTo>
                    <a:pt x="59690" y="682752"/>
                  </a:lnTo>
                  <a:lnTo>
                    <a:pt x="84353" y="720280"/>
                  </a:lnTo>
                  <a:lnTo>
                    <a:pt x="112636" y="754989"/>
                  </a:lnTo>
                  <a:lnTo>
                    <a:pt x="144272" y="786612"/>
                  </a:lnTo>
                  <a:lnTo>
                    <a:pt x="178981" y="814895"/>
                  </a:lnTo>
                  <a:lnTo>
                    <a:pt x="216522" y="839546"/>
                  </a:lnTo>
                  <a:lnTo>
                    <a:pt x="256616" y="860323"/>
                  </a:lnTo>
                  <a:lnTo>
                    <a:pt x="298996" y="876935"/>
                  </a:lnTo>
                  <a:lnTo>
                    <a:pt x="343395" y="889139"/>
                  </a:lnTo>
                  <a:lnTo>
                    <a:pt x="389547" y="896658"/>
                  </a:lnTo>
                  <a:lnTo>
                    <a:pt x="437172" y="899223"/>
                  </a:lnTo>
                  <a:lnTo>
                    <a:pt x="484809" y="896658"/>
                  </a:lnTo>
                  <a:lnTo>
                    <a:pt x="530961" y="889139"/>
                  </a:lnTo>
                  <a:lnTo>
                    <a:pt x="575360" y="876935"/>
                  </a:lnTo>
                  <a:lnTo>
                    <a:pt x="617728" y="860323"/>
                  </a:lnTo>
                  <a:lnTo>
                    <a:pt x="657821" y="839546"/>
                  </a:lnTo>
                  <a:lnTo>
                    <a:pt x="695363" y="814895"/>
                  </a:lnTo>
                  <a:lnTo>
                    <a:pt x="730084" y="786612"/>
                  </a:lnTo>
                  <a:lnTo>
                    <a:pt x="761720" y="754989"/>
                  </a:lnTo>
                  <a:lnTo>
                    <a:pt x="790003" y="720280"/>
                  </a:lnTo>
                  <a:lnTo>
                    <a:pt x="814666" y="682752"/>
                  </a:lnTo>
                  <a:lnTo>
                    <a:pt x="835444" y="642670"/>
                  </a:lnTo>
                  <a:lnTo>
                    <a:pt x="852055" y="600303"/>
                  </a:lnTo>
                  <a:lnTo>
                    <a:pt x="864260" y="555917"/>
                  </a:lnTo>
                  <a:lnTo>
                    <a:pt x="871778" y="509778"/>
                  </a:lnTo>
                  <a:lnTo>
                    <a:pt x="874344" y="462165"/>
                  </a:lnTo>
                  <a:lnTo>
                    <a:pt x="871562" y="412851"/>
                  </a:lnTo>
                  <a:lnTo>
                    <a:pt x="864704" y="372757"/>
                  </a:lnTo>
                  <a:lnTo>
                    <a:pt x="885659" y="359448"/>
                  </a:lnTo>
                  <a:lnTo>
                    <a:pt x="916952" y="328180"/>
                  </a:lnTo>
                  <a:lnTo>
                    <a:pt x="940803" y="290690"/>
                  </a:lnTo>
                  <a:lnTo>
                    <a:pt x="956005" y="248196"/>
                  </a:lnTo>
                  <a:lnTo>
                    <a:pt x="961339" y="201904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722878" y="3667773"/>
              <a:ext cx="283845" cy="283210"/>
            </a:xfrm>
            <a:custGeom>
              <a:avLst/>
              <a:gdLst/>
              <a:ahLst/>
              <a:cxnLst/>
              <a:rect l="l" t="t" r="r" b="b"/>
              <a:pathLst>
                <a:path w="283844" h="283210">
                  <a:moveTo>
                    <a:pt x="141715" y="283131"/>
                  </a:moveTo>
                  <a:lnTo>
                    <a:pt x="96922" y="275914"/>
                  </a:lnTo>
                  <a:lnTo>
                    <a:pt x="58020" y="255817"/>
                  </a:lnTo>
                  <a:lnTo>
                    <a:pt x="27342" y="225172"/>
                  </a:lnTo>
                  <a:lnTo>
                    <a:pt x="7224" y="186311"/>
                  </a:lnTo>
                  <a:lnTo>
                    <a:pt x="0" y="141565"/>
                  </a:lnTo>
                  <a:lnTo>
                    <a:pt x="7224" y="96820"/>
                  </a:lnTo>
                  <a:lnTo>
                    <a:pt x="27342" y="57958"/>
                  </a:lnTo>
                  <a:lnTo>
                    <a:pt x="58020" y="27314"/>
                  </a:lnTo>
                  <a:lnTo>
                    <a:pt x="96922" y="7217"/>
                  </a:lnTo>
                  <a:lnTo>
                    <a:pt x="141715" y="0"/>
                  </a:lnTo>
                  <a:lnTo>
                    <a:pt x="169492" y="2745"/>
                  </a:lnTo>
                  <a:lnTo>
                    <a:pt x="220339" y="23784"/>
                  </a:lnTo>
                  <a:lnTo>
                    <a:pt x="259621" y="63025"/>
                  </a:lnTo>
                  <a:lnTo>
                    <a:pt x="280683" y="113818"/>
                  </a:lnTo>
                  <a:lnTo>
                    <a:pt x="283431" y="141565"/>
                  </a:lnTo>
                  <a:lnTo>
                    <a:pt x="276206" y="186311"/>
                  </a:lnTo>
                  <a:lnTo>
                    <a:pt x="256088" y="225172"/>
                  </a:lnTo>
                  <a:lnTo>
                    <a:pt x="225411" y="255817"/>
                  </a:lnTo>
                  <a:lnTo>
                    <a:pt x="186508" y="275914"/>
                  </a:lnTo>
                  <a:lnTo>
                    <a:pt x="141715" y="2831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829718" y="3746196"/>
              <a:ext cx="109855" cy="126364"/>
            </a:xfrm>
            <a:custGeom>
              <a:avLst/>
              <a:gdLst/>
              <a:ahLst/>
              <a:cxnLst/>
              <a:rect l="l" t="t" r="r" b="b"/>
              <a:pathLst>
                <a:path w="109855" h="126364">
                  <a:moveTo>
                    <a:pt x="0" y="126285"/>
                  </a:moveTo>
                  <a:lnTo>
                    <a:pt x="0" y="0"/>
                  </a:lnTo>
                  <a:lnTo>
                    <a:pt x="109236" y="63142"/>
                  </a:lnTo>
                  <a:lnTo>
                    <a:pt x="0" y="126285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08784" y="3832975"/>
              <a:ext cx="220129" cy="220628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1450327" y="3853065"/>
              <a:ext cx="125095" cy="125095"/>
            </a:xfrm>
            <a:custGeom>
              <a:avLst/>
              <a:gdLst/>
              <a:ahLst/>
              <a:cxnLst/>
              <a:rect l="l" t="t" r="r" b="b"/>
              <a:pathLst>
                <a:path w="125094" h="125095">
                  <a:moveTo>
                    <a:pt x="124485" y="69888"/>
                  </a:moveTo>
                  <a:lnTo>
                    <a:pt x="115671" y="65049"/>
                  </a:lnTo>
                  <a:lnTo>
                    <a:pt x="115760" y="58750"/>
                  </a:lnTo>
                  <a:lnTo>
                    <a:pt x="115112" y="55448"/>
                  </a:lnTo>
                  <a:lnTo>
                    <a:pt x="123113" y="50457"/>
                  </a:lnTo>
                  <a:lnTo>
                    <a:pt x="118300" y="35420"/>
                  </a:lnTo>
                  <a:lnTo>
                    <a:pt x="107848" y="36144"/>
                  </a:lnTo>
                  <a:lnTo>
                    <a:pt x="104165" y="30607"/>
                  </a:lnTo>
                  <a:lnTo>
                    <a:pt x="102946" y="29413"/>
                  </a:lnTo>
                  <a:lnTo>
                    <a:pt x="107543" y="19710"/>
                  </a:lnTo>
                  <a:lnTo>
                    <a:pt x="95313" y="9715"/>
                  </a:lnTo>
                  <a:lnTo>
                    <a:pt x="86093" y="16560"/>
                  </a:lnTo>
                  <a:lnTo>
                    <a:pt x="78486" y="13335"/>
                  </a:lnTo>
                  <a:lnTo>
                    <a:pt x="76860" y="1790"/>
                  </a:lnTo>
                  <a:lnTo>
                    <a:pt x="61137" y="0"/>
                  </a:lnTo>
                  <a:lnTo>
                    <a:pt x="56616" y="12065"/>
                  </a:lnTo>
                  <a:lnTo>
                    <a:pt x="50038" y="12598"/>
                  </a:lnTo>
                  <a:lnTo>
                    <a:pt x="42062" y="3200"/>
                  </a:lnTo>
                  <a:lnTo>
                    <a:pt x="27901" y="10198"/>
                  </a:lnTo>
                  <a:lnTo>
                    <a:pt x="30289" y="21183"/>
                  </a:lnTo>
                  <a:lnTo>
                    <a:pt x="28638" y="22009"/>
                  </a:lnTo>
                  <a:lnTo>
                    <a:pt x="24384" y="26847"/>
                  </a:lnTo>
                  <a:lnTo>
                    <a:pt x="13182" y="23444"/>
                  </a:lnTo>
                  <a:lnTo>
                    <a:pt x="5092" y="37020"/>
                  </a:lnTo>
                  <a:lnTo>
                    <a:pt x="12814" y="44742"/>
                  </a:lnTo>
                  <a:lnTo>
                    <a:pt x="10134" y="52857"/>
                  </a:lnTo>
                  <a:lnTo>
                    <a:pt x="0" y="55727"/>
                  </a:lnTo>
                  <a:lnTo>
                    <a:pt x="520" y="71526"/>
                  </a:lnTo>
                  <a:lnTo>
                    <a:pt x="10363" y="73672"/>
                  </a:lnTo>
                  <a:lnTo>
                    <a:pt x="10718" y="77495"/>
                  </a:lnTo>
                  <a:lnTo>
                    <a:pt x="13652" y="82943"/>
                  </a:lnTo>
                  <a:lnTo>
                    <a:pt x="6515" y="90995"/>
                  </a:lnTo>
                  <a:lnTo>
                    <a:pt x="15519" y="103974"/>
                  </a:lnTo>
                  <a:lnTo>
                    <a:pt x="26060" y="100063"/>
                  </a:lnTo>
                  <a:lnTo>
                    <a:pt x="32169" y="105130"/>
                  </a:lnTo>
                  <a:lnTo>
                    <a:pt x="30467" y="116382"/>
                  </a:lnTo>
                  <a:lnTo>
                    <a:pt x="45059" y="122428"/>
                  </a:lnTo>
                  <a:lnTo>
                    <a:pt x="51841" y="113322"/>
                  </a:lnTo>
                  <a:lnTo>
                    <a:pt x="56324" y="114731"/>
                  </a:lnTo>
                  <a:lnTo>
                    <a:pt x="60515" y="114401"/>
                  </a:lnTo>
                  <a:lnTo>
                    <a:pt x="65100" y="124752"/>
                  </a:lnTo>
                  <a:lnTo>
                    <a:pt x="80683" y="122059"/>
                  </a:lnTo>
                  <a:lnTo>
                    <a:pt x="81483" y="111074"/>
                  </a:lnTo>
                  <a:lnTo>
                    <a:pt x="89725" y="106934"/>
                  </a:lnTo>
                  <a:lnTo>
                    <a:pt x="98869" y="112890"/>
                  </a:lnTo>
                  <a:lnTo>
                    <a:pt x="110502" y="102171"/>
                  </a:lnTo>
                  <a:lnTo>
                    <a:pt x="105410" y="92938"/>
                  </a:lnTo>
                  <a:lnTo>
                    <a:pt x="109143" y="88696"/>
                  </a:lnTo>
                  <a:lnTo>
                    <a:pt x="110337" y="85051"/>
                  </a:lnTo>
                  <a:lnTo>
                    <a:pt x="120434" y="85178"/>
                  </a:lnTo>
                  <a:lnTo>
                    <a:pt x="124485" y="698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482511" y="3885691"/>
              <a:ext cx="63500" cy="60960"/>
            </a:xfrm>
            <a:custGeom>
              <a:avLst/>
              <a:gdLst/>
              <a:ahLst/>
              <a:cxnLst/>
              <a:rect l="l" t="t" r="r" b="b"/>
              <a:pathLst>
                <a:path w="63500" h="60960">
                  <a:moveTo>
                    <a:pt x="27674" y="60359"/>
                  </a:moveTo>
                  <a:lnTo>
                    <a:pt x="15833" y="56609"/>
                  </a:lnTo>
                  <a:lnTo>
                    <a:pt x="6681" y="49016"/>
                  </a:lnTo>
                  <a:lnTo>
                    <a:pt x="1106" y="38664"/>
                  </a:lnTo>
                  <a:lnTo>
                    <a:pt x="0" y="26638"/>
                  </a:lnTo>
                  <a:lnTo>
                    <a:pt x="3783" y="15169"/>
                  </a:lnTo>
                  <a:lnTo>
                    <a:pt x="11543" y="6335"/>
                  </a:lnTo>
                  <a:lnTo>
                    <a:pt x="22277" y="938"/>
                  </a:lnTo>
                  <a:lnTo>
                    <a:pt x="22847" y="938"/>
                  </a:lnTo>
                  <a:lnTo>
                    <a:pt x="34550" y="0"/>
                  </a:lnTo>
                  <a:lnTo>
                    <a:pt x="42801" y="938"/>
                  </a:lnTo>
                  <a:lnTo>
                    <a:pt x="50352" y="5019"/>
                  </a:lnTo>
                  <a:lnTo>
                    <a:pt x="60732" y="17667"/>
                  </a:lnTo>
                  <a:lnTo>
                    <a:pt x="63135" y="25716"/>
                  </a:lnTo>
                  <a:lnTo>
                    <a:pt x="62224" y="33720"/>
                  </a:lnTo>
                  <a:lnTo>
                    <a:pt x="58440" y="45190"/>
                  </a:lnTo>
                  <a:lnTo>
                    <a:pt x="50680" y="54024"/>
                  </a:lnTo>
                  <a:lnTo>
                    <a:pt x="40054" y="59366"/>
                  </a:lnTo>
                  <a:lnTo>
                    <a:pt x="27674" y="6035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373352" y="3985183"/>
              <a:ext cx="444500" cy="438150"/>
            </a:xfrm>
            <a:custGeom>
              <a:avLst/>
              <a:gdLst/>
              <a:ahLst/>
              <a:cxnLst/>
              <a:rect l="l" t="t" r="r" b="b"/>
              <a:pathLst>
                <a:path w="444500" h="438150">
                  <a:moveTo>
                    <a:pt x="444258" y="220916"/>
                  </a:moveTo>
                  <a:lnTo>
                    <a:pt x="411302" y="207403"/>
                  </a:lnTo>
                  <a:lnTo>
                    <a:pt x="409041" y="185140"/>
                  </a:lnTo>
                  <a:lnTo>
                    <a:pt x="405472" y="173761"/>
                  </a:lnTo>
                  <a:lnTo>
                    <a:pt x="431660" y="152958"/>
                  </a:lnTo>
                  <a:lnTo>
                    <a:pt x="408635" y="101892"/>
                  </a:lnTo>
                  <a:lnTo>
                    <a:pt x="372084" y="108585"/>
                  </a:lnTo>
                  <a:lnTo>
                    <a:pt x="356908" y="90614"/>
                  </a:lnTo>
                  <a:lnTo>
                    <a:pt x="352158" y="86855"/>
                  </a:lnTo>
                  <a:lnTo>
                    <a:pt x="364426" y="50876"/>
                  </a:lnTo>
                  <a:lnTo>
                    <a:pt x="317334" y="20523"/>
                  </a:lnTo>
                  <a:lnTo>
                    <a:pt x="287629" y="48348"/>
                  </a:lnTo>
                  <a:lnTo>
                    <a:pt x="259486" y="40030"/>
                  </a:lnTo>
                  <a:lnTo>
                    <a:pt x="259118" y="40005"/>
                  </a:lnTo>
                  <a:lnTo>
                    <a:pt x="249123" y="0"/>
                  </a:lnTo>
                  <a:lnTo>
                    <a:pt x="193040" y="0"/>
                  </a:lnTo>
                  <a:lnTo>
                    <a:pt x="182626" y="41605"/>
                  </a:lnTo>
                  <a:lnTo>
                    <a:pt x="171462" y="43053"/>
                  </a:lnTo>
                  <a:lnTo>
                    <a:pt x="158508" y="48361"/>
                  </a:lnTo>
                  <a:lnTo>
                    <a:pt x="127101" y="18923"/>
                  </a:lnTo>
                  <a:lnTo>
                    <a:pt x="80010" y="49276"/>
                  </a:lnTo>
                  <a:lnTo>
                    <a:pt x="92710" y="86588"/>
                  </a:lnTo>
                  <a:lnTo>
                    <a:pt x="87350" y="90614"/>
                  </a:lnTo>
                  <a:lnTo>
                    <a:pt x="72656" y="109067"/>
                  </a:lnTo>
                  <a:lnTo>
                    <a:pt x="33464" y="101892"/>
                  </a:lnTo>
                  <a:lnTo>
                    <a:pt x="10452" y="152958"/>
                  </a:lnTo>
                  <a:lnTo>
                    <a:pt x="37973" y="174828"/>
                  </a:lnTo>
                  <a:lnTo>
                    <a:pt x="33489" y="207175"/>
                  </a:lnTo>
                  <a:lnTo>
                    <a:pt x="0" y="220916"/>
                  </a:lnTo>
                  <a:lnTo>
                    <a:pt x="8153" y="276415"/>
                  </a:lnTo>
                  <a:lnTo>
                    <a:pt x="42392" y="279882"/>
                  </a:lnTo>
                  <a:lnTo>
                    <a:pt x="57213" y="313956"/>
                  </a:lnTo>
                  <a:lnTo>
                    <a:pt x="37122" y="342646"/>
                  </a:lnTo>
                  <a:lnTo>
                    <a:pt x="74066" y="384784"/>
                  </a:lnTo>
                  <a:lnTo>
                    <a:pt x="107937" y="367588"/>
                  </a:lnTo>
                  <a:lnTo>
                    <a:pt x="125933" y="381063"/>
                  </a:lnTo>
                  <a:lnTo>
                    <a:pt x="133096" y="384009"/>
                  </a:lnTo>
                  <a:lnTo>
                    <a:pt x="131699" y="422478"/>
                  </a:lnTo>
                  <a:lnTo>
                    <a:pt x="185521" y="437934"/>
                  </a:lnTo>
                  <a:lnTo>
                    <a:pt x="205168" y="404114"/>
                  </a:lnTo>
                  <a:lnTo>
                    <a:pt x="222135" y="406323"/>
                  </a:lnTo>
                  <a:lnTo>
                    <a:pt x="237286" y="404355"/>
                  </a:lnTo>
                  <a:lnTo>
                    <a:pt x="257048" y="438073"/>
                  </a:lnTo>
                  <a:lnTo>
                    <a:pt x="310883" y="422338"/>
                  </a:lnTo>
                  <a:lnTo>
                    <a:pt x="309384" y="384733"/>
                  </a:lnTo>
                  <a:lnTo>
                    <a:pt x="318338" y="381063"/>
                  </a:lnTo>
                  <a:lnTo>
                    <a:pt x="338226" y="366153"/>
                  </a:lnTo>
                  <a:lnTo>
                    <a:pt x="371297" y="382727"/>
                  </a:lnTo>
                  <a:lnTo>
                    <a:pt x="407974" y="340309"/>
                  </a:lnTo>
                  <a:lnTo>
                    <a:pt x="387908" y="311975"/>
                  </a:lnTo>
                  <a:lnTo>
                    <a:pt x="401866" y="279882"/>
                  </a:lnTo>
                  <a:lnTo>
                    <a:pt x="436105" y="276415"/>
                  </a:lnTo>
                  <a:lnTo>
                    <a:pt x="444258" y="2209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80457" y="4098824"/>
              <a:ext cx="222070" cy="215494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2115235" y="3607447"/>
              <a:ext cx="961390" cy="899794"/>
            </a:xfrm>
            <a:custGeom>
              <a:avLst/>
              <a:gdLst/>
              <a:ahLst/>
              <a:cxnLst/>
              <a:rect l="l" t="t" r="r" b="b"/>
              <a:pathLst>
                <a:path w="961389" h="899795">
                  <a:moveTo>
                    <a:pt x="961339" y="201904"/>
                  </a:moveTo>
                  <a:lnTo>
                    <a:pt x="957414" y="162331"/>
                  </a:lnTo>
                  <a:lnTo>
                    <a:pt x="945959" y="124637"/>
                  </a:lnTo>
                  <a:lnTo>
                    <a:pt x="927392" y="89890"/>
                  </a:lnTo>
                  <a:lnTo>
                    <a:pt x="902157" y="59131"/>
                  </a:lnTo>
                  <a:lnTo>
                    <a:pt x="871385" y="33921"/>
                  </a:lnTo>
                  <a:lnTo>
                    <a:pt x="836599" y="15367"/>
                  </a:lnTo>
                  <a:lnTo>
                    <a:pt x="798880" y="3911"/>
                  </a:lnTo>
                  <a:lnTo>
                    <a:pt x="759269" y="0"/>
                  </a:lnTo>
                  <a:lnTo>
                    <a:pt x="712939" y="5334"/>
                  </a:lnTo>
                  <a:lnTo>
                    <a:pt x="670407" y="20523"/>
                  </a:lnTo>
                  <a:lnTo>
                    <a:pt x="632891" y="44361"/>
                  </a:lnTo>
                  <a:lnTo>
                    <a:pt x="614121" y="63119"/>
                  </a:lnTo>
                  <a:lnTo>
                    <a:pt x="581698" y="49682"/>
                  </a:lnTo>
                  <a:lnTo>
                    <a:pt x="534822" y="36144"/>
                  </a:lnTo>
                  <a:lnTo>
                    <a:pt x="486498" y="27901"/>
                  </a:lnTo>
                  <a:lnTo>
                    <a:pt x="437172" y="25107"/>
                  </a:lnTo>
                  <a:lnTo>
                    <a:pt x="389534" y="27673"/>
                  </a:lnTo>
                  <a:lnTo>
                    <a:pt x="343382" y="35191"/>
                  </a:lnTo>
                  <a:lnTo>
                    <a:pt x="298996" y="47383"/>
                  </a:lnTo>
                  <a:lnTo>
                    <a:pt x="256616" y="64008"/>
                  </a:lnTo>
                  <a:lnTo>
                    <a:pt x="216522" y="84772"/>
                  </a:lnTo>
                  <a:lnTo>
                    <a:pt x="178981" y="109435"/>
                  </a:lnTo>
                  <a:lnTo>
                    <a:pt x="144259" y="137706"/>
                  </a:lnTo>
                  <a:lnTo>
                    <a:pt x="112623" y="169329"/>
                  </a:lnTo>
                  <a:lnTo>
                    <a:pt x="84353" y="204038"/>
                  </a:lnTo>
                  <a:lnTo>
                    <a:pt x="59690" y="241566"/>
                  </a:lnTo>
                  <a:lnTo>
                    <a:pt x="38912" y="281647"/>
                  </a:lnTo>
                  <a:lnTo>
                    <a:pt x="22288" y="324015"/>
                  </a:lnTo>
                  <a:lnTo>
                    <a:pt x="10083" y="368401"/>
                  </a:lnTo>
                  <a:lnTo>
                    <a:pt x="2565" y="414540"/>
                  </a:lnTo>
                  <a:lnTo>
                    <a:pt x="0" y="462165"/>
                  </a:lnTo>
                  <a:lnTo>
                    <a:pt x="2565" y="509778"/>
                  </a:lnTo>
                  <a:lnTo>
                    <a:pt x="10083" y="555917"/>
                  </a:lnTo>
                  <a:lnTo>
                    <a:pt x="22288" y="600303"/>
                  </a:lnTo>
                  <a:lnTo>
                    <a:pt x="38912" y="642670"/>
                  </a:lnTo>
                  <a:lnTo>
                    <a:pt x="59690" y="682752"/>
                  </a:lnTo>
                  <a:lnTo>
                    <a:pt x="84353" y="720280"/>
                  </a:lnTo>
                  <a:lnTo>
                    <a:pt x="112623" y="754989"/>
                  </a:lnTo>
                  <a:lnTo>
                    <a:pt x="144259" y="786612"/>
                  </a:lnTo>
                  <a:lnTo>
                    <a:pt x="178981" y="814895"/>
                  </a:lnTo>
                  <a:lnTo>
                    <a:pt x="216522" y="839546"/>
                  </a:lnTo>
                  <a:lnTo>
                    <a:pt x="256616" y="860323"/>
                  </a:lnTo>
                  <a:lnTo>
                    <a:pt x="298996" y="876935"/>
                  </a:lnTo>
                  <a:lnTo>
                    <a:pt x="343382" y="889139"/>
                  </a:lnTo>
                  <a:lnTo>
                    <a:pt x="389534" y="896658"/>
                  </a:lnTo>
                  <a:lnTo>
                    <a:pt x="437172" y="899223"/>
                  </a:lnTo>
                  <a:lnTo>
                    <a:pt x="484809" y="896658"/>
                  </a:lnTo>
                  <a:lnTo>
                    <a:pt x="530948" y="889139"/>
                  </a:lnTo>
                  <a:lnTo>
                    <a:pt x="575348" y="876935"/>
                  </a:lnTo>
                  <a:lnTo>
                    <a:pt x="617728" y="860323"/>
                  </a:lnTo>
                  <a:lnTo>
                    <a:pt x="657821" y="839546"/>
                  </a:lnTo>
                  <a:lnTo>
                    <a:pt x="695363" y="814895"/>
                  </a:lnTo>
                  <a:lnTo>
                    <a:pt x="730084" y="786612"/>
                  </a:lnTo>
                  <a:lnTo>
                    <a:pt x="761707" y="754989"/>
                  </a:lnTo>
                  <a:lnTo>
                    <a:pt x="789990" y="720280"/>
                  </a:lnTo>
                  <a:lnTo>
                    <a:pt x="814654" y="682752"/>
                  </a:lnTo>
                  <a:lnTo>
                    <a:pt x="835431" y="642670"/>
                  </a:lnTo>
                  <a:lnTo>
                    <a:pt x="852055" y="600303"/>
                  </a:lnTo>
                  <a:lnTo>
                    <a:pt x="864260" y="555917"/>
                  </a:lnTo>
                  <a:lnTo>
                    <a:pt x="871778" y="509778"/>
                  </a:lnTo>
                  <a:lnTo>
                    <a:pt x="874344" y="462165"/>
                  </a:lnTo>
                  <a:lnTo>
                    <a:pt x="871550" y="412851"/>
                  </a:lnTo>
                  <a:lnTo>
                    <a:pt x="864692" y="372757"/>
                  </a:lnTo>
                  <a:lnTo>
                    <a:pt x="885659" y="359448"/>
                  </a:lnTo>
                  <a:lnTo>
                    <a:pt x="916952" y="328180"/>
                  </a:lnTo>
                  <a:lnTo>
                    <a:pt x="940803" y="290690"/>
                  </a:lnTo>
                  <a:lnTo>
                    <a:pt x="956005" y="248196"/>
                  </a:lnTo>
                  <a:lnTo>
                    <a:pt x="961339" y="201904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2732790" y="3667773"/>
              <a:ext cx="283845" cy="283210"/>
            </a:xfrm>
            <a:custGeom>
              <a:avLst/>
              <a:gdLst/>
              <a:ahLst/>
              <a:cxnLst/>
              <a:rect l="l" t="t" r="r" b="b"/>
              <a:pathLst>
                <a:path w="283844" h="283210">
                  <a:moveTo>
                    <a:pt x="141715" y="283131"/>
                  </a:moveTo>
                  <a:lnTo>
                    <a:pt x="96922" y="275914"/>
                  </a:lnTo>
                  <a:lnTo>
                    <a:pt x="58020" y="255817"/>
                  </a:lnTo>
                  <a:lnTo>
                    <a:pt x="27342" y="225172"/>
                  </a:lnTo>
                  <a:lnTo>
                    <a:pt x="7224" y="186311"/>
                  </a:lnTo>
                  <a:lnTo>
                    <a:pt x="0" y="141565"/>
                  </a:lnTo>
                  <a:lnTo>
                    <a:pt x="7224" y="96820"/>
                  </a:lnTo>
                  <a:lnTo>
                    <a:pt x="27342" y="57958"/>
                  </a:lnTo>
                  <a:lnTo>
                    <a:pt x="58020" y="27314"/>
                  </a:lnTo>
                  <a:lnTo>
                    <a:pt x="96922" y="7217"/>
                  </a:lnTo>
                  <a:lnTo>
                    <a:pt x="141715" y="0"/>
                  </a:lnTo>
                  <a:lnTo>
                    <a:pt x="169492" y="2745"/>
                  </a:lnTo>
                  <a:lnTo>
                    <a:pt x="220339" y="23784"/>
                  </a:lnTo>
                  <a:lnTo>
                    <a:pt x="259621" y="63025"/>
                  </a:lnTo>
                  <a:lnTo>
                    <a:pt x="280683" y="113818"/>
                  </a:lnTo>
                  <a:lnTo>
                    <a:pt x="283431" y="141565"/>
                  </a:lnTo>
                  <a:lnTo>
                    <a:pt x="276207" y="186311"/>
                  </a:lnTo>
                  <a:lnTo>
                    <a:pt x="256088" y="225172"/>
                  </a:lnTo>
                  <a:lnTo>
                    <a:pt x="225411" y="255817"/>
                  </a:lnTo>
                  <a:lnTo>
                    <a:pt x="186509" y="275914"/>
                  </a:lnTo>
                  <a:lnTo>
                    <a:pt x="141715" y="2831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2839630" y="3746196"/>
              <a:ext cx="109855" cy="126364"/>
            </a:xfrm>
            <a:custGeom>
              <a:avLst/>
              <a:gdLst/>
              <a:ahLst/>
              <a:cxnLst/>
              <a:rect l="l" t="t" r="r" b="b"/>
              <a:pathLst>
                <a:path w="109855" h="126364">
                  <a:moveTo>
                    <a:pt x="0" y="126285"/>
                  </a:moveTo>
                  <a:lnTo>
                    <a:pt x="0" y="0"/>
                  </a:lnTo>
                  <a:lnTo>
                    <a:pt x="109236" y="63142"/>
                  </a:lnTo>
                  <a:lnTo>
                    <a:pt x="0" y="126285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18696" y="3832975"/>
              <a:ext cx="220129" cy="220628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2460244" y="3853065"/>
              <a:ext cx="125095" cy="125095"/>
            </a:xfrm>
            <a:custGeom>
              <a:avLst/>
              <a:gdLst/>
              <a:ahLst/>
              <a:cxnLst/>
              <a:rect l="l" t="t" r="r" b="b"/>
              <a:pathLst>
                <a:path w="125094" h="125095">
                  <a:moveTo>
                    <a:pt x="124472" y="69888"/>
                  </a:moveTo>
                  <a:lnTo>
                    <a:pt x="115671" y="65062"/>
                  </a:lnTo>
                  <a:lnTo>
                    <a:pt x="115747" y="58750"/>
                  </a:lnTo>
                  <a:lnTo>
                    <a:pt x="115100" y="55448"/>
                  </a:lnTo>
                  <a:lnTo>
                    <a:pt x="123113" y="50457"/>
                  </a:lnTo>
                  <a:lnTo>
                    <a:pt x="118300" y="35420"/>
                  </a:lnTo>
                  <a:lnTo>
                    <a:pt x="107848" y="36144"/>
                  </a:lnTo>
                  <a:lnTo>
                    <a:pt x="104165" y="30607"/>
                  </a:lnTo>
                  <a:lnTo>
                    <a:pt x="102946" y="29400"/>
                  </a:lnTo>
                  <a:lnTo>
                    <a:pt x="107530" y="19710"/>
                  </a:lnTo>
                  <a:lnTo>
                    <a:pt x="95313" y="9715"/>
                  </a:lnTo>
                  <a:lnTo>
                    <a:pt x="86093" y="16560"/>
                  </a:lnTo>
                  <a:lnTo>
                    <a:pt x="78473" y="13335"/>
                  </a:lnTo>
                  <a:lnTo>
                    <a:pt x="76847" y="1790"/>
                  </a:lnTo>
                  <a:lnTo>
                    <a:pt x="61137" y="0"/>
                  </a:lnTo>
                  <a:lnTo>
                    <a:pt x="56603" y="12065"/>
                  </a:lnTo>
                  <a:lnTo>
                    <a:pt x="50025" y="12598"/>
                  </a:lnTo>
                  <a:lnTo>
                    <a:pt x="42049" y="3200"/>
                  </a:lnTo>
                  <a:lnTo>
                    <a:pt x="27889" y="10198"/>
                  </a:lnTo>
                  <a:lnTo>
                    <a:pt x="30276" y="21183"/>
                  </a:lnTo>
                  <a:lnTo>
                    <a:pt x="28625" y="22009"/>
                  </a:lnTo>
                  <a:lnTo>
                    <a:pt x="24371" y="26860"/>
                  </a:lnTo>
                  <a:lnTo>
                    <a:pt x="13169" y="23444"/>
                  </a:lnTo>
                  <a:lnTo>
                    <a:pt x="5092" y="37020"/>
                  </a:lnTo>
                  <a:lnTo>
                    <a:pt x="12814" y="44742"/>
                  </a:lnTo>
                  <a:lnTo>
                    <a:pt x="10134" y="52870"/>
                  </a:lnTo>
                  <a:lnTo>
                    <a:pt x="0" y="55727"/>
                  </a:lnTo>
                  <a:lnTo>
                    <a:pt x="508" y="71526"/>
                  </a:lnTo>
                  <a:lnTo>
                    <a:pt x="10363" y="73672"/>
                  </a:lnTo>
                  <a:lnTo>
                    <a:pt x="10718" y="77495"/>
                  </a:lnTo>
                  <a:lnTo>
                    <a:pt x="13639" y="82943"/>
                  </a:lnTo>
                  <a:lnTo>
                    <a:pt x="6515" y="90995"/>
                  </a:lnTo>
                  <a:lnTo>
                    <a:pt x="15519" y="103974"/>
                  </a:lnTo>
                  <a:lnTo>
                    <a:pt x="26060" y="100063"/>
                  </a:lnTo>
                  <a:lnTo>
                    <a:pt x="32156" y="105130"/>
                  </a:lnTo>
                  <a:lnTo>
                    <a:pt x="30467" y="116382"/>
                  </a:lnTo>
                  <a:lnTo>
                    <a:pt x="45059" y="122428"/>
                  </a:lnTo>
                  <a:lnTo>
                    <a:pt x="51841" y="113322"/>
                  </a:lnTo>
                  <a:lnTo>
                    <a:pt x="56324" y="114731"/>
                  </a:lnTo>
                  <a:lnTo>
                    <a:pt x="60502" y="114401"/>
                  </a:lnTo>
                  <a:lnTo>
                    <a:pt x="65087" y="124752"/>
                  </a:lnTo>
                  <a:lnTo>
                    <a:pt x="80683" y="122059"/>
                  </a:lnTo>
                  <a:lnTo>
                    <a:pt x="81483" y="111061"/>
                  </a:lnTo>
                  <a:lnTo>
                    <a:pt x="89712" y="106921"/>
                  </a:lnTo>
                  <a:lnTo>
                    <a:pt x="98869" y="112890"/>
                  </a:lnTo>
                  <a:lnTo>
                    <a:pt x="110502" y="102171"/>
                  </a:lnTo>
                  <a:lnTo>
                    <a:pt x="105410" y="92925"/>
                  </a:lnTo>
                  <a:lnTo>
                    <a:pt x="109131" y="88696"/>
                  </a:lnTo>
                  <a:lnTo>
                    <a:pt x="110324" y="85051"/>
                  </a:lnTo>
                  <a:lnTo>
                    <a:pt x="120421" y="85178"/>
                  </a:lnTo>
                  <a:lnTo>
                    <a:pt x="124472" y="698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2492423" y="3885691"/>
              <a:ext cx="63500" cy="60960"/>
            </a:xfrm>
            <a:custGeom>
              <a:avLst/>
              <a:gdLst/>
              <a:ahLst/>
              <a:cxnLst/>
              <a:rect l="l" t="t" r="r" b="b"/>
              <a:pathLst>
                <a:path w="63500" h="60960">
                  <a:moveTo>
                    <a:pt x="27674" y="60359"/>
                  </a:moveTo>
                  <a:lnTo>
                    <a:pt x="15833" y="56609"/>
                  </a:lnTo>
                  <a:lnTo>
                    <a:pt x="6681" y="49016"/>
                  </a:lnTo>
                  <a:lnTo>
                    <a:pt x="1106" y="38664"/>
                  </a:lnTo>
                  <a:lnTo>
                    <a:pt x="0" y="26638"/>
                  </a:lnTo>
                  <a:lnTo>
                    <a:pt x="3783" y="15169"/>
                  </a:lnTo>
                  <a:lnTo>
                    <a:pt x="11543" y="6335"/>
                  </a:lnTo>
                  <a:lnTo>
                    <a:pt x="22278" y="938"/>
                  </a:lnTo>
                  <a:lnTo>
                    <a:pt x="22848" y="938"/>
                  </a:lnTo>
                  <a:lnTo>
                    <a:pt x="34550" y="0"/>
                  </a:lnTo>
                  <a:lnTo>
                    <a:pt x="42801" y="938"/>
                  </a:lnTo>
                  <a:lnTo>
                    <a:pt x="50352" y="5019"/>
                  </a:lnTo>
                  <a:lnTo>
                    <a:pt x="60732" y="17667"/>
                  </a:lnTo>
                  <a:lnTo>
                    <a:pt x="63135" y="25716"/>
                  </a:lnTo>
                  <a:lnTo>
                    <a:pt x="62224" y="33720"/>
                  </a:lnTo>
                  <a:lnTo>
                    <a:pt x="58441" y="45190"/>
                  </a:lnTo>
                  <a:lnTo>
                    <a:pt x="50680" y="54024"/>
                  </a:lnTo>
                  <a:lnTo>
                    <a:pt x="40054" y="59366"/>
                  </a:lnTo>
                  <a:lnTo>
                    <a:pt x="27674" y="6035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2383269" y="3985183"/>
              <a:ext cx="444500" cy="438150"/>
            </a:xfrm>
            <a:custGeom>
              <a:avLst/>
              <a:gdLst/>
              <a:ahLst/>
              <a:cxnLst/>
              <a:rect l="l" t="t" r="r" b="b"/>
              <a:pathLst>
                <a:path w="444500" h="438150">
                  <a:moveTo>
                    <a:pt x="444258" y="220916"/>
                  </a:moveTo>
                  <a:lnTo>
                    <a:pt x="411302" y="207403"/>
                  </a:lnTo>
                  <a:lnTo>
                    <a:pt x="409028" y="185140"/>
                  </a:lnTo>
                  <a:lnTo>
                    <a:pt x="405460" y="173761"/>
                  </a:lnTo>
                  <a:lnTo>
                    <a:pt x="431647" y="152958"/>
                  </a:lnTo>
                  <a:lnTo>
                    <a:pt x="408635" y="101892"/>
                  </a:lnTo>
                  <a:lnTo>
                    <a:pt x="372084" y="108585"/>
                  </a:lnTo>
                  <a:lnTo>
                    <a:pt x="356908" y="90614"/>
                  </a:lnTo>
                  <a:lnTo>
                    <a:pt x="352158" y="86842"/>
                  </a:lnTo>
                  <a:lnTo>
                    <a:pt x="364413" y="50876"/>
                  </a:lnTo>
                  <a:lnTo>
                    <a:pt x="317334" y="20523"/>
                  </a:lnTo>
                  <a:lnTo>
                    <a:pt x="287629" y="48348"/>
                  </a:lnTo>
                  <a:lnTo>
                    <a:pt x="259486" y="40030"/>
                  </a:lnTo>
                  <a:lnTo>
                    <a:pt x="259118" y="40005"/>
                  </a:lnTo>
                  <a:lnTo>
                    <a:pt x="249123" y="0"/>
                  </a:lnTo>
                  <a:lnTo>
                    <a:pt x="193040" y="0"/>
                  </a:lnTo>
                  <a:lnTo>
                    <a:pt x="182626" y="41605"/>
                  </a:lnTo>
                  <a:lnTo>
                    <a:pt x="171462" y="43053"/>
                  </a:lnTo>
                  <a:lnTo>
                    <a:pt x="158508" y="48361"/>
                  </a:lnTo>
                  <a:lnTo>
                    <a:pt x="127088" y="18923"/>
                  </a:lnTo>
                  <a:lnTo>
                    <a:pt x="80010" y="49276"/>
                  </a:lnTo>
                  <a:lnTo>
                    <a:pt x="92710" y="86601"/>
                  </a:lnTo>
                  <a:lnTo>
                    <a:pt x="87350" y="90614"/>
                  </a:lnTo>
                  <a:lnTo>
                    <a:pt x="72656" y="109067"/>
                  </a:lnTo>
                  <a:lnTo>
                    <a:pt x="33464" y="101892"/>
                  </a:lnTo>
                  <a:lnTo>
                    <a:pt x="10452" y="152958"/>
                  </a:lnTo>
                  <a:lnTo>
                    <a:pt x="37960" y="174828"/>
                  </a:lnTo>
                  <a:lnTo>
                    <a:pt x="33477" y="207187"/>
                  </a:lnTo>
                  <a:lnTo>
                    <a:pt x="0" y="220916"/>
                  </a:lnTo>
                  <a:lnTo>
                    <a:pt x="8153" y="276415"/>
                  </a:lnTo>
                  <a:lnTo>
                    <a:pt x="42379" y="279882"/>
                  </a:lnTo>
                  <a:lnTo>
                    <a:pt x="57200" y="313956"/>
                  </a:lnTo>
                  <a:lnTo>
                    <a:pt x="37109" y="342646"/>
                  </a:lnTo>
                  <a:lnTo>
                    <a:pt x="74066" y="384784"/>
                  </a:lnTo>
                  <a:lnTo>
                    <a:pt x="107937" y="367588"/>
                  </a:lnTo>
                  <a:lnTo>
                    <a:pt x="125933" y="381063"/>
                  </a:lnTo>
                  <a:lnTo>
                    <a:pt x="133096" y="384009"/>
                  </a:lnTo>
                  <a:lnTo>
                    <a:pt x="131699" y="422478"/>
                  </a:lnTo>
                  <a:lnTo>
                    <a:pt x="185521" y="437934"/>
                  </a:lnTo>
                  <a:lnTo>
                    <a:pt x="205168" y="404114"/>
                  </a:lnTo>
                  <a:lnTo>
                    <a:pt x="222123" y="406323"/>
                  </a:lnTo>
                  <a:lnTo>
                    <a:pt x="237286" y="404342"/>
                  </a:lnTo>
                  <a:lnTo>
                    <a:pt x="257048" y="438073"/>
                  </a:lnTo>
                  <a:lnTo>
                    <a:pt x="310883" y="422338"/>
                  </a:lnTo>
                  <a:lnTo>
                    <a:pt x="309384" y="384733"/>
                  </a:lnTo>
                  <a:lnTo>
                    <a:pt x="318325" y="381063"/>
                  </a:lnTo>
                  <a:lnTo>
                    <a:pt x="338226" y="366153"/>
                  </a:lnTo>
                  <a:lnTo>
                    <a:pt x="371297" y="382727"/>
                  </a:lnTo>
                  <a:lnTo>
                    <a:pt x="407962" y="340309"/>
                  </a:lnTo>
                  <a:lnTo>
                    <a:pt x="387896" y="311975"/>
                  </a:lnTo>
                  <a:lnTo>
                    <a:pt x="401853" y="279882"/>
                  </a:lnTo>
                  <a:lnTo>
                    <a:pt x="436105" y="276415"/>
                  </a:lnTo>
                  <a:lnTo>
                    <a:pt x="444258" y="2209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90369" y="4098824"/>
              <a:ext cx="222070" cy="215494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3125165" y="3607447"/>
              <a:ext cx="961390" cy="899794"/>
            </a:xfrm>
            <a:custGeom>
              <a:avLst/>
              <a:gdLst/>
              <a:ahLst/>
              <a:cxnLst/>
              <a:rect l="l" t="t" r="r" b="b"/>
              <a:pathLst>
                <a:path w="961389" h="899795">
                  <a:moveTo>
                    <a:pt x="961339" y="201904"/>
                  </a:moveTo>
                  <a:lnTo>
                    <a:pt x="957414" y="162331"/>
                  </a:lnTo>
                  <a:lnTo>
                    <a:pt x="945946" y="124637"/>
                  </a:lnTo>
                  <a:lnTo>
                    <a:pt x="927379" y="89890"/>
                  </a:lnTo>
                  <a:lnTo>
                    <a:pt x="902144" y="59131"/>
                  </a:lnTo>
                  <a:lnTo>
                    <a:pt x="871372" y="33921"/>
                  </a:lnTo>
                  <a:lnTo>
                    <a:pt x="836599" y="15367"/>
                  </a:lnTo>
                  <a:lnTo>
                    <a:pt x="798868" y="3911"/>
                  </a:lnTo>
                  <a:lnTo>
                    <a:pt x="759269" y="0"/>
                  </a:lnTo>
                  <a:lnTo>
                    <a:pt x="712939" y="5334"/>
                  </a:lnTo>
                  <a:lnTo>
                    <a:pt x="670407" y="20523"/>
                  </a:lnTo>
                  <a:lnTo>
                    <a:pt x="632891" y="44361"/>
                  </a:lnTo>
                  <a:lnTo>
                    <a:pt x="614121" y="63119"/>
                  </a:lnTo>
                  <a:lnTo>
                    <a:pt x="581698" y="49682"/>
                  </a:lnTo>
                  <a:lnTo>
                    <a:pt x="534809" y="36144"/>
                  </a:lnTo>
                  <a:lnTo>
                    <a:pt x="486498" y="27901"/>
                  </a:lnTo>
                  <a:lnTo>
                    <a:pt x="437172" y="25107"/>
                  </a:lnTo>
                  <a:lnTo>
                    <a:pt x="389534" y="27673"/>
                  </a:lnTo>
                  <a:lnTo>
                    <a:pt x="343382" y="35191"/>
                  </a:lnTo>
                  <a:lnTo>
                    <a:pt x="298983" y="47383"/>
                  </a:lnTo>
                  <a:lnTo>
                    <a:pt x="256603" y="64008"/>
                  </a:lnTo>
                  <a:lnTo>
                    <a:pt x="216522" y="84772"/>
                  </a:lnTo>
                  <a:lnTo>
                    <a:pt x="178981" y="109435"/>
                  </a:lnTo>
                  <a:lnTo>
                    <a:pt x="144259" y="137706"/>
                  </a:lnTo>
                  <a:lnTo>
                    <a:pt x="112623" y="169329"/>
                  </a:lnTo>
                  <a:lnTo>
                    <a:pt x="84340" y="204038"/>
                  </a:lnTo>
                  <a:lnTo>
                    <a:pt x="59677" y="241566"/>
                  </a:lnTo>
                  <a:lnTo>
                    <a:pt x="38900" y="281647"/>
                  </a:lnTo>
                  <a:lnTo>
                    <a:pt x="22275" y="324015"/>
                  </a:lnTo>
                  <a:lnTo>
                    <a:pt x="10071" y="368401"/>
                  </a:lnTo>
                  <a:lnTo>
                    <a:pt x="2565" y="414540"/>
                  </a:lnTo>
                  <a:lnTo>
                    <a:pt x="0" y="462165"/>
                  </a:lnTo>
                  <a:lnTo>
                    <a:pt x="2565" y="509778"/>
                  </a:lnTo>
                  <a:lnTo>
                    <a:pt x="10071" y="555917"/>
                  </a:lnTo>
                  <a:lnTo>
                    <a:pt x="22275" y="600303"/>
                  </a:lnTo>
                  <a:lnTo>
                    <a:pt x="38900" y="642670"/>
                  </a:lnTo>
                  <a:lnTo>
                    <a:pt x="59677" y="682752"/>
                  </a:lnTo>
                  <a:lnTo>
                    <a:pt x="84340" y="720280"/>
                  </a:lnTo>
                  <a:lnTo>
                    <a:pt x="112623" y="754989"/>
                  </a:lnTo>
                  <a:lnTo>
                    <a:pt x="144259" y="786612"/>
                  </a:lnTo>
                  <a:lnTo>
                    <a:pt x="178981" y="814895"/>
                  </a:lnTo>
                  <a:lnTo>
                    <a:pt x="216522" y="839546"/>
                  </a:lnTo>
                  <a:lnTo>
                    <a:pt x="256603" y="860323"/>
                  </a:lnTo>
                  <a:lnTo>
                    <a:pt x="298983" y="876935"/>
                  </a:lnTo>
                  <a:lnTo>
                    <a:pt x="343382" y="889139"/>
                  </a:lnTo>
                  <a:lnTo>
                    <a:pt x="389534" y="896658"/>
                  </a:lnTo>
                  <a:lnTo>
                    <a:pt x="437172" y="899223"/>
                  </a:lnTo>
                  <a:lnTo>
                    <a:pt x="484797" y="896658"/>
                  </a:lnTo>
                  <a:lnTo>
                    <a:pt x="530948" y="889139"/>
                  </a:lnTo>
                  <a:lnTo>
                    <a:pt x="575348" y="876935"/>
                  </a:lnTo>
                  <a:lnTo>
                    <a:pt x="617728" y="860323"/>
                  </a:lnTo>
                  <a:lnTo>
                    <a:pt x="657821" y="839546"/>
                  </a:lnTo>
                  <a:lnTo>
                    <a:pt x="695350" y="814895"/>
                  </a:lnTo>
                  <a:lnTo>
                    <a:pt x="730072" y="786612"/>
                  </a:lnTo>
                  <a:lnTo>
                    <a:pt x="761707" y="754989"/>
                  </a:lnTo>
                  <a:lnTo>
                    <a:pt x="789990" y="720280"/>
                  </a:lnTo>
                  <a:lnTo>
                    <a:pt x="814654" y="682752"/>
                  </a:lnTo>
                  <a:lnTo>
                    <a:pt x="835431" y="642670"/>
                  </a:lnTo>
                  <a:lnTo>
                    <a:pt x="852055" y="600303"/>
                  </a:lnTo>
                  <a:lnTo>
                    <a:pt x="864260" y="555917"/>
                  </a:lnTo>
                  <a:lnTo>
                    <a:pt x="871778" y="509778"/>
                  </a:lnTo>
                  <a:lnTo>
                    <a:pt x="874344" y="462165"/>
                  </a:lnTo>
                  <a:lnTo>
                    <a:pt x="871550" y="412851"/>
                  </a:lnTo>
                  <a:lnTo>
                    <a:pt x="864692" y="372757"/>
                  </a:lnTo>
                  <a:lnTo>
                    <a:pt x="885647" y="359448"/>
                  </a:lnTo>
                  <a:lnTo>
                    <a:pt x="916940" y="328180"/>
                  </a:lnTo>
                  <a:lnTo>
                    <a:pt x="940790" y="290690"/>
                  </a:lnTo>
                  <a:lnTo>
                    <a:pt x="955992" y="248196"/>
                  </a:lnTo>
                  <a:lnTo>
                    <a:pt x="961339" y="201904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3742715" y="3667773"/>
              <a:ext cx="283845" cy="283210"/>
            </a:xfrm>
            <a:custGeom>
              <a:avLst/>
              <a:gdLst/>
              <a:ahLst/>
              <a:cxnLst/>
              <a:rect l="l" t="t" r="r" b="b"/>
              <a:pathLst>
                <a:path w="283845" h="283210">
                  <a:moveTo>
                    <a:pt x="141716" y="283131"/>
                  </a:moveTo>
                  <a:lnTo>
                    <a:pt x="96922" y="275914"/>
                  </a:lnTo>
                  <a:lnTo>
                    <a:pt x="58020" y="255817"/>
                  </a:lnTo>
                  <a:lnTo>
                    <a:pt x="27343" y="225172"/>
                  </a:lnTo>
                  <a:lnTo>
                    <a:pt x="7224" y="186311"/>
                  </a:lnTo>
                  <a:lnTo>
                    <a:pt x="0" y="141565"/>
                  </a:lnTo>
                  <a:lnTo>
                    <a:pt x="7224" y="96820"/>
                  </a:lnTo>
                  <a:lnTo>
                    <a:pt x="27343" y="57958"/>
                  </a:lnTo>
                  <a:lnTo>
                    <a:pt x="58020" y="27314"/>
                  </a:lnTo>
                  <a:lnTo>
                    <a:pt x="96922" y="7217"/>
                  </a:lnTo>
                  <a:lnTo>
                    <a:pt x="141716" y="0"/>
                  </a:lnTo>
                  <a:lnTo>
                    <a:pt x="169492" y="2745"/>
                  </a:lnTo>
                  <a:lnTo>
                    <a:pt x="220340" y="23784"/>
                  </a:lnTo>
                  <a:lnTo>
                    <a:pt x="259622" y="63025"/>
                  </a:lnTo>
                  <a:lnTo>
                    <a:pt x="280683" y="113818"/>
                  </a:lnTo>
                  <a:lnTo>
                    <a:pt x="283431" y="141565"/>
                  </a:lnTo>
                  <a:lnTo>
                    <a:pt x="276207" y="186311"/>
                  </a:lnTo>
                  <a:lnTo>
                    <a:pt x="256088" y="225172"/>
                  </a:lnTo>
                  <a:lnTo>
                    <a:pt x="225411" y="255817"/>
                  </a:lnTo>
                  <a:lnTo>
                    <a:pt x="186509" y="275914"/>
                  </a:lnTo>
                  <a:lnTo>
                    <a:pt x="141716" y="2831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3849555" y="3746196"/>
              <a:ext cx="109855" cy="126364"/>
            </a:xfrm>
            <a:custGeom>
              <a:avLst/>
              <a:gdLst/>
              <a:ahLst/>
              <a:cxnLst/>
              <a:rect l="l" t="t" r="r" b="b"/>
              <a:pathLst>
                <a:path w="109854" h="126364">
                  <a:moveTo>
                    <a:pt x="0" y="126285"/>
                  </a:moveTo>
                  <a:lnTo>
                    <a:pt x="0" y="0"/>
                  </a:lnTo>
                  <a:lnTo>
                    <a:pt x="109237" y="63142"/>
                  </a:lnTo>
                  <a:lnTo>
                    <a:pt x="0" y="126285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28621" y="3832975"/>
              <a:ext cx="220129" cy="220628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3470160" y="3853065"/>
              <a:ext cx="125095" cy="125095"/>
            </a:xfrm>
            <a:custGeom>
              <a:avLst/>
              <a:gdLst/>
              <a:ahLst/>
              <a:cxnLst/>
              <a:rect l="l" t="t" r="r" b="b"/>
              <a:pathLst>
                <a:path w="125095" h="125095">
                  <a:moveTo>
                    <a:pt x="124485" y="69888"/>
                  </a:moveTo>
                  <a:lnTo>
                    <a:pt x="115671" y="65049"/>
                  </a:lnTo>
                  <a:lnTo>
                    <a:pt x="115760" y="58750"/>
                  </a:lnTo>
                  <a:lnTo>
                    <a:pt x="115112" y="55448"/>
                  </a:lnTo>
                  <a:lnTo>
                    <a:pt x="123126" y="50457"/>
                  </a:lnTo>
                  <a:lnTo>
                    <a:pt x="118300" y="35420"/>
                  </a:lnTo>
                  <a:lnTo>
                    <a:pt x="107848" y="36144"/>
                  </a:lnTo>
                  <a:lnTo>
                    <a:pt x="104165" y="30607"/>
                  </a:lnTo>
                  <a:lnTo>
                    <a:pt x="102958" y="29413"/>
                  </a:lnTo>
                  <a:lnTo>
                    <a:pt x="107543" y="19710"/>
                  </a:lnTo>
                  <a:lnTo>
                    <a:pt x="95313" y="9715"/>
                  </a:lnTo>
                  <a:lnTo>
                    <a:pt x="86093" y="16560"/>
                  </a:lnTo>
                  <a:lnTo>
                    <a:pt x="78486" y="13335"/>
                  </a:lnTo>
                  <a:lnTo>
                    <a:pt x="76860" y="1790"/>
                  </a:lnTo>
                  <a:lnTo>
                    <a:pt x="61137" y="0"/>
                  </a:lnTo>
                  <a:lnTo>
                    <a:pt x="56616" y="12065"/>
                  </a:lnTo>
                  <a:lnTo>
                    <a:pt x="50038" y="12598"/>
                  </a:lnTo>
                  <a:lnTo>
                    <a:pt x="42062" y="3200"/>
                  </a:lnTo>
                  <a:lnTo>
                    <a:pt x="27901" y="10198"/>
                  </a:lnTo>
                  <a:lnTo>
                    <a:pt x="30289" y="21183"/>
                  </a:lnTo>
                  <a:lnTo>
                    <a:pt x="28638" y="22009"/>
                  </a:lnTo>
                  <a:lnTo>
                    <a:pt x="24384" y="26847"/>
                  </a:lnTo>
                  <a:lnTo>
                    <a:pt x="13182" y="23444"/>
                  </a:lnTo>
                  <a:lnTo>
                    <a:pt x="5105" y="37020"/>
                  </a:lnTo>
                  <a:lnTo>
                    <a:pt x="12814" y="44742"/>
                  </a:lnTo>
                  <a:lnTo>
                    <a:pt x="10134" y="52857"/>
                  </a:lnTo>
                  <a:lnTo>
                    <a:pt x="0" y="55727"/>
                  </a:lnTo>
                  <a:lnTo>
                    <a:pt x="520" y="71526"/>
                  </a:lnTo>
                  <a:lnTo>
                    <a:pt x="10363" y="73672"/>
                  </a:lnTo>
                  <a:lnTo>
                    <a:pt x="10718" y="77495"/>
                  </a:lnTo>
                  <a:lnTo>
                    <a:pt x="13652" y="82943"/>
                  </a:lnTo>
                  <a:lnTo>
                    <a:pt x="6515" y="90995"/>
                  </a:lnTo>
                  <a:lnTo>
                    <a:pt x="15532" y="103974"/>
                  </a:lnTo>
                  <a:lnTo>
                    <a:pt x="26073" y="100063"/>
                  </a:lnTo>
                  <a:lnTo>
                    <a:pt x="32169" y="105130"/>
                  </a:lnTo>
                  <a:lnTo>
                    <a:pt x="30480" y="116382"/>
                  </a:lnTo>
                  <a:lnTo>
                    <a:pt x="45059" y="122428"/>
                  </a:lnTo>
                  <a:lnTo>
                    <a:pt x="51841" y="113322"/>
                  </a:lnTo>
                  <a:lnTo>
                    <a:pt x="56324" y="114731"/>
                  </a:lnTo>
                  <a:lnTo>
                    <a:pt x="60515" y="114401"/>
                  </a:lnTo>
                  <a:lnTo>
                    <a:pt x="65100" y="124752"/>
                  </a:lnTo>
                  <a:lnTo>
                    <a:pt x="80695" y="122059"/>
                  </a:lnTo>
                  <a:lnTo>
                    <a:pt x="81495" y="111074"/>
                  </a:lnTo>
                  <a:lnTo>
                    <a:pt x="89725" y="106921"/>
                  </a:lnTo>
                  <a:lnTo>
                    <a:pt x="98882" y="112890"/>
                  </a:lnTo>
                  <a:lnTo>
                    <a:pt x="110502" y="102171"/>
                  </a:lnTo>
                  <a:lnTo>
                    <a:pt x="105410" y="92938"/>
                  </a:lnTo>
                  <a:lnTo>
                    <a:pt x="109143" y="88696"/>
                  </a:lnTo>
                  <a:lnTo>
                    <a:pt x="110337" y="85051"/>
                  </a:lnTo>
                  <a:lnTo>
                    <a:pt x="120434" y="85178"/>
                  </a:lnTo>
                  <a:lnTo>
                    <a:pt x="124485" y="698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3502348" y="3885691"/>
              <a:ext cx="63500" cy="60960"/>
            </a:xfrm>
            <a:custGeom>
              <a:avLst/>
              <a:gdLst/>
              <a:ahLst/>
              <a:cxnLst/>
              <a:rect l="l" t="t" r="r" b="b"/>
              <a:pathLst>
                <a:path w="63500" h="60960">
                  <a:moveTo>
                    <a:pt x="27673" y="60359"/>
                  </a:moveTo>
                  <a:lnTo>
                    <a:pt x="15833" y="56609"/>
                  </a:lnTo>
                  <a:lnTo>
                    <a:pt x="6681" y="49016"/>
                  </a:lnTo>
                  <a:lnTo>
                    <a:pt x="1106" y="38664"/>
                  </a:lnTo>
                  <a:lnTo>
                    <a:pt x="0" y="26638"/>
                  </a:lnTo>
                  <a:lnTo>
                    <a:pt x="3783" y="15169"/>
                  </a:lnTo>
                  <a:lnTo>
                    <a:pt x="11543" y="6335"/>
                  </a:lnTo>
                  <a:lnTo>
                    <a:pt x="22277" y="938"/>
                  </a:lnTo>
                  <a:lnTo>
                    <a:pt x="22847" y="938"/>
                  </a:lnTo>
                  <a:lnTo>
                    <a:pt x="34549" y="0"/>
                  </a:lnTo>
                  <a:lnTo>
                    <a:pt x="42801" y="938"/>
                  </a:lnTo>
                  <a:lnTo>
                    <a:pt x="50352" y="5019"/>
                  </a:lnTo>
                  <a:lnTo>
                    <a:pt x="60732" y="17667"/>
                  </a:lnTo>
                  <a:lnTo>
                    <a:pt x="63135" y="25716"/>
                  </a:lnTo>
                  <a:lnTo>
                    <a:pt x="62223" y="33720"/>
                  </a:lnTo>
                  <a:lnTo>
                    <a:pt x="58440" y="45190"/>
                  </a:lnTo>
                  <a:lnTo>
                    <a:pt x="50680" y="54024"/>
                  </a:lnTo>
                  <a:lnTo>
                    <a:pt x="40054" y="59366"/>
                  </a:lnTo>
                  <a:lnTo>
                    <a:pt x="27673" y="6035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3393186" y="3985183"/>
              <a:ext cx="444500" cy="438150"/>
            </a:xfrm>
            <a:custGeom>
              <a:avLst/>
              <a:gdLst/>
              <a:ahLst/>
              <a:cxnLst/>
              <a:rect l="l" t="t" r="r" b="b"/>
              <a:pathLst>
                <a:path w="444500" h="438150">
                  <a:moveTo>
                    <a:pt x="444258" y="220916"/>
                  </a:moveTo>
                  <a:lnTo>
                    <a:pt x="411302" y="207403"/>
                  </a:lnTo>
                  <a:lnTo>
                    <a:pt x="409041" y="185140"/>
                  </a:lnTo>
                  <a:lnTo>
                    <a:pt x="405472" y="173761"/>
                  </a:lnTo>
                  <a:lnTo>
                    <a:pt x="431660" y="152958"/>
                  </a:lnTo>
                  <a:lnTo>
                    <a:pt x="408647" y="101892"/>
                  </a:lnTo>
                  <a:lnTo>
                    <a:pt x="372084" y="108585"/>
                  </a:lnTo>
                  <a:lnTo>
                    <a:pt x="356908" y="90614"/>
                  </a:lnTo>
                  <a:lnTo>
                    <a:pt x="352158" y="86842"/>
                  </a:lnTo>
                  <a:lnTo>
                    <a:pt x="364426" y="50876"/>
                  </a:lnTo>
                  <a:lnTo>
                    <a:pt x="317334" y="20523"/>
                  </a:lnTo>
                  <a:lnTo>
                    <a:pt x="287629" y="48348"/>
                  </a:lnTo>
                  <a:lnTo>
                    <a:pt x="259499" y="40030"/>
                  </a:lnTo>
                  <a:lnTo>
                    <a:pt x="259130" y="40005"/>
                  </a:lnTo>
                  <a:lnTo>
                    <a:pt x="249135" y="0"/>
                  </a:lnTo>
                  <a:lnTo>
                    <a:pt x="193040" y="0"/>
                  </a:lnTo>
                  <a:lnTo>
                    <a:pt x="182638" y="41605"/>
                  </a:lnTo>
                  <a:lnTo>
                    <a:pt x="171462" y="43053"/>
                  </a:lnTo>
                  <a:lnTo>
                    <a:pt x="158508" y="48361"/>
                  </a:lnTo>
                  <a:lnTo>
                    <a:pt x="127101" y="18923"/>
                  </a:lnTo>
                  <a:lnTo>
                    <a:pt x="80022" y="49276"/>
                  </a:lnTo>
                  <a:lnTo>
                    <a:pt x="92722" y="86601"/>
                  </a:lnTo>
                  <a:lnTo>
                    <a:pt x="87363" y="90614"/>
                  </a:lnTo>
                  <a:lnTo>
                    <a:pt x="72656" y="109067"/>
                  </a:lnTo>
                  <a:lnTo>
                    <a:pt x="33477" y="101892"/>
                  </a:lnTo>
                  <a:lnTo>
                    <a:pt x="10452" y="152958"/>
                  </a:lnTo>
                  <a:lnTo>
                    <a:pt x="37973" y="174828"/>
                  </a:lnTo>
                  <a:lnTo>
                    <a:pt x="33489" y="207187"/>
                  </a:lnTo>
                  <a:lnTo>
                    <a:pt x="0" y="220916"/>
                  </a:lnTo>
                  <a:lnTo>
                    <a:pt x="8153" y="276415"/>
                  </a:lnTo>
                  <a:lnTo>
                    <a:pt x="42392" y="279882"/>
                  </a:lnTo>
                  <a:lnTo>
                    <a:pt x="57213" y="313956"/>
                  </a:lnTo>
                  <a:lnTo>
                    <a:pt x="37122" y="342646"/>
                  </a:lnTo>
                  <a:lnTo>
                    <a:pt x="74066" y="384784"/>
                  </a:lnTo>
                  <a:lnTo>
                    <a:pt x="107950" y="367601"/>
                  </a:lnTo>
                  <a:lnTo>
                    <a:pt x="125933" y="381063"/>
                  </a:lnTo>
                  <a:lnTo>
                    <a:pt x="133108" y="384009"/>
                  </a:lnTo>
                  <a:lnTo>
                    <a:pt x="131711" y="422478"/>
                  </a:lnTo>
                  <a:lnTo>
                    <a:pt x="185521" y="437934"/>
                  </a:lnTo>
                  <a:lnTo>
                    <a:pt x="205181" y="404114"/>
                  </a:lnTo>
                  <a:lnTo>
                    <a:pt x="222135" y="406323"/>
                  </a:lnTo>
                  <a:lnTo>
                    <a:pt x="237286" y="404355"/>
                  </a:lnTo>
                  <a:lnTo>
                    <a:pt x="257048" y="438073"/>
                  </a:lnTo>
                  <a:lnTo>
                    <a:pt x="310896" y="422338"/>
                  </a:lnTo>
                  <a:lnTo>
                    <a:pt x="309397" y="384733"/>
                  </a:lnTo>
                  <a:lnTo>
                    <a:pt x="318338" y="381063"/>
                  </a:lnTo>
                  <a:lnTo>
                    <a:pt x="338226" y="366153"/>
                  </a:lnTo>
                  <a:lnTo>
                    <a:pt x="371297" y="382727"/>
                  </a:lnTo>
                  <a:lnTo>
                    <a:pt x="407974" y="340309"/>
                  </a:lnTo>
                  <a:lnTo>
                    <a:pt x="387908" y="311975"/>
                  </a:lnTo>
                  <a:lnTo>
                    <a:pt x="401866" y="279882"/>
                  </a:lnTo>
                  <a:lnTo>
                    <a:pt x="436118" y="276415"/>
                  </a:lnTo>
                  <a:lnTo>
                    <a:pt x="444258" y="2209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00294" y="4098824"/>
              <a:ext cx="222070" cy="215494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2572260" y="2741287"/>
              <a:ext cx="0" cy="695960"/>
            </a:xfrm>
            <a:custGeom>
              <a:avLst/>
              <a:gdLst/>
              <a:ahLst/>
              <a:cxnLst/>
              <a:rect l="l" t="t" r="r" b="b"/>
              <a:pathLst>
                <a:path w="0" h="695960">
                  <a:moveTo>
                    <a:pt x="0" y="0"/>
                  </a:moveTo>
                  <a:lnTo>
                    <a:pt x="0" y="695900"/>
                  </a:lnTo>
                </a:path>
              </a:pathLst>
            </a:custGeom>
            <a:ln w="38099">
              <a:solidFill>
                <a:srgbClr val="98989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490536" y="3418138"/>
              <a:ext cx="163448" cy="163448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2062403" y="1857489"/>
              <a:ext cx="1066800" cy="1005840"/>
            </a:xfrm>
            <a:custGeom>
              <a:avLst/>
              <a:gdLst/>
              <a:ahLst/>
              <a:cxnLst/>
              <a:rect l="l" t="t" r="r" b="b"/>
              <a:pathLst>
                <a:path w="1066800" h="1005839">
                  <a:moveTo>
                    <a:pt x="1066419" y="238569"/>
                  </a:moveTo>
                  <a:lnTo>
                    <a:pt x="1061923" y="193027"/>
                  </a:lnTo>
                  <a:lnTo>
                    <a:pt x="1048791" y="149656"/>
                  </a:lnTo>
                  <a:lnTo>
                    <a:pt x="1027518" y="109664"/>
                  </a:lnTo>
                  <a:lnTo>
                    <a:pt x="998601" y="74282"/>
                  </a:lnTo>
                  <a:lnTo>
                    <a:pt x="963333" y="45262"/>
                  </a:lnTo>
                  <a:lnTo>
                    <a:pt x="923467" y="23914"/>
                  </a:lnTo>
                  <a:lnTo>
                    <a:pt x="880249" y="10731"/>
                  </a:lnTo>
                  <a:lnTo>
                    <a:pt x="834859" y="6235"/>
                  </a:lnTo>
                  <a:lnTo>
                    <a:pt x="788187" y="10947"/>
                  </a:lnTo>
                  <a:lnTo>
                    <a:pt x="744728" y="24485"/>
                  </a:lnTo>
                  <a:lnTo>
                    <a:pt x="706882" y="45110"/>
                  </a:lnTo>
                  <a:lnTo>
                    <a:pt x="692505" y="38277"/>
                  </a:lnTo>
                  <a:lnTo>
                    <a:pt x="646493" y="21742"/>
                  </a:lnTo>
                  <a:lnTo>
                    <a:pt x="599008" y="9753"/>
                  </a:lnTo>
                  <a:lnTo>
                    <a:pt x="550341" y="2463"/>
                  </a:lnTo>
                  <a:lnTo>
                    <a:pt x="500837" y="0"/>
                  </a:lnTo>
                  <a:lnTo>
                    <a:pt x="452602" y="2311"/>
                  </a:lnTo>
                  <a:lnTo>
                    <a:pt x="405663" y="9067"/>
                  </a:lnTo>
                  <a:lnTo>
                    <a:pt x="360235" y="20091"/>
                  </a:lnTo>
                  <a:lnTo>
                    <a:pt x="316522" y="35140"/>
                  </a:lnTo>
                  <a:lnTo>
                    <a:pt x="274739" y="54025"/>
                  </a:lnTo>
                  <a:lnTo>
                    <a:pt x="235089" y="76530"/>
                  </a:lnTo>
                  <a:lnTo>
                    <a:pt x="197789" y="102450"/>
                  </a:lnTo>
                  <a:lnTo>
                    <a:pt x="163042" y="131559"/>
                  </a:lnTo>
                  <a:lnTo>
                    <a:pt x="131064" y="163664"/>
                  </a:lnTo>
                  <a:lnTo>
                    <a:pt x="102057" y="198539"/>
                  </a:lnTo>
                  <a:lnTo>
                    <a:pt x="76238" y="235978"/>
                  </a:lnTo>
                  <a:lnTo>
                    <a:pt x="53822" y="275780"/>
                  </a:lnTo>
                  <a:lnTo>
                    <a:pt x="35001" y="317715"/>
                  </a:lnTo>
                  <a:lnTo>
                    <a:pt x="20002" y="361594"/>
                  </a:lnTo>
                  <a:lnTo>
                    <a:pt x="9029" y="407200"/>
                  </a:lnTo>
                  <a:lnTo>
                    <a:pt x="2298" y="454317"/>
                  </a:lnTo>
                  <a:lnTo>
                    <a:pt x="0" y="502729"/>
                  </a:lnTo>
                  <a:lnTo>
                    <a:pt x="2298" y="551141"/>
                  </a:lnTo>
                  <a:lnTo>
                    <a:pt x="9029" y="598258"/>
                  </a:lnTo>
                  <a:lnTo>
                    <a:pt x="20002" y="643864"/>
                  </a:lnTo>
                  <a:lnTo>
                    <a:pt x="35001" y="687730"/>
                  </a:lnTo>
                  <a:lnTo>
                    <a:pt x="53822" y="729678"/>
                  </a:lnTo>
                  <a:lnTo>
                    <a:pt x="76238" y="769480"/>
                  </a:lnTo>
                  <a:lnTo>
                    <a:pt x="102057" y="806919"/>
                  </a:lnTo>
                  <a:lnTo>
                    <a:pt x="131064" y="841794"/>
                  </a:lnTo>
                  <a:lnTo>
                    <a:pt x="163042" y="873899"/>
                  </a:lnTo>
                  <a:lnTo>
                    <a:pt x="197789" y="903008"/>
                  </a:lnTo>
                  <a:lnTo>
                    <a:pt x="235089" y="928928"/>
                  </a:lnTo>
                  <a:lnTo>
                    <a:pt x="274739" y="951433"/>
                  </a:lnTo>
                  <a:lnTo>
                    <a:pt x="316522" y="970318"/>
                  </a:lnTo>
                  <a:lnTo>
                    <a:pt x="360235" y="985367"/>
                  </a:lnTo>
                  <a:lnTo>
                    <a:pt x="405663" y="996391"/>
                  </a:lnTo>
                  <a:lnTo>
                    <a:pt x="452602" y="1003147"/>
                  </a:lnTo>
                  <a:lnTo>
                    <a:pt x="500837" y="1005446"/>
                  </a:lnTo>
                  <a:lnTo>
                    <a:pt x="549071" y="1003147"/>
                  </a:lnTo>
                  <a:lnTo>
                    <a:pt x="596011" y="996391"/>
                  </a:lnTo>
                  <a:lnTo>
                    <a:pt x="641438" y="985367"/>
                  </a:lnTo>
                  <a:lnTo>
                    <a:pt x="685152" y="970318"/>
                  </a:lnTo>
                  <a:lnTo>
                    <a:pt x="726935" y="951433"/>
                  </a:lnTo>
                  <a:lnTo>
                    <a:pt x="766584" y="928928"/>
                  </a:lnTo>
                  <a:lnTo>
                    <a:pt x="803884" y="903008"/>
                  </a:lnTo>
                  <a:lnTo>
                    <a:pt x="838631" y="873899"/>
                  </a:lnTo>
                  <a:lnTo>
                    <a:pt x="870610" y="841794"/>
                  </a:lnTo>
                  <a:lnTo>
                    <a:pt x="899617" y="806919"/>
                  </a:lnTo>
                  <a:lnTo>
                    <a:pt x="925436" y="769480"/>
                  </a:lnTo>
                  <a:lnTo>
                    <a:pt x="947851" y="729678"/>
                  </a:lnTo>
                  <a:lnTo>
                    <a:pt x="966673" y="687730"/>
                  </a:lnTo>
                  <a:lnTo>
                    <a:pt x="981671" y="643864"/>
                  </a:lnTo>
                  <a:lnTo>
                    <a:pt x="992644" y="598258"/>
                  </a:lnTo>
                  <a:lnTo>
                    <a:pt x="999388" y="551141"/>
                  </a:lnTo>
                  <a:lnTo>
                    <a:pt x="1001674" y="502729"/>
                  </a:lnTo>
                  <a:lnTo>
                    <a:pt x="999223" y="453047"/>
                  </a:lnTo>
                  <a:lnTo>
                    <a:pt x="992505" y="407898"/>
                  </a:lnTo>
                  <a:lnTo>
                    <a:pt x="998601" y="402856"/>
                  </a:lnTo>
                  <a:lnTo>
                    <a:pt x="1026871" y="368465"/>
                  </a:lnTo>
                  <a:lnTo>
                    <a:pt x="1048219" y="329006"/>
                  </a:lnTo>
                  <a:lnTo>
                    <a:pt x="1061707" y="285394"/>
                  </a:lnTo>
                  <a:lnTo>
                    <a:pt x="1066419" y="23856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2223274" y="2016505"/>
              <a:ext cx="751840" cy="683260"/>
            </a:xfrm>
            <a:custGeom>
              <a:avLst/>
              <a:gdLst/>
              <a:ahLst/>
              <a:cxnLst/>
              <a:rect l="l" t="t" r="r" b="b"/>
              <a:pathLst>
                <a:path w="751839" h="683260">
                  <a:moveTo>
                    <a:pt x="751624" y="155054"/>
                  </a:moveTo>
                  <a:lnTo>
                    <a:pt x="739851" y="95719"/>
                  </a:lnTo>
                  <a:lnTo>
                    <a:pt x="706335" y="45415"/>
                  </a:lnTo>
                  <a:lnTo>
                    <a:pt x="656183" y="11798"/>
                  </a:lnTo>
                  <a:lnTo>
                    <a:pt x="597027" y="0"/>
                  </a:lnTo>
                  <a:lnTo>
                    <a:pt x="548157" y="7899"/>
                  </a:lnTo>
                  <a:lnTo>
                    <a:pt x="505726" y="29908"/>
                  </a:lnTo>
                  <a:lnTo>
                    <a:pt x="496265" y="39408"/>
                  </a:lnTo>
                  <a:lnTo>
                    <a:pt x="494233" y="38150"/>
                  </a:lnTo>
                  <a:lnTo>
                    <a:pt x="445236" y="17792"/>
                  </a:lnTo>
                  <a:lnTo>
                    <a:pt x="393522" y="5295"/>
                  </a:lnTo>
                  <a:lnTo>
                    <a:pt x="340017" y="1041"/>
                  </a:lnTo>
                  <a:lnTo>
                    <a:pt x="293878" y="4152"/>
                  </a:lnTo>
                  <a:lnTo>
                    <a:pt x="249618" y="13233"/>
                  </a:lnTo>
                  <a:lnTo>
                    <a:pt x="207670" y="27851"/>
                  </a:lnTo>
                  <a:lnTo>
                    <a:pt x="168402" y="47612"/>
                  </a:lnTo>
                  <a:lnTo>
                    <a:pt x="132245" y="72123"/>
                  </a:lnTo>
                  <a:lnTo>
                    <a:pt x="99593" y="100952"/>
                  </a:lnTo>
                  <a:lnTo>
                    <a:pt x="70853" y="133705"/>
                  </a:lnTo>
                  <a:lnTo>
                    <a:pt x="46418" y="169989"/>
                  </a:lnTo>
                  <a:lnTo>
                    <a:pt x="26720" y="209372"/>
                  </a:lnTo>
                  <a:lnTo>
                    <a:pt x="12153" y="251460"/>
                  </a:lnTo>
                  <a:lnTo>
                    <a:pt x="3111" y="295859"/>
                  </a:lnTo>
                  <a:lnTo>
                    <a:pt x="0" y="342138"/>
                  </a:lnTo>
                  <a:lnTo>
                    <a:pt x="3111" y="388429"/>
                  </a:lnTo>
                  <a:lnTo>
                    <a:pt x="12153" y="432816"/>
                  </a:lnTo>
                  <a:lnTo>
                    <a:pt x="26720" y="474916"/>
                  </a:lnTo>
                  <a:lnTo>
                    <a:pt x="46418" y="514299"/>
                  </a:lnTo>
                  <a:lnTo>
                    <a:pt x="70853" y="550583"/>
                  </a:lnTo>
                  <a:lnTo>
                    <a:pt x="99593" y="583336"/>
                  </a:lnTo>
                  <a:lnTo>
                    <a:pt x="132245" y="612165"/>
                  </a:lnTo>
                  <a:lnTo>
                    <a:pt x="168402" y="636676"/>
                  </a:lnTo>
                  <a:lnTo>
                    <a:pt x="207670" y="656437"/>
                  </a:lnTo>
                  <a:lnTo>
                    <a:pt x="249618" y="671055"/>
                  </a:lnTo>
                  <a:lnTo>
                    <a:pt x="293878" y="680123"/>
                  </a:lnTo>
                  <a:lnTo>
                    <a:pt x="340017" y="683234"/>
                  </a:lnTo>
                  <a:lnTo>
                    <a:pt x="386143" y="680123"/>
                  </a:lnTo>
                  <a:lnTo>
                    <a:pt x="430403" y="671055"/>
                  </a:lnTo>
                  <a:lnTo>
                    <a:pt x="472363" y="656437"/>
                  </a:lnTo>
                  <a:lnTo>
                    <a:pt x="511619" y="636676"/>
                  </a:lnTo>
                  <a:lnTo>
                    <a:pt x="547776" y="612165"/>
                  </a:lnTo>
                  <a:lnTo>
                    <a:pt x="580440" y="583336"/>
                  </a:lnTo>
                  <a:lnTo>
                    <a:pt x="609180" y="550583"/>
                  </a:lnTo>
                  <a:lnTo>
                    <a:pt x="633603" y="514299"/>
                  </a:lnTo>
                  <a:lnTo>
                    <a:pt x="653300" y="474916"/>
                  </a:lnTo>
                  <a:lnTo>
                    <a:pt x="667880" y="432816"/>
                  </a:lnTo>
                  <a:lnTo>
                    <a:pt x="676922" y="388429"/>
                  </a:lnTo>
                  <a:lnTo>
                    <a:pt x="680021" y="342138"/>
                  </a:lnTo>
                  <a:lnTo>
                    <a:pt x="675792" y="288455"/>
                  </a:lnTo>
                  <a:lnTo>
                    <a:pt x="675411" y="286905"/>
                  </a:lnTo>
                  <a:lnTo>
                    <a:pt x="688327" y="280200"/>
                  </a:lnTo>
                  <a:lnTo>
                    <a:pt x="721791" y="246634"/>
                  </a:lnTo>
                  <a:lnTo>
                    <a:pt x="743737" y="204063"/>
                  </a:lnTo>
                  <a:lnTo>
                    <a:pt x="751624" y="1550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2272795" y="2067365"/>
              <a:ext cx="581025" cy="582930"/>
            </a:xfrm>
            <a:custGeom>
              <a:avLst/>
              <a:gdLst/>
              <a:ahLst/>
              <a:cxnLst/>
              <a:rect l="l" t="t" r="r" b="b"/>
              <a:pathLst>
                <a:path w="581025" h="582930">
                  <a:moveTo>
                    <a:pt x="290498" y="582525"/>
                  </a:moveTo>
                  <a:lnTo>
                    <a:pt x="243378" y="578713"/>
                  </a:lnTo>
                  <a:lnTo>
                    <a:pt x="198678" y="567676"/>
                  </a:lnTo>
                  <a:lnTo>
                    <a:pt x="156997" y="550015"/>
                  </a:lnTo>
                  <a:lnTo>
                    <a:pt x="118933" y="526328"/>
                  </a:lnTo>
                  <a:lnTo>
                    <a:pt x="85085" y="497216"/>
                  </a:lnTo>
                  <a:lnTo>
                    <a:pt x="56049" y="463278"/>
                  </a:lnTo>
                  <a:lnTo>
                    <a:pt x="32424" y="425114"/>
                  </a:lnTo>
                  <a:lnTo>
                    <a:pt x="14809" y="383324"/>
                  </a:lnTo>
                  <a:lnTo>
                    <a:pt x="3802" y="338507"/>
                  </a:lnTo>
                  <a:lnTo>
                    <a:pt x="0" y="291262"/>
                  </a:lnTo>
                  <a:lnTo>
                    <a:pt x="3689" y="245424"/>
                  </a:lnTo>
                  <a:lnTo>
                    <a:pt x="14809" y="199201"/>
                  </a:lnTo>
                  <a:lnTo>
                    <a:pt x="32424" y="157410"/>
                  </a:lnTo>
                  <a:lnTo>
                    <a:pt x="56049" y="119246"/>
                  </a:lnTo>
                  <a:lnTo>
                    <a:pt x="85085" y="85308"/>
                  </a:lnTo>
                  <a:lnTo>
                    <a:pt x="118933" y="56196"/>
                  </a:lnTo>
                  <a:lnTo>
                    <a:pt x="156997" y="32510"/>
                  </a:lnTo>
                  <a:lnTo>
                    <a:pt x="198678" y="14848"/>
                  </a:lnTo>
                  <a:lnTo>
                    <a:pt x="243378" y="3812"/>
                  </a:lnTo>
                  <a:lnTo>
                    <a:pt x="290498" y="0"/>
                  </a:lnTo>
                  <a:lnTo>
                    <a:pt x="336216" y="3628"/>
                  </a:lnTo>
                  <a:lnTo>
                    <a:pt x="380397" y="14297"/>
                  </a:lnTo>
                  <a:lnTo>
                    <a:pt x="422260" y="31683"/>
                  </a:lnTo>
                  <a:lnTo>
                    <a:pt x="461025" y="55461"/>
                  </a:lnTo>
                  <a:lnTo>
                    <a:pt x="495912" y="85308"/>
                  </a:lnTo>
                  <a:lnTo>
                    <a:pt x="525681" y="120287"/>
                  </a:lnTo>
                  <a:lnTo>
                    <a:pt x="549397" y="159154"/>
                  </a:lnTo>
                  <a:lnTo>
                    <a:pt x="566737" y="201127"/>
                  </a:lnTo>
                  <a:lnTo>
                    <a:pt x="577378" y="245424"/>
                  </a:lnTo>
                  <a:lnTo>
                    <a:pt x="580997" y="291262"/>
                  </a:lnTo>
                  <a:lnTo>
                    <a:pt x="577194" y="338507"/>
                  </a:lnTo>
                  <a:lnTo>
                    <a:pt x="566187" y="383324"/>
                  </a:lnTo>
                  <a:lnTo>
                    <a:pt x="548572" y="425114"/>
                  </a:lnTo>
                  <a:lnTo>
                    <a:pt x="524947" y="463278"/>
                  </a:lnTo>
                  <a:lnTo>
                    <a:pt x="495912" y="497216"/>
                  </a:lnTo>
                  <a:lnTo>
                    <a:pt x="462063" y="526328"/>
                  </a:lnTo>
                  <a:lnTo>
                    <a:pt x="423999" y="550015"/>
                  </a:lnTo>
                  <a:lnTo>
                    <a:pt x="382318" y="567676"/>
                  </a:lnTo>
                  <a:lnTo>
                    <a:pt x="337618" y="578713"/>
                  </a:lnTo>
                  <a:lnTo>
                    <a:pt x="290498" y="582525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714352" y="2065001"/>
              <a:ext cx="212190" cy="213143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2412669" y="2207272"/>
              <a:ext cx="301625" cy="300990"/>
            </a:xfrm>
            <a:custGeom>
              <a:avLst/>
              <a:gdLst/>
              <a:ahLst/>
              <a:cxnLst/>
              <a:rect l="l" t="t" r="r" b="b"/>
              <a:pathLst>
                <a:path w="301625" h="300989">
                  <a:moveTo>
                    <a:pt x="301231" y="120650"/>
                  </a:moveTo>
                  <a:lnTo>
                    <a:pt x="180682" y="120650"/>
                  </a:lnTo>
                  <a:lnTo>
                    <a:pt x="180682" y="0"/>
                  </a:lnTo>
                  <a:lnTo>
                    <a:pt x="120561" y="0"/>
                  </a:lnTo>
                  <a:lnTo>
                    <a:pt x="120561" y="120650"/>
                  </a:lnTo>
                  <a:lnTo>
                    <a:pt x="0" y="120650"/>
                  </a:lnTo>
                  <a:lnTo>
                    <a:pt x="0" y="180340"/>
                  </a:lnTo>
                  <a:lnTo>
                    <a:pt x="120561" y="180340"/>
                  </a:lnTo>
                  <a:lnTo>
                    <a:pt x="120561" y="300990"/>
                  </a:lnTo>
                  <a:lnTo>
                    <a:pt x="180682" y="300990"/>
                  </a:lnTo>
                  <a:lnTo>
                    <a:pt x="180682" y="180340"/>
                  </a:lnTo>
                  <a:lnTo>
                    <a:pt x="301231" y="180340"/>
                  </a:lnTo>
                  <a:lnTo>
                    <a:pt x="301231" y="1206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Rolling</a:t>
            </a:r>
            <a:r>
              <a:rPr dirty="0" spc="-35"/>
              <a:t> </a:t>
            </a:r>
            <a:r>
              <a:rPr dirty="0" spc="-10"/>
              <a:t>Update</a:t>
            </a:r>
          </a:p>
        </p:txBody>
      </p:sp>
      <p:sp>
        <p:nvSpPr>
          <p:cNvPr id="50" name="object 5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49" name="object 49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105328" y="1164309"/>
            <a:ext cx="4714875" cy="3342640"/>
            <a:chOff x="1105328" y="1164309"/>
            <a:chExt cx="4714875" cy="3342640"/>
          </a:xfrm>
        </p:grpSpPr>
        <p:sp>
          <p:nvSpPr>
            <p:cNvPr id="3" name="object 3" descr=""/>
            <p:cNvSpPr/>
            <p:nvPr/>
          </p:nvSpPr>
          <p:spPr>
            <a:xfrm>
              <a:off x="1105319" y="3607447"/>
              <a:ext cx="961390" cy="899794"/>
            </a:xfrm>
            <a:custGeom>
              <a:avLst/>
              <a:gdLst/>
              <a:ahLst/>
              <a:cxnLst/>
              <a:rect l="l" t="t" r="r" b="b"/>
              <a:pathLst>
                <a:path w="961389" h="899795">
                  <a:moveTo>
                    <a:pt x="961339" y="201904"/>
                  </a:moveTo>
                  <a:lnTo>
                    <a:pt x="957427" y="162331"/>
                  </a:lnTo>
                  <a:lnTo>
                    <a:pt x="945959" y="124637"/>
                  </a:lnTo>
                  <a:lnTo>
                    <a:pt x="927392" y="89890"/>
                  </a:lnTo>
                  <a:lnTo>
                    <a:pt x="902157" y="59131"/>
                  </a:lnTo>
                  <a:lnTo>
                    <a:pt x="871385" y="33921"/>
                  </a:lnTo>
                  <a:lnTo>
                    <a:pt x="836599" y="15367"/>
                  </a:lnTo>
                  <a:lnTo>
                    <a:pt x="798880" y="3911"/>
                  </a:lnTo>
                  <a:lnTo>
                    <a:pt x="759282" y="0"/>
                  </a:lnTo>
                  <a:lnTo>
                    <a:pt x="712939" y="5334"/>
                  </a:lnTo>
                  <a:lnTo>
                    <a:pt x="670420" y="20523"/>
                  </a:lnTo>
                  <a:lnTo>
                    <a:pt x="632891" y="44361"/>
                  </a:lnTo>
                  <a:lnTo>
                    <a:pt x="614121" y="63119"/>
                  </a:lnTo>
                  <a:lnTo>
                    <a:pt x="581710" y="49682"/>
                  </a:lnTo>
                  <a:lnTo>
                    <a:pt x="534822" y="36144"/>
                  </a:lnTo>
                  <a:lnTo>
                    <a:pt x="486498" y="27901"/>
                  </a:lnTo>
                  <a:lnTo>
                    <a:pt x="437172" y="25107"/>
                  </a:lnTo>
                  <a:lnTo>
                    <a:pt x="389547" y="27673"/>
                  </a:lnTo>
                  <a:lnTo>
                    <a:pt x="343395" y="35191"/>
                  </a:lnTo>
                  <a:lnTo>
                    <a:pt x="298996" y="47383"/>
                  </a:lnTo>
                  <a:lnTo>
                    <a:pt x="256616" y="64008"/>
                  </a:lnTo>
                  <a:lnTo>
                    <a:pt x="216522" y="84772"/>
                  </a:lnTo>
                  <a:lnTo>
                    <a:pt x="178981" y="109435"/>
                  </a:lnTo>
                  <a:lnTo>
                    <a:pt x="144272" y="137706"/>
                  </a:lnTo>
                  <a:lnTo>
                    <a:pt x="112636" y="169329"/>
                  </a:lnTo>
                  <a:lnTo>
                    <a:pt x="84353" y="204038"/>
                  </a:lnTo>
                  <a:lnTo>
                    <a:pt x="59690" y="241566"/>
                  </a:lnTo>
                  <a:lnTo>
                    <a:pt x="38912" y="281647"/>
                  </a:lnTo>
                  <a:lnTo>
                    <a:pt x="22288" y="324015"/>
                  </a:lnTo>
                  <a:lnTo>
                    <a:pt x="10083" y="368401"/>
                  </a:lnTo>
                  <a:lnTo>
                    <a:pt x="2565" y="414540"/>
                  </a:lnTo>
                  <a:lnTo>
                    <a:pt x="0" y="462165"/>
                  </a:lnTo>
                  <a:lnTo>
                    <a:pt x="2565" y="509778"/>
                  </a:lnTo>
                  <a:lnTo>
                    <a:pt x="10083" y="555917"/>
                  </a:lnTo>
                  <a:lnTo>
                    <a:pt x="22288" y="600303"/>
                  </a:lnTo>
                  <a:lnTo>
                    <a:pt x="38912" y="642670"/>
                  </a:lnTo>
                  <a:lnTo>
                    <a:pt x="59690" y="682752"/>
                  </a:lnTo>
                  <a:lnTo>
                    <a:pt x="84353" y="720280"/>
                  </a:lnTo>
                  <a:lnTo>
                    <a:pt x="112636" y="754989"/>
                  </a:lnTo>
                  <a:lnTo>
                    <a:pt x="144272" y="786612"/>
                  </a:lnTo>
                  <a:lnTo>
                    <a:pt x="178981" y="814895"/>
                  </a:lnTo>
                  <a:lnTo>
                    <a:pt x="216522" y="839546"/>
                  </a:lnTo>
                  <a:lnTo>
                    <a:pt x="256616" y="860323"/>
                  </a:lnTo>
                  <a:lnTo>
                    <a:pt x="298996" y="876935"/>
                  </a:lnTo>
                  <a:lnTo>
                    <a:pt x="343395" y="889139"/>
                  </a:lnTo>
                  <a:lnTo>
                    <a:pt x="389547" y="896658"/>
                  </a:lnTo>
                  <a:lnTo>
                    <a:pt x="437172" y="899223"/>
                  </a:lnTo>
                  <a:lnTo>
                    <a:pt x="484809" y="896658"/>
                  </a:lnTo>
                  <a:lnTo>
                    <a:pt x="530961" y="889139"/>
                  </a:lnTo>
                  <a:lnTo>
                    <a:pt x="575360" y="876935"/>
                  </a:lnTo>
                  <a:lnTo>
                    <a:pt x="617728" y="860323"/>
                  </a:lnTo>
                  <a:lnTo>
                    <a:pt x="657821" y="839546"/>
                  </a:lnTo>
                  <a:lnTo>
                    <a:pt x="695363" y="814895"/>
                  </a:lnTo>
                  <a:lnTo>
                    <a:pt x="730084" y="786612"/>
                  </a:lnTo>
                  <a:lnTo>
                    <a:pt x="761720" y="754989"/>
                  </a:lnTo>
                  <a:lnTo>
                    <a:pt x="790003" y="720280"/>
                  </a:lnTo>
                  <a:lnTo>
                    <a:pt x="814666" y="682752"/>
                  </a:lnTo>
                  <a:lnTo>
                    <a:pt x="835444" y="642670"/>
                  </a:lnTo>
                  <a:lnTo>
                    <a:pt x="852055" y="600303"/>
                  </a:lnTo>
                  <a:lnTo>
                    <a:pt x="864260" y="555917"/>
                  </a:lnTo>
                  <a:lnTo>
                    <a:pt x="871778" y="509778"/>
                  </a:lnTo>
                  <a:lnTo>
                    <a:pt x="874344" y="462165"/>
                  </a:lnTo>
                  <a:lnTo>
                    <a:pt x="871562" y="412851"/>
                  </a:lnTo>
                  <a:lnTo>
                    <a:pt x="864704" y="372757"/>
                  </a:lnTo>
                  <a:lnTo>
                    <a:pt x="885659" y="359448"/>
                  </a:lnTo>
                  <a:lnTo>
                    <a:pt x="916952" y="328180"/>
                  </a:lnTo>
                  <a:lnTo>
                    <a:pt x="940803" y="290690"/>
                  </a:lnTo>
                  <a:lnTo>
                    <a:pt x="956005" y="248196"/>
                  </a:lnTo>
                  <a:lnTo>
                    <a:pt x="961339" y="201904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722878" y="3667773"/>
              <a:ext cx="283845" cy="283210"/>
            </a:xfrm>
            <a:custGeom>
              <a:avLst/>
              <a:gdLst/>
              <a:ahLst/>
              <a:cxnLst/>
              <a:rect l="l" t="t" r="r" b="b"/>
              <a:pathLst>
                <a:path w="283844" h="283210">
                  <a:moveTo>
                    <a:pt x="141715" y="283131"/>
                  </a:moveTo>
                  <a:lnTo>
                    <a:pt x="96922" y="275914"/>
                  </a:lnTo>
                  <a:lnTo>
                    <a:pt x="58020" y="255817"/>
                  </a:lnTo>
                  <a:lnTo>
                    <a:pt x="27342" y="225172"/>
                  </a:lnTo>
                  <a:lnTo>
                    <a:pt x="7224" y="186311"/>
                  </a:lnTo>
                  <a:lnTo>
                    <a:pt x="0" y="141565"/>
                  </a:lnTo>
                  <a:lnTo>
                    <a:pt x="7224" y="96820"/>
                  </a:lnTo>
                  <a:lnTo>
                    <a:pt x="27342" y="57958"/>
                  </a:lnTo>
                  <a:lnTo>
                    <a:pt x="58020" y="27314"/>
                  </a:lnTo>
                  <a:lnTo>
                    <a:pt x="96922" y="7217"/>
                  </a:lnTo>
                  <a:lnTo>
                    <a:pt x="141715" y="0"/>
                  </a:lnTo>
                  <a:lnTo>
                    <a:pt x="169492" y="2745"/>
                  </a:lnTo>
                  <a:lnTo>
                    <a:pt x="220339" y="23784"/>
                  </a:lnTo>
                  <a:lnTo>
                    <a:pt x="259621" y="63025"/>
                  </a:lnTo>
                  <a:lnTo>
                    <a:pt x="280683" y="113818"/>
                  </a:lnTo>
                  <a:lnTo>
                    <a:pt x="283431" y="141565"/>
                  </a:lnTo>
                  <a:lnTo>
                    <a:pt x="276206" y="186311"/>
                  </a:lnTo>
                  <a:lnTo>
                    <a:pt x="256088" y="225172"/>
                  </a:lnTo>
                  <a:lnTo>
                    <a:pt x="225411" y="255817"/>
                  </a:lnTo>
                  <a:lnTo>
                    <a:pt x="186508" y="275914"/>
                  </a:lnTo>
                  <a:lnTo>
                    <a:pt x="141715" y="2831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829718" y="3746195"/>
              <a:ext cx="109855" cy="126364"/>
            </a:xfrm>
            <a:custGeom>
              <a:avLst/>
              <a:gdLst/>
              <a:ahLst/>
              <a:cxnLst/>
              <a:rect l="l" t="t" r="r" b="b"/>
              <a:pathLst>
                <a:path w="109855" h="126364">
                  <a:moveTo>
                    <a:pt x="0" y="126285"/>
                  </a:moveTo>
                  <a:lnTo>
                    <a:pt x="0" y="0"/>
                  </a:lnTo>
                  <a:lnTo>
                    <a:pt x="109236" y="63142"/>
                  </a:lnTo>
                  <a:lnTo>
                    <a:pt x="0" y="126285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8784" y="3832975"/>
              <a:ext cx="220129" cy="220628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450327" y="3853065"/>
              <a:ext cx="125095" cy="125095"/>
            </a:xfrm>
            <a:custGeom>
              <a:avLst/>
              <a:gdLst/>
              <a:ahLst/>
              <a:cxnLst/>
              <a:rect l="l" t="t" r="r" b="b"/>
              <a:pathLst>
                <a:path w="125094" h="125095">
                  <a:moveTo>
                    <a:pt x="124485" y="69888"/>
                  </a:moveTo>
                  <a:lnTo>
                    <a:pt x="115671" y="65049"/>
                  </a:lnTo>
                  <a:lnTo>
                    <a:pt x="115760" y="58750"/>
                  </a:lnTo>
                  <a:lnTo>
                    <a:pt x="115112" y="55448"/>
                  </a:lnTo>
                  <a:lnTo>
                    <a:pt x="123113" y="50457"/>
                  </a:lnTo>
                  <a:lnTo>
                    <a:pt x="118300" y="35420"/>
                  </a:lnTo>
                  <a:lnTo>
                    <a:pt x="107848" y="36144"/>
                  </a:lnTo>
                  <a:lnTo>
                    <a:pt x="104165" y="30607"/>
                  </a:lnTo>
                  <a:lnTo>
                    <a:pt x="102946" y="29413"/>
                  </a:lnTo>
                  <a:lnTo>
                    <a:pt x="107543" y="19710"/>
                  </a:lnTo>
                  <a:lnTo>
                    <a:pt x="95313" y="9715"/>
                  </a:lnTo>
                  <a:lnTo>
                    <a:pt x="86093" y="16560"/>
                  </a:lnTo>
                  <a:lnTo>
                    <a:pt x="78486" y="13335"/>
                  </a:lnTo>
                  <a:lnTo>
                    <a:pt x="76860" y="1790"/>
                  </a:lnTo>
                  <a:lnTo>
                    <a:pt x="61137" y="0"/>
                  </a:lnTo>
                  <a:lnTo>
                    <a:pt x="56616" y="12065"/>
                  </a:lnTo>
                  <a:lnTo>
                    <a:pt x="50038" y="12598"/>
                  </a:lnTo>
                  <a:lnTo>
                    <a:pt x="42062" y="3200"/>
                  </a:lnTo>
                  <a:lnTo>
                    <a:pt x="27901" y="10198"/>
                  </a:lnTo>
                  <a:lnTo>
                    <a:pt x="30289" y="21183"/>
                  </a:lnTo>
                  <a:lnTo>
                    <a:pt x="28638" y="22009"/>
                  </a:lnTo>
                  <a:lnTo>
                    <a:pt x="24384" y="26847"/>
                  </a:lnTo>
                  <a:lnTo>
                    <a:pt x="13182" y="23444"/>
                  </a:lnTo>
                  <a:lnTo>
                    <a:pt x="5092" y="37020"/>
                  </a:lnTo>
                  <a:lnTo>
                    <a:pt x="12814" y="44742"/>
                  </a:lnTo>
                  <a:lnTo>
                    <a:pt x="10134" y="52857"/>
                  </a:lnTo>
                  <a:lnTo>
                    <a:pt x="0" y="55727"/>
                  </a:lnTo>
                  <a:lnTo>
                    <a:pt x="520" y="71526"/>
                  </a:lnTo>
                  <a:lnTo>
                    <a:pt x="10363" y="73672"/>
                  </a:lnTo>
                  <a:lnTo>
                    <a:pt x="10718" y="77495"/>
                  </a:lnTo>
                  <a:lnTo>
                    <a:pt x="13652" y="82943"/>
                  </a:lnTo>
                  <a:lnTo>
                    <a:pt x="6515" y="90995"/>
                  </a:lnTo>
                  <a:lnTo>
                    <a:pt x="15519" y="103974"/>
                  </a:lnTo>
                  <a:lnTo>
                    <a:pt x="26060" y="100063"/>
                  </a:lnTo>
                  <a:lnTo>
                    <a:pt x="32169" y="105130"/>
                  </a:lnTo>
                  <a:lnTo>
                    <a:pt x="30467" y="116382"/>
                  </a:lnTo>
                  <a:lnTo>
                    <a:pt x="45059" y="122428"/>
                  </a:lnTo>
                  <a:lnTo>
                    <a:pt x="51841" y="113322"/>
                  </a:lnTo>
                  <a:lnTo>
                    <a:pt x="56324" y="114731"/>
                  </a:lnTo>
                  <a:lnTo>
                    <a:pt x="60515" y="114401"/>
                  </a:lnTo>
                  <a:lnTo>
                    <a:pt x="65100" y="124752"/>
                  </a:lnTo>
                  <a:lnTo>
                    <a:pt x="80683" y="122059"/>
                  </a:lnTo>
                  <a:lnTo>
                    <a:pt x="81483" y="111074"/>
                  </a:lnTo>
                  <a:lnTo>
                    <a:pt x="89725" y="106934"/>
                  </a:lnTo>
                  <a:lnTo>
                    <a:pt x="98869" y="112890"/>
                  </a:lnTo>
                  <a:lnTo>
                    <a:pt x="110502" y="102171"/>
                  </a:lnTo>
                  <a:lnTo>
                    <a:pt x="105410" y="92938"/>
                  </a:lnTo>
                  <a:lnTo>
                    <a:pt x="109143" y="88696"/>
                  </a:lnTo>
                  <a:lnTo>
                    <a:pt x="110337" y="85051"/>
                  </a:lnTo>
                  <a:lnTo>
                    <a:pt x="120434" y="85178"/>
                  </a:lnTo>
                  <a:lnTo>
                    <a:pt x="124485" y="698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482511" y="3885691"/>
              <a:ext cx="63500" cy="60960"/>
            </a:xfrm>
            <a:custGeom>
              <a:avLst/>
              <a:gdLst/>
              <a:ahLst/>
              <a:cxnLst/>
              <a:rect l="l" t="t" r="r" b="b"/>
              <a:pathLst>
                <a:path w="63500" h="60960">
                  <a:moveTo>
                    <a:pt x="27674" y="60359"/>
                  </a:moveTo>
                  <a:lnTo>
                    <a:pt x="15833" y="56609"/>
                  </a:lnTo>
                  <a:lnTo>
                    <a:pt x="6681" y="49016"/>
                  </a:lnTo>
                  <a:lnTo>
                    <a:pt x="1106" y="38664"/>
                  </a:lnTo>
                  <a:lnTo>
                    <a:pt x="0" y="26638"/>
                  </a:lnTo>
                  <a:lnTo>
                    <a:pt x="3783" y="15169"/>
                  </a:lnTo>
                  <a:lnTo>
                    <a:pt x="11543" y="6335"/>
                  </a:lnTo>
                  <a:lnTo>
                    <a:pt x="22277" y="938"/>
                  </a:lnTo>
                  <a:lnTo>
                    <a:pt x="22847" y="938"/>
                  </a:lnTo>
                  <a:lnTo>
                    <a:pt x="34550" y="0"/>
                  </a:lnTo>
                  <a:lnTo>
                    <a:pt x="42801" y="938"/>
                  </a:lnTo>
                  <a:lnTo>
                    <a:pt x="50352" y="5019"/>
                  </a:lnTo>
                  <a:lnTo>
                    <a:pt x="60732" y="17667"/>
                  </a:lnTo>
                  <a:lnTo>
                    <a:pt x="63135" y="25716"/>
                  </a:lnTo>
                  <a:lnTo>
                    <a:pt x="62224" y="33720"/>
                  </a:lnTo>
                  <a:lnTo>
                    <a:pt x="58440" y="45190"/>
                  </a:lnTo>
                  <a:lnTo>
                    <a:pt x="50680" y="54024"/>
                  </a:lnTo>
                  <a:lnTo>
                    <a:pt x="40054" y="59366"/>
                  </a:lnTo>
                  <a:lnTo>
                    <a:pt x="27674" y="6035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373352" y="3985183"/>
              <a:ext cx="444500" cy="438150"/>
            </a:xfrm>
            <a:custGeom>
              <a:avLst/>
              <a:gdLst/>
              <a:ahLst/>
              <a:cxnLst/>
              <a:rect l="l" t="t" r="r" b="b"/>
              <a:pathLst>
                <a:path w="444500" h="438150">
                  <a:moveTo>
                    <a:pt x="444258" y="220916"/>
                  </a:moveTo>
                  <a:lnTo>
                    <a:pt x="411302" y="207403"/>
                  </a:lnTo>
                  <a:lnTo>
                    <a:pt x="409041" y="185140"/>
                  </a:lnTo>
                  <a:lnTo>
                    <a:pt x="405472" y="173761"/>
                  </a:lnTo>
                  <a:lnTo>
                    <a:pt x="431660" y="152958"/>
                  </a:lnTo>
                  <a:lnTo>
                    <a:pt x="408635" y="101892"/>
                  </a:lnTo>
                  <a:lnTo>
                    <a:pt x="372084" y="108585"/>
                  </a:lnTo>
                  <a:lnTo>
                    <a:pt x="356908" y="90614"/>
                  </a:lnTo>
                  <a:lnTo>
                    <a:pt x="352158" y="86855"/>
                  </a:lnTo>
                  <a:lnTo>
                    <a:pt x="364426" y="50876"/>
                  </a:lnTo>
                  <a:lnTo>
                    <a:pt x="317334" y="20523"/>
                  </a:lnTo>
                  <a:lnTo>
                    <a:pt x="287629" y="48348"/>
                  </a:lnTo>
                  <a:lnTo>
                    <a:pt x="259486" y="40030"/>
                  </a:lnTo>
                  <a:lnTo>
                    <a:pt x="259118" y="40005"/>
                  </a:lnTo>
                  <a:lnTo>
                    <a:pt x="249123" y="0"/>
                  </a:lnTo>
                  <a:lnTo>
                    <a:pt x="193040" y="0"/>
                  </a:lnTo>
                  <a:lnTo>
                    <a:pt x="182626" y="41605"/>
                  </a:lnTo>
                  <a:lnTo>
                    <a:pt x="171462" y="43053"/>
                  </a:lnTo>
                  <a:lnTo>
                    <a:pt x="158508" y="48361"/>
                  </a:lnTo>
                  <a:lnTo>
                    <a:pt x="127101" y="18923"/>
                  </a:lnTo>
                  <a:lnTo>
                    <a:pt x="80010" y="49276"/>
                  </a:lnTo>
                  <a:lnTo>
                    <a:pt x="92710" y="86588"/>
                  </a:lnTo>
                  <a:lnTo>
                    <a:pt x="87350" y="90614"/>
                  </a:lnTo>
                  <a:lnTo>
                    <a:pt x="72656" y="109067"/>
                  </a:lnTo>
                  <a:lnTo>
                    <a:pt x="33464" y="101892"/>
                  </a:lnTo>
                  <a:lnTo>
                    <a:pt x="10452" y="152958"/>
                  </a:lnTo>
                  <a:lnTo>
                    <a:pt x="37973" y="174828"/>
                  </a:lnTo>
                  <a:lnTo>
                    <a:pt x="33489" y="207175"/>
                  </a:lnTo>
                  <a:lnTo>
                    <a:pt x="0" y="220916"/>
                  </a:lnTo>
                  <a:lnTo>
                    <a:pt x="8153" y="276415"/>
                  </a:lnTo>
                  <a:lnTo>
                    <a:pt x="42392" y="279882"/>
                  </a:lnTo>
                  <a:lnTo>
                    <a:pt x="57213" y="313956"/>
                  </a:lnTo>
                  <a:lnTo>
                    <a:pt x="37122" y="342646"/>
                  </a:lnTo>
                  <a:lnTo>
                    <a:pt x="74066" y="384784"/>
                  </a:lnTo>
                  <a:lnTo>
                    <a:pt x="107937" y="367588"/>
                  </a:lnTo>
                  <a:lnTo>
                    <a:pt x="125933" y="381063"/>
                  </a:lnTo>
                  <a:lnTo>
                    <a:pt x="133096" y="384009"/>
                  </a:lnTo>
                  <a:lnTo>
                    <a:pt x="131699" y="422478"/>
                  </a:lnTo>
                  <a:lnTo>
                    <a:pt x="185521" y="437934"/>
                  </a:lnTo>
                  <a:lnTo>
                    <a:pt x="205168" y="404114"/>
                  </a:lnTo>
                  <a:lnTo>
                    <a:pt x="222135" y="406323"/>
                  </a:lnTo>
                  <a:lnTo>
                    <a:pt x="237286" y="404355"/>
                  </a:lnTo>
                  <a:lnTo>
                    <a:pt x="257048" y="438073"/>
                  </a:lnTo>
                  <a:lnTo>
                    <a:pt x="310883" y="422338"/>
                  </a:lnTo>
                  <a:lnTo>
                    <a:pt x="309384" y="384733"/>
                  </a:lnTo>
                  <a:lnTo>
                    <a:pt x="318338" y="381063"/>
                  </a:lnTo>
                  <a:lnTo>
                    <a:pt x="338226" y="366153"/>
                  </a:lnTo>
                  <a:lnTo>
                    <a:pt x="371297" y="382727"/>
                  </a:lnTo>
                  <a:lnTo>
                    <a:pt x="407974" y="340309"/>
                  </a:lnTo>
                  <a:lnTo>
                    <a:pt x="387908" y="311975"/>
                  </a:lnTo>
                  <a:lnTo>
                    <a:pt x="401866" y="279882"/>
                  </a:lnTo>
                  <a:lnTo>
                    <a:pt x="436105" y="276415"/>
                  </a:lnTo>
                  <a:lnTo>
                    <a:pt x="444258" y="2209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80457" y="4098824"/>
              <a:ext cx="222070" cy="215494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2115235" y="3607447"/>
              <a:ext cx="961390" cy="899794"/>
            </a:xfrm>
            <a:custGeom>
              <a:avLst/>
              <a:gdLst/>
              <a:ahLst/>
              <a:cxnLst/>
              <a:rect l="l" t="t" r="r" b="b"/>
              <a:pathLst>
                <a:path w="961389" h="899795">
                  <a:moveTo>
                    <a:pt x="961339" y="201904"/>
                  </a:moveTo>
                  <a:lnTo>
                    <a:pt x="957414" y="162331"/>
                  </a:lnTo>
                  <a:lnTo>
                    <a:pt x="945959" y="124637"/>
                  </a:lnTo>
                  <a:lnTo>
                    <a:pt x="927392" y="89890"/>
                  </a:lnTo>
                  <a:lnTo>
                    <a:pt x="902157" y="59131"/>
                  </a:lnTo>
                  <a:lnTo>
                    <a:pt x="871385" y="33921"/>
                  </a:lnTo>
                  <a:lnTo>
                    <a:pt x="836599" y="15367"/>
                  </a:lnTo>
                  <a:lnTo>
                    <a:pt x="798880" y="3911"/>
                  </a:lnTo>
                  <a:lnTo>
                    <a:pt x="759269" y="0"/>
                  </a:lnTo>
                  <a:lnTo>
                    <a:pt x="712939" y="5334"/>
                  </a:lnTo>
                  <a:lnTo>
                    <a:pt x="670407" y="20523"/>
                  </a:lnTo>
                  <a:lnTo>
                    <a:pt x="632891" y="44361"/>
                  </a:lnTo>
                  <a:lnTo>
                    <a:pt x="614121" y="63119"/>
                  </a:lnTo>
                  <a:lnTo>
                    <a:pt x="581698" y="49682"/>
                  </a:lnTo>
                  <a:lnTo>
                    <a:pt x="534822" y="36144"/>
                  </a:lnTo>
                  <a:lnTo>
                    <a:pt x="486498" y="27901"/>
                  </a:lnTo>
                  <a:lnTo>
                    <a:pt x="437172" y="25107"/>
                  </a:lnTo>
                  <a:lnTo>
                    <a:pt x="389534" y="27673"/>
                  </a:lnTo>
                  <a:lnTo>
                    <a:pt x="343382" y="35191"/>
                  </a:lnTo>
                  <a:lnTo>
                    <a:pt x="298996" y="47383"/>
                  </a:lnTo>
                  <a:lnTo>
                    <a:pt x="256616" y="64008"/>
                  </a:lnTo>
                  <a:lnTo>
                    <a:pt x="216522" y="84772"/>
                  </a:lnTo>
                  <a:lnTo>
                    <a:pt x="178981" y="109435"/>
                  </a:lnTo>
                  <a:lnTo>
                    <a:pt x="144259" y="137706"/>
                  </a:lnTo>
                  <a:lnTo>
                    <a:pt x="112623" y="169329"/>
                  </a:lnTo>
                  <a:lnTo>
                    <a:pt x="84353" y="204038"/>
                  </a:lnTo>
                  <a:lnTo>
                    <a:pt x="59690" y="241566"/>
                  </a:lnTo>
                  <a:lnTo>
                    <a:pt x="38912" y="281647"/>
                  </a:lnTo>
                  <a:lnTo>
                    <a:pt x="22288" y="324015"/>
                  </a:lnTo>
                  <a:lnTo>
                    <a:pt x="10083" y="368401"/>
                  </a:lnTo>
                  <a:lnTo>
                    <a:pt x="2565" y="414540"/>
                  </a:lnTo>
                  <a:lnTo>
                    <a:pt x="0" y="462165"/>
                  </a:lnTo>
                  <a:lnTo>
                    <a:pt x="2565" y="509778"/>
                  </a:lnTo>
                  <a:lnTo>
                    <a:pt x="10083" y="555917"/>
                  </a:lnTo>
                  <a:lnTo>
                    <a:pt x="22288" y="600303"/>
                  </a:lnTo>
                  <a:lnTo>
                    <a:pt x="38912" y="642670"/>
                  </a:lnTo>
                  <a:lnTo>
                    <a:pt x="59690" y="682752"/>
                  </a:lnTo>
                  <a:lnTo>
                    <a:pt x="84353" y="720280"/>
                  </a:lnTo>
                  <a:lnTo>
                    <a:pt x="112623" y="754989"/>
                  </a:lnTo>
                  <a:lnTo>
                    <a:pt x="144259" y="786612"/>
                  </a:lnTo>
                  <a:lnTo>
                    <a:pt x="178981" y="814895"/>
                  </a:lnTo>
                  <a:lnTo>
                    <a:pt x="216522" y="839546"/>
                  </a:lnTo>
                  <a:lnTo>
                    <a:pt x="256616" y="860323"/>
                  </a:lnTo>
                  <a:lnTo>
                    <a:pt x="298996" y="876935"/>
                  </a:lnTo>
                  <a:lnTo>
                    <a:pt x="343382" y="889139"/>
                  </a:lnTo>
                  <a:lnTo>
                    <a:pt x="389534" y="896658"/>
                  </a:lnTo>
                  <a:lnTo>
                    <a:pt x="437172" y="899223"/>
                  </a:lnTo>
                  <a:lnTo>
                    <a:pt x="484809" y="896658"/>
                  </a:lnTo>
                  <a:lnTo>
                    <a:pt x="530948" y="889139"/>
                  </a:lnTo>
                  <a:lnTo>
                    <a:pt x="575348" y="876935"/>
                  </a:lnTo>
                  <a:lnTo>
                    <a:pt x="617728" y="860323"/>
                  </a:lnTo>
                  <a:lnTo>
                    <a:pt x="657821" y="839546"/>
                  </a:lnTo>
                  <a:lnTo>
                    <a:pt x="695363" y="814895"/>
                  </a:lnTo>
                  <a:lnTo>
                    <a:pt x="730084" y="786612"/>
                  </a:lnTo>
                  <a:lnTo>
                    <a:pt x="761707" y="754989"/>
                  </a:lnTo>
                  <a:lnTo>
                    <a:pt x="789990" y="720280"/>
                  </a:lnTo>
                  <a:lnTo>
                    <a:pt x="814654" y="682752"/>
                  </a:lnTo>
                  <a:lnTo>
                    <a:pt x="835431" y="642670"/>
                  </a:lnTo>
                  <a:lnTo>
                    <a:pt x="852055" y="600303"/>
                  </a:lnTo>
                  <a:lnTo>
                    <a:pt x="864260" y="555917"/>
                  </a:lnTo>
                  <a:lnTo>
                    <a:pt x="871778" y="509778"/>
                  </a:lnTo>
                  <a:lnTo>
                    <a:pt x="874344" y="462165"/>
                  </a:lnTo>
                  <a:lnTo>
                    <a:pt x="871550" y="412851"/>
                  </a:lnTo>
                  <a:lnTo>
                    <a:pt x="864692" y="372757"/>
                  </a:lnTo>
                  <a:lnTo>
                    <a:pt x="885659" y="359448"/>
                  </a:lnTo>
                  <a:lnTo>
                    <a:pt x="916952" y="328180"/>
                  </a:lnTo>
                  <a:lnTo>
                    <a:pt x="940803" y="290690"/>
                  </a:lnTo>
                  <a:lnTo>
                    <a:pt x="956005" y="248196"/>
                  </a:lnTo>
                  <a:lnTo>
                    <a:pt x="961339" y="201904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732790" y="3667773"/>
              <a:ext cx="283845" cy="283210"/>
            </a:xfrm>
            <a:custGeom>
              <a:avLst/>
              <a:gdLst/>
              <a:ahLst/>
              <a:cxnLst/>
              <a:rect l="l" t="t" r="r" b="b"/>
              <a:pathLst>
                <a:path w="283844" h="283210">
                  <a:moveTo>
                    <a:pt x="141715" y="283131"/>
                  </a:moveTo>
                  <a:lnTo>
                    <a:pt x="96922" y="275914"/>
                  </a:lnTo>
                  <a:lnTo>
                    <a:pt x="58020" y="255817"/>
                  </a:lnTo>
                  <a:lnTo>
                    <a:pt x="27342" y="225172"/>
                  </a:lnTo>
                  <a:lnTo>
                    <a:pt x="7224" y="186311"/>
                  </a:lnTo>
                  <a:lnTo>
                    <a:pt x="0" y="141565"/>
                  </a:lnTo>
                  <a:lnTo>
                    <a:pt x="7224" y="96820"/>
                  </a:lnTo>
                  <a:lnTo>
                    <a:pt x="27342" y="57958"/>
                  </a:lnTo>
                  <a:lnTo>
                    <a:pt x="58020" y="27314"/>
                  </a:lnTo>
                  <a:lnTo>
                    <a:pt x="96922" y="7217"/>
                  </a:lnTo>
                  <a:lnTo>
                    <a:pt x="141715" y="0"/>
                  </a:lnTo>
                  <a:lnTo>
                    <a:pt x="169492" y="2745"/>
                  </a:lnTo>
                  <a:lnTo>
                    <a:pt x="220339" y="23784"/>
                  </a:lnTo>
                  <a:lnTo>
                    <a:pt x="259621" y="63025"/>
                  </a:lnTo>
                  <a:lnTo>
                    <a:pt x="280683" y="113818"/>
                  </a:lnTo>
                  <a:lnTo>
                    <a:pt x="283431" y="141565"/>
                  </a:lnTo>
                  <a:lnTo>
                    <a:pt x="276207" y="186311"/>
                  </a:lnTo>
                  <a:lnTo>
                    <a:pt x="256088" y="225172"/>
                  </a:lnTo>
                  <a:lnTo>
                    <a:pt x="225411" y="255817"/>
                  </a:lnTo>
                  <a:lnTo>
                    <a:pt x="186509" y="275914"/>
                  </a:lnTo>
                  <a:lnTo>
                    <a:pt x="141715" y="2831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839630" y="3746195"/>
              <a:ext cx="109855" cy="126364"/>
            </a:xfrm>
            <a:custGeom>
              <a:avLst/>
              <a:gdLst/>
              <a:ahLst/>
              <a:cxnLst/>
              <a:rect l="l" t="t" r="r" b="b"/>
              <a:pathLst>
                <a:path w="109855" h="126364">
                  <a:moveTo>
                    <a:pt x="0" y="126285"/>
                  </a:moveTo>
                  <a:lnTo>
                    <a:pt x="0" y="0"/>
                  </a:lnTo>
                  <a:lnTo>
                    <a:pt x="109236" y="63142"/>
                  </a:lnTo>
                  <a:lnTo>
                    <a:pt x="0" y="126285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18696" y="3832975"/>
              <a:ext cx="220129" cy="220628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2460244" y="3853065"/>
              <a:ext cx="125095" cy="125095"/>
            </a:xfrm>
            <a:custGeom>
              <a:avLst/>
              <a:gdLst/>
              <a:ahLst/>
              <a:cxnLst/>
              <a:rect l="l" t="t" r="r" b="b"/>
              <a:pathLst>
                <a:path w="125094" h="125095">
                  <a:moveTo>
                    <a:pt x="124472" y="69888"/>
                  </a:moveTo>
                  <a:lnTo>
                    <a:pt x="115671" y="65062"/>
                  </a:lnTo>
                  <a:lnTo>
                    <a:pt x="115747" y="58750"/>
                  </a:lnTo>
                  <a:lnTo>
                    <a:pt x="115100" y="55448"/>
                  </a:lnTo>
                  <a:lnTo>
                    <a:pt x="123113" y="50457"/>
                  </a:lnTo>
                  <a:lnTo>
                    <a:pt x="118300" y="35420"/>
                  </a:lnTo>
                  <a:lnTo>
                    <a:pt x="107848" y="36144"/>
                  </a:lnTo>
                  <a:lnTo>
                    <a:pt x="104165" y="30607"/>
                  </a:lnTo>
                  <a:lnTo>
                    <a:pt x="102946" y="29400"/>
                  </a:lnTo>
                  <a:lnTo>
                    <a:pt x="107530" y="19710"/>
                  </a:lnTo>
                  <a:lnTo>
                    <a:pt x="95313" y="9715"/>
                  </a:lnTo>
                  <a:lnTo>
                    <a:pt x="86093" y="16560"/>
                  </a:lnTo>
                  <a:lnTo>
                    <a:pt x="78473" y="13335"/>
                  </a:lnTo>
                  <a:lnTo>
                    <a:pt x="76847" y="1790"/>
                  </a:lnTo>
                  <a:lnTo>
                    <a:pt x="61137" y="0"/>
                  </a:lnTo>
                  <a:lnTo>
                    <a:pt x="56603" y="12065"/>
                  </a:lnTo>
                  <a:lnTo>
                    <a:pt x="50025" y="12598"/>
                  </a:lnTo>
                  <a:lnTo>
                    <a:pt x="42049" y="3200"/>
                  </a:lnTo>
                  <a:lnTo>
                    <a:pt x="27889" y="10198"/>
                  </a:lnTo>
                  <a:lnTo>
                    <a:pt x="30276" y="21183"/>
                  </a:lnTo>
                  <a:lnTo>
                    <a:pt x="28625" y="22009"/>
                  </a:lnTo>
                  <a:lnTo>
                    <a:pt x="24371" y="26860"/>
                  </a:lnTo>
                  <a:lnTo>
                    <a:pt x="13169" y="23444"/>
                  </a:lnTo>
                  <a:lnTo>
                    <a:pt x="5092" y="37020"/>
                  </a:lnTo>
                  <a:lnTo>
                    <a:pt x="12814" y="44742"/>
                  </a:lnTo>
                  <a:lnTo>
                    <a:pt x="10134" y="52870"/>
                  </a:lnTo>
                  <a:lnTo>
                    <a:pt x="0" y="55727"/>
                  </a:lnTo>
                  <a:lnTo>
                    <a:pt x="508" y="71526"/>
                  </a:lnTo>
                  <a:lnTo>
                    <a:pt x="10363" y="73672"/>
                  </a:lnTo>
                  <a:lnTo>
                    <a:pt x="10718" y="77495"/>
                  </a:lnTo>
                  <a:lnTo>
                    <a:pt x="13639" y="82943"/>
                  </a:lnTo>
                  <a:lnTo>
                    <a:pt x="6515" y="90995"/>
                  </a:lnTo>
                  <a:lnTo>
                    <a:pt x="15519" y="103974"/>
                  </a:lnTo>
                  <a:lnTo>
                    <a:pt x="26060" y="100063"/>
                  </a:lnTo>
                  <a:lnTo>
                    <a:pt x="32156" y="105130"/>
                  </a:lnTo>
                  <a:lnTo>
                    <a:pt x="30467" y="116382"/>
                  </a:lnTo>
                  <a:lnTo>
                    <a:pt x="45059" y="122428"/>
                  </a:lnTo>
                  <a:lnTo>
                    <a:pt x="51841" y="113322"/>
                  </a:lnTo>
                  <a:lnTo>
                    <a:pt x="56324" y="114731"/>
                  </a:lnTo>
                  <a:lnTo>
                    <a:pt x="60502" y="114401"/>
                  </a:lnTo>
                  <a:lnTo>
                    <a:pt x="65087" y="124752"/>
                  </a:lnTo>
                  <a:lnTo>
                    <a:pt x="80683" y="122059"/>
                  </a:lnTo>
                  <a:lnTo>
                    <a:pt x="81483" y="111061"/>
                  </a:lnTo>
                  <a:lnTo>
                    <a:pt x="89712" y="106921"/>
                  </a:lnTo>
                  <a:lnTo>
                    <a:pt x="98869" y="112890"/>
                  </a:lnTo>
                  <a:lnTo>
                    <a:pt x="110502" y="102171"/>
                  </a:lnTo>
                  <a:lnTo>
                    <a:pt x="105410" y="92925"/>
                  </a:lnTo>
                  <a:lnTo>
                    <a:pt x="109131" y="88696"/>
                  </a:lnTo>
                  <a:lnTo>
                    <a:pt x="110324" y="85051"/>
                  </a:lnTo>
                  <a:lnTo>
                    <a:pt x="120421" y="85178"/>
                  </a:lnTo>
                  <a:lnTo>
                    <a:pt x="124472" y="698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492423" y="3885691"/>
              <a:ext cx="63500" cy="60960"/>
            </a:xfrm>
            <a:custGeom>
              <a:avLst/>
              <a:gdLst/>
              <a:ahLst/>
              <a:cxnLst/>
              <a:rect l="l" t="t" r="r" b="b"/>
              <a:pathLst>
                <a:path w="63500" h="60960">
                  <a:moveTo>
                    <a:pt x="27674" y="60359"/>
                  </a:moveTo>
                  <a:lnTo>
                    <a:pt x="15833" y="56609"/>
                  </a:lnTo>
                  <a:lnTo>
                    <a:pt x="6681" y="49016"/>
                  </a:lnTo>
                  <a:lnTo>
                    <a:pt x="1106" y="38664"/>
                  </a:lnTo>
                  <a:lnTo>
                    <a:pt x="0" y="26638"/>
                  </a:lnTo>
                  <a:lnTo>
                    <a:pt x="3783" y="15169"/>
                  </a:lnTo>
                  <a:lnTo>
                    <a:pt x="11543" y="6335"/>
                  </a:lnTo>
                  <a:lnTo>
                    <a:pt x="22278" y="938"/>
                  </a:lnTo>
                  <a:lnTo>
                    <a:pt x="22848" y="938"/>
                  </a:lnTo>
                  <a:lnTo>
                    <a:pt x="34550" y="0"/>
                  </a:lnTo>
                  <a:lnTo>
                    <a:pt x="42801" y="938"/>
                  </a:lnTo>
                  <a:lnTo>
                    <a:pt x="50352" y="5019"/>
                  </a:lnTo>
                  <a:lnTo>
                    <a:pt x="60732" y="17667"/>
                  </a:lnTo>
                  <a:lnTo>
                    <a:pt x="63135" y="25716"/>
                  </a:lnTo>
                  <a:lnTo>
                    <a:pt x="62224" y="33720"/>
                  </a:lnTo>
                  <a:lnTo>
                    <a:pt x="58441" y="45190"/>
                  </a:lnTo>
                  <a:lnTo>
                    <a:pt x="50680" y="54024"/>
                  </a:lnTo>
                  <a:lnTo>
                    <a:pt x="40054" y="59366"/>
                  </a:lnTo>
                  <a:lnTo>
                    <a:pt x="27674" y="6035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2383269" y="3985183"/>
              <a:ext cx="444500" cy="438150"/>
            </a:xfrm>
            <a:custGeom>
              <a:avLst/>
              <a:gdLst/>
              <a:ahLst/>
              <a:cxnLst/>
              <a:rect l="l" t="t" r="r" b="b"/>
              <a:pathLst>
                <a:path w="444500" h="438150">
                  <a:moveTo>
                    <a:pt x="444258" y="220916"/>
                  </a:moveTo>
                  <a:lnTo>
                    <a:pt x="411302" y="207403"/>
                  </a:lnTo>
                  <a:lnTo>
                    <a:pt x="409028" y="185140"/>
                  </a:lnTo>
                  <a:lnTo>
                    <a:pt x="405460" y="173761"/>
                  </a:lnTo>
                  <a:lnTo>
                    <a:pt x="431647" y="152958"/>
                  </a:lnTo>
                  <a:lnTo>
                    <a:pt x="408635" y="101892"/>
                  </a:lnTo>
                  <a:lnTo>
                    <a:pt x="372084" y="108585"/>
                  </a:lnTo>
                  <a:lnTo>
                    <a:pt x="356908" y="90614"/>
                  </a:lnTo>
                  <a:lnTo>
                    <a:pt x="352158" y="86842"/>
                  </a:lnTo>
                  <a:lnTo>
                    <a:pt x="364413" y="50876"/>
                  </a:lnTo>
                  <a:lnTo>
                    <a:pt x="317334" y="20523"/>
                  </a:lnTo>
                  <a:lnTo>
                    <a:pt x="287629" y="48348"/>
                  </a:lnTo>
                  <a:lnTo>
                    <a:pt x="259486" y="40030"/>
                  </a:lnTo>
                  <a:lnTo>
                    <a:pt x="259118" y="40005"/>
                  </a:lnTo>
                  <a:lnTo>
                    <a:pt x="249123" y="0"/>
                  </a:lnTo>
                  <a:lnTo>
                    <a:pt x="193040" y="0"/>
                  </a:lnTo>
                  <a:lnTo>
                    <a:pt x="182626" y="41605"/>
                  </a:lnTo>
                  <a:lnTo>
                    <a:pt x="171462" y="43053"/>
                  </a:lnTo>
                  <a:lnTo>
                    <a:pt x="158508" y="48361"/>
                  </a:lnTo>
                  <a:lnTo>
                    <a:pt x="127088" y="18923"/>
                  </a:lnTo>
                  <a:lnTo>
                    <a:pt x="80010" y="49276"/>
                  </a:lnTo>
                  <a:lnTo>
                    <a:pt x="92710" y="86601"/>
                  </a:lnTo>
                  <a:lnTo>
                    <a:pt x="87350" y="90614"/>
                  </a:lnTo>
                  <a:lnTo>
                    <a:pt x="72656" y="109067"/>
                  </a:lnTo>
                  <a:lnTo>
                    <a:pt x="33464" y="101892"/>
                  </a:lnTo>
                  <a:lnTo>
                    <a:pt x="10452" y="152958"/>
                  </a:lnTo>
                  <a:lnTo>
                    <a:pt x="37960" y="174828"/>
                  </a:lnTo>
                  <a:lnTo>
                    <a:pt x="33477" y="207187"/>
                  </a:lnTo>
                  <a:lnTo>
                    <a:pt x="0" y="220916"/>
                  </a:lnTo>
                  <a:lnTo>
                    <a:pt x="8153" y="276415"/>
                  </a:lnTo>
                  <a:lnTo>
                    <a:pt x="42379" y="279882"/>
                  </a:lnTo>
                  <a:lnTo>
                    <a:pt x="57200" y="313956"/>
                  </a:lnTo>
                  <a:lnTo>
                    <a:pt x="37109" y="342646"/>
                  </a:lnTo>
                  <a:lnTo>
                    <a:pt x="74066" y="384784"/>
                  </a:lnTo>
                  <a:lnTo>
                    <a:pt x="107937" y="367588"/>
                  </a:lnTo>
                  <a:lnTo>
                    <a:pt x="125933" y="381063"/>
                  </a:lnTo>
                  <a:lnTo>
                    <a:pt x="133096" y="384009"/>
                  </a:lnTo>
                  <a:lnTo>
                    <a:pt x="131699" y="422478"/>
                  </a:lnTo>
                  <a:lnTo>
                    <a:pt x="185521" y="437934"/>
                  </a:lnTo>
                  <a:lnTo>
                    <a:pt x="205168" y="404114"/>
                  </a:lnTo>
                  <a:lnTo>
                    <a:pt x="222123" y="406323"/>
                  </a:lnTo>
                  <a:lnTo>
                    <a:pt x="237286" y="404342"/>
                  </a:lnTo>
                  <a:lnTo>
                    <a:pt x="257048" y="438073"/>
                  </a:lnTo>
                  <a:lnTo>
                    <a:pt x="310883" y="422338"/>
                  </a:lnTo>
                  <a:lnTo>
                    <a:pt x="309384" y="384733"/>
                  </a:lnTo>
                  <a:lnTo>
                    <a:pt x="318325" y="381063"/>
                  </a:lnTo>
                  <a:lnTo>
                    <a:pt x="338226" y="366153"/>
                  </a:lnTo>
                  <a:lnTo>
                    <a:pt x="371297" y="382727"/>
                  </a:lnTo>
                  <a:lnTo>
                    <a:pt x="407962" y="340309"/>
                  </a:lnTo>
                  <a:lnTo>
                    <a:pt x="387896" y="311975"/>
                  </a:lnTo>
                  <a:lnTo>
                    <a:pt x="401853" y="279882"/>
                  </a:lnTo>
                  <a:lnTo>
                    <a:pt x="436105" y="276415"/>
                  </a:lnTo>
                  <a:lnTo>
                    <a:pt x="444258" y="2209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90369" y="4098824"/>
              <a:ext cx="222070" cy="215494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3125165" y="3607447"/>
              <a:ext cx="961390" cy="899794"/>
            </a:xfrm>
            <a:custGeom>
              <a:avLst/>
              <a:gdLst/>
              <a:ahLst/>
              <a:cxnLst/>
              <a:rect l="l" t="t" r="r" b="b"/>
              <a:pathLst>
                <a:path w="961389" h="899795">
                  <a:moveTo>
                    <a:pt x="961339" y="201904"/>
                  </a:moveTo>
                  <a:lnTo>
                    <a:pt x="957414" y="162331"/>
                  </a:lnTo>
                  <a:lnTo>
                    <a:pt x="945946" y="124637"/>
                  </a:lnTo>
                  <a:lnTo>
                    <a:pt x="927379" y="89890"/>
                  </a:lnTo>
                  <a:lnTo>
                    <a:pt x="902144" y="59131"/>
                  </a:lnTo>
                  <a:lnTo>
                    <a:pt x="871372" y="33921"/>
                  </a:lnTo>
                  <a:lnTo>
                    <a:pt x="836599" y="15367"/>
                  </a:lnTo>
                  <a:lnTo>
                    <a:pt x="798868" y="3911"/>
                  </a:lnTo>
                  <a:lnTo>
                    <a:pt x="759269" y="0"/>
                  </a:lnTo>
                  <a:lnTo>
                    <a:pt x="712939" y="5334"/>
                  </a:lnTo>
                  <a:lnTo>
                    <a:pt x="670407" y="20523"/>
                  </a:lnTo>
                  <a:lnTo>
                    <a:pt x="632891" y="44361"/>
                  </a:lnTo>
                  <a:lnTo>
                    <a:pt x="614121" y="63119"/>
                  </a:lnTo>
                  <a:lnTo>
                    <a:pt x="581698" y="49682"/>
                  </a:lnTo>
                  <a:lnTo>
                    <a:pt x="534809" y="36144"/>
                  </a:lnTo>
                  <a:lnTo>
                    <a:pt x="486498" y="27901"/>
                  </a:lnTo>
                  <a:lnTo>
                    <a:pt x="437172" y="25107"/>
                  </a:lnTo>
                  <a:lnTo>
                    <a:pt x="389534" y="27673"/>
                  </a:lnTo>
                  <a:lnTo>
                    <a:pt x="343382" y="35191"/>
                  </a:lnTo>
                  <a:lnTo>
                    <a:pt x="298983" y="47383"/>
                  </a:lnTo>
                  <a:lnTo>
                    <a:pt x="256603" y="64008"/>
                  </a:lnTo>
                  <a:lnTo>
                    <a:pt x="216522" y="84772"/>
                  </a:lnTo>
                  <a:lnTo>
                    <a:pt x="178981" y="109435"/>
                  </a:lnTo>
                  <a:lnTo>
                    <a:pt x="144259" y="137706"/>
                  </a:lnTo>
                  <a:lnTo>
                    <a:pt x="112623" y="169329"/>
                  </a:lnTo>
                  <a:lnTo>
                    <a:pt x="84340" y="204038"/>
                  </a:lnTo>
                  <a:lnTo>
                    <a:pt x="59677" y="241566"/>
                  </a:lnTo>
                  <a:lnTo>
                    <a:pt x="38900" y="281647"/>
                  </a:lnTo>
                  <a:lnTo>
                    <a:pt x="22275" y="324015"/>
                  </a:lnTo>
                  <a:lnTo>
                    <a:pt x="10071" y="368401"/>
                  </a:lnTo>
                  <a:lnTo>
                    <a:pt x="2565" y="414540"/>
                  </a:lnTo>
                  <a:lnTo>
                    <a:pt x="0" y="462165"/>
                  </a:lnTo>
                  <a:lnTo>
                    <a:pt x="2565" y="509778"/>
                  </a:lnTo>
                  <a:lnTo>
                    <a:pt x="10071" y="555917"/>
                  </a:lnTo>
                  <a:lnTo>
                    <a:pt x="22275" y="600303"/>
                  </a:lnTo>
                  <a:lnTo>
                    <a:pt x="38900" y="642670"/>
                  </a:lnTo>
                  <a:lnTo>
                    <a:pt x="59677" y="682752"/>
                  </a:lnTo>
                  <a:lnTo>
                    <a:pt x="84340" y="720280"/>
                  </a:lnTo>
                  <a:lnTo>
                    <a:pt x="112623" y="754989"/>
                  </a:lnTo>
                  <a:lnTo>
                    <a:pt x="144259" y="786612"/>
                  </a:lnTo>
                  <a:lnTo>
                    <a:pt x="178981" y="814895"/>
                  </a:lnTo>
                  <a:lnTo>
                    <a:pt x="216522" y="839546"/>
                  </a:lnTo>
                  <a:lnTo>
                    <a:pt x="256603" y="860323"/>
                  </a:lnTo>
                  <a:lnTo>
                    <a:pt x="298983" y="876935"/>
                  </a:lnTo>
                  <a:lnTo>
                    <a:pt x="343382" y="889139"/>
                  </a:lnTo>
                  <a:lnTo>
                    <a:pt x="389534" y="896658"/>
                  </a:lnTo>
                  <a:lnTo>
                    <a:pt x="437172" y="899223"/>
                  </a:lnTo>
                  <a:lnTo>
                    <a:pt x="484797" y="896658"/>
                  </a:lnTo>
                  <a:lnTo>
                    <a:pt x="530948" y="889139"/>
                  </a:lnTo>
                  <a:lnTo>
                    <a:pt x="575348" y="876935"/>
                  </a:lnTo>
                  <a:lnTo>
                    <a:pt x="617728" y="860323"/>
                  </a:lnTo>
                  <a:lnTo>
                    <a:pt x="657821" y="839546"/>
                  </a:lnTo>
                  <a:lnTo>
                    <a:pt x="695350" y="814895"/>
                  </a:lnTo>
                  <a:lnTo>
                    <a:pt x="730072" y="786612"/>
                  </a:lnTo>
                  <a:lnTo>
                    <a:pt x="761707" y="754989"/>
                  </a:lnTo>
                  <a:lnTo>
                    <a:pt x="789990" y="720280"/>
                  </a:lnTo>
                  <a:lnTo>
                    <a:pt x="814654" y="682752"/>
                  </a:lnTo>
                  <a:lnTo>
                    <a:pt x="835431" y="642670"/>
                  </a:lnTo>
                  <a:lnTo>
                    <a:pt x="852055" y="600303"/>
                  </a:lnTo>
                  <a:lnTo>
                    <a:pt x="864260" y="555917"/>
                  </a:lnTo>
                  <a:lnTo>
                    <a:pt x="871778" y="509778"/>
                  </a:lnTo>
                  <a:lnTo>
                    <a:pt x="874344" y="462165"/>
                  </a:lnTo>
                  <a:lnTo>
                    <a:pt x="871550" y="412851"/>
                  </a:lnTo>
                  <a:lnTo>
                    <a:pt x="864692" y="372757"/>
                  </a:lnTo>
                  <a:lnTo>
                    <a:pt x="885647" y="359448"/>
                  </a:lnTo>
                  <a:lnTo>
                    <a:pt x="916940" y="328180"/>
                  </a:lnTo>
                  <a:lnTo>
                    <a:pt x="940790" y="290690"/>
                  </a:lnTo>
                  <a:lnTo>
                    <a:pt x="955992" y="248196"/>
                  </a:lnTo>
                  <a:lnTo>
                    <a:pt x="961339" y="201904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742715" y="3667773"/>
              <a:ext cx="283845" cy="283210"/>
            </a:xfrm>
            <a:custGeom>
              <a:avLst/>
              <a:gdLst/>
              <a:ahLst/>
              <a:cxnLst/>
              <a:rect l="l" t="t" r="r" b="b"/>
              <a:pathLst>
                <a:path w="283845" h="283210">
                  <a:moveTo>
                    <a:pt x="141716" y="283131"/>
                  </a:moveTo>
                  <a:lnTo>
                    <a:pt x="96922" y="275914"/>
                  </a:lnTo>
                  <a:lnTo>
                    <a:pt x="58020" y="255817"/>
                  </a:lnTo>
                  <a:lnTo>
                    <a:pt x="27343" y="225172"/>
                  </a:lnTo>
                  <a:lnTo>
                    <a:pt x="7224" y="186311"/>
                  </a:lnTo>
                  <a:lnTo>
                    <a:pt x="0" y="141565"/>
                  </a:lnTo>
                  <a:lnTo>
                    <a:pt x="7224" y="96820"/>
                  </a:lnTo>
                  <a:lnTo>
                    <a:pt x="27343" y="57958"/>
                  </a:lnTo>
                  <a:lnTo>
                    <a:pt x="58020" y="27314"/>
                  </a:lnTo>
                  <a:lnTo>
                    <a:pt x="96922" y="7217"/>
                  </a:lnTo>
                  <a:lnTo>
                    <a:pt x="141716" y="0"/>
                  </a:lnTo>
                  <a:lnTo>
                    <a:pt x="169492" y="2745"/>
                  </a:lnTo>
                  <a:lnTo>
                    <a:pt x="220340" y="23784"/>
                  </a:lnTo>
                  <a:lnTo>
                    <a:pt x="259622" y="63025"/>
                  </a:lnTo>
                  <a:lnTo>
                    <a:pt x="280683" y="113818"/>
                  </a:lnTo>
                  <a:lnTo>
                    <a:pt x="283431" y="141565"/>
                  </a:lnTo>
                  <a:lnTo>
                    <a:pt x="276207" y="186311"/>
                  </a:lnTo>
                  <a:lnTo>
                    <a:pt x="256088" y="225172"/>
                  </a:lnTo>
                  <a:lnTo>
                    <a:pt x="225411" y="255817"/>
                  </a:lnTo>
                  <a:lnTo>
                    <a:pt x="186509" y="275914"/>
                  </a:lnTo>
                  <a:lnTo>
                    <a:pt x="141716" y="2831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849555" y="3746195"/>
              <a:ext cx="109855" cy="126364"/>
            </a:xfrm>
            <a:custGeom>
              <a:avLst/>
              <a:gdLst/>
              <a:ahLst/>
              <a:cxnLst/>
              <a:rect l="l" t="t" r="r" b="b"/>
              <a:pathLst>
                <a:path w="109854" h="126364">
                  <a:moveTo>
                    <a:pt x="0" y="126285"/>
                  </a:moveTo>
                  <a:lnTo>
                    <a:pt x="0" y="0"/>
                  </a:lnTo>
                  <a:lnTo>
                    <a:pt x="109237" y="63142"/>
                  </a:lnTo>
                  <a:lnTo>
                    <a:pt x="0" y="126285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28621" y="3832975"/>
              <a:ext cx="220129" cy="220628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3470160" y="3853065"/>
              <a:ext cx="125095" cy="125095"/>
            </a:xfrm>
            <a:custGeom>
              <a:avLst/>
              <a:gdLst/>
              <a:ahLst/>
              <a:cxnLst/>
              <a:rect l="l" t="t" r="r" b="b"/>
              <a:pathLst>
                <a:path w="125095" h="125095">
                  <a:moveTo>
                    <a:pt x="124485" y="69888"/>
                  </a:moveTo>
                  <a:lnTo>
                    <a:pt x="115671" y="65049"/>
                  </a:lnTo>
                  <a:lnTo>
                    <a:pt x="115760" y="58750"/>
                  </a:lnTo>
                  <a:lnTo>
                    <a:pt x="115112" y="55448"/>
                  </a:lnTo>
                  <a:lnTo>
                    <a:pt x="123126" y="50457"/>
                  </a:lnTo>
                  <a:lnTo>
                    <a:pt x="118300" y="35420"/>
                  </a:lnTo>
                  <a:lnTo>
                    <a:pt x="107848" y="36144"/>
                  </a:lnTo>
                  <a:lnTo>
                    <a:pt x="104165" y="30607"/>
                  </a:lnTo>
                  <a:lnTo>
                    <a:pt x="102958" y="29413"/>
                  </a:lnTo>
                  <a:lnTo>
                    <a:pt x="107543" y="19710"/>
                  </a:lnTo>
                  <a:lnTo>
                    <a:pt x="95313" y="9715"/>
                  </a:lnTo>
                  <a:lnTo>
                    <a:pt x="86093" y="16560"/>
                  </a:lnTo>
                  <a:lnTo>
                    <a:pt x="78486" y="13335"/>
                  </a:lnTo>
                  <a:lnTo>
                    <a:pt x="76860" y="1790"/>
                  </a:lnTo>
                  <a:lnTo>
                    <a:pt x="61137" y="0"/>
                  </a:lnTo>
                  <a:lnTo>
                    <a:pt x="56616" y="12065"/>
                  </a:lnTo>
                  <a:lnTo>
                    <a:pt x="50038" y="12598"/>
                  </a:lnTo>
                  <a:lnTo>
                    <a:pt x="42062" y="3200"/>
                  </a:lnTo>
                  <a:lnTo>
                    <a:pt x="27901" y="10198"/>
                  </a:lnTo>
                  <a:lnTo>
                    <a:pt x="30289" y="21183"/>
                  </a:lnTo>
                  <a:lnTo>
                    <a:pt x="28638" y="22009"/>
                  </a:lnTo>
                  <a:lnTo>
                    <a:pt x="24384" y="26847"/>
                  </a:lnTo>
                  <a:lnTo>
                    <a:pt x="13182" y="23444"/>
                  </a:lnTo>
                  <a:lnTo>
                    <a:pt x="5105" y="37020"/>
                  </a:lnTo>
                  <a:lnTo>
                    <a:pt x="12814" y="44742"/>
                  </a:lnTo>
                  <a:lnTo>
                    <a:pt x="10134" y="52857"/>
                  </a:lnTo>
                  <a:lnTo>
                    <a:pt x="0" y="55727"/>
                  </a:lnTo>
                  <a:lnTo>
                    <a:pt x="520" y="71526"/>
                  </a:lnTo>
                  <a:lnTo>
                    <a:pt x="10363" y="73672"/>
                  </a:lnTo>
                  <a:lnTo>
                    <a:pt x="10718" y="77495"/>
                  </a:lnTo>
                  <a:lnTo>
                    <a:pt x="13652" y="82943"/>
                  </a:lnTo>
                  <a:lnTo>
                    <a:pt x="6515" y="90995"/>
                  </a:lnTo>
                  <a:lnTo>
                    <a:pt x="15532" y="103974"/>
                  </a:lnTo>
                  <a:lnTo>
                    <a:pt x="26073" y="100063"/>
                  </a:lnTo>
                  <a:lnTo>
                    <a:pt x="32169" y="105130"/>
                  </a:lnTo>
                  <a:lnTo>
                    <a:pt x="30480" y="116382"/>
                  </a:lnTo>
                  <a:lnTo>
                    <a:pt x="45059" y="122428"/>
                  </a:lnTo>
                  <a:lnTo>
                    <a:pt x="51841" y="113322"/>
                  </a:lnTo>
                  <a:lnTo>
                    <a:pt x="56324" y="114731"/>
                  </a:lnTo>
                  <a:lnTo>
                    <a:pt x="60515" y="114401"/>
                  </a:lnTo>
                  <a:lnTo>
                    <a:pt x="65100" y="124752"/>
                  </a:lnTo>
                  <a:lnTo>
                    <a:pt x="80695" y="122059"/>
                  </a:lnTo>
                  <a:lnTo>
                    <a:pt x="81495" y="111074"/>
                  </a:lnTo>
                  <a:lnTo>
                    <a:pt x="89725" y="106921"/>
                  </a:lnTo>
                  <a:lnTo>
                    <a:pt x="98882" y="112890"/>
                  </a:lnTo>
                  <a:lnTo>
                    <a:pt x="110502" y="102171"/>
                  </a:lnTo>
                  <a:lnTo>
                    <a:pt x="105410" y="92938"/>
                  </a:lnTo>
                  <a:lnTo>
                    <a:pt x="109143" y="88696"/>
                  </a:lnTo>
                  <a:lnTo>
                    <a:pt x="110337" y="85051"/>
                  </a:lnTo>
                  <a:lnTo>
                    <a:pt x="120434" y="85178"/>
                  </a:lnTo>
                  <a:lnTo>
                    <a:pt x="124485" y="698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502348" y="3885691"/>
              <a:ext cx="63500" cy="60960"/>
            </a:xfrm>
            <a:custGeom>
              <a:avLst/>
              <a:gdLst/>
              <a:ahLst/>
              <a:cxnLst/>
              <a:rect l="l" t="t" r="r" b="b"/>
              <a:pathLst>
                <a:path w="63500" h="60960">
                  <a:moveTo>
                    <a:pt x="27673" y="60359"/>
                  </a:moveTo>
                  <a:lnTo>
                    <a:pt x="15833" y="56609"/>
                  </a:lnTo>
                  <a:lnTo>
                    <a:pt x="6681" y="49016"/>
                  </a:lnTo>
                  <a:lnTo>
                    <a:pt x="1106" y="38664"/>
                  </a:lnTo>
                  <a:lnTo>
                    <a:pt x="0" y="26638"/>
                  </a:lnTo>
                  <a:lnTo>
                    <a:pt x="3783" y="15169"/>
                  </a:lnTo>
                  <a:lnTo>
                    <a:pt x="11543" y="6335"/>
                  </a:lnTo>
                  <a:lnTo>
                    <a:pt x="22277" y="938"/>
                  </a:lnTo>
                  <a:lnTo>
                    <a:pt x="22847" y="938"/>
                  </a:lnTo>
                  <a:lnTo>
                    <a:pt x="34549" y="0"/>
                  </a:lnTo>
                  <a:lnTo>
                    <a:pt x="42801" y="938"/>
                  </a:lnTo>
                  <a:lnTo>
                    <a:pt x="50352" y="5019"/>
                  </a:lnTo>
                  <a:lnTo>
                    <a:pt x="60732" y="17667"/>
                  </a:lnTo>
                  <a:lnTo>
                    <a:pt x="63135" y="25716"/>
                  </a:lnTo>
                  <a:lnTo>
                    <a:pt x="62223" y="33720"/>
                  </a:lnTo>
                  <a:lnTo>
                    <a:pt x="58440" y="45190"/>
                  </a:lnTo>
                  <a:lnTo>
                    <a:pt x="50680" y="54024"/>
                  </a:lnTo>
                  <a:lnTo>
                    <a:pt x="40054" y="59366"/>
                  </a:lnTo>
                  <a:lnTo>
                    <a:pt x="27673" y="6035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393186" y="3985183"/>
              <a:ext cx="444500" cy="438150"/>
            </a:xfrm>
            <a:custGeom>
              <a:avLst/>
              <a:gdLst/>
              <a:ahLst/>
              <a:cxnLst/>
              <a:rect l="l" t="t" r="r" b="b"/>
              <a:pathLst>
                <a:path w="444500" h="438150">
                  <a:moveTo>
                    <a:pt x="444258" y="220916"/>
                  </a:moveTo>
                  <a:lnTo>
                    <a:pt x="411302" y="207403"/>
                  </a:lnTo>
                  <a:lnTo>
                    <a:pt x="409041" y="185140"/>
                  </a:lnTo>
                  <a:lnTo>
                    <a:pt x="405472" y="173761"/>
                  </a:lnTo>
                  <a:lnTo>
                    <a:pt x="431660" y="152958"/>
                  </a:lnTo>
                  <a:lnTo>
                    <a:pt x="408647" y="101892"/>
                  </a:lnTo>
                  <a:lnTo>
                    <a:pt x="372084" y="108585"/>
                  </a:lnTo>
                  <a:lnTo>
                    <a:pt x="356908" y="90614"/>
                  </a:lnTo>
                  <a:lnTo>
                    <a:pt x="352158" y="86842"/>
                  </a:lnTo>
                  <a:lnTo>
                    <a:pt x="364426" y="50876"/>
                  </a:lnTo>
                  <a:lnTo>
                    <a:pt x="317334" y="20523"/>
                  </a:lnTo>
                  <a:lnTo>
                    <a:pt x="287629" y="48348"/>
                  </a:lnTo>
                  <a:lnTo>
                    <a:pt x="259499" y="40030"/>
                  </a:lnTo>
                  <a:lnTo>
                    <a:pt x="259130" y="40005"/>
                  </a:lnTo>
                  <a:lnTo>
                    <a:pt x="249135" y="0"/>
                  </a:lnTo>
                  <a:lnTo>
                    <a:pt x="193040" y="0"/>
                  </a:lnTo>
                  <a:lnTo>
                    <a:pt x="182638" y="41605"/>
                  </a:lnTo>
                  <a:lnTo>
                    <a:pt x="171462" y="43053"/>
                  </a:lnTo>
                  <a:lnTo>
                    <a:pt x="158508" y="48361"/>
                  </a:lnTo>
                  <a:lnTo>
                    <a:pt x="127101" y="18923"/>
                  </a:lnTo>
                  <a:lnTo>
                    <a:pt x="80022" y="49276"/>
                  </a:lnTo>
                  <a:lnTo>
                    <a:pt x="92722" y="86601"/>
                  </a:lnTo>
                  <a:lnTo>
                    <a:pt x="87363" y="90614"/>
                  </a:lnTo>
                  <a:lnTo>
                    <a:pt x="72656" y="109067"/>
                  </a:lnTo>
                  <a:lnTo>
                    <a:pt x="33477" y="101892"/>
                  </a:lnTo>
                  <a:lnTo>
                    <a:pt x="10452" y="152958"/>
                  </a:lnTo>
                  <a:lnTo>
                    <a:pt x="37973" y="174828"/>
                  </a:lnTo>
                  <a:lnTo>
                    <a:pt x="33489" y="207187"/>
                  </a:lnTo>
                  <a:lnTo>
                    <a:pt x="0" y="220916"/>
                  </a:lnTo>
                  <a:lnTo>
                    <a:pt x="8153" y="276415"/>
                  </a:lnTo>
                  <a:lnTo>
                    <a:pt x="42392" y="279882"/>
                  </a:lnTo>
                  <a:lnTo>
                    <a:pt x="57213" y="313956"/>
                  </a:lnTo>
                  <a:lnTo>
                    <a:pt x="37122" y="342646"/>
                  </a:lnTo>
                  <a:lnTo>
                    <a:pt x="74066" y="384784"/>
                  </a:lnTo>
                  <a:lnTo>
                    <a:pt x="107950" y="367601"/>
                  </a:lnTo>
                  <a:lnTo>
                    <a:pt x="125933" y="381063"/>
                  </a:lnTo>
                  <a:lnTo>
                    <a:pt x="133108" y="384009"/>
                  </a:lnTo>
                  <a:lnTo>
                    <a:pt x="131711" y="422478"/>
                  </a:lnTo>
                  <a:lnTo>
                    <a:pt x="185521" y="437934"/>
                  </a:lnTo>
                  <a:lnTo>
                    <a:pt x="205181" y="404114"/>
                  </a:lnTo>
                  <a:lnTo>
                    <a:pt x="222135" y="406323"/>
                  </a:lnTo>
                  <a:lnTo>
                    <a:pt x="237286" y="404355"/>
                  </a:lnTo>
                  <a:lnTo>
                    <a:pt x="257048" y="438073"/>
                  </a:lnTo>
                  <a:lnTo>
                    <a:pt x="310896" y="422338"/>
                  </a:lnTo>
                  <a:lnTo>
                    <a:pt x="309397" y="384733"/>
                  </a:lnTo>
                  <a:lnTo>
                    <a:pt x="318338" y="381063"/>
                  </a:lnTo>
                  <a:lnTo>
                    <a:pt x="338226" y="366153"/>
                  </a:lnTo>
                  <a:lnTo>
                    <a:pt x="371297" y="382727"/>
                  </a:lnTo>
                  <a:lnTo>
                    <a:pt x="407974" y="340309"/>
                  </a:lnTo>
                  <a:lnTo>
                    <a:pt x="387908" y="311975"/>
                  </a:lnTo>
                  <a:lnTo>
                    <a:pt x="401866" y="279882"/>
                  </a:lnTo>
                  <a:lnTo>
                    <a:pt x="436118" y="276415"/>
                  </a:lnTo>
                  <a:lnTo>
                    <a:pt x="444258" y="2209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00294" y="4098824"/>
              <a:ext cx="222070" cy="215494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3225498" y="1221459"/>
              <a:ext cx="2537460" cy="796290"/>
            </a:xfrm>
            <a:custGeom>
              <a:avLst/>
              <a:gdLst/>
              <a:ahLst/>
              <a:cxnLst/>
              <a:rect l="l" t="t" r="r" b="b"/>
              <a:pathLst>
                <a:path w="2537460" h="796289">
                  <a:moveTo>
                    <a:pt x="909973" y="8756"/>
                  </a:moveTo>
                  <a:lnTo>
                    <a:pt x="0" y="8756"/>
                  </a:lnTo>
                  <a:lnTo>
                    <a:pt x="0" y="796031"/>
                  </a:lnTo>
                  <a:lnTo>
                    <a:pt x="2537439" y="796031"/>
                  </a:lnTo>
                  <a:lnTo>
                    <a:pt x="2537439" y="0"/>
                  </a:lnTo>
                  <a:lnTo>
                    <a:pt x="1636205" y="0"/>
                  </a:lnTo>
                </a:path>
              </a:pathLst>
            </a:custGeom>
            <a:ln w="114299">
              <a:solidFill>
                <a:srgbClr val="D8443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24577" y="1369345"/>
              <a:ext cx="2139268" cy="500255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1526872" y="3185634"/>
              <a:ext cx="2091055" cy="0"/>
            </a:xfrm>
            <a:custGeom>
              <a:avLst/>
              <a:gdLst/>
              <a:ahLst/>
              <a:cxnLst/>
              <a:rect l="l" t="t" r="r" b="b"/>
              <a:pathLst>
                <a:path w="2091054" h="0">
                  <a:moveTo>
                    <a:pt x="0" y="0"/>
                  </a:moveTo>
                  <a:lnTo>
                    <a:pt x="2090699" y="0"/>
                  </a:lnTo>
                </a:path>
              </a:pathLst>
            </a:custGeom>
            <a:ln w="38099">
              <a:solidFill>
                <a:srgbClr val="98989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59489" y="3183778"/>
              <a:ext cx="163448" cy="397799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21247" y="3185634"/>
              <a:ext cx="163449" cy="395700"/>
            </a:xfrm>
            <a:prstGeom prst="rect">
              <a:avLst/>
            </a:prstGeom>
          </p:spPr>
        </p:pic>
      </p:grpSp>
      <p:sp>
        <p:nvSpPr>
          <p:cNvPr id="32" name="object 32" descr=""/>
          <p:cNvSpPr txBox="1"/>
          <p:nvPr/>
        </p:nvSpPr>
        <p:spPr>
          <a:xfrm>
            <a:off x="53975" y="1599023"/>
            <a:ext cx="94297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4285F4"/>
                </a:solidFill>
                <a:latin typeface="Roboto"/>
                <a:cs typeface="Roboto"/>
              </a:rPr>
              <a:t>ReplicaSet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57919" y="1827623"/>
            <a:ext cx="9969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 b="1">
                <a:solidFill>
                  <a:srgbClr val="4285F4"/>
                </a:solidFill>
                <a:latin typeface="Roboto"/>
                <a:cs typeface="Roboto"/>
              </a:rPr>
              <a:t>-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500" spc="-50" b="1">
                <a:solidFill>
                  <a:srgbClr val="4285F4"/>
                </a:solidFill>
                <a:latin typeface="Roboto"/>
                <a:cs typeface="Roboto"/>
              </a:rPr>
              <a:t>-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500" spc="-50" b="1">
                <a:solidFill>
                  <a:srgbClr val="4285F4"/>
                </a:solidFill>
                <a:latin typeface="Roboto"/>
                <a:cs typeface="Roboto"/>
              </a:rPr>
              <a:t>-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396875" y="1827623"/>
            <a:ext cx="153289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4285F4"/>
                </a:solidFill>
                <a:latin typeface="Roboto"/>
                <a:cs typeface="Roboto"/>
              </a:rPr>
              <a:t>name:</a:t>
            </a:r>
            <a:r>
              <a:rPr dirty="0" sz="1500" spc="20" b="1">
                <a:solidFill>
                  <a:srgbClr val="4285F4"/>
                </a:solidFill>
                <a:latin typeface="Roboto"/>
                <a:cs typeface="Roboto"/>
              </a:rPr>
              <a:t> </a:t>
            </a:r>
            <a:r>
              <a:rPr dirty="0" sz="1500" spc="-20" b="1">
                <a:solidFill>
                  <a:srgbClr val="4285F4"/>
                </a:solidFill>
                <a:latin typeface="Roboto"/>
                <a:cs typeface="Roboto"/>
              </a:rPr>
              <a:t>my-app-</a:t>
            </a:r>
            <a:r>
              <a:rPr dirty="0" sz="1500" spc="-25" b="1">
                <a:solidFill>
                  <a:srgbClr val="4285F4"/>
                </a:solidFill>
                <a:latin typeface="Roboto"/>
                <a:cs typeface="Roboto"/>
              </a:rPr>
              <a:t>v1 </a:t>
            </a:r>
            <a:r>
              <a:rPr dirty="0" sz="1500" spc="-10" b="1">
                <a:solidFill>
                  <a:srgbClr val="4285F4"/>
                </a:solidFill>
                <a:latin typeface="Roboto"/>
                <a:cs typeface="Roboto"/>
              </a:rPr>
              <a:t>replicas:</a:t>
            </a:r>
            <a:r>
              <a:rPr dirty="0" sz="1500" spc="-15" b="1">
                <a:solidFill>
                  <a:srgbClr val="4285F4"/>
                </a:solidFill>
                <a:latin typeface="Roboto"/>
                <a:cs typeface="Roboto"/>
              </a:rPr>
              <a:t> </a:t>
            </a:r>
            <a:r>
              <a:rPr dirty="0" sz="1500" spc="-50" b="1">
                <a:solidFill>
                  <a:srgbClr val="4285F4"/>
                </a:solidFill>
                <a:latin typeface="Roboto"/>
                <a:cs typeface="Roboto"/>
              </a:rPr>
              <a:t>3 </a:t>
            </a:r>
            <a:r>
              <a:rPr dirty="0" sz="1500" spc="-10" b="1">
                <a:solidFill>
                  <a:srgbClr val="4285F4"/>
                </a:solidFill>
                <a:latin typeface="Roboto"/>
                <a:cs typeface="Roboto"/>
              </a:rPr>
              <a:t>selector: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500819" y="2513423"/>
            <a:ext cx="128651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1460" indent="-238760">
              <a:lnSpc>
                <a:spcPct val="100000"/>
              </a:lnSpc>
              <a:spcBef>
                <a:spcPts val="100"/>
              </a:spcBef>
              <a:buChar char="-"/>
              <a:tabLst>
                <a:tab pos="251460" algn="l"/>
              </a:tabLst>
            </a:pPr>
            <a:r>
              <a:rPr dirty="0" sz="1500" b="1">
                <a:solidFill>
                  <a:srgbClr val="4285F4"/>
                </a:solidFill>
                <a:latin typeface="Roboto"/>
                <a:cs typeface="Roboto"/>
              </a:rPr>
              <a:t>app:</a:t>
            </a:r>
            <a:r>
              <a:rPr dirty="0" sz="1500" spc="-50" b="1">
                <a:solidFill>
                  <a:srgbClr val="4285F4"/>
                </a:solidFill>
                <a:latin typeface="Roboto"/>
                <a:cs typeface="Roboto"/>
              </a:rPr>
              <a:t> </a:t>
            </a:r>
            <a:r>
              <a:rPr dirty="0" sz="1500" spc="-10" b="1">
                <a:solidFill>
                  <a:srgbClr val="4285F4"/>
                </a:solidFill>
                <a:latin typeface="Roboto"/>
                <a:cs typeface="Roboto"/>
              </a:rPr>
              <a:t>MyApp</a:t>
            </a:r>
            <a:endParaRPr sz="1500">
              <a:latin typeface="Roboto"/>
              <a:cs typeface="Roboto"/>
            </a:endParaRPr>
          </a:p>
          <a:p>
            <a:pPr marL="251460" indent="-238760">
              <a:lnSpc>
                <a:spcPct val="100000"/>
              </a:lnSpc>
              <a:buChar char="-"/>
              <a:tabLst>
                <a:tab pos="251460" algn="l"/>
              </a:tabLst>
            </a:pPr>
            <a:r>
              <a:rPr dirty="0" sz="1500" spc="-10" b="1">
                <a:solidFill>
                  <a:srgbClr val="4285F4"/>
                </a:solidFill>
                <a:latin typeface="Roboto"/>
                <a:cs typeface="Roboto"/>
              </a:rPr>
              <a:t>version:</a:t>
            </a:r>
            <a:r>
              <a:rPr dirty="0" sz="1500" spc="-15" b="1">
                <a:solidFill>
                  <a:srgbClr val="4285F4"/>
                </a:solidFill>
                <a:latin typeface="Roboto"/>
                <a:cs typeface="Roboto"/>
              </a:rPr>
              <a:t> </a:t>
            </a:r>
            <a:r>
              <a:rPr dirty="0" sz="1500" spc="-25" b="1">
                <a:solidFill>
                  <a:srgbClr val="4285F4"/>
                </a:solidFill>
                <a:latin typeface="Roboto"/>
                <a:cs typeface="Roboto"/>
              </a:rPr>
              <a:t>v1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6936380" y="1599023"/>
            <a:ext cx="94297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0F9D58"/>
                </a:solidFill>
                <a:latin typeface="Roboto"/>
                <a:cs typeface="Roboto"/>
              </a:rPr>
              <a:t>ReplicaSet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7040324" y="1827623"/>
            <a:ext cx="177165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1460" indent="-238760">
              <a:lnSpc>
                <a:spcPct val="100000"/>
              </a:lnSpc>
              <a:spcBef>
                <a:spcPts val="100"/>
              </a:spcBef>
              <a:buChar char="-"/>
              <a:tabLst>
                <a:tab pos="251460" algn="l"/>
              </a:tabLst>
            </a:pPr>
            <a:r>
              <a:rPr dirty="0" sz="1500" b="1">
                <a:solidFill>
                  <a:srgbClr val="0F9D58"/>
                </a:solidFill>
                <a:latin typeface="Roboto"/>
                <a:cs typeface="Roboto"/>
              </a:rPr>
              <a:t>name:</a:t>
            </a:r>
            <a:r>
              <a:rPr dirty="0" sz="1500" spc="20" b="1">
                <a:solidFill>
                  <a:srgbClr val="0F9D58"/>
                </a:solidFill>
                <a:latin typeface="Roboto"/>
                <a:cs typeface="Roboto"/>
              </a:rPr>
              <a:t> </a:t>
            </a:r>
            <a:r>
              <a:rPr dirty="0" sz="1500" spc="-20" b="1">
                <a:solidFill>
                  <a:srgbClr val="0F9D58"/>
                </a:solidFill>
                <a:latin typeface="Roboto"/>
                <a:cs typeface="Roboto"/>
              </a:rPr>
              <a:t>my-app-</a:t>
            </a:r>
            <a:r>
              <a:rPr dirty="0" sz="1500" spc="-25" b="1">
                <a:solidFill>
                  <a:srgbClr val="0F9D58"/>
                </a:solidFill>
                <a:latin typeface="Roboto"/>
                <a:cs typeface="Roboto"/>
              </a:rPr>
              <a:t>v2</a:t>
            </a:r>
            <a:endParaRPr sz="1500">
              <a:latin typeface="Roboto"/>
              <a:cs typeface="Roboto"/>
            </a:endParaRPr>
          </a:p>
          <a:p>
            <a:pPr marL="251460" indent="-238760">
              <a:lnSpc>
                <a:spcPct val="100000"/>
              </a:lnSpc>
              <a:buChar char="-"/>
              <a:tabLst>
                <a:tab pos="251460" algn="l"/>
              </a:tabLst>
            </a:pPr>
            <a:r>
              <a:rPr dirty="0" sz="1500" spc="-10" b="1">
                <a:solidFill>
                  <a:srgbClr val="0F9D58"/>
                </a:solidFill>
                <a:latin typeface="Roboto"/>
                <a:cs typeface="Roboto"/>
              </a:rPr>
              <a:t>replicas:</a:t>
            </a:r>
            <a:r>
              <a:rPr dirty="0" sz="1500" spc="-15" b="1">
                <a:solidFill>
                  <a:srgbClr val="0F9D58"/>
                </a:solidFill>
                <a:latin typeface="Roboto"/>
                <a:cs typeface="Roboto"/>
              </a:rPr>
              <a:t> </a:t>
            </a:r>
            <a:r>
              <a:rPr dirty="0" sz="1500" spc="-50" b="1">
                <a:solidFill>
                  <a:srgbClr val="0F9D58"/>
                </a:solidFill>
                <a:latin typeface="Roboto"/>
                <a:cs typeface="Roboto"/>
              </a:rPr>
              <a:t>0</a:t>
            </a:r>
            <a:endParaRPr sz="1500">
              <a:latin typeface="Roboto"/>
              <a:cs typeface="Roboto"/>
            </a:endParaRPr>
          </a:p>
          <a:p>
            <a:pPr marL="251460" indent="-238760">
              <a:lnSpc>
                <a:spcPct val="100000"/>
              </a:lnSpc>
              <a:buChar char="-"/>
              <a:tabLst>
                <a:tab pos="251460" algn="l"/>
              </a:tabLst>
            </a:pPr>
            <a:r>
              <a:rPr dirty="0" sz="1500" spc="-10" b="1">
                <a:solidFill>
                  <a:srgbClr val="0F9D58"/>
                </a:solidFill>
                <a:latin typeface="Roboto"/>
                <a:cs typeface="Roboto"/>
              </a:rPr>
              <a:t>selector: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7383224" y="2513423"/>
            <a:ext cx="128651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1460" indent="-238760">
              <a:lnSpc>
                <a:spcPct val="100000"/>
              </a:lnSpc>
              <a:spcBef>
                <a:spcPts val="100"/>
              </a:spcBef>
              <a:buChar char="-"/>
              <a:tabLst>
                <a:tab pos="251460" algn="l"/>
              </a:tabLst>
            </a:pPr>
            <a:r>
              <a:rPr dirty="0" sz="1500" b="1">
                <a:solidFill>
                  <a:srgbClr val="0F9D58"/>
                </a:solidFill>
                <a:latin typeface="Roboto"/>
                <a:cs typeface="Roboto"/>
              </a:rPr>
              <a:t>app:</a:t>
            </a:r>
            <a:r>
              <a:rPr dirty="0" sz="1500" spc="-50" b="1">
                <a:solidFill>
                  <a:srgbClr val="0F9D58"/>
                </a:solidFill>
                <a:latin typeface="Roboto"/>
                <a:cs typeface="Roboto"/>
              </a:rPr>
              <a:t> </a:t>
            </a:r>
            <a:r>
              <a:rPr dirty="0" sz="1500" spc="-10" b="1">
                <a:solidFill>
                  <a:srgbClr val="0F9D58"/>
                </a:solidFill>
                <a:latin typeface="Roboto"/>
                <a:cs typeface="Roboto"/>
              </a:rPr>
              <a:t>MyApp</a:t>
            </a:r>
            <a:endParaRPr sz="1500">
              <a:latin typeface="Roboto"/>
              <a:cs typeface="Roboto"/>
            </a:endParaRPr>
          </a:p>
          <a:p>
            <a:pPr marL="251460" indent="-238760">
              <a:lnSpc>
                <a:spcPct val="100000"/>
              </a:lnSpc>
              <a:buChar char="-"/>
              <a:tabLst>
                <a:tab pos="251460" algn="l"/>
              </a:tabLst>
            </a:pPr>
            <a:r>
              <a:rPr dirty="0" sz="1500" spc="-10" b="1">
                <a:solidFill>
                  <a:srgbClr val="0F9D58"/>
                </a:solidFill>
                <a:latin typeface="Roboto"/>
                <a:cs typeface="Roboto"/>
              </a:rPr>
              <a:t>version:</a:t>
            </a:r>
            <a:r>
              <a:rPr dirty="0" sz="1500" spc="-15" b="1">
                <a:solidFill>
                  <a:srgbClr val="0F9D58"/>
                </a:solidFill>
                <a:latin typeface="Roboto"/>
                <a:cs typeface="Roboto"/>
              </a:rPr>
              <a:t> </a:t>
            </a:r>
            <a:r>
              <a:rPr dirty="0" sz="1500" spc="-25" b="1">
                <a:solidFill>
                  <a:srgbClr val="0F9D58"/>
                </a:solidFill>
                <a:latin typeface="Roboto"/>
                <a:cs typeface="Roboto"/>
              </a:rPr>
              <a:t>v2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3495168" y="617854"/>
            <a:ext cx="139065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D84437"/>
                </a:solidFill>
                <a:latin typeface="Roboto"/>
                <a:cs typeface="Roboto"/>
              </a:rPr>
              <a:t>Service</a:t>
            </a:r>
            <a:endParaRPr sz="1500">
              <a:latin typeface="Roboto"/>
              <a:cs typeface="Roboto"/>
            </a:endParaRPr>
          </a:p>
          <a:p>
            <a:pPr marL="116205">
              <a:lnSpc>
                <a:spcPct val="100000"/>
              </a:lnSpc>
              <a:tabLst>
                <a:tab pos="354965" algn="l"/>
              </a:tabLst>
            </a:pPr>
            <a:r>
              <a:rPr dirty="0" sz="1500" spc="-50" b="1">
                <a:solidFill>
                  <a:srgbClr val="D84437"/>
                </a:solidFill>
                <a:latin typeface="Roboto"/>
                <a:cs typeface="Roboto"/>
              </a:rPr>
              <a:t>-</a:t>
            </a:r>
            <a:r>
              <a:rPr dirty="0" sz="1500" b="1">
                <a:solidFill>
                  <a:srgbClr val="D84437"/>
                </a:solidFill>
                <a:latin typeface="Roboto"/>
                <a:cs typeface="Roboto"/>
              </a:rPr>
              <a:t>	app:</a:t>
            </a:r>
            <a:r>
              <a:rPr dirty="0" sz="1500" spc="-50" b="1">
                <a:solidFill>
                  <a:srgbClr val="D84437"/>
                </a:solidFill>
                <a:latin typeface="Roboto"/>
                <a:cs typeface="Roboto"/>
              </a:rPr>
              <a:t> </a:t>
            </a:r>
            <a:r>
              <a:rPr dirty="0" sz="1500" spc="-10" b="1">
                <a:solidFill>
                  <a:srgbClr val="D84437"/>
                </a:solidFill>
                <a:latin typeface="Roboto"/>
                <a:cs typeface="Roboto"/>
              </a:rPr>
              <a:t>MyApp</a:t>
            </a:r>
            <a:endParaRPr sz="1500">
              <a:latin typeface="Roboto"/>
              <a:cs typeface="Roboto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1461389" y="1857488"/>
            <a:ext cx="5374005" cy="2937510"/>
            <a:chOff x="1461389" y="1857488"/>
            <a:chExt cx="5374005" cy="2937510"/>
          </a:xfrm>
        </p:grpSpPr>
        <p:pic>
          <p:nvPicPr>
            <p:cNvPr id="41" name="object 4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24095" y="4532867"/>
              <a:ext cx="163449" cy="224399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92739" y="4532568"/>
              <a:ext cx="163448" cy="230399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61389" y="4532512"/>
              <a:ext cx="163449" cy="236099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2572260" y="2741287"/>
              <a:ext cx="0" cy="695960"/>
            </a:xfrm>
            <a:custGeom>
              <a:avLst/>
              <a:gdLst/>
              <a:ahLst/>
              <a:cxnLst/>
              <a:rect l="l" t="t" r="r" b="b"/>
              <a:pathLst>
                <a:path w="0" h="695960">
                  <a:moveTo>
                    <a:pt x="0" y="0"/>
                  </a:moveTo>
                  <a:lnTo>
                    <a:pt x="0" y="695900"/>
                  </a:lnTo>
                </a:path>
              </a:pathLst>
            </a:custGeom>
            <a:ln w="38099">
              <a:solidFill>
                <a:srgbClr val="98989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490536" y="3418138"/>
              <a:ext cx="163448" cy="163448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2062403" y="1857489"/>
              <a:ext cx="1066800" cy="1005840"/>
            </a:xfrm>
            <a:custGeom>
              <a:avLst/>
              <a:gdLst/>
              <a:ahLst/>
              <a:cxnLst/>
              <a:rect l="l" t="t" r="r" b="b"/>
              <a:pathLst>
                <a:path w="1066800" h="1005839">
                  <a:moveTo>
                    <a:pt x="1066419" y="238569"/>
                  </a:moveTo>
                  <a:lnTo>
                    <a:pt x="1061923" y="193027"/>
                  </a:lnTo>
                  <a:lnTo>
                    <a:pt x="1048791" y="149656"/>
                  </a:lnTo>
                  <a:lnTo>
                    <a:pt x="1027518" y="109664"/>
                  </a:lnTo>
                  <a:lnTo>
                    <a:pt x="998601" y="74282"/>
                  </a:lnTo>
                  <a:lnTo>
                    <a:pt x="963333" y="45262"/>
                  </a:lnTo>
                  <a:lnTo>
                    <a:pt x="923467" y="23914"/>
                  </a:lnTo>
                  <a:lnTo>
                    <a:pt x="880249" y="10731"/>
                  </a:lnTo>
                  <a:lnTo>
                    <a:pt x="834859" y="6235"/>
                  </a:lnTo>
                  <a:lnTo>
                    <a:pt x="788187" y="10947"/>
                  </a:lnTo>
                  <a:lnTo>
                    <a:pt x="744728" y="24485"/>
                  </a:lnTo>
                  <a:lnTo>
                    <a:pt x="706882" y="45110"/>
                  </a:lnTo>
                  <a:lnTo>
                    <a:pt x="692505" y="38277"/>
                  </a:lnTo>
                  <a:lnTo>
                    <a:pt x="646493" y="21742"/>
                  </a:lnTo>
                  <a:lnTo>
                    <a:pt x="599008" y="9753"/>
                  </a:lnTo>
                  <a:lnTo>
                    <a:pt x="550341" y="2463"/>
                  </a:lnTo>
                  <a:lnTo>
                    <a:pt x="500837" y="0"/>
                  </a:lnTo>
                  <a:lnTo>
                    <a:pt x="452602" y="2311"/>
                  </a:lnTo>
                  <a:lnTo>
                    <a:pt x="405663" y="9067"/>
                  </a:lnTo>
                  <a:lnTo>
                    <a:pt x="360235" y="20091"/>
                  </a:lnTo>
                  <a:lnTo>
                    <a:pt x="316522" y="35140"/>
                  </a:lnTo>
                  <a:lnTo>
                    <a:pt x="274739" y="54025"/>
                  </a:lnTo>
                  <a:lnTo>
                    <a:pt x="235089" y="76530"/>
                  </a:lnTo>
                  <a:lnTo>
                    <a:pt x="197789" y="102450"/>
                  </a:lnTo>
                  <a:lnTo>
                    <a:pt x="163042" y="131559"/>
                  </a:lnTo>
                  <a:lnTo>
                    <a:pt x="131064" y="163664"/>
                  </a:lnTo>
                  <a:lnTo>
                    <a:pt x="102057" y="198539"/>
                  </a:lnTo>
                  <a:lnTo>
                    <a:pt x="76238" y="235978"/>
                  </a:lnTo>
                  <a:lnTo>
                    <a:pt x="53822" y="275780"/>
                  </a:lnTo>
                  <a:lnTo>
                    <a:pt x="35001" y="317715"/>
                  </a:lnTo>
                  <a:lnTo>
                    <a:pt x="20002" y="361594"/>
                  </a:lnTo>
                  <a:lnTo>
                    <a:pt x="9029" y="407200"/>
                  </a:lnTo>
                  <a:lnTo>
                    <a:pt x="2298" y="454317"/>
                  </a:lnTo>
                  <a:lnTo>
                    <a:pt x="0" y="502729"/>
                  </a:lnTo>
                  <a:lnTo>
                    <a:pt x="2298" y="551141"/>
                  </a:lnTo>
                  <a:lnTo>
                    <a:pt x="9029" y="598258"/>
                  </a:lnTo>
                  <a:lnTo>
                    <a:pt x="20002" y="643864"/>
                  </a:lnTo>
                  <a:lnTo>
                    <a:pt x="35001" y="687730"/>
                  </a:lnTo>
                  <a:lnTo>
                    <a:pt x="53822" y="729678"/>
                  </a:lnTo>
                  <a:lnTo>
                    <a:pt x="76238" y="769480"/>
                  </a:lnTo>
                  <a:lnTo>
                    <a:pt x="102057" y="806919"/>
                  </a:lnTo>
                  <a:lnTo>
                    <a:pt x="131064" y="841794"/>
                  </a:lnTo>
                  <a:lnTo>
                    <a:pt x="163042" y="873899"/>
                  </a:lnTo>
                  <a:lnTo>
                    <a:pt x="197789" y="903008"/>
                  </a:lnTo>
                  <a:lnTo>
                    <a:pt x="235089" y="928928"/>
                  </a:lnTo>
                  <a:lnTo>
                    <a:pt x="274739" y="951433"/>
                  </a:lnTo>
                  <a:lnTo>
                    <a:pt x="316522" y="970318"/>
                  </a:lnTo>
                  <a:lnTo>
                    <a:pt x="360235" y="985367"/>
                  </a:lnTo>
                  <a:lnTo>
                    <a:pt x="405663" y="996391"/>
                  </a:lnTo>
                  <a:lnTo>
                    <a:pt x="452602" y="1003147"/>
                  </a:lnTo>
                  <a:lnTo>
                    <a:pt x="500837" y="1005446"/>
                  </a:lnTo>
                  <a:lnTo>
                    <a:pt x="549071" y="1003147"/>
                  </a:lnTo>
                  <a:lnTo>
                    <a:pt x="596011" y="996391"/>
                  </a:lnTo>
                  <a:lnTo>
                    <a:pt x="641438" y="985367"/>
                  </a:lnTo>
                  <a:lnTo>
                    <a:pt x="685152" y="970318"/>
                  </a:lnTo>
                  <a:lnTo>
                    <a:pt x="726935" y="951433"/>
                  </a:lnTo>
                  <a:lnTo>
                    <a:pt x="766584" y="928928"/>
                  </a:lnTo>
                  <a:lnTo>
                    <a:pt x="803884" y="903008"/>
                  </a:lnTo>
                  <a:lnTo>
                    <a:pt x="838631" y="873899"/>
                  </a:lnTo>
                  <a:lnTo>
                    <a:pt x="870610" y="841794"/>
                  </a:lnTo>
                  <a:lnTo>
                    <a:pt x="899617" y="806919"/>
                  </a:lnTo>
                  <a:lnTo>
                    <a:pt x="925436" y="769480"/>
                  </a:lnTo>
                  <a:lnTo>
                    <a:pt x="947851" y="729678"/>
                  </a:lnTo>
                  <a:lnTo>
                    <a:pt x="966673" y="687730"/>
                  </a:lnTo>
                  <a:lnTo>
                    <a:pt x="981671" y="643864"/>
                  </a:lnTo>
                  <a:lnTo>
                    <a:pt x="992644" y="598258"/>
                  </a:lnTo>
                  <a:lnTo>
                    <a:pt x="999388" y="551141"/>
                  </a:lnTo>
                  <a:lnTo>
                    <a:pt x="1001674" y="502729"/>
                  </a:lnTo>
                  <a:lnTo>
                    <a:pt x="999223" y="453047"/>
                  </a:lnTo>
                  <a:lnTo>
                    <a:pt x="992505" y="407898"/>
                  </a:lnTo>
                  <a:lnTo>
                    <a:pt x="998601" y="402856"/>
                  </a:lnTo>
                  <a:lnTo>
                    <a:pt x="1026871" y="368465"/>
                  </a:lnTo>
                  <a:lnTo>
                    <a:pt x="1048219" y="329006"/>
                  </a:lnTo>
                  <a:lnTo>
                    <a:pt x="1061707" y="285394"/>
                  </a:lnTo>
                  <a:lnTo>
                    <a:pt x="1066419" y="23856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2223274" y="2016505"/>
              <a:ext cx="751840" cy="683260"/>
            </a:xfrm>
            <a:custGeom>
              <a:avLst/>
              <a:gdLst/>
              <a:ahLst/>
              <a:cxnLst/>
              <a:rect l="l" t="t" r="r" b="b"/>
              <a:pathLst>
                <a:path w="751839" h="683260">
                  <a:moveTo>
                    <a:pt x="751624" y="155054"/>
                  </a:moveTo>
                  <a:lnTo>
                    <a:pt x="739851" y="95719"/>
                  </a:lnTo>
                  <a:lnTo>
                    <a:pt x="706335" y="45415"/>
                  </a:lnTo>
                  <a:lnTo>
                    <a:pt x="656183" y="11798"/>
                  </a:lnTo>
                  <a:lnTo>
                    <a:pt x="597027" y="0"/>
                  </a:lnTo>
                  <a:lnTo>
                    <a:pt x="548157" y="7899"/>
                  </a:lnTo>
                  <a:lnTo>
                    <a:pt x="505726" y="29908"/>
                  </a:lnTo>
                  <a:lnTo>
                    <a:pt x="496265" y="39408"/>
                  </a:lnTo>
                  <a:lnTo>
                    <a:pt x="494233" y="38150"/>
                  </a:lnTo>
                  <a:lnTo>
                    <a:pt x="445236" y="17792"/>
                  </a:lnTo>
                  <a:lnTo>
                    <a:pt x="393522" y="5295"/>
                  </a:lnTo>
                  <a:lnTo>
                    <a:pt x="340017" y="1041"/>
                  </a:lnTo>
                  <a:lnTo>
                    <a:pt x="293878" y="4152"/>
                  </a:lnTo>
                  <a:lnTo>
                    <a:pt x="249618" y="13233"/>
                  </a:lnTo>
                  <a:lnTo>
                    <a:pt x="207670" y="27851"/>
                  </a:lnTo>
                  <a:lnTo>
                    <a:pt x="168402" y="47612"/>
                  </a:lnTo>
                  <a:lnTo>
                    <a:pt x="132245" y="72123"/>
                  </a:lnTo>
                  <a:lnTo>
                    <a:pt x="99593" y="100952"/>
                  </a:lnTo>
                  <a:lnTo>
                    <a:pt x="70853" y="133705"/>
                  </a:lnTo>
                  <a:lnTo>
                    <a:pt x="46418" y="169989"/>
                  </a:lnTo>
                  <a:lnTo>
                    <a:pt x="26720" y="209372"/>
                  </a:lnTo>
                  <a:lnTo>
                    <a:pt x="12153" y="251460"/>
                  </a:lnTo>
                  <a:lnTo>
                    <a:pt x="3111" y="295859"/>
                  </a:lnTo>
                  <a:lnTo>
                    <a:pt x="0" y="342138"/>
                  </a:lnTo>
                  <a:lnTo>
                    <a:pt x="3111" y="388429"/>
                  </a:lnTo>
                  <a:lnTo>
                    <a:pt x="12153" y="432816"/>
                  </a:lnTo>
                  <a:lnTo>
                    <a:pt x="26720" y="474916"/>
                  </a:lnTo>
                  <a:lnTo>
                    <a:pt x="46418" y="514299"/>
                  </a:lnTo>
                  <a:lnTo>
                    <a:pt x="70853" y="550583"/>
                  </a:lnTo>
                  <a:lnTo>
                    <a:pt x="99593" y="583336"/>
                  </a:lnTo>
                  <a:lnTo>
                    <a:pt x="132245" y="612165"/>
                  </a:lnTo>
                  <a:lnTo>
                    <a:pt x="168402" y="636676"/>
                  </a:lnTo>
                  <a:lnTo>
                    <a:pt x="207670" y="656437"/>
                  </a:lnTo>
                  <a:lnTo>
                    <a:pt x="249618" y="671055"/>
                  </a:lnTo>
                  <a:lnTo>
                    <a:pt x="293878" y="680123"/>
                  </a:lnTo>
                  <a:lnTo>
                    <a:pt x="340017" y="683234"/>
                  </a:lnTo>
                  <a:lnTo>
                    <a:pt x="386143" y="680123"/>
                  </a:lnTo>
                  <a:lnTo>
                    <a:pt x="430403" y="671055"/>
                  </a:lnTo>
                  <a:lnTo>
                    <a:pt x="472363" y="656437"/>
                  </a:lnTo>
                  <a:lnTo>
                    <a:pt x="511619" y="636676"/>
                  </a:lnTo>
                  <a:lnTo>
                    <a:pt x="547776" y="612165"/>
                  </a:lnTo>
                  <a:lnTo>
                    <a:pt x="580440" y="583336"/>
                  </a:lnTo>
                  <a:lnTo>
                    <a:pt x="609180" y="550583"/>
                  </a:lnTo>
                  <a:lnTo>
                    <a:pt x="633603" y="514299"/>
                  </a:lnTo>
                  <a:lnTo>
                    <a:pt x="653300" y="474916"/>
                  </a:lnTo>
                  <a:lnTo>
                    <a:pt x="667880" y="432816"/>
                  </a:lnTo>
                  <a:lnTo>
                    <a:pt x="676922" y="388429"/>
                  </a:lnTo>
                  <a:lnTo>
                    <a:pt x="680021" y="342138"/>
                  </a:lnTo>
                  <a:lnTo>
                    <a:pt x="675792" y="288455"/>
                  </a:lnTo>
                  <a:lnTo>
                    <a:pt x="675411" y="286905"/>
                  </a:lnTo>
                  <a:lnTo>
                    <a:pt x="688327" y="280200"/>
                  </a:lnTo>
                  <a:lnTo>
                    <a:pt x="721791" y="246634"/>
                  </a:lnTo>
                  <a:lnTo>
                    <a:pt x="743737" y="204063"/>
                  </a:lnTo>
                  <a:lnTo>
                    <a:pt x="751624" y="1550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2272795" y="2067365"/>
              <a:ext cx="581025" cy="582930"/>
            </a:xfrm>
            <a:custGeom>
              <a:avLst/>
              <a:gdLst/>
              <a:ahLst/>
              <a:cxnLst/>
              <a:rect l="l" t="t" r="r" b="b"/>
              <a:pathLst>
                <a:path w="581025" h="582930">
                  <a:moveTo>
                    <a:pt x="290498" y="582525"/>
                  </a:moveTo>
                  <a:lnTo>
                    <a:pt x="243378" y="578713"/>
                  </a:lnTo>
                  <a:lnTo>
                    <a:pt x="198678" y="567676"/>
                  </a:lnTo>
                  <a:lnTo>
                    <a:pt x="156997" y="550015"/>
                  </a:lnTo>
                  <a:lnTo>
                    <a:pt x="118933" y="526328"/>
                  </a:lnTo>
                  <a:lnTo>
                    <a:pt x="85085" y="497216"/>
                  </a:lnTo>
                  <a:lnTo>
                    <a:pt x="56049" y="463278"/>
                  </a:lnTo>
                  <a:lnTo>
                    <a:pt x="32424" y="425114"/>
                  </a:lnTo>
                  <a:lnTo>
                    <a:pt x="14809" y="383324"/>
                  </a:lnTo>
                  <a:lnTo>
                    <a:pt x="3802" y="338507"/>
                  </a:lnTo>
                  <a:lnTo>
                    <a:pt x="0" y="291262"/>
                  </a:lnTo>
                  <a:lnTo>
                    <a:pt x="3689" y="245424"/>
                  </a:lnTo>
                  <a:lnTo>
                    <a:pt x="14809" y="199201"/>
                  </a:lnTo>
                  <a:lnTo>
                    <a:pt x="32424" y="157410"/>
                  </a:lnTo>
                  <a:lnTo>
                    <a:pt x="56049" y="119246"/>
                  </a:lnTo>
                  <a:lnTo>
                    <a:pt x="85085" y="85308"/>
                  </a:lnTo>
                  <a:lnTo>
                    <a:pt x="118933" y="56196"/>
                  </a:lnTo>
                  <a:lnTo>
                    <a:pt x="156997" y="32510"/>
                  </a:lnTo>
                  <a:lnTo>
                    <a:pt x="198678" y="14848"/>
                  </a:lnTo>
                  <a:lnTo>
                    <a:pt x="243378" y="3812"/>
                  </a:lnTo>
                  <a:lnTo>
                    <a:pt x="290498" y="0"/>
                  </a:lnTo>
                  <a:lnTo>
                    <a:pt x="336216" y="3628"/>
                  </a:lnTo>
                  <a:lnTo>
                    <a:pt x="380397" y="14297"/>
                  </a:lnTo>
                  <a:lnTo>
                    <a:pt x="422260" y="31683"/>
                  </a:lnTo>
                  <a:lnTo>
                    <a:pt x="461025" y="55461"/>
                  </a:lnTo>
                  <a:lnTo>
                    <a:pt x="495912" y="85308"/>
                  </a:lnTo>
                  <a:lnTo>
                    <a:pt x="525681" y="120287"/>
                  </a:lnTo>
                  <a:lnTo>
                    <a:pt x="549397" y="159154"/>
                  </a:lnTo>
                  <a:lnTo>
                    <a:pt x="566737" y="201127"/>
                  </a:lnTo>
                  <a:lnTo>
                    <a:pt x="577378" y="245424"/>
                  </a:lnTo>
                  <a:lnTo>
                    <a:pt x="580997" y="291262"/>
                  </a:lnTo>
                  <a:lnTo>
                    <a:pt x="577194" y="338507"/>
                  </a:lnTo>
                  <a:lnTo>
                    <a:pt x="566187" y="383324"/>
                  </a:lnTo>
                  <a:lnTo>
                    <a:pt x="548572" y="425114"/>
                  </a:lnTo>
                  <a:lnTo>
                    <a:pt x="524947" y="463278"/>
                  </a:lnTo>
                  <a:lnTo>
                    <a:pt x="495912" y="497216"/>
                  </a:lnTo>
                  <a:lnTo>
                    <a:pt x="462063" y="526328"/>
                  </a:lnTo>
                  <a:lnTo>
                    <a:pt x="423999" y="550015"/>
                  </a:lnTo>
                  <a:lnTo>
                    <a:pt x="382318" y="567676"/>
                  </a:lnTo>
                  <a:lnTo>
                    <a:pt x="337618" y="578713"/>
                  </a:lnTo>
                  <a:lnTo>
                    <a:pt x="290498" y="582525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714352" y="2065001"/>
              <a:ext cx="212190" cy="213143"/>
            </a:xfrm>
            <a:prstGeom prst="rect">
              <a:avLst/>
            </a:prstGeom>
          </p:spPr>
        </p:pic>
        <p:sp>
          <p:nvSpPr>
            <p:cNvPr id="50" name="object 50" descr=""/>
            <p:cNvSpPr/>
            <p:nvPr/>
          </p:nvSpPr>
          <p:spPr>
            <a:xfrm>
              <a:off x="2412669" y="2207272"/>
              <a:ext cx="301625" cy="300990"/>
            </a:xfrm>
            <a:custGeom>
              <a:avLst/>
              <a:gdLst/>
              <a:ahLst/>
              <a:cxnLst/>
              <a:rect l="l" t="t" r="r" b="b"/>
              <a:pathLst>
                <a:path w="301625" h="300989">
                  <a:moveTo>
                    <a:pt x="301231" y="120650"/>
                  </a:moveTo>
                  <a:lnTo>
                    <a:pt x="180682" y="120650"/>
                  </a:lnTo>
                  <a:lnTo>
                    <a:pt x="180682" y="0"/>
                  </a:lnTo>
                  <a:lnTo>
                    <a:pt x="120561" y="0"/>
                  </a:lnTo>
                  <a:lnTo>
                    <a:pt x="120561" y="120650"/>
                  </a:lnTo>
                  <a:lnTo>
                    <a:pt x="0" y="120650"/>
                  </a:lnTo>
                  <a:lnTo>
                    <a:pt x="0" y="180340"/>
                  </a:lnTo>
                  <a:lnTo>
                    <a:pt x="120561" y="180340"/>
                  </a:lnTo>
                  <a:lnTo>
                    <a:pt x="120561" y="300990"/>
                  </a:lnTo>
                  <a:lnTo>
                    <a:pt x="180682" y="300990"/>
                  </a:lnTo>
                  <a:lnTo>
                    <a:pt x="180682" y="180340"/>
                  </a:lnTo>
                  <a:lnTo>
                    <a:pt x="301231" y="180340"/>
                  </a:lnTo>
                  <a:lnTo>
                    <a:pt x="301231" y="1206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5768442" y="1857501"/>
              <a:ext cx="1066800" cy="1005840"/>
            </a:xfrm>
            <a:custGeom>
              <a:avLst/>
              <a:gdLst/>
              <a:ahLst/>
              <a:cxnLst/>
              <a:rect l="l" t="t" r="r" b="b"/>
              <a:pathLst>
                <a:path w="1066800" h="1005839">
                  <a:moveTo>
                    <a:pt x="1066406" y="238556"/>
                  </a:moveTo>
                  <a:lnTo>
                    <a:pt x="1061923" y="193014"/>
                  </a:lnTo>
                  <a:lnTo>
                    <a:pt x="1048778" y="149644"/>
                  </a:lnTo>
                  <a:lnTo>
                    <a:pt x="1027506" y="109651"/>
                  </a:lnTo>
                  <a:lnTo>
                    <a:pt x="998588" y="74269"/>
                  </a:lnTo>
                  <a:lnTo>
                    <a:pt x="963320" y="45250"/>
                  </a:lnTo>
                  <a:lnTo>
                    <a:pt x="923467" y="23901"/>
                  </a:lnTo>
                  <a:lnTo>
                    <a:pt x="880237" y="10731"/>
                  </a:lnTo>
                  <a:lnTo>
                    <a:pt x="834859" y="6223"/>
                  </a:lnTo>
                  <a:lnTo>
                    <a:pt x="788187" y="10934"/>
                  </a:lnTo>
                  <a:lnTo>
                    <a:pt x="744715" y="24472"/>
                  </a:lnTo>
                  <a:lnTo>
                    <a:pt x="706869" y="45097"/>
                  </a:lnTo>
                  <a:lnTo>
                    <a:pt x="692492" y="38265"/>
                  </a:lnTo>
                  <a:lnTo>
                    <a:pt x="646493" y="21729"/>
                  </a:lnTo>
                  <a:lnTo>
                    <a:pt x="598995" y="9740"/>
                  </a:lnTo>
                  <a:lnTo>
                    <a:pt x="550329" y="2451"/>
                  </a:lnTo>
                  <a:lnTo>
                    <a:pt x="500837" y="0"/>
                  </a:lnTo>
                  <a:lnTo>
                    <a:pt x="452602" y="2298"/>
                  </a:lnTo>
                  <a:lnTo>
                    <a:pt x="405663" y="9055"/>
                  </a:lnTo>
                  <a:lnTo>
                    <a:pt x="360235" y="20078"/>
                  </a:lnTo>
                  <a:lnTo>
                    <a:pt x="316522" y="35128"/>
                  </a:lnTo>
                  <a:lnTo>
                    <a:pt x="274739" y="54013"/>
                  </a:lnTo>
                  <a:lnTo>
                    <a:pt x="235089" y="76517"/>
                  </a:lnTo>
                  <a:lnTo>
                    <a:pt x="197777" y="102438"/>
                  </a:lnTo>
                  <a:lnTo>
                    <a:pt x="163029" y="131546"/>
                  </a:lnTo>
                  <a:lnTo>
                    <a:pt x="131051" y="163652"/>
                  </a:lnTo>
                  <a:lnTo>
                    <a:pt x="102057" y="198526"/>
                  </a:lnTo>
                  <a:lnTo>
                    <a:pt x="76238" y="235966"/>
                  </a:lnTo>
                  <a:lnTo>
                    <a:pt x="53809" y="275767"/>
                  </a:lnTo>
                  <a:lnTo>
                    <a:pt x="35001" y="317715"/>
                  </a:lnTo>
                  <a:lnTo>
                    <a:pt x="20002" y="361581"/>
                  </a:lnTo>
                  <a:lnTo>
                    <a:pt x="9029" y="407187"/>
                  </a:lnTo>
                  <a:lnTo>
                    <a:pt x="2286" y="454304"/>
                  </a:lnTo>
                  <a:lnTo>
                    <a:pt x="0" y="502716"/>
                  </a:lnTo>
                  <a:lnTo>
                    <a:pt x="2286" y="551129"/>
                  </a:lnTo>
                  <a:lnTo>
                    <a:pt x="9029" y="598246"/>
                  </a:lnTo>
                  <a:lnTo>
                    <a:pt x="20002" y="643851"/>
                  </a:lnTo>
                  <a:lnTo>
                    <a:pt x="35001" y="687730"/>
                  </a:lnTo>
                  <a:lnTo>
                    <a:pt x="53809" y="729665"/>
                  </a:lnTo>
                  <a:lnTo>
                    <a:pt x="76238" y="769467"/>
                  </a:lnTo>
                  <a:lnTo>
                    <a:pt x="102057" y="806907"/>
                  </a:lnTo>
                  <a:lnTo>
                    <a:pt x="131051" y="841781"/>
                  </a:lnTo>
                  <a:lnTo>
                    <a:pt x="163029" y="873887"/>
                  </a:lnTo>
                  <a:lnTo>
                    <a:pt x="197777" y="902995"/>
                  </a:lnTo>
                  <a:lnTo>
                    <a:pt x="235089" y="928916"/>
                  </a:lnTo>
                  <a:lnTo>
                    <a:pt x="274739" y="951420"/>
                  </a:lnTo>
                  <a:lnTo>
                    <a:pt x="316522" y="970305"/>
                  </a:lnTo>
                  <a:lnTo>
                    <a:pt x="360235" y="985354"/>
                  </a:lnTo>
                  <a:lnTo>
                    <a:pt x="405663" y="996378"/>
                  </a:lnTo>
                  <a:lnTo>
                    <a:pt x="452602" y="1003134"/>
                  </a:lnTo>
                  <a:lnTo>
                    <a:pt x="500837" y="1005446"/>
                  </a:lnTo>
                  <a:lnTo>
                    <a:pt x="549071" y="1003134"/>
                  </a:lnTo>
                  <a:lnTo>
                    <a:pt x="595998" y="996378"/>
                  </a:lnTo>
                  <a:lnTo>
                    <a:pt x="641426" y="985354"/>
                  </a:lnTo>
                  <a:lnTo>
                    <a:pt x="685139" y="970305"/>
                  </a:lnTo>
                  <a:lnTo>
                    <a:pt x="726935" y="951420"/>
                  </a:lnTo>
                  <a:lnTo>
                    <a:pt x="766584" y="928916"/>
                  </a:lnTo>
                  <a:lnTo>
                    <a:pt x="803884" y="902995"/>
                  </a:lnTo>
                  <a:lnTo>
                    <a:pt x="838631" y="873887"/>
                  </a:lnTo>
                  <a:lnTo>
                    <a:pt x="870610" y="841781"/>
                  </a:lnTo>
                  <a:lnTo>
                    <a:pt x="899604" y="806907"/>
                  </a:lnTo>
                  <a:lnTo>
                    <a:pt x="925423" y="769467"/>
                  </a:lnTo>
                  <a:lnTo>
                    <a:pt x="947851" y="729665"/>
                  </a:lnTo>
                  <a:lnTo>
                    <a:pt x="966660" y="687730"/>
                  </a:lnTo>
                  <a:lnTo>
                    <a:pt x="981659" y="643851"/>
                  </a:lnTo>
                  <a:lnTo>
                    <a:pt x="992632" y="598246"/>
                  </a:lnTo>
                  <a:lnTo>
                    <a:pt x="999375" y="551129"/>
                  </a:lnTo>
                  <a:lnTo>
                    <a:pt x="1001661" y="502716"/>
                  </a:lnTo>
                  <a:lnTo>
                    <a:pt x="999210" y="453034"/>
                  </a:lnTo>
                  <a:lnTo>
                    <a:pt x="992505" y="407885"/>
                  </a:lnTo>
                  <a:lnTo>
                    <a:pt x="998588" y="402844"/>
                  </a:lnTo>
                  <a:lnTo>
                    <a:pt x="1026858" y="368452"/>
                  </a:lnTo>
                  <a:lnTo>
                    <a:pt x="1048207" y="328993"/>
                  </a:lnTo>
                  <a:lnTo>
                    <a:pt x="1061707" y="285381"/>
                  </a:lnTo>
                  <a:lnTo>
                    <a:pt x="1066406" y="238556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5929312" y="2016505"/>
              <a:ext cx="751840" cy="683260"/>
            </a:xfrm>
            <a:custGeom>
              <a:avLst/>
              <a:gdLst/>
              <a:ahLst/>
              <a:cxnLst/>
              <a:rect l="l" t="t" r="r" b="b"/>
              <a:pathLst>
                <a:path w="751840" h="683260">
                  <a:moveTo>
                    <a:pt x="751611" y="155054"/>
                  </a:moveTo>
                  <a:lnTo>
                    <a:pt x="739838" y="95719"/>
                  </a:lnTo>
                  <a:lnTo>
                    <a:pt x="706335" y="45415"/>
                  </a:lnTo>
                  <a:lnTo>
                    <a:pt x="656183" y="11798"/>
                  </a:lnTo>
                  <a:lnTo>
                    <a:pt x="597014" y="0"/>
                  </a:lnTo>
                  <a:lnTo>
                    <a:pt x="548157" y="7899"/>
                  </a:lnTo>
                  <a:lnTo>
                    <a:pt x="505714" y="29908"/>
                  </a:lnTo>
                  <a:lnTo>
                    <a:pt x="496252" y="39408"/>
                  </a:lnTo>
                  <a:lnTo>
                    <a:pt x="494220" y="38150"/>
                  </a:lnTo>
                  <a:lnTo>
                    <a:pt x="445223" y="17792"/>
                  </a:lnTo>
                  <a:lnTo>
                    <a:pt x="393509" y="5295"/>
                  </a:lnTo>
                  <a:lnTo>
                    <a:pt x="340004" y="1041"/>
                  </a:lnTo>
                  <a:lnTo>
                    <a:pt x="293865" y="4165"/>
                  </a:lnTo>
                  <a:lnTo>
                    <a:pt x="249618" y="13233"/>
                  </a:lnTo>
                  <a:lnTo>
                    <a:pt x="207657" y="27851"/>
                  </a:lnTo>
                  <a:lnTo>
                    <a:pt x="168402" y="47612"/>
                  </a:lnTo>
                  <a:lnTo>
                    <a:pt x="132232" y="72123"/>
                  </a:lnTo>
                  <a:lnTo>
                    <a:pt x="99580" y="100952"/>
                  </a:lnTo>
                  <a:lnTo>
                    <a:pt x="70840" y="133705"/>
                  </a:lnTo>
                  <a:lnTo>
                    <a:pt x="46418" y="169989"/>
                  </a:lnTo>
                  <a:lnTo>
                    <a:pt x="26720" y="209372"/>
                  </a:lnTo>
                  <a:lnTo>
                    <a:pt x="12141" y="251472"/>
                  </a:lnTo>
                  <a:lnTo>
                    <a:pt x="3098" y="295859"/>
                  </a:lnTo>
                  <a:lnTo>
                    <a:pt x="0" y="342138"/>
                  </a:lnTo>
                  <a:lnTo>
                    <a:pt x="3098" y="388429"/>
                  </a:lnTo>
                  <a:lnTo>
                    <a:pt x="12141" y="432816"/>
                  </a:lnTo>
                  <a:lnTo>
                    <a:pt x="26720" y="474916"/>
                  </a:lnTo>
                  <a:lnTo>
                    <a:pt x="46418" y="514299"/>
                  </a:lnTo>
                  <a:lnTo>
                    <a:pt x="70840" y="550583"/>
                  </a:lnTo>
                  <a:lnTo>
                    <a:pt x="99580" y="583336"/>
                  </a:lnTo>
                  <a:lnTo>
                    <a:pt x="132232" y="612165"/>
                  </a:lnTo>
                  <a:lnTo>
                    <a:pt x="168402" y="636676"/>
                  </a:lnTo>
                  <a:lnTo>
                    <a:pt x="207657" y="656437"/>
                  </a:lnTo>
                  <a:lnTo>
                    <a:pt x="249618" y="671055"/>
                  </a:lnTo>
                  <a:lnTo>
                    <a:pt x="293865" y="680123"/>
                  </a:lnTo>
                  <a:lnTo>
                    <a:pt x="340004" y="683247"/>
                  </a:lnTo>
                  <a:lnTo>
                    <a:pt x="386143" y="680123"/>
                  </a:lnTo>
                  <a:lnTo>
                    <a:pt x="430390" y="671055"/>
                  </a:lnTo>
                  <a:lnTo>
                    <a:pt x="472351" y="656437"/>
                  </a:lnTo>
                  <a:lnTo>
                    <a:pt x="511619" y="636676"/>
                  </a:lnTo>
                  <a:lnTo>
                    <a:pt x="547776" y="612165"/>
                  </a:lnTo>
                  <a:lnTo>
                    <a:pt x="580428" y="583336"/>
                  </a:lnTo>
                  <a:lnTo>
                    <a:pt x="609168" y="550583"/>
                  </a:lnTo>
                  <a:lnTo>
                    <a:pt x="633590" y="514299"/>
                  </a:lnTo>
                  <a:lnTo>
                    <a:pt x="653300" y="474916"/>
                  </a:lnTo>
                  <a:lnTo>
                    <a:pt x="667867" y="432816"/>
                  </a:lnTo>
                  <a:lnTo>
                    <a:pt x="676910" y="388429"/>
                  </a:lnTo>
                  <a:lnTo>
                    <a:pt x="680008" y="342138"/>
                  </a:lnTo>
                  <a:lnTo>
                    <a:pt x="675779" y="288467"/>
                  </a:lnTo>
                  <a:lnTo>
                    <a:pt x="675398" y="286905"/>
                  </a:lnTo>
                  <a:lnTo>
                    <a:pt x="688314" y="280200"/>
                  </a:lnTo>
                  <a:lnTo>
                    <a:pt x="721779" y="246634"/>
                  </a:lnTo>
                  <a:lnTo>
                    <a:pt x="743724" y="204063"/>
                  </a:lnTo>
                  <a:lnTo>
                    <a:pt x="751611" y="1550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5978826" y="2067366"/>
              <a:ext cx="581025" cy="582930"/>
            </a:xfrm>
            <a:custGeom>
              <a:avLst/>
              <a:gdLst/>
              <a:ahLst/>
              <a:cxnLst/>
              <a:rect l="l" t="t" r="r" b="b"/>
              <a:pathLst>
                <a:path w="581025" h="582930">
                  <a:moveTo>
                    <a:pt x="290498" y="582525"/>
                  </a:moveTo>
                  <a:lnTo>
                    <a:pt x="243377" y="578713"/>
                  </a:lnTo>
                  <a:lnTo>
                    <a:pt x="198678" y="567676"/>
                  </a:lnTo>
                  <a:lnTo>
                    <a:pt x="156997" y="550015"/>
                  </a:lnTo>
                  <a:lnTo>
                    <a:pt x="118933" y="526328"/>
                  </a:lnTo>
                  <a:lnTo>
                    <a:pt x="85084" y="497216"/>
                  </a:lnTo>
                  <a:lnTo>
                    <a:pt x="56049" y="463278"/>
                  </a:lnTo>
                  <a:lnTo>
                    <a:pt x="32424" y="425114"/>
                  </a:lnTo>
                  <a:lnTo>
                    <a:pt x="14809" y="383324"/>
                  </a:lnTo>
                  <a:lnTo>
                    <a:pt x="3802" y="338507"/>
                  </a:lnTo>
                  <a:lnTo>
                    <a:pt x="0" y="291262"/>
                  </a:lnTo>
                  <a:lnTo>
                    <a:pt x="3688" y="245424"/>
                  </a:lnTo>
                  <a:lnTo>
                    <a:pt x="14809" y="199201"/>
                  </a:lnTo>
                  <a:lnTo>
                    <a:pt x="32424" y="157410"/>
                  </a:lnTo>
                  <a:lnTo>
                    <a:pt x="56049" y="119246"/>
                  </a:lnTo>
                  <a:lnTo>
                    <a:pt x="85084" y="85308"/>
                  </a:lnTo>
                  <a:lnTo>
                    <a:pt x="118933" y="56196"/>
                  </a:lnTo>
                  <a:lnTo>
                    <a:pt x="156997" y="32510"/>
                  </a:lnTo>
                  <a:lnTo>
                    <a:pt x="198678" y="14848"/>
                  </a:lnTo>
                  <a:lnTo>
                    <a:pt x="243377" y="3812"/>
                  </a:lnTo>
                  <a:lnTo>
                    <a:pt x="290498" y="0"/>
                  </a:lnTo>
                  <a:lnTo>
                    <a:pt x="336216" y="3628"/>
                  </a:lnTo>
                  <a:lnTo>
                    <a:pt x="380397" y="14297"/>
                  </a:lnTo>
                  <a:lnTo>
                    <a:pt x="422260" y="31683"/>
                  </a:lnTo>
                  <a:lnTo>
                    <a:pt x="461025" y="55461"/>
                  </a:lnTo>
                  <a:lnTo>
                    <a:pt x="495911" y="85308"/>
                  </a:lnTo>
                  <a:lnTo>
                    <a:pt x="525680" y="120287"/>
                  </a:lnTo>
                  <a:lnTo>
                    <a:pt x="549396" y="159154"/>
                  </a:lnTo>
                  <a:lnTo>
                    <a:pt x="566737" y="201127"/>
                  </a:lnTo>
                  <a:lnTo>
                    <a:pt x="577378" y="245424"/>
                  </a:lnTo>
                  <a:lnTo>
                    <a:pt x="580997" y="291262"/>
                  </a:lnTo>
                  <a:lnTo>
                    <a:pt x="577195" y="338507"/>
                  </a:lnTo>
                  <a:lnTo>
                    <a:pt x="566187" y="383324"/>
                  </a:lnTo>
                  <a:lnTo>
                    <a:pt x="548572" y="425114"/>
                  </a:lnTo>
                  <a:lnTo>
                    <a:pt x="524947" y="463278"/>
                  </a:lnTo>
                  <a:lnTo>
                    <a:pt x="495911" y="497216"/>
                  </a:lnTo>
                  <a:lnTo>
                    <a:pt x="462063" y="526328"/>
                  </a:lnTo>
                  <a:lnTo>
                    <a:pt x="423999" y="550015"/>
                  </a:lnTo>
                  <a:lnTo>
                    <a:pt x="382318" y="567676"/>
                  </a:lnTo>
                  <a:lnTo>
                    <a:pt x="337618" y="578713"/>
                  </a:lnTo>
                  <a:lnTo>
                    <a:pt x="290498" y="582525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420383" y="2065002"/>
              <a:ext cx="212190" cy="213143"/>
            </a:xfrm>
            <a:prstGeom prst="rect">
              <a:avLst/>
            </a:prstGeom>
          </p:spPr>
        </p:pic>
        <p:sp>
          <p:nvSpPr>
            <p:cNvPr id="55" name="object 55" descr=""/>
            <p:cNvSpPr/>
            <p:nvPr/>
          </p:nvSpPr>
          <p:spPr>
            <a:xfrm>
              <a:off x="6118695" y="2207272"/>
              <a:ext cx="301625" cy="300990"/>
            </a:xfrm>
            <a:custGeom>
              <a:avLst/>
              <a:gdLst/>
              <a:ahLst/>
              <a:cxnLst/>
              <a:rect l="l" t="t" r="r" b="b"/>
              <a:pathLst>
                <a:path w="301625" h="300989">
                  <a:moveTo>
                    <a:pt x="301244" y="120650"/>
                  </a:moveTo>
                  <a:lnTo>
                    <a:pt x="180682" y="120650"/>
                  </a:lnTo>
                  <a:lnTo>
                    <a:pt x="180682" y="0"/>
                  </a:lnTo>
                  <a:lnTo>
                    <a:pt x="120561" y="0"/>
                  </a:lnTo>
                  <a:lnTo>
                    <a:pt x="120561" y="120650"/>
                  </a:lnTo>
                  <a:lnTo>
                    <a:pt x="0" y="120650"/>
                  </a:lnTo>
                  <a:lnTo>
                    <a:pt x="0" y="180340"/>
                  </a:lnTo>
                  <a:lnTo>
                    <a:pt x="120561" y="180340"/>
                  </a:lnTo>
                  <a:lnTo>
                    <a:pt x="120561" y="300990"/>
                  </a:lnTo>
                  <a:lnTo>
                    <a:pt x="180682" y="300990"/>
                  </a:lnTo>
                  <a:lnTo>
                    <a:pt x="180682" y="180340"/>
                  </a:lnTo>
                  <a:lnTo>
                    <a:pt x="301244" y="180340"/>
                  </a:lnTo>
                  <a:lnTo>
                    <a:pt x="301244" y="1206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528504" y="2177850"/>
              <a:ext cx="2995295" cy="2597785"/>
            </a:xfrm>
            <a:custGeom>
              <a:avLst/>
              <a:gdLst/>
              <a:ahLst/>
              <a:cxnLst/>
              <a:rect l="l" t="t" r="r" b="b"/>
              <a:pathLst>
                <a:path w="2995295" h="2597785">
                  <a:moveTo>
                    <a:pt x="2995124" y="0"/>
                  </a:moveTo>
                  <a:lnTo>
                    <a:pt x="2995124" y="2597632"/>
                  </a:lnTo>
                  <a:lnTo>
                    <a:pt x="0" y="2597632"/>
                  </a:lnTo>
                </a:path>
              </a:pathLst>
            </a:custGeom>
            <a:ln w="38099">
              <a:solidFill>
                <a:srgbClr val="E473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Rolling</a:t>
            </a:r>
            <a:r>
              <a:rPr dirty="0" spc="-35"/>
              <a:t> </a:t>
            </a:r>
            <a:r>
              <a:rPr dirty="0" spc="-10"/>
              <a:t>Update</a:t>
            </a:r>
          </a:p>
        </p:txBody>
      </p:sp>
      <p:sp>
        <p:nvSpPr>
          <p:cNvPr id="59" name="object 5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58" name="object 58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105328" y="1164309"/>
            <a:ext cx="5666740" cy="3342640"/>
            <a:chOff x="1105328" y="1164309"/>
            <a:chExt cx="5666740" cy="3342640"/>
          </a:xfrm>
        </p:grpSpPr>
        <p:sp>
          <p:nvSpPr>
            <p:cNvPr id="3" name="object 3" descr=""/>
            <p:cNvSpPr/>
            <p:nvPr/>
          </p:nvSpPr>
          <p:spPr>
            <a:xfrm>
              <a:off x="5810504" y="3607384"/>
              <a:ext cx="961390" cy="899794"/>
            </a:xfrm>
            <a:custGeom>
              <a:avLst/>
              <a:gdLst/>
              <a:ahLst/>
              <a:cxnLst/>
              <a:rect l="l" t="t" r="r" b="b"/>
              <a:pathLst>
                <a:path w="961390" h="899795">
                  <a:moveTo>
                    <a:pt x="961313" y="201891"/>
                  </a:moveTo>
                  <a:lnTo>
                    <a:pt x="957389" y="162331"/>
                  </a:lnTo>
                  <a:lnTo>
                    <a:pt x="945921" y="124637"/>
                  </a:lnTo>
                  <a:lnTo>
                    <a:pt x="927354" y="89890"/>
                  </a:lnTo>
                  <a:lnTo>
                    <a:pt x="902131" y="59143"/>
                  </a:lnTo>
                  <a:lnTo>
                    <a:pt x="871347" y="33921"/>
                  </a:lnTo>
                  <a:lnTo>
                    <a:pt x="836574" y="15379"/>
                  </a:lnTo>
                  <a:lnTo>
                    <a:pt x="798855" y="3924"/>
                  </a:lnTo>
                  <a:lnTo>
                    <a:pt x="759244" y="0"/>
                  </a:lnTo>
                  <a:lnTo>
                    <a:pt x="712914" y="5334"/>
                  </a:lnTo>
                  <a:lnTo>
                    <a:pt x="670382" y="20523"/>
                  </a:lnTo>
                  <a:lnTo>
                    <a:pt x="632866" y="44361"/>
                  </a:lnTo>
                  <a:lnTo>
                    <a:pt x="614095" y="63119"/>
                  </a:lnTo>
                  <a:lnTo>
                    <a:pt x="581685" y="49682"/>
                  </a:lnTo>
                  <a:lnTo>
                    <a:pt x="534797" y="36144"/>
                  </a:lnTo>
                  <a:lnTo>
                    <a:pt x="486486" y="27901"/>
                  </a:lnTo>
                  <a:lnTo>
                    <a:pt x="437159" y="25107"/>
                  </a:lnTo>
                  <a:lnTo>
                    <a:pt x="389521" y="27673"/>
                  </a:lnTo>
                  <a:lnTo>
                    <a:pt x="343382" y="35191"/>
                  </a:lnTo>
                  <a:lnTo>
                    <a:pt x="298983" y="47383"/>
                  </a:lnTo>
                  <a:lnTo>
                    <a:pt x="256603" y="64008"/>
                  </a:lnTo>
                  <a:lnTo>
                    <a:pt x="216509" y="84772"/>
                  </a:lnTo>
                  <a:lnTo>
                    <a:pt x="178981" y="109435"/>
                  </a:lnTo>
                  <a:lnTo>
                    <a:pt x="144259" y="137706"/>
                  </a:lnTo>
                  <a:lnTo>
                    <a:pt x="112623" y="169329"/>
                  </a:lnTo>
                  <a:lnTo>
                    <a:pt x="84340" y="204038"/>
                  </a:lnTo>
                  <a:lnTo>
                    <a:pt x="59690" y="241566"/>
                  </a:lnTo>
                  <a:lnTo>
                    <a:pt x="38912" y="281647"/>
                  </a:lnTo>
                  <a:lnTo>
                    <a:pt x="22288" y="324015"/>
                  </a:lnTo>
                  <a:lnTo>
                    <a:pt x="10083" y="368388"/>
                  </a:lnTo>
                  <a:lnTo>
                    <a:pt x="2565" y="414528"/>
                  </a:lnTo>
                  <a:lnTo>
                    <a:pt x="0" y="462153"/>
                  </a:lnTo>
                  <a:lnTo>
                    <a:pt x="2565" y="509765"/>
                  </a:lnTo>
                  <a:lnTo>
                    <a:pt x="10083" y="555904"/>
                  </a:lnTo>
                  <a:lnTo>
                    <a:pt x="22288" y="600290"/>
                  </a:lnTo>
                  <a:lnTo>
                    <a:pt x="38912" y="642658"/>
                  </a:lnTo>
                  <a:lnTo>
                    <a:pt x="59690" y="682739"/>
                  </a:lnTo>
                  <a:lnTo>
                    <a:pt x="84340" y="720255"/>
                  </a:lnTo>
                  <a:lnTo>
                    <a:pt x="112623" y="754976"/>
                  </a:lnTo>
                  <a:lnTo>
                    <a:pt x="144259" y="786599"/>
                  </a:lnTo>
                  <a:lnTo>
                    <a:pt x="178981" y="814870"/>
                  </a:lnTo>
                  <a:lnTo>
                    <a:pt x="216509" y="839520"/>
                  </a:lnTo>
                  <a:lnTo>
                    <a:pt x="256603" y="860298"/>
                  </a:lnTo>
                  <a:lnTo>
                    <a:pt x="298983" y="876909"/>
                  </a:lnTo>
                  <a:lnTo>
                    <a:pt x="343382" y="889114"/>
                  </a:lnTo>
                  <a:lnTo>
                    <a:pt x="389521" y="896632"/>
                  </a:lnTo>
                  <a:lnTo>
                    <a:pt x="437159" y="899198"/>
                  </a:lnTo>
                  <a:lnTo>
                    <a:pt x="484784" y="896632"/>
                  </a:lnTo>
                  <a:lnTo>
                    <a:pt x="530936" y="889114"/>
                  </a:lnTo>
                  <a:lnTo>
                    <a:pt x="575335" y="876909"/>
                  </a:lnTo>
                  <a:lnTo>
                    <a:pt x="617702" y="860298"/>
                  </a:lnTo>
                  <a:lnTo>
                    <a:pt x="657796" y="839520"/>
                  </a:lnTo>
                  <a:lnTo>
                    <a:pt x="695337" y="814870"/>
                  </a:lnTo>
                  <a:lnTo>
                    <a:pt x="730059" y="786599"/>
                  </a:lnTo>
                  <a:lnTo>
                    <a:pt x="761682" y="754976"/>
                  </a:lnTo>
                  <a:lnTo>
                    <a:pt x="789965" y="720255"/>
                  </a:lnTo>
                  <a:lnTo>
                    <a:pt x="814628" y="682739"/>
                  </a:lnTo>
                  <a:lnTo>
                    <a:pt x="835406" y="642658"/>
                  </a:lnTo>
                  <a:lnTo>
                    <a:pt x="852030" y="600290"/>
                  </a:lnTo>
                  <a:lnTo>
                    <a:pt x="864235" y="555904"/>
                  </a:lnTo>
                  <a:lnTo>
                    <a:pt x="871753" y="509765"/>
                  </a:lnTo>
                  <a:lnTo>
                    <a:pt x="874318" y="462153"/>
                  </a:lnTo>
                  <a:lnTo>
                    <a:pt x="871524" y="412838"/>
                  </a:lnTo>
                  <a:lnTo>
                    <a:pt x="864666" y="372757"/>
                  </a:lnTo>
                  <a:lnTo>
                    <a:pt x="885621" y="359435"/>
                  </a:lnTo>
                  <a:lnTo>
                    <a:pt x="916914" y="328168"/>
                  </a:lnTo>
                  <a:lnTo>
                    <a:pt x="940765" y="290690"/>
                  </a:lnTo>
                  <a:lnTo>
                    <a:pt x="955967" y="248196"/>
                  </a:lnTo>
                  <a:lnTo>
                    <a:pt x="961313" y="201891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6428039" y="3667711"/>
              <a:ext cx="283845" cy="283210"/>
            </a:xfrm>
            <a:custGeom>
              <a:avLst/>
              <a:gdLst/>
              <a:ahLst/>
              <a:cxnLst/>
              <a:rect l="l" t="t" r="r" b="b"/>
              <a:pathLst>
                <a:path w="283845" h="283210">
                  <a:moveTo>
                    <a:pt x="141710" y="283121"/>
                  </a:moveTo>
                  <a:lnTo>
                    <a:pt x="96919" y="275905"/>
                  </a:lnTo>
                  <a:lnTo>
                    <a:pt x="58018" y="255808"/>
                  </a:lnTo>
                  <a:lnTo>
                    <a:pt x="27341" y="225165"/>
                  </a:lnTo>
                  <a:lnTo>
                    <a:pt x="7224" y="186305"/>
                  </a:lnTo>
                  <a:lnTo>
                    <a:pt x="0" y="141560"/>
                  </a:lnTo>
                  <a:lnTo>
                    <a:pt x="7224" y="96816"/>
                  </a:lnTo>
                  <a:lnTo>
                    <a:pt x="27341" y="57956"/>
                  </a:lnTo>
                  <a:lnTo>
                    <a:pt x="58018" y="27313"/>
                  </a:lnTo>
                  <a:lnTo>
                    <a:pt x="96919" y="7216"/>
                  </a:lnTo>
                  <a:lnTo>
                    <a:pt x="141710" y="0"/>
                  </a:lnTo>
                  <a:lnTo>
                    <a:pt x="169486" y="2745"/>
                  </a:lnTo>
                  <a:lnTo>
                    <a:pt x="220332" y="23783"/>
                  </a:lnTo>
                  <a:lnTo>
                    <a:pt x="259613" y="63022"/>
                  </a:lnTo>
                  <a:lnTo>
                    <a:pt x="280674" y="113814"/>
                  </a:lnTo>
                  <a:lnTo>
                    <a:pt x="283422" y="141560"/>
                  </a:lnTo>
                  <a:lnTo>
                    <a:pt x="276198" y="186305"/>
                  </a:lnTo>
                  <a:lnTo>
                    <a:pt x="256080" y="225165"/>
                  </a:lnTo>
                  <a:lnTo>
                    <a:pt x="225404" y="255808"/>
                  </a:lnTo>
                  <a:lnTo>
                    <a:pt x="186502" y="275905"/>
                  </a:lnTo>
                  <a:lnTo>
                    <a:pt x="141710" y="2831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534874" y="3746131"/>
              <a:ext cx="109855" cy="126364"/>
            </a:xfrm>
            <a:custGeom>
              <a:avLst/>
              <a:gdLst/>
              <a:ahLst/>
              <a:cxnLst/>
              <a:rect l="l" t="t" r="r" b="b"/>
              <a:pathLst>
                <a:path w="109854" h="126364">
                  <a:moveTo>
                    <a:pt x="0" y="126281"/>
                  </a:moveTo>
                  <a:lnTo>
                    <a:pt x="0" y="0"/>
                  </a:lnTo>
                  <a:lnTo>
                    <a:pt x="109233" y="63140"/>
                  </a:lnTo>
                  <a:lnTo>
                    <a:pt x="0" y="126281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13961" y="3832908"/>
              <a:ext cx="220122" cy="220620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6155499" y="3852989"/>
              <a:ext cx="125095" cy="125095"/>
            </a:xfrm>
            <a:custGeom>
              <a:avLst/>
              <a:gdLst/>
              <a:ahLst/>
              <a:cxnLst/>
              <a:rect l="l" t="t" r="r" b="b"/>
              <a:pathLst>
                <a:path w="125095" h="125095">
                  <a:moveTo>
                    <a:pt x="124472" y="69900"/>
                  </a:moveTo>
                  <a:lnTo>
                    <a:pt x="115671" y="65074"/>
                  </a:lnTo>
                  <a:lnTo>
                    <a:pt x="115747" y="58750"/>
                  </a:lnTo>
                  <a:lnTo>
                    <a:pt x="115100" y="55460"/>
                  </a:lnTo>
                  <a:lnTo>
                    <a:pt x="123113" y="50457"/>
                  </a:lnTo>
                  <a:lnTo>
                    <a:pt x="118287" y="35420"/>
                  </a:lnTo>
                  <a:lnTo>
                    <a:pt x="107835" y="36144"/>
                  </a:lnTo>
                  <a:lnTo>
                    <a:pt x="104152" y="30619"/>
                  </a:lnTo>
                  <a:lnTo>
                    <a:pt x="102933" y="29413"/>
                  </a:lnTo>
                  <a:lnTo>
                    <a:pt x="107530" y="19723"/>
                  </a:lnTo>
                  <a:lnTo>
                    <a:pt x="95300" y="9715"/>
                  </a:lnTo>
                  <a:lnTo>
                    <a:pt x="86093" y="16560"/>
                  </a:lnTo>
                  <a:lnTo>
                    <a:pt x="78473" y="13335"/>
                  </a:lnTo>
                  <a:lnTo>
                    <a:pt x="76847" y="1790"/>
                  </a:lnTo>
                  <a:lnTo>
                    <a:pt x="61137" y="0"/>
                  </a:lnTo>
                  <a:lnTo>
                    <a:pt x="56603" y="12077"/>
                  </a:lnTo>
                  <a:lnTo>
                    <a:pt x="50038" y="12611"/>
                  </a:lnTo>
                  <a:lnTo>
                    <a:pt x="42062" y="3200"/>
                  </a:lnTo>
                  <a:lnTo>
                    <a:pt x="27889" y="10198"/>
                  </a:lnTo>
                  <a:lnTo>
                    <a:pt x="30289" y="21196"/>
                  </a:lnTo>
                  <a:lnTo>
                    <a:pt x="28625" y="22021"/>
                  </a:lnTo>
                  <a:lnTo>
                    <a:pt x="24371" y="26860"/>
                  </a:lnTo>
                  <a:lnTo>
                    <a:pt x="13169" y="23456"/>
                  </a:lnTo>
                  <a:lnTo>
                    <a:pt x="5092" y="37033"/>
                  </a:lnTo>
                  <a:lnTo>
                    <a:pt x="12814" y="44754"/>
                  </a:lnTo>
                  <a:lnTo>
                    <a:pt x="10134" y="52870"/>
                  </a:lnTo>
                  <a:lnTo>
                    <a:pt x="0" y="55727"/>
                  </a:lnTo>
                  <a:lnTo>
                    <a:pt x="508" y="71526"/>
                  </a:lnTo>
                  <a:lnTo>
                    <a:pt x="10363" y="73672"/>
                  </a:lnTo>
                  <a:lnTo>
                    <a:pt x="10718" y="77508"/>
                  </a:lnTo>
                  <a:lnTo>
                    <a:pt x="13639" y="82956"/>
                  </a:lnTo>
                  <a:lnTo>
                    <a:pt x="6515" y="91008"/>
                  </a:lnTo>
                  <a:lnTo>
                    <a:pt x="15519" y="103987"/>
                  </a:lnTo>
                  <a:lnTo>
                    <a:pt x="26060" y="100076"/>
                  </a:lnTo>
                  <a:lnTo>
                    <a:pt x="32156" y="105130"/>
                  </a:lnTo>
                  <a:lnTo>
                    <a:pt x="30467" y="116382"/>
                  </a:lnTo>
                  <a:lnTo>
                    <a:pt x="45059" y="122428"/>
                  </a:lnTo>
                  <a:lnTo>
                    <a:pt x="51828" y="113334"/>
                  </a:lnTo>
                  <a:lnTo>
                    <a:pt x="56324" y="114744"/>
                  </a:lnTo>
                  <a:lnTo>
                    <a:pt x="60502" y="114414"/>
                  </a:lnTo>
                  <a:lnTo>
                    <a:pt x="65087" y="124752"/>
                  </a:lnTo>
                  <a:lnTo>
                    <a:pt x="80683" y="122059"/>
                  </a:lnTo>
                  <a:lnTo>
                    <a:pt x="81483" y="111074"/>
                  </a:lnTo>
                  <a:lnTo>
                    <a:pt x="89725" y="106934"/>
                  </a:lnTo>
                  <a:lnTo>
                    <a:pt x="98869" y="112890"/>
                  </a:lnTo>
                  <a:lnTo>
                    <a:pt x="110502" y="102184"/>
                  </a:lnTo>
                  <a:lnTo>
                    <a:pt x="105410" y="92938"/>
                  </a:lnTo>
                  <a:lnTo>
                    <a:pt x="109131" y="88709"/>
                  </a:lnTo>
                  <a:lnTo>
                    <a:pt x="110337" y="85064"/>
                  </a:lnTo>
                  <a:lnTo>
                    <a:pt x="120421" y="85178"/>
                  </a:lnTo>
                  <a:lnTo>
                    <a:pt x="124472" y="69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187679" y="3885622"/>
              <a:ext cx="63500" cy="60960"/>
            </a:xfrm>
            <a:custGeom>
              <a:avLst/>
              <a:gdLst/>
              <a:ahLst/>
              <a:cxnLst/>
              <a:rect l="l" t="t" r="r" b="b"/>
              <a:pathLst>
                <a:path w="63500" h="60960">
                  <a:moveTo>
                    <a:pt x="27672" y="60358"/>
                  </a:moveTo>
                  <a:lnTo>
                    <a:pt x="15833" y="56608"/>
                  </a:lnTo>
                  <a:lnTo>
                    <a:pt x="6681" y="49014"/>
                  </a:lnTo>
                  <a:lnTo>
                    <a:pt x="1106" y="38663"/>
                  </a:lnTo>
                  <a:lnTo>
                    <a:pt x="0" y="26637"/>
                  </a:lnTo>
                  <a:lnTo>
                    <a:pt x="3783" y="15169"/>
                  </a:lnTo>
                  <a:lnTo>
                    <a:pt x="11543" y="6335"/>
                  </a:lnTo>
                  <a:lnTo>
                    <a:pt x="22277" y="938"/>
                  </a:lnTo>
                  <a:lnTo>
                    <a:pt x="22846" y="938"/>
                  </a:lnTo>
                  <a:lnTo>
                    <a:pt x="34548" y="0"/>
                  </a:lnTo>
                  <a:lnTo>
                    <a:pt x="42799" y="938"/>
                  </a:lnTo>
                  <a:lnTo>
                    <a:pt x="50351" y="5019"/>
                  </a:lnTo>
                  <a:lnTo>
                    <a:pt x="60730" y="17666"/>
                  </a:lnTo>
                  <a:lnTo>
                    <a:pt x="63133" y="25715"/>
                  </a:lnTo>
                  <a:lnTo>
                    <a:pt x="62221" y="33719"/>
                  </a:lnTo>
                  <a:lnTo>
                    <a:pt x="58438" y="45188"/>
                  </a:lnTo>
                  <a:lnTo>
                    <a:pt x="50678" y="54022"/>
                  </a:lnTo>
                  <a:lnTo>
                    <a:pt x="40052" y="59364"/>
                  </a:lnTo>
                  <a:lnTo>
                    <a:pt x="27672" y="60358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078525" y="3985107"/>
              <a:ext cx="444500" cy="438150"/>
            </a:xfrm>
            <a:custGeom>
              <a:avLst/>
              <a:gdLst/>
              <a:ahLst/>
              <a:cxnLst/>
              <a:rect l="l" t="t" r="r" b="b"/>
              <a:pathLst>
                <a:path w="444500" h="438150">
                  <a:moveTo>
                    <a:pt x="444246" y="220916"/>
                  </a:moveTo>
                  <a:lnTo>
                    <a:pt x="411289" y="207403"/>
                  </a:lnTo>
                  <a:lnTo>
                    <a:pt x="409028" y="185127"/>
                  </a:lnTo>
                  <a:lnTo>
                    <a:pt x="405460" y="173761"/>
                  </a:lnTo>
                  <a:lnTo>
                    <a:pt x="431647" y="152958"/>
                  </a:lnTo>
                  <a:lnTo>
                    <a:pt x="408622" y="101892"/>
                  </a:lnTo>
                  <a:lnTo>
                    <a:pt x="372071" y="108585"/>
                  </a:lnTo>
                  <a:lnTo>
                    <a:pt x="356895" y="90614"/>
                  </a:lnTo>
                  <a:lnTo>
                    <a:pt x="352145" y="86855"/>
                  </a:lnTo>
                  <a:lnTo>
                    <a:pt x="364413" y="50876"/>
                  </a:lnTo>
                  <a:lnTo>
                    <a:pt x="317322" y="20523"/>
                  </a:lnTo>
                  <a:lnTo>
                    <a:pt x="287616" y="48348"/>
                  </a:lnTo>
                  <a:lnTo>
                    <a:pt x="259486" y="40043"/>
                  </a:lnTo>
                  <a:lnTo>
                    <a:pt x="259118" y="40017"/>
                  </a:lnTo>
                  <a:lnTo>
                    <a:pt x="249123" y="0"/>
                  </a:lnTo>
                  <a:lnTo>
                    <a:pt x="193027" y="0"/>
                  </a:lnTo>
                  <a:lnTo>
                    <a:pt x="182626" y="41605"/>
                  </a:lnTo>
                  <a:lnTo>
                    <a:pt x="171462" y="43053"/>
                  </a:lnTo>
                  <a:lnTo>
                    <a:pt x="158508" y="48361"/>
                  </a:lnTo>
                  <a:lnTo>
                    <a:pt x="127088" y="18923"/>
                  </a:lnTo>
                  <a:lnTo>
                    <a:pt x="80010" y="49276"/>
                  </a:lnTo>
                  <a:lnTo>
                    <a:pt x="92710" y="86588"/>
                  </a:lnTo>
                  <a:lnTo>
                    <a:pt x="87350" y="90614"/>
                  </a:lnTo>
                  <a:lnTo>
                    <a:pt x="72656" y="109067"/>
                  </a:lnTo>
                  <a:lnTo>
                    <a:pt x="33464" y="101892"/>
                  </a:lnTo>
                  <a:lnTo>
                    <a:pt x="10452" y="152958"/>
                  </a:lnTo>
                  <a:lnTo>
                    <a:pt x="37973" y="174840"/>
                  </a:lnTo>
                  <a:lnTo>
                    <a:pt x="33489" y="207175"/>
                  </a:lnTo>
                  <a:lnTo>
                    <a:pt x="0" y="220916"/>
                  </a:lnTo>
                  <a:lnTo>
                    <a:pt x="8153" y="276415"/>
                  </a:lnTo>
                  <a:lnTo>
                    <a:pt x="42392" y="279882"/>
                  </a:lnTo>
                  <a:lnTo>
                    <a:pt x="57213" y="313944"/>
                  </a:lnTo>
                  <a:lnTo>
                    <a:pt x="37109" y="342633"/>
                  </a:lnTo>
                  <a:lnTo>
                    <a:pt x="74066" y="384771"/>
                  </a:lnTo>
                  <a:lnTo>
                    <a:pt x="107937" y="367588"/>
                  </a:lnTo>
                  <a:lnTo>
                    <a:pt x="125933" y="381063"/>
                  </a:lnTo>
                  <a:lnTo>
                    <a:pt x="133096" y="384009"/>
                  </a:lnTo>
                  <a:lnTo>
                    <a:pt x="131699" y="422478"/>
                  </a:lnTo>
                  <a:lnTo>
                    <a:pt x="185521" y="437921"/>
                  </a:lnTo>
                  <a:lnTo>
                    <a:pt x="205168" y="404114"/>
                  </a:lnTo>
                  <a:lnTo>
                    <a:pt x="222123" y="406311"/>
                  </a:lnTo>
                  <a:lnTo>
                    <a:pt x="237286" y="404342"/>
                  </a:lnTo>
                  <a:lnTo>
                    <a:pt x="257048" y="438061"/>
                  </a:lnTo>
                  <a:lnTo>
                    <a:pt x="310870" y="422325"/>
                  </a:lnTo>
                  <a:lnTo>
                    <a:pt x="309372" y="384733"/>
                  </a:lnTo>
                  <a:lnTo>
                    <a:pt x="318325" y="381063"/>
                  </a:lnTo>
                  <a:lnTo>
                    <a:pt x="338213" y="366153"/>
                  </a:lnTo>
                  <a:lnTo>
                    <a:pt x="371284" y="382727"/>
                  </a:lnTo>
                  <a:lnTo>
                    <a:pt x="407949" y="340309"/>
                  </a:lnTo>
                  <a:lnTo>
                    <a:pt x="387883" y="311988"/>
                  </a:lnTo>
                  <a:lnTo>
                    <a:pt x="401853" y="279869"/>
                  </a:lnTo>
                  <a:lnTo>
                    <a:pt x="436092" y="276415"/>
                  </a:lnTo>
                  <a:lnTo>
                    <a:pt x="444246" y="2209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85626" y="4098747"/>
              <a:ext cx="222062" cy="215486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105319" y="3607447"/>
              <a:ext cx="961390" cy="899794"/>
            </a:xfrm>
            <a:custGeom>
              <a:avLst/>
              <a:gdLst/>
              <a:ahLst/>
              <a:cxnLst/>
              <a:rect l="l" t="t" r="r" b="b"/>
              <a:pathLst>
                <a:path w="961389" h="899795">
                  <a:moveTo>
                    <a:pt x="961339" y="201904"/>
                  </a:moveTo>
                  <a:lnTo>
                    <a:pt x="957427" y="162331"/>
                  </a:lnTo>
                  <a:lnTo>
                    <a:pt x="945959" y="124637"/>
                  </a:lnTo>
                  <a:lnTo>
                    <a:pt x="927392" y="89890"/>
                  </a:lnTo>
                  <a:lnTo>
                    <a:pt x="902157" y="59131"/>
                  </a:lnTo>
                  <a:lnTo>
                    <a:pt x="871385" y="33921"/>
                  </a:lnTo>
                  <a:lnTo>
                    <a:pt x="836599" y="15367"/>
                  </a:lnTo>
                  <a:lnTo>
                    <a:pt x="798880" y="3911"/>
                  </a:lnTo>
                  <a:lnTo>
                    <a:pt x="759282" y="0"/>
                  </a:lnTo>
                  <a:lnTo>
                    <a:pt x="712939" y="5334"/>
                  </a:lnTo>
                  <a:lnTo>
                    <a:pt x="670420" y="20523"/>
                  </a:lnTo>
                  <a:lnTo>
                    <a:pt x="632891" y="44361"/>
                  </a:lnTo>
                  <a:lnTo>
                    <a:pt x="614121" y="63119"/>
                  </a:lnTo>
                  <a:lnTo>
                    <a:pt x="581710" y="49682"/>
                  </a:lnTo>
                  <a:lnTo>
                    <a:pt x="534822" y="36144"/>
                  </a:lnTo>
                  <a:lnTo>
                    <a:pt x="486498" y="27901"/>
                  </a:lnTo>
                  <a:lnTo>
                    <a:pt x="437172" y="25107"/>
                  </a:lnTo>
                  <a:lnTo>
                    <a:pt x="389547" y="27673"/>
                  </a:lnTo>
                  <a:lnTo>
                    <a:pt x="343395" y="35191"/>
                  </a:lnTo>
                  <a:lnTo>
                    <a:pt x="298996" y="47383"/>
                  </a:lnTo>
                  <a:lnTo>
                    <a:pt x="256616" y="64008"/>
                  </a:lnTo>
                  <a:lnTo>
                    <a:pt x="216522" y="84772"/>
                  </a:lnTo>
                  <a:lnTo>
                    <a:pt x="178981" y="109435"/>
                  </a:lnTo>
                  <a:lnTo>
                    <a:pt x="144272" y="137706"/>
                  </a:lnTo>
                  <a:lnTo>
                    <a:pt x="112636" y="169329"/>
                  </a:lnTo>
                  <a:lnTo>
                    <a:pt x="84353" y="204038"/>
                  </a:lnTo>
                  <a:lnTo>
                    <a:pt x="59690" y="241566"/>
                  </a:lnTo>
                  <a:lnTo>
                    <a:pt x="38912" y="281647"/>
                  </a:lnTo>
                  <a:lnTo>
                    <a:pt x="22288" y="324015"/>
                  </a:lnTo>
                  <a:lnTo>
                    <a:pt x="10083" y="368401"/>
                  </a:lnTo>
                  <a:lnTo>
                    <a:pt x="2565" y="414540"/>
                  </a:lnTo>
                  <a:lnTo>
                    <a:pt x="0" y="462165"/>
                  </a:lnTo>
                  <a:lnTo>
                    <a:pt x="2565" y="509778"/>
                  </a:lnTo>
                  <a:lnTo>
                    <a:pt x="10083" y="555917"/>
                  </a:lnTo>
                  <a:lnTo>
                    <a:pt x="22288" y="600303"/>
                  </a:lnTo>
                  <a:lnTo>
                    <a:pt x="38912" y="642670"/>
                  </a:lnTo>
                  <a:lnTo>
                    <a:pt x="59690" y="682752"/>
                  </a:lnTo>
                  <a:lnTo>
                    <a:pt x="84353" y="720280"/>
                  </a:lnTo>
                  <a:lnTo>
                    <a:pt x="112636" y="754989"/>
                  </a:lnTo>
                  <a:lnTo>
                    <a:pt x="144272" y="786612"/>
                  </a:lnTo>
                  <a:lnTo>
                    <a:pt x="178981" y="814895"/>
                  </a:lnTo>
                  <a:lnTo>
                    <a:pt x="216522" y="839546"/>
                  </a:lnTo>
                  <a:lnTo>
                    <a:pt x="256616" y="860323"/>
                  </a:lnTo>
                  <a:lnTo>
                    <a:pt x="298996" y="876935"/>
                  </a:lnTo>
                  <a:lnTo>
                    <a:pt x="343395" y="889139"/>
                  </a:lnTo>
                  <a:lnTo>
                    <a:pt x="389547" y="896658"/>
                  </a:lnTo>
                  <a:lnTo>
                    <a:pt x="437172" y="899223"/>
                  </a:lnTo>
                  <a:lnTo>
                    <a:pt x="484809" y="896658"/>
                  </a:lnTo>
                  <a:lnTo>
                    <a:pt x="530961" y="889139"/>
                  </a:lnTo>
                  <a:lnTo>
                    <a:pt x="575360" y="876935"/>
                  </a:lnTo>
                  <a:lnTo>
                    <a:pt x="617728" y="860323"/>
                  </a:lnTo>
                  <a:lnTo>
                    <a:pt x="657821" y="839546"/>
                  </a:lnTo>
                  <a:lnTo>
                    <a:pt x="695363" y="814895"/>
                  </a:lnTo>
                  <a:lnTo>
                    <a:pt x="730084" y="786612"/>
                  </a:lnTo>
                  <a:lnTo>
                    <a:pt x="761720" y="754989"/>
                  </a:lnTo>
                  <a:lnTo>
                    <a:pt x="790003" y="720280"/>
                  </a:lnTo>
                  <a:lnTo>
                    <a:pt x="814666" y="682752"/>
                  </a:lnTo>
                  <a:lnTo>
                    <a:pt x="835444" y="642670"/>
                  </a:lnTo>
                  <a:lnTo>
                    <a:pt x="852055" y="600303"/>
                  </a:lnTo>
                  <a:lnTo>
                    <a:pt x="864260" y="555917"/>
                  </a:lnTo>
                  <a:lnTo>
                    <a:pt x="871778" y="509778"/>
                  </a:lnTo>
                  <a:lnTo>
                    <a:pt x="874344" y="462165"/>
                  </a:lnTo>
                  <a:lnTo>
                    <a:pt x="871562" y="412851"/>
                  </a:lnTo>
                  <a:lnTo>
                    <a:pt x="864704" y="372757"/>
                  </a:lnTo>
                  <a:lnTo>
                    <a:pt x="885659" y="359448"/>
                  </a:lnTo>
                  <a:lnTo>
                    <a:pt x="916952" y="328180"/>
                  </a:lnTo>
                  <a:lnTo>
                    <a:pt x="940803" y="290690"/>
                  </a:lnTo>
                  <a:lnTo>
                    <a:pt x="956005" y="248196"/>
                  </a:lnTo>
                  <a:lnTo>
                    <a:pt x="961339" y="201904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722878" y="3667773"/>
              <a:ext cx="283845" cy="283210"/>
            </a:xfrm>
            <a:custGeom>
              <a:avLst/>
              <a:gdLst/>
              <a:ahLst/>
              <a:cxnLst/>
              <a:rect l="l" t="t" r="r" b="b"/>
              <a:pathLst>
                <a:path w="283844" h="283210">
                  <a:moveTo>
                    <a:pt x="141715" y="283131"/>
                  </a:moveTo>
                  <a:lnTo>
                    <a:pt x="96922" y="275914"/>
                  </a:lnTo>
                  <a:lnTo>
                    <a:pt x="58020" y="255817"/>
                  </a:lnTo>
                  <a:lnTo>
                    <a:pt x="27342" y="225172"/>
                  </a:lnTo>
                  <a:lnTo>
                    <a:pt x="7224" y="186311"/>
                  </a:lnTo>
                  <a:lnTo>
                    <a:pt x="0" y="141565"/>
                  </a:lnTo>
                  <a:lnTo>
                    <a:pt x="7224" y="96820"/>
                  </a:lnTo>
                  <a:lnTo>
                    <a:pt x="27342" y="57958"/>
                  </a:lnTo>
                  <a:lnTo>
                    <a:pt x="58020" y="27314"/>
                  </a:lnTo>
                  <a:lnTo>
                    <a:pt x="96922" y="7217"/>
                  </a:lnTo>
                  <a:lnTo>
                    <a:pt x="141715" y="0"/>
                  </a:lnTo>
                  <a:lnTo>
                    <a:pt x="169492" y="2745"/>
                  </a:lnTo>
                  <a:lnTo>
                    <a:pt x="220339" y="23784"/>
                  </a:lnTo>
                  <a:lnTo>
                    <a:pt x="259621" y="63025"/>
                  </a:lnTo>
                  <a:lnTo>
                    <a:pt x="280683" y="113818"/>
                  </a:lnTo>
                  <a:lnTo>
                    <a:pt x="283431" y="141565"/>
                  </a:lnTo>
                  <a:lnTo>
                    <a:pt x="276206" y="186311"/>
                  </a:lnTo>
                  <a:lnTo>
                    <a:pt x="256088" y="225172"/>
                  </a:lnTo>
                  <a:lnTo>
                    <a:pt x="225411" y="255817"/>
                  </a:lnTo>
                  <a:lnTo>
                    <a:pt x="186508" y="275914"/>
                  </a:lnTo>
                  <a:lnTo>
                    <a:pt x="141715" y="2831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829718" y="3746195"/>
              <a:ext cx="109855" cy="126364"/>
            </a:xfrm>
            <a:custGeom>
              <a:avLst/>
              <a:gdLst/>
              <a:ahLst/>
              <a:cxnLst/>
              <a:rect l="l" t="t" r="r" b="b"/>
              <a:pathLst>
                <a:path w="109855" h="126364">
                  <a:moveTo>
                    <a:pt x="0" y="126285"/>
                  </a:moveTo>
                  <a:lnTo>
                    <a:pt x="0" y="0"/>
                  </a:lnTo>
                  <a:lnTo>
                    <a:pt x="109236" y="63142"/>
                  </a:lnTo>
                  <a:lnTo>
                    <a:pt x="0" y="126285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08784" y="3832975"/>
              <a:ext cx="220129" cy="220628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1450327" y="3853065"/>
              <a:ext cx="125095" cy="125095"/>
            </a:xfrm>
            <a:custGeom>
              <a:avLst/>
              <a:gdLst/>
              <a:ahLst/>
              <a:cxnLst/>
              <a:rect l="l" t="t" r="r" b="b"/>
              <a:pathLst>
                <a:path w="125094" h="125095">
                  <a:moveTo>
                    <a:pt x="124485" y="69888"/>
                  </a:moveTo>
                  <a:lnTo>
                    <a:pt x="115671" y="65049"/>
                  </a:lnTo>
                  <a:lnTo>
                    <a:pt x="115760" y="58750"/>
                  </a:lnTo>
                  <a:lnTo>
                    <a:pt x="115112" y="55448"/>
                  </a:lnTo>
                  <a:lnTo>
                    <a:pt x="123113" y="50457"/>
                  </a:lnTo>
                  <a:lnTo>
                    <a:pt x="118300" y="35420"/>
                  </a:lnTo>
                  <a:lnTo>
                    <a:pt x="107848" y="36144"/>
                  </a:lnTo>
                  <a:lnTo>
                    <a:pt x="104165" y="30607"/>
                  </a:lnTo>
                  <a:lnTo>
                    <a:pt x="102946" y="29413"/>
                  </a:lnTo>
                  <a:lnTo>
                    <a:pt x="107543" y="19710"/>
                  </a:lnTo>
                  <a:lnTo>
                    <a:pt x="95313" y="9715"/>
                  </a:lnTo>
                  <a:lnTo>
                    <a:pt x="86093" y="16560"/>
                  </a:lnTo>
                  <a:lnTo>
                    <a:pt x="78486" y="13335"/>
                  </a:lnTo>
                  <a:lnTo>
                    <a:pt x="76860" y="1790"/>
                  </a:lnTo>
                  <a:lnTo>
                    <a:pt x="61137" y="0"/>
                  </a:lnTo>
                  <a:lnTo>
                    <a:pt x="56616" y="12065"/>
                  </a:lnTo>
                  <a:lnTo>
                    <a:pt x="50038" y="12598"/>
                  </a:lnTo>
                  <a:lnTo>
                    <a:pt x="42062" y="3200"/>
                  </a:lnTo>
                  <a:lnTo>
                    <a:pt x="27901" y="10198"/>
                  </a:lnTo>
                  <a:lnTo>
                    <a:pt x="30289" y="21183"/>
                  </a:lnTo>
                  <a:lnTo>
                    <a:pt x="28638" y="22009"/>
                  </a:lnTo>
                  <a:lnTo>
                    <a:pt x="24384" y="26847"/>
                  </a:lnTo>
                  <a:lnTo>
                    <a:pt x="13182" y="23444"/>
                  </a:lnTo>
                  <a:lnTo>
                    <a:pt x="5092" y="37020"/>
                  </a:lnTo>
                  <a:lnTo>
                    <a:pt x="12814" y="44742"/>
                  </a:lnTo>
                  <a:lnTo>
                    <a:pt x="10134" y="52857"/>
                  </a:lnTo>
                  <a:lnTo>
                    <a:pt x="0" y="55727"/>
                  </a:lnTo>
                  <a:lnTo>
                    <a:pt x="520" y="71526"/>
                  </a:lnTo>
                  <a:lnTo>
                    <a:pt x="10363" y="73672"/>
                  </a:lnTo>
                  <a:lnTo>
                    <a:pt x="10718" y="77495"/>
                  </a:lnTo>
                  <a:lnTo>
                    <a:pt x="13652" y="82943"/>
                  </a:lnTo>
                  <a:lnTo>
                    <a:pt x="6515" y="90995"/>
                  </a:lnTo>
                  <a:lnTo>
                    <a:pt x="15519" y="103974"/>
                  </a:lnTo>
                  <a:lnTo>
                    <a:pt x="26060" y="100063"/>
                  </a:lnTo>
                  <a:lnTo>
                    <a:pt x="32169" y="105130"/>
                  </a:lnTo>
                  <a:lnTo>
                    <a:pt x="30467" y="116382"/>
                  </a:lnTo>
                  <a:lnTo>
                    <a:pt x="45059" y="122428"/>
                  </a:lnTo>
                  <a:lnTo>
                    <a:pt x="51841" y="113322"/>
                  </a:lnTo>
                  <a:lnTo>
                    <a:pt x="56324" y="114731"/>
                  </a:lnTo>
                  <a:lnTo>
                    <a:pt x="60515" y="114401"/>
                  </a:lnTo>
                  <a:lnTo>
                    <a:pt x="65100" y="124752"/>
                  </a:lnTo>
                  <a:lnTo>
                    <a:pt x="80683" y="122059"/>
                  </a:lnTo>
                  <a:lnTo>
                    <a:pt x="81483" y="111074"/>
                  </a:lnTo>
                  <a:lnTo>
                    <a:pt x="89725" y="106934"/>
                  </a:lnTo>
                  <a:lnTo>
                    <a:pt x="98869" y="112890"/>
                  </a:lnTo>
                  <a:lnTo>
                    <a:pt x="110502" y="102171"/>
                  </a:lnTo>
                  <a:lnTo>
                    <a:pt x="105410" y="92938"/>
                  </a:lnTo>
                  <a:lnTo>
                    <a:pt x="109143" y="88696"/>
                  </a:lnTo>
                  <a:lnTo>
                    <a:pt x="110337" y="85051"/>
                  </a:lnTo>
                  <a:lnTo>
                    <a:pt x="120434" y="85178"/>
                  </a:lnTo>
                  <a:lnTo>
                    <a:pt x="124485" y="698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482511" y="3885691"/>
              <a:ext cx="63500" cy="60960"/>
            </a:xfrm>
            <a:custGeom>
              <a:avLst/>
              <a:gdLst/>
              <a:ahLst/>
              <a:cxnLst/>
              <a:rect l="l" t="t" r="r" b="b"/>
              <a:pathLst>
                <a:path w="63500" h="60960">
                  <a:moveTo>
                    <a:pt x="27674" y="60359"/>
                  </a:moveTo>
                  <a:lnTo>
                    <a:pt x="15833" y="56609"/>
                  </a:lnTo>
                  <a:lnTo>
                    <a:pt x="6681" y="49016"/>
                  </a:lnTo>
                  <a:lnTo>
                    <a:pt x="1106" y="38664"/>
                  </a:lnTo>
                  <a:lnTo>
                    <a:pt x="0" y="26638"/>
                  </a:lnTo>
                  <a:lnTo>
                    <a:pt x="3783" y="15169"/>
                  </a:lnTo>
                  <a:lnTo>
                    <a:pt x="11543" y="6335"/>
                  </a:lnTo>
                  <a:lnTo>
                    <a:pt x="22277" y="938"/>
                  </a:lnTo>
                  <a:lnTo>
                    <a:pt x="22847" y="938"/>
                  </a:lnTo>
                  <a:lnTo>
                    <a:pt x="34550" y="0"/>
                  </a:lnTo>
                  <a:lnTo>
                    <a:pt x="42801" y="938"/>
                  </a:lnTo>
                  <a:lnTo>
                    <a:pt x="50352" y="5019"/>
                  </a:lnTo>
                  <a:lnTo>
                    <a:pt x="60732" y="17667"/>
                  </a:lnTo>
                  <a:lnTo>
                    <a:pt x="63135" y="25716"/>
                  </a:lnTo>
                  <a:lnTo>
                    <a:pt x="62224" y="33720"/>
                  </a:lnTo>
                  <a:lnTo>
                    <a:pt x="58440" y="45190"/>
                  </a:lnTo>
                  <a:lnTo>
                    <a:pt x="50680" y="54024"/>
                  </a:lnTo>
                  <a:lnTo>
                    <a:pt x="40054" y="59366"/>
                  </a:lnTo>
                  <a:lnTo>
                    <a:pt x="27674" y="6035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373352" y="3985183"/>
              <a:ext cx="444500" cy="438150"/>
            </a:xfrm>
            <a:custGeom>
              <a:avLst/>
              <a:gdLst/>
              <a:ahLst/>
              <a:cxnLst/>
              <a:rect l="l" t="t" r="r" b="b"/>
              <a:pathLst>
                <a:path w="444500" h="438150">
                  <a:moveTo>
                    <a:pt x="444258" y="220916"/>
                  </a:moveTo>
                  <a:lnTo>
                    <a:pt x="411302" y="207403"/>
                  </a:lnTo>
                  <a:lnTo>
                    <a:pt x="409041" y="185140"/>
                  </a:lnTo>
                  <a:lnTo>
                    <a:pt x="405472" y="173761"/>
                  </a:lnTo>
                  <a:lnTo>
                    <a:pt x="431660" y="152958"/>
                  </a:lnTo>
                  <a:lnTo>
                    <a:pt x="408635" y="101892"/>
                  </a:lnTo>
                  <a:lnTo>
                    <a:pt x="372084" y="108585"/>
                  </a:lnTo>
                  <a:lnTo>
                    <a:pt x="356908" y="90614"/>
                  </a:lnTo>
                  <a:lnTo>
                    <a:pt x="352158" y="86855"/>
                  </a:lnTo>
                  <a:lnTo>
                    <a:pt x="364426" y="50876"/>
                  </a:lnTo>
                  <a:lnTo>
                    <a:pt x="317334" y="20523"/>
                  </a:lnTo>
                  <a:lnTo>
                    <a:pt x="287629" y="48348"/>
                  </a:lnTo>
                  <a:lnTo>
                    <a:pt x="259486" y="40030"/>
                  </a:lnTo>
                  <a:lnTo>
                    <a:pt x="259118" y="40005"/>
                  </a:lnTo>
                  <a:lnTo>
                    <a:pt x="249123" y="0"/>
                  </a:lnTo>
                  <a:lnTo>
                    <a:pt x="193040" y="0"/>
                  </a:lnTo>
                  <a:lnTo>
                    <a:pt x="182626" y="41605"/>
                  </a:lnTo>
                  <a:lnTo>
                    <a:pt x="171462" y="43053"/>
                  </a:lnTo>
                  <a:lnTo>
                    <a:pt x="158508" y="48361"/>
                  </a:lnTo>
                  <a:lnTo>
                    <a:pt x="127101" y="18923"/>
                  </a:lnTo>
                  <a:lnTo>
                    <a:pt x="80010" y="49276"/>
                  </a:lnTo>
                  <a:lnTo>
                    <a:pt x="92710" y="86588"/>
                  </a:lnTo>
                  <a:lnTo>
                    <a:pt x="87350" y="90614"/>
                  </a:lnTo>
                  <a:lnTo>
                    <a:pt x="72656" y="109067"/>
                  </a:lnTo>
                  <a:lnTo>
                    <a:pt x="33464" y="101892"/>
                  </a:lnTo>
                  <a:lnTo>
                    <a:pt x="10452" y="152958"/>
                  </a:lnTo>
                  <a:lnTo>
                    <a:pt x="37973" y="174828"/>
                  </a:lnTo>
                  <a:lnTo>
                    <a:pt x="33489" y="207175"/>
                  </a:lnTo>
                  <a:lnTo>
                    <a:pt x="0" y="220916"/>
                  </a:lnTo>
                  <a:lnTo>
                    <a:pt x="8153" y="276415"/>
                  </a:lnTo>
                  <a:lnTo>
                    <a:pt x="42392" y="279882"/>
                  </a:lnTo>
                  <a:lnTo>
                    <a:pt x="57213" y="313956"/>
                  </a:lnTo>
                  <a:lnTo>
                    <a:pt x="37122" y="342646"/>
                  </a:lnTo>
                  <a:lnTo>
                    <a:pt x="74066" y="384784"/>
                  </a:lnTo>
                  <a:lnTo>
                    <a:pt x="107937" y="367588"/>
                  </a:lnTo>
                  <a:lnTo>
                    <a:pt x="125933" y="381063"/>
                  </a:lnTo>
                  <a:lnTo>
                    <a:pt x="133096" y="384009"/>
                  </a:lnTo>
                  <a:lnTo>
                    <a:pt x="131699" y="422478"/>
                  </a:lnTo>
                  <a:lnTo>
                    <a:pt x="185521" y="437934"/>
                  </a:lnTo>
                  <a:lnTo>
                    <a:pt x="205168" y="404114"/>
                  </a:lnTo>
                  <a:lnTo>
                    <a:pt x="222135" y="406323"/>
                  </a:lnTo>
                  <a:lnTo>
                    <a:pt x="237286" y="404355"/>
                  </a:lnTo>
                  <a:lnTo>
                    <a:pt x="257048" y="438073"/>
                  </a:lnTo>
                  <a:lnTo>
                    <a:pt x="310883" y="422338"/>
                  </a:lnTo>
                  <a:lnTo>
                    <a:pt x="309384" y="384733"/>
                  </a:lnTo>
                  <a:lnTo>
                    <a:pt x="318338" y="381063"/>
                  </a:lnTo>
                  <a:lnTo>
                    <a:pt x="338226" y="366153"/>
                  </a:lnTo>
                  <a:lnTo>
                    <a:pt x="371297" y="382727"/>
                  </a:lnTo>
                  <a:lnTo>
                    <a:pt x="407974" y="340309"/>
                  </a:lnTo>
                  <a:lnTo>
                    <a:pt x="387908" y="311975"/>
                  </a:lnTo>
                  <a:lnTo>
                    <a:pt x="401866" y="279882"/>
                  </a:lnTo>
                  <a:lnTo>
                    <a:pt x="436105" y="276415"/>
                  </a:lnTo>
                  <a:lnTo>
                    <a:pt x="444258" y="2209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80457" y="4098824"/>
              <a:ext cx="222070" cy="215494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2115235" y="3607447"/>
              <a:ext cx="961390" cy="899794"/>
            </a:xfrm>
            <a:custGeom>
              <a:avLst/>
              <a:gdLst/>
              <a:ahLst/>
              <a:cxnLst/>
              <a:rect l="l" t="t" r="r" b="b"/>
              <a:pathLst>
                <a:path w="961389" h="899795">
                  <a:moveTo>
                    <a:pt x="961339" y="201904"/>
                  </a:moveTo>
                  <a:lnTo>
                    <a:pt x="957414" y="162331"/>
                  </a:lnTo>
                  <a:lnTo>
                    <a:pt x="945959" y="124637"/>
                  </a:lnTo>
                  <a:lnTo>
                    <a:pt x="927392" y="89890"/>
                  </a:lnTo>
                  <a:lnTo>
                    <a:pt x="902157" y="59131"/>
                  </a:lnTo>
                  <a:lnTo>
                    <a:pt x="871385" y="33921"/>
                  </a:lnTo>
                  <a:lnTo>
                    <a:pt x="836599" y="15367"/>
                  </a:lnTo>
                  <a:lnTo>
                    <a:pt x="798880" y="3911"/>
                  </a:lnTo>
                  <a:lnTo>
                    <a:pt x="759269" y="0"/>
                  </a:lnTo>
                  <a:lnTo>
                    <a:pt x="712939" y="5334"/>
                  </a:lnTo>
                  <a:lnTo>
                    <a:pt x="670407" y="20523"/>
                  </a:lnTo>
                  <a:lnTo>
                    <a:pt x="632891" y="44361"/>
                  </a:lnTo>
                  <a:lnTo>
                    <a:pt x="614121" y="63119"/>
                  </a:lnTo>
                  <a:lnTo>
                    <a:pt x="581698" y="49682"/>
                  </a:lnTo>
                  <a:lnTo>
                    <a:pt x="534822" y="36144"/>
                  </a:lnTo>
                  <a:lnTo>
                    <a:pt x="486498" y="27901"/>
                  </a:lnTo>
                  <a:lnTo>
                    <a:pt x="437172" y="25107"/>
                  </a:lnTo>
                  <a:lnTo>
                    <a:pt x="389534" y="27673"/>
                  </a:lnTo>
                  <a:lnTo>
                    <a:pt x="343382" y="35191"/>
                  </a:lnTo>
                  <a:lnTo>
                    <a:pt x="298996" y="47383"/>
                  </a:lnTo>
                  <a:lnTo>
                    <a:pt x="256616" y="64008"/>
                  </a:lnTo>
                  <a:lnTo>
                    <a:pt x="216522" y="84772"/>
                  </a:lnTo>
                  <a:lnTo>
                    <a:pt x="178981" y="109435"/>
                  </a:lnTo>
                  <a:lnTo>
                    <a:pt x="144259" y="137706"/>
                  </a:lnTo>
                  <a:lnTo>
                    <a:pt x="112623" y="169329"/>
                  </a:lnTo>
                  <a:lnTo>
                    <a:pt x="84353" y="204038"/>
                  </a:lnTo>
                  <a:lnTo>
                    <a:pt x="59690" y="241566"/>
                  </a:lnTo>
                  <a:lnTo>
                    <a:pt x="38912" y="281647"/>
                  </a:lnTo>
                  <a:lnTo>
                    <a:pt x="22288" y="324015"/>
                  </a:lnTo>
                  <a:lnTo>
                    <a:pt x="10083" y="368401"/>
                  </a:lnTo>
                  <a:lnTo>
                    <a:pt x="2565" y="414540"/>
                  </a:lnTo>
                  <a:lnTo>
                    <a:pt x="0" y="462165"/>
                  </a:lnTo>
                  <a:lnTo>
                    <a:pt x="2565" y="509778"/>
                  </a:lnTo>
                  <a:lnTo>
                    <a:pt x="10083" y="555917"/>
                  </a:lnTo>
                  <a:lnTo>
                    <a:pt x="22288" y="600303"/>
                  </a:lnTo>
                  <a:lnTo>
                    <a:pt x="38912" y="642670"/>
                  </a:lnTo>
                  <a:lnTo>
                    <a:pt x="59690" y="682752"/>
                  </a:lnTo>
                  <a:lnTo>
                    <a:pt x="84353" y="720280"/>
                  </a:lnTo>
                  <a:lnTo>
                    <a:pt x="112623" y="754989"/>
                  </a:lnTo>
                  <a:lnTo>
                    <a:pt x="144259" y="786612"/>
                  </a:lnTo>
                  <a:lnTo>
                    <a:pt x="178981" y="814895"/>
                  </a:lnTo>
                  <a:lnTo>
                    <a:pt x="216522" y="839546"/>
                  </a:lnTo>
                  <a:lnTo>
                    <a:pt x="256616" y="860323"/>
                  </a:lnTo>
                  <a:lnTo>
                    <a:pt x="298996" y="876935"/>
                  </a:lnTo>
                  <a:lnTo>
                    <a:pt x="343382" y="889139"/>
                  </a:lnTo>
                  <a:lnTo>
                    <a:pt x="389534" y="896658"/>
                  </a:lnTo>
                  <a:lnTo>
                    <a:pt x="437172" y="899223"/>
                  </a:lnTo>
                  <a:lnTo>
                    <a:pt x="484809" y="896658"/>
                  </a:lnTo>
                  <a:lnTo>
                    <a:pt x="530948" y="889139"/>
                  </a:lnTo>
                  <a:lnTo>
                    <a:pt x="575348" y="876935"/>
                  </a:lnTo>
                  <a:lnTo>
                    <a:pt x="617728" y="860323"/>
                  </a:lnTo>
                  <a:lnTo>
                    <a:pt x="657821" y="839546"/>
                  </a:lnTo>
                  <a:lnTo>
                    <a:pt x="695363" y="814895"/>
                  </a:lnTo>
                  <a:lnTo>
                    <a:pt x="730084" y="786612"/>
                  </a:lnTo>
                  <a:lnTo>
                    <a:pt x="761707" y="754989"/>
                  </a:lnTo>
                  <a:lnTo>
                    <a:pt x="789990" y="720280"/>
                  </a:lnTo>
                  <a:lnTo>
                    <a:pt x="814654" y="682752"/>
                  </a:lnTo>
                  <a:lnTo>
                    <a:pt x="835431" y="642670"/>
                  </a:lnTo>
                  <a:lnTo>
                    <a:pt x="852055" y="600303"/>
                  </a:lnTo>
                  <a:lnTo>
                    <a:pt x="864260" y="555917"/>
                  </a:lnTo>
                  <a:lnTo>
                    <a:pt x="871778" y="509778"/>
                  </a:lnTo>
                  <a:lnTo>
                    <a:pt x="874344" y="462165"/>
                  </a:lnTo>
                  <a:lnTo>
                    <a:pt x="871550" y="412851"/>
                  </a:lnTo>
                  <a:lnTo>
                    <a:pt x="864692" y="372757"/>
                  </a:lnTo>
                  <a:lnTo>
                    <a:pt x="885659" y="359448"/>
                  </a:lnTo>
                  <a:lnTo>
                    <a:pt x="916952" y="328180"/>
                  </a:lnTo>
                  <a:lnTo>
                    <a:pt x="940803" y="290690"/>
                  </a:lnTo>
                  <a:lnTo>
                    <a:pt x="956005" y="248196"/>
                  </a:lnTo>
                  <a:lnTo>
                    <a:pt x="961339" y="201904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732790" y="3667773"/>
              <a:ext cx="283845" cy="283210"/>
            </a:xfrm>
            <a:custGeom>
              <a:avLst/>
              <a:gdLst/>
              <a:ahLst/>
              <a:cxnLst/>
              <a:rect l="l" t="t" r="r" b="b"/>
              <a:pathLst>
                <a:path w="283844" h="283210">
                  <a:moveTo>
                    <a:pt x="141715" y="283131"/>
                  </a:moveTo>
                  <a:lnTo>
                    <a:pt x="96922" y="275914"/>
                  </a:lnTo>
                  <a:lnTo>
                    <a:pt x="58020" y="255817"/>
                  </a:lnTo>
                  <a:lnTo>
                    <a:pt x="27342" y="225172"/>
                  </a:lnTo>
                  <a:lnTo>
                    <a:pt x="7224" y="186311"/>
                  </a:lnTo>
                  <a:lnTo>
                    <a:pt x="0" y="141565"/>
                  </a:lnTo>
                  <a:lnTo>
                    <a:pt x="7224" y="96820"/>
                  </a:lnTo>
                  <a:lnTo>
                    <a:pt x="27342" y="57958"/>
                  </a:lnTo>
                  <a:lnTo>
                    <a:pt x="58020" y="27314"/>
                  </a:lnTo>
                  <a:lnTo>
                    <a:pt x="96922" y="7217"/>
                  </a:lnTo>
                  <a:lnTo>
                    <a:pt x="141715" y="0"/>
                  </a:lnTo>
                  <a:lnTo>
                    <a:pt x="169492" y="2745"/>
                  </a:lnTo>
                  <a:lnTo>
                    <a:pt x="220339" y="23784"/>
                  </a:lnTo>
                  <a:lnTo>
                    <a:pt x="259621" y="63025"/>
                  </a:lnTo>
                  <a:lnTo>
                    <a:pt x="280683" y="113818"/>
                  </a:lnTo>
                  <a:lnTo>
                    <a:pt x="283431" y="141565"/>
                  </a:lnTo>
                  <a:lnTo>
                    <a:pt x="276207" y="186311"/>
                  </a:lnTo>
                  <a:lnTo>
                    <a:pt x="256088" y="225172"/>
                  </a:lnTo>
                  <a:lnTo>
                    <a:pt x="225411" y="255817"/>
                  </a:lnTo>
                  <a:lnTo>
                    <a:pt x="186509" y="275914"/>
                  </a:lnTo>
                  <a:lnTo>
                    <a:pt x="141715" y="2831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839630" y="3746195"/>
              <a:ext cx="109855" cy="126364"/>
            </a:xfrm>
            <a:custGeom>
              <a:avLst/>
              <a:gdLst/>
              <a:ahLst/>
              <a:cxnLst/>
              <a:rect l="l" t="t" r="r" b="b"/>
              <a:pathLst>
                <a:path w="109855" h="126364">
                  <a:moveTo>
                    <a:pt x="0" y="126285"/>
                  </a:moveTo>
                  <a:lnTo>
                    <a:pt x="0" y="0"/>
                  </a:lnTo>
                  <a:lnTo>
                    <a:pt x="109236" y="63142"/>
                  </a:lnTo>
                  <a:lnTo>
                    <a:pt x="0" y="126285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18696" y="3832975"/>
              <a:ext cx="220129" cy="220628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2460244" y="3853065"/>
              <a:ext cx="125095" cy="125095"/>
            </a:xfrm>
            <a:custGeom>
              <a:avLst/>
              <a:gdLst/>
              <a:ahLst/>
              <a:cxnLst/>
              <a:rect l="l" t="t" r="r" b="b"/>
              <a:pathLst>
                <a:path w="125094" h="125095">
                  <a:moveTo>
                    <a:pt x="124472" y="69888"/>
                  </a:moveTo>
                  <a:lnTo>
                    <a:pt x="115671" y="65062"/>
                  </a:lnTo>
                  <a:lnTo>
                    <a:pt x="115747" y="58750"/>
                  </a:lnTo>
                  <a:lnTo>
                    <a:pt x="115100" y="55448"/>
                  </a:lnTo>
                  <a:lnTo>
                    <a:pt x="123113" y="50457"/>
                  </a:lnTo>
                  <a:lnTo>
                    <a:pt x="118300" y="35420"/>
                  </a:lnTo>
                  <a:lnTo>
                    <a:pt x="107848" y="36144"/>
                  </a:lnTo>
                  <a:lnTo>
                    <a:pt x="104165" y="30607"/>
                  </a:lnTo>
                  <a:lnTo>
                    <a:pt x="102946" y="29400"/>
                  </a:lnTo>
                  <a:lnTo>
                    <a:pt x="107530" y="19710"/>
                  </a:lnTo>
                  <a:lnTo>
                    <a:pt x="95313" y="9715"/>
                  </a:lnTo>
                  <a:lnTo>
                    <a:pt x="86093" y="16560"/>
                  </a:lnTo>
                  <a:lnTo>
                    <a:pt x="78473" y="13335"/>
                  </a:lnTo>
                  <a:lnTo>
                    <a:pt x="76847" y="1790"/>
                  </a:lnTo>
                  <a:lnTo>
                    <a:pt x="61137" y="0"/>
                  </a:lnTo>
                  <a:lnTo>
                    <a:pt x="56603" y="12065"/>
                  </a:lnTo>
                  <a:lnTo>
                    <a:pt x="50025" y="12598"/>
                  </a:lnTo>
                  <a:lnTo>
                    <a:pt x="42049" y="3200"/>
                  </a:lnTo>
                  <a:lnTo>
                    <a:pt x="27889" y="10198"/>
                  </a:lnTo>
                  <a:lnTo>
                    <a:pt x="30276" y="21183"/>
                  </a:lnTo>
                  <a:lnTo>
                    <a:pt x="28625" y="22009"/>
                  </a:lnTo>
                  <a:lnTo>
                    <a:pt x="24371" y="26860"/>
                  </a:lnTo>
                  <a:lnTo>
                    <a:pt x="13169" y="23444"/>
                  </a:lnTo>
                  <a:lnTo>
                    <a:pt x="5092" y="37020"/>
                  </a:lnTo>
                  <a:lnTo>
                    <a:pt x="12814" y="44742"/>
                  </a:lnTo>
                  <a:lnTo>
                    <a:pt x="10134" y="52870"/>
                  </a:lnTo>
                  <a:lnTo>
                    <a:pt x="0" y="55727"/>
                  </a:lnTo>
                  <a:lnTo>
                    <a:pt x="508" y="71526"/>
                  </a:lnTo>
                  <a:lnTo>
                    <a:pt x="10363" y="73672"/>
                  </a:lnTo>
                  <a:lnTo>
                    <a:pt x="10718" y="77495"/>
                  </a:lnTo>
                  <a:lnTo>
                    <a:pt x="13639" y="82943"/>
                  </a:lnTo>
                  <a:lnTo>
                    <a:pt x="6515" y="90995"/>
                  </a:lnTo>
                  <a:lnTo>
                    <a:pt x="15519" y="103974"/>
                  </a:lnTo>
                  <a:lnTo>
                    <a:pt x="26060" y="100063"/>
                  </a:lnTo>
                  <a:lnTo>
                    <a:pt x="32156" y="105130"/>
                  </a:lnTo>
                  <a:lnTo>
                    <a:pt x="30467" y="116382"/>
                  </a:lnTo>
                  <a:lnTo>
                    <a:pt x="45059" y="122428"/>
                  </a:lnTo>
                  <a:lnTo>
                    <a:pt x="51841" y="113322"/>
                  </a:lnTo>
                  <a:lnTo>
                    <a:pt x="56324" y="114731"/>
                  </a:lnTo>
                  <a:lnTo>
                    <a:pt x="60502" y="114401"/>
                  </a:lnTo>
                  <a:lnTo>
                    <a:pt x="65087" y="124752"/>
                  </a:lnTo>
                  <a:lnTo>
                    <a:pt x="80683" y="122059"/>
                  </a:lnTo>
                  <a:lnTo>
                    <a:pt x="81483" y="111061"/>
                  </a:lnTo>
                  <a:lnTo>
                    <a:pt x="89712" y="106921"/>
                  </a:lnTo>
                  <a:lnTo>
                    <a:pt x="98869" y="112890"/>
                  </a:lnTo>
                  <a:lnTo>
                    <a:pt x="110502" y="102171"/>
                  </a:lnTo>
                  <a:lnTo>
                    <a:pt x="105410" y="92925"/>
                  </a:lnTo>
                  <a:lnTo>
                    <a:pt x="109131" y="88696"/>
                  </a:lnTo>
                  <a:lnTo>
                    <a:pt x="110324" y="85051"/>
                  </a:lnTo>
                  <a:lnTo>
                    <a:pt x="120421" y="85178"/>
                  </a:lnTo>
                  <a:lnTo>
                    <a:pt x="124472" y="698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2492423" y="3885691"/>
              <a:ext cx="63500" cy="60960"/>
            </a:xfrm>
            <a:custGeom>
              <a:avLst/>
              <a:gdLst/>
              <a:ahLst/>
              <a:cxnLst/>
              <a:rect l="l" t="t" r="r" b="b"/>
              <a:pathLst>
                <a:path w="63500" h="60960">
                  <a:moveTo>
                    <a:pt x="27674" y="60359"/>
                  </a:moveTo>
                  <a:lnTo>
                    <a:pt x="15833" y="56609"/>
                  </a:lnTo>
                  <a:lnTo>
                    <a:pt x="6681" y="49016"/>
                  </a:lnTo>
                  <a:lnTo>
                    <a:pt x="1106" y="38664"/>
                  </a:lnTo>
                  <a:lnTo>
                    <a:pt x="0" y="26638"/>
                  </a:lnTo>
                  <a:lnTo>
                    <a:pt x="3783" y="15169"/>
                  </a:lnTo>
                  <a:lnTo>
                    <a:pt x="11543" y="6335"/>
                  </a:lnTo>
                  <a:lnTo>
                    <a:pt x="22278" y="938"/>
                  </a:lnTo>
                  <a:lnTo>
                    <a:pt x="22848" y="938"/>
                  </a:lnTo>
                  <a:lnTo>
                    <a:pt x="34550" y="0"/>
                  </a:lnTo>
                  <a:lnTo>
                    <a:pt x="42801" y="938"/>
                  </a:lnTo>
                  <a:lnTo>
                    <a:pt x="50352" y="5019"/>
                  </a:lnTo>
                  <a:lnTo>
                    <a:pt x="60732" y="17667"/>
                  </a:lnTo>
                  <a:lnTo>
                    <a:pt x="63135" y="25716"/>
                  </a:lnTo>
                  <a:lnTo>
                    <a:pt x="62224" y="33720"/>
                  </a:lnTo>
                  <a:lnTo>
                    <a:pt x="58441" y="45190"/>
                  </a:lnTo>
                  <a:lnTo>
                    <a:pt x="50680" y="54024"/>
                  </a:lnTo>
                  <a:lnTo>
                    <a:pt x="40054" y="59366"/>
                  </a:lnTo>
                  <a:lnTo>
                    <a:pt x="27674" y="6035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2383269" y="3985183"/>
              <a:ext cx="444500" cy="438150"/>
            </a:xfrm>
            <a:custGeom>
              <a:avLst/>
              <a:gdLst/>
              <a:ahLst/>
              <a:cxnLst/>
              <a:rect l="l" t="t" r="r" b="b"/>
              <a:pathLst>
                <a:path w="444500" h="438150">
                  <a:moveTo>
                    <a:pt x="444258" y="220916"/>
                  </a:moveTo>
                  <a:lnTo>
                    <a:pt x="411302" y="207403"/>
                  </a:lnTo>
                  <a:lnTo>
                    <a:pt x="409028" y="185140"/>
                  </a:lnTo>
                  <a:lnTo>
                    <a:pt x="405460" y="173761"/>
                  </a:lnTo>
                  <a:lnTo>
                    <a:pt x="431647" y="152958"/>
                  </a:lnTo>
                  <a:lnTo>
                    <a:pt x="408635" y="101892"/>
                  </a:lnTo>
                  <a:lnTo>
                    <a:pt x="372084" y="108585"/>
                  </a:lnTo>
                  <a:lnTo>
                    <a:pt x="356908" y="90614"/>
                  </a:lnTo>
                  <a:lnTo>
                    <a:pt x="352158" y="86842"/>
                  </a:lnTo>
                  <a:lnTo>
                    <a:pt x="364413" y="50876"/>
                  </a:lnTo>
                  <a:lnTo>
                    <a:pt x="317334" y="20523"/>
                  </a:lnTo>
                  <a:lnTo>
                    <a:pt x="287629" y="48348"/>
                  </a:lnTo>
                  <a:lnTo>
                    <a:pt x="259486" y="40030"/>
                  </a:lnTo>
                  <a:lnTo>
                    <a:pt x="259118" y="40005"/>
                  </a:lnTo>
                  <a:lnTo>
                    <a:pt x="249123" y="0"/>
                  </a:lnTo>
                  <a:lnTo>
                    <a:pt x="193040" y="0"/>
                  </a:lnTo>
                  <a:lnTo>
                    <a:pt x="182626" y="41605"/>
                  </a:lnTo>
                  <a:lnTo>
                    <a:pt x="171462" y="43053"/>
                  </a:lnTo>
                  <a:lnTo>
                    <a:pt x="158508" y="48361"/>
                  </a:lnTo>
                  <a:lnTo>
                    <a:pt x="127088" y="18923"/>
                  </a:lnTo>
                  <a:lnTo>
                    <a:pt x="80010" y="49276"/>
                  </a:lnTo>
                  <a:lnTo>
                    <a:pt x="92710" y="86601"/>
                  </a:lnTo>
                  <a:lnTo>
                    <a:pt x="87350" y="90614"/>
                  </a:lnTo>
                  <a:lnTo>
                    <a:pt x="72656" y="109067"/>
                  </a:lnTo>
                  <a:lnTo>
                    <a:pt x="33464" y="101892"/>
                  </a:lnTo>
                  <a:lnTo>
                    <a:pt x="10452" y="152958"/>
                  </a:lnTo>
                  <a:lnTo>
                    <a:pt x="37960" y="174828"/>
                  </a:lnTo>
                  <a:lnTo>
                    <a:pt x="33477" y="207187"/>
                  </a:lnTo>
                  <a:lnTo>
                    <a:pt x="0" y="220916"/>
                  </a:lnTo>
                  <a:lnTo>
                    <a:pt x="8153" y="276415"/>
                  </a:lnTo>
                  <a:lnTo>
                    <a:pt x="42379" y="279882"/>
                  </a:lnTo>
                  <a:lnTo>
                    <a:pt x="57200" y="313956"/>
                  </a:lnTo>
                  <a:lnTo>
                    <a:pt x="37109" y="342646"/>
                  </a:lnTo>
                  <a:lnTo>
                    <a:pt x="74066" y="384784"/>
                  </a:lnTo>
                  <a:lnTo>
                    <a:pt x="107937" y="367588"/>
                  </a:lnTo>
                  <a:lnTo>
                    <a:pt x="125933" y="381063"/>
                  </a:lnTo>
                  <a:lnTo>
                    <a:pt x="133096" y="384009"/>
                  </a:lnTo>
                  <a:lnTo>
                    <a:pt x="131699" y="422478"/>
                  </a:lnTo>
                  <a:lnTo>
                    <a:pt x="185521" y="437934"/>
                  </a:lnTo>
                  <a:lnTo>
                    <a:pt x="205168" y="404114"/>
                  </a:lnTo>
                  <a:lnTo>
                    <a:pt x="222123" y="406323"/>
                  </a:lnTo>
                  <a:lnTo>
                    <a:pt x="237286" y="404342"/>
                  </a:lnTo>
                  <a:lnTo>
                    <a:pt x="257048" y="438073"/>
                  </a:lnTo>
                  <a:lnTo>
                    <a:pt x="310883" y="422338"/>
                  </a:lnTo>
                  <a:lnTo>
                    <a:pt x="309384" y="384733"/>
                  </a:lnTo>
                  <a:lnTo>
                    <a:pt x="318325" y="381063"/>
                  </a:lnTo>
                  <a:lnTo>
                    <a:pt x="338226" y="366153"/>
                  </a:lnTo>
                  <a:lnTo>
                    <a:pt x="371297" y="382727"/>
                  </a:lnTo>
                  <a:lnTo>
                    <a:pt x="407962" y="340309"/>
                  </a:lnTo>
                  <a:lnTo>
                    <a:pt x="387896" y="311975"/>
                  </a:lnTo>
                  <a:lnTo>
                    <a:pt x="401853" y="279882"/>
                  </a:lnTo>
                  <a:lnTo>
                    <a:pt x="436105" y="276415"/>
                  </a:lnTo>
                  <a:lnTo>
                    <a:pt x="444258" y="2209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90369" y="4098824"/>
              <a:ext cx="222070" cy="215494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3125165" y="3607447"/>
              <a:ext cx="961390" cy="899794"/>
            </a:xfrm>
            <a:custGeom>
              <a:avLst/>
              <a:gdLst/>
              <a:ahLst/>
              <a:cxnLst/>
              <a:rect l="l" t="t" r="r" b="b"/>
              <a:pathLst>
                <a:path w="961389" h="899795">
                  <a:moveTo>
                    <a:pt x="961339" y="201904"/>
                  </a:moveTo>
                  <a:lnTo>
                    <a:pt x="957414" y="162331"/>
                  </a:lnTo>
                  <a:lnTo>
                    <a:pt x="945946" y="124637"/>
                  </a:lnTo>
                  <a:lnTo>
                    <a:pt x="927379" y="89890"/>
                  </a:lnTo>
                  <a:lnTo>
                    <a:pt x="902144" y="59131"/>
                  </a:lnTo>
                  <a:lnTo>
                    <a:pt x="871372" y="33921"/>
                  </a:lnTo>
                  <a:lnTo>
                    <a:pt x="836599" y="15367"/>
                  </a:lnTo>
                  <a:lnTo>
                    <a:pt x="798868" y="3911"/>
                  </a:lnTo>
                  <a:lnTo>
                    <a:pt x="759269" y="0"/>
                  </a:lnTo>
                  <a:lnTo>
                    <a:pt x="712939" y="5334"/>
                  </a:lnTo>
                  <a:lnTo>
                    <a:pt x="670407" y="20523"/>
                  </a:lnTo>
                  <a:lnTo>
                    <a:pt x="632891" y="44361"/>
                  </a:lnTo>
                  <a:lnTo>
                    <a:pt x="614121" y="63119"/>
                  </a:lnTo>
                  <a:lnTo>
                    <a:pt x="581698" y="49682"/>
                  </a:lnTo>
                  <a:lnTo>
                    <a:pt x="534809" y="36144"/>
                  </a:lnTo>
                  <a:lnTo>
                    <a:pt x="486498" y="27901"/>
                  </a:lnTo>
                  <a:lnTo>
                    <a:pt x="437172" y="25107"/>
                  </a:lnTo>
                  <a:lnTo>
                    <a:pt x="389534" y="27673"/>
                  </a:lnTo>
                  <a:lnTo>
                    <a:pt x="343382" y="35191"/>
                  </a:lnTo>
                  <a:lnTo>
                    <a:pt x="298983" y="47383"/>
                  </a:lnTo>
                  <a:lnTo>
                    <a:pt x="256603" y="64008"/>
                  </a:lnTo>
                  <a:lnTo>
                    <a:pt x="216522" y="84772"/>
                  </a:lnTo>
                  <a:lnTo>
                    <a:pt x="178981" y="109435"/>
                  </a:lnTo>
                  <a:lnTo>
                    <a:pt x="144259" y="137706"/>
                  </a:lnTo>
                  <a:lnTo>
                    <a:pt x="112623" y="169329"/>
                  </a:lnTo>
                  <a:lnTo>
                    <a:pt x="84340" y="204038"/>
                  </a:lnTo>
                  <a:lnTo>
                    <a:pt x="59677" y="241566"/>
                  </a:lnTo>
                  <a:lnTo>
                    <a:pt x="38900" y="281647"/>
                  </a:lnTo>
                  <a:lnTo>
                    <a:pt x="22275" y="324015"/>
                  </a:lnTo>
                  <a:lnTo>
                    <a:pt x="10071" y="368401"/>
                  </a:lnTo>
                  <a:lnTo>
                    <a:pt x="2565" y="414540"/>
                  </a:lnTo>
                  <a:lnTo>
                    <a:pt x="0" y="462165"/>
                  </a:lnTo>
                  <a:lnTo>
                    <a:pt x="2565" y="509778"/>
                  </a:lnTo>
                  <a:lnTo>
                    <a:pt x="10071" y="555917"/>
                  </a:lnTo>
                  <a:lnTo>
                    <a:pt x="22275" y="600303"/>
                  </a:lnTo>
                  <a:lnTo>
                    <a:pt x="38900" y="642670"/>
                  </a:lnTo>
                  <a:lnTo>
                    <a:pt x="59677" y="682752"/>
                  </a:lnTo>
                  <a:lnTo>
                    <a:pt x="84340" y="720280"/>
                  </a:lnTo>
                  <a:lnTo>
                    <a:pt x="112623" y="754989"/>
                  </a:lnTo>
                  <a:lnTo>
                    <a:pt x="144259" y="786612"/>
                  </a:lnTo>
                  <a:lnTo>
                    <a:pt x="178981" y="814895"/>
                  </a:lnTo>
                  <a:lnTo>
                    <a:pt x="216522" y="839546"/>
                  </a:lnTo>
                  <a:lnTo>
                    <a:pt x="256603" y="860323"/>
                  </a:lnTo>
                  <a:lnTo>
                    <a:pt x="298983" y="876935"/>
                  </a:lnTo>
                  <a:lnTo>
                    <a:pt x="343382" y="889139"/>
                  </a:lnTo>
                  <a:lnTo>
                    <a:pt x="389534" y="896658"/>
                  </a:lnTo>
                  <a:lnTo>
                    <a:pt x="437172" y="899223"/>
                  </a:lnTo>
                  <a:lnTo>
                    <a:pt x="484797" y="896658"/>
                  </a:lnTo>
                  <a:lnTo>
                    <a:pt x="530948" y="889139"/>
                  </a:lnTo>
                  <a:lnTo>
                    <a:pt x="575348" y="876935"/>
                  </a:lnTo>
                  <a:lnTo>
                    <a:pt x="617728" y="860323"/>
                  </a:lnTo>
                  <a:lnTo>
                    <a:pt x="657821" y="839546"/>
                  </a:lnTo>
                  <a:lnTo>
                    <a:pt x="695350" y="814895"/>
                  </a:lnTo>
                  <a:lnTo>
                    <a:pt x="730072" y="786612"/>
                  </a:lnTo>
                  <a:lnTo>
                    <a:pt x="761707" y="754989"/>
                  </a:lnTo>
                  <a:lnTo>
                    <a:pt x="789990" y="720280"/>
                  </a:lnTo>
                  <a:lnTo>
                    <a:pt x="814654" y="682752"/>
                  </a:lnTo>
                  <a:lnTo>
                    <a:pt x="835431" y="642670"/>
                  </a:lnTo>
                  <a:lnTo>
                    <a:pt x="852055" y="600303"/>
                  </a:lnTo>
                  <a:lnTo>
                    <a:pt x="864260" y="555917"/>
                  </a:lnTo>
                  <a:lnTo>
                    <a:pt x="871778" y="509778"/>
                  </a:lnTo>
                  <a:lnTo>
                    <a:pt x="874344" y="462165"/>
                  </a:lnTo>
                  <a:lnTo>
                    <a:pt x="871550" y="412851"/>
                  </a:lnTo>
                  <a:lnTo>
                    <a:pt x="864692" y="372757"/>
                  </a:lnTo>
                  <a:lnTo>
                    <a:pt x="885647" y="359448"/>
                  </a:lnTo>
                  <a:lnTo>
                    <a:pt x="916940" y="328180"/>
                  </a:lnTo>
                  <a:lnTo>
                    <a:pt x="940790" y="290690"/>
                  </a:lnTo>
                  <a:lnTo>
                    <a:pt x="955992" y="248196"/>
                  </a:lnTo>
                  <a:lnTo>
                    <a:pt x="961339" y="201904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742715" y="3667773"/>
              <a:ext cx="283845" cy="283210"/>
            </a:xfrm>
            <a:custGeom>
              <a:avLst/>
              <a:gdLst/>
              <a:ahLst/>
              <a:cxnLst/>
              <a:rect l="l" t="t" r="r" b="b"/>
              <a:pathLst>
                <a:path w="283845" h="283210">
                  <a:moveTo>
                    <a:pt x="141716" y="283131"/>
                  </a:moveTo>
                  <a:lnTo>
                    <a:pt x="96922" y="275914"/>
                  </a:lnTo>
                  <a:lnTo>
                    <a:pt x="58020" y="255817"/>
                  </a:lnTo>
                  <a:lnTo>
                    <a:pt x="27343" y="225172"/>
                  </a:lnTo>
                  <a:lnTo>
                    <a:pt x="7224" y="186311"/>
                  </a:lnTo>
                  <a:lnTo>
                    <a:pt x="0" y="141565"/>
                  </a:lnTo>
                  <a:lnTo>
                    <a:pt x="7224" y="96820"/>
                  </a:lnTo>
                  <a:lnTo>
                    <a:pt x="27343" y="57958"/>
                  </a:lnTo>
                  <a:lnTo>
                    <a:pt x="58020" y="27314"/>
                  </a:lnTo>
                  <a:lnTo>
                    <a:pt x="96922" y="7217"/>
                  </a:lnTo>
                  <a:lnTo>
                    <a:pt x="141716" y="0"/>
                  </a:lnTo>
                  <a:lnTo>
                    <a:pt x="169492" y="2745"/>
                  </a:lnTo>
                  <a:lnTo>
                    <a:pt x="220340" y="23784"/>
                  </a:lnTo>
                  <a:lnTo>
                    <a:pt x="259622" y="63025"/>
                  </a:lnTo>
                  <a:lnTo>
                    <a:pt x="280683" y="113818"/>
                  </a:lnTo>
                  <a:lnTo>
                    <a:pt x="283431" y="141565"/>
                  </a:lnTo>
                  <a:lnTo>
                    <a:pt x="276207" y="186311"/>
                  </a:lnTo>
                  <a:lnTo>
                    <a:pt x="256088" y="225172"/>
                  </a:lnTo>
                  <a:lnTo>
                    <a:pt x="225411" y="255817"/>
                  </a:lnTo>
                  <a:lnTo>
                    <a:pt x="186509" y="275914"/>
                  </a:lnTo>
                  <a:lnTo>
                    <a:pt x="141716" y="2831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849555" y="3746195"/>
              <a:ext cx="109855" cy="126364"/>
            </a:xfrm>
            <a:custGeom>
              <a:avLst/>
              <a:gdLst/>
              <a:ahLst/>
              <a:cxnLst/>
              <a:rect l="l" t="t" r="r" b="b"/>
              <a:pathLst>
                <a:path w="109854" h="126364">
                  <a:moveTo>
                    <a:pt x="0" y="126285"/>
                  </a:moveTo>
                  <a:lnTo>
                    <a:pt x="0" y="0"/>
                  </a:lnTo>
                  <a:lnTo>
                    <a:pt x="109237" y="63142"/>
                  </a:lnTo>
                  <a:lnTo>
                    <a:pt x="0" y="126285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28621" y="3832975"/>
              <a:ext cx="220129" cy="220628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3470160" y="3853065"/>
              <a:ext cx="125095" cy="125095"/>
            </a:xfrm>
            <a:custGeom>
              <a:avLst/>
              <a:gdLst/>
              <a:ahLst/>
              <a:cxnLst/>
              <a:rect l="l" t="t" r="r" b="b"/>
              <a:pathLst>
                <a:path w="125095" h="125095">
                  <a:moveTo>
                    <a:pt x="124485" y="69888"/>
                  </a:moveTo>
                  <a:lnTo>
                    <a:pt x="115671" y="65049"/>
                  </a:lnTo>
                  <a:lnTo>
                    <a:pt x="115760" y="58750"/>
                  </a:lnTo>
                  <a:lnTo>
                    <a:pt x="115112" y="55448"/>
                  </a:lnTo>
                  <a:lnTo>
                    <a:pt x="123126" y="50457"/>
                  </a:lnTo>
                  <a:lnTo>
                    <a:pt x="118300" y="35420"/>
                  </a:lnTo>
                  <a:lnTo>
                    <a:pt x="107848" y="36144"/>
                  </a:lnTo>
                  <a:lnTo>
                    <a:pt x="104165" y="30607"/>
                  </a:lnTo>
                  <a:lnTo>
                    <a:pt x="102958" y="29413"/>
                  </a:lnTo>
                  <a:lnTo>
                    <a:pt x="107543" y="19710"/>
                  </a:lnTo>
                  <a:lnTo>
                    <a:pt x="95313" y="9715"/>
                  </a:lnTo>
                  <a:lnTo>
                    <a:pt x="86093" y="16560"/>
                  </a:lnTo>
                  <a:lnTo>
                    <a:pt x="78486" y="13335"/>
                  </a:lnTo>
                  <a:lnTo>
                    <a:pt x="76860" y="1790"/>
                  </a:lnTo>
                  <a:lnTo>
                    <a:pt x="61137" y="0"/>
                  </a:lnTo>
                  <a:lnTo>
                    <a:pt x="56616" y="12065"/>
                  </a:lnTo>
                  <a:lnTo>
                    <a:pt x="50038" y="12598"/>
                  </a:lnTo>
                  <a:lnTo>
                    <a:pt x="42062" y="3200"/>
                  </a:lnTo>
                  <a:lnTo>
                    <a:pt x="27901" y="10198"/>
                  </a:lnTo>
                  <a:lnTo>
                    <a:pt x="30289" y="21183"/>
                  </a:lnTo>
                  <a:lnTo>
                    <a:pt x="28638" y="22009"/>
                  </a:lnTo>
                  <a:lnTo>
                    <a:pt x="24384" y="26847"/>
                  </a:lnTo>
                  <a:lnTo>
                    <a:pt x="13182" y="23444"/>
                  </a:lnTo>
                  <a:lnTo>
                    <a:pt x="5105" y="37020"/>
                  </a:lnTo>
                  <a:lnTo>
                    <a:pt x="12814" y="44742"/>
                  </a:lnTo>
                  <a:lnTo>
                    <a:pt x="10134" y="52857"/>
                  </a:lnTo>
                  <a:lnTo>
                    <a:pt x="0" y="55727"/>
                  </a:lnTo>
                  <a:lnTo>
                    <a:pt x="520" y="71526"/>
                  </a:lnTo>
                  <a:lnTo>
                    <a:pt x="10363" y="73672"/>
                  </a:lnTo>
                  <a:lnTo>
                    <a:pt x="10718" y="77495"/>
                  </a:lnTo>
                  <a:lnTo>
                    <a:pt x="13652" y="82943"/>
                  </a:lnTo>
                  <a:lnTo>
                    <a:pt x="6515" y="90995"/>
                  </a:lnTo>
                  <a:lnTo>
                    <a:pt x="15532" y="103974"/>
                  </a:lnTo>
                  <a:lnTo>
                    <a:pt x="26073" y="100063"/>
                  </a:lnTo>
                  <a:lnTo>
                    <a:pt x="32169" y="105130"/>
                  </a:lnTo>
                  <a:lnTo>
                    <a:pt x="30480" y="116382"/>
                  </a:lnTo>
                  <a:lnTo>
                    <a:pt x="45059" y="122428"/>
                  </a:lnTo>
                  <a:lnTo>
                    <a:pt x="51841" y="113322"/>
                  </a:lnTo>
                  <a:lnTo>
                    <a:pt x="56324" y="114731"/>
                  </a:lnTo>
                  <a:lnTo>
                    <a:pt x="60515" y="114401"/>
                  </a:lnTo>
                  <a:lnTo>
                    <a:pt x="65100" y="124752"/>
                  </a:lnTo>
                  <a:lnTo>
                    <a:pt x="80695" y="122059"/>
                  </a:lnTo>
                  <a:lnTo>
                    <a:pt x="81495" y="111074"/>
                  </a:lnTo>
                  <a:lnTo>
                    <a:pt x="89725" y="106921"/>
                  </a:lnTo>
                  <a:lnTo>
                    <a:pt x="98882" y="112890"/>
                  </a:lnTo>
                  <a:lnTo>
                    <a:pt x="110502" y="102171"/>
                  </a:lnTo>
                  <a:lnTo>
                    <a:pt x="105410" y="92938"/>
                  </a:lnTo>
                  <a:lnTo>
                    <a:pt x="109143" y="88696"/>
                  </a:lnTo>
                  <a:lnTo>
                    <a:pt x="110337" y="85051"/>
                  </a:lnTo>
                  <a:lnTo>
                    <a:pt x="120434" y="85178"/>
                  </a:lnTo>
                  <a:lnTo>
                    <a:pt x="124485" y="698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3502348" y="3885691"/>
              <a:ext cx="63500" cy="60960"/>
            </a:xfrm>
            <a:custGeom>
              <a:avLst/>
              <a:gdLst/>
              <a:ahLst/>
              <a:cxnLst/>
              <a:rect l="l" t="t" r="r" b="b"/>
              <a:pathLst>
                <a:path w="63500" h="60960">
                  <a:moveTo>
                    <a:pt x="27673" y="60359"/>
                  </a:moveTo>
                  <a:lnTo>
                    <a:pt x="15833" y="56609"/>
                  </a:lnTo>
                  <a:lnTo>
                    <a:pt x="6681" y="49016"/>
                  </a:lnTo>
                  <a:lnTo>
                    <a:pt x="1106" y="38664"/>
                  </a:lnTo>
                  <a:lnTo>
                    <a:pt x="0" y="26638"/>
                  </a:lnTo>
                  <a:lnTo>
                    <a:pt x="3783" y="15169"/>
                  </a:lnTo>
                  <a:lnTo>
                    <a:pt x="11543" y="6335"/>
                  </a:lnTo>
                  <a:lnTo>
                    <a:pt x="22277" y="938"/>
                  </a:lnTo>
                  <a:lnTo>
                    <a:pt x="22847" y="938"/>
                  </a:lnTo>
                  <a:lnTo>
                    <a:pt x="34549" y="0"/>
                  </a:lnTo>
                  <a:lnTo>
                    <a:pt x="42801" y="938"/>
                  </a:lnTo>
                  <a:lnTo>
                    <a:pt x="50352" y="5019"/>
                  </a:lnTo>
                  <a:lnTo>
                    <a:pt x="60732" y="17667"/>
                  </a:lnTo>
                  <a:lnTo>
                    <a:pt x="63135" y="25716"/>
                  </a:lnTo>
                  <a:lnTo>
                    <a:pt x="62223" y="33720"/>
                  </a:lnTo>
                  <a:lnTo>
                    <a:pt x="58440" y="45190"/>
                  </a:lnTo>
                  <a:lnTo>
                    <a:pt x="50680" y="54024"/>
                  </a:lnTo>
                  <a:lnTo>
                    <a:pt x="40054" y="59366"/>
                  </a:lnTo>
                  <a:lnTo>
                    <a:pt x="27673" y="6035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3393186" y="3985183"/>
              <a:ext cx="444500" cy="438150"/>
            </a:xfrm>
            <a:custGeom>
              <a:avLst/>
              <a:gdLst/>
              <a:ahLst/>
              <a:cxnLst/>
              <a:rect l="l" t="t" r="r" b="b"/>
              <a:pathLst>
                <a:path w="444500" h="438150">
                  <a:moveTo>
                    <a:pt x="444258" y="220916"/>
                  </a:moveTo>
                  <a:lnTo>
                    <a:pt x="411302" y="207403"/>
                  </a:lnTo>
                  <a:lnTo>
                    <a:pt x="409041" y="185140"/>
                  </a:lnTo>
                  <a:lnTo>
                    <a:pt x="405472" y="173761"/>
                  </a:lnTo>
                  <a:lnTo>
                    <a:pt x="431660" y="152958"/>
                  </a:lnTo>
                  <a:lnTo>
                    <a:pt x="408647" y="101892"/>
                  </a:lnTo>
                  <a:lnTo>
                    <a:pt x="372084" y="108585"/>
                  </a:lnTo>
                  <a:lnTo>
                    <a:pt x="356908" y="90614"/>
                  </a:lnTo>
                  <a:lnTo>
                    <a:pt x="352158" y="86842"/>
                  </a:lnTo>
                  <a:lnTo>
                    <a:pt x="364426" y="50876"/>
                  </a:lnTo>
                  <a:lnTo>
                    <a:pt x="317334" y="20523"/>
                  </a:lnTo>
                  <a:lnTo>
                    <a:pt x="287629" y="48348"/>
                  </a:lnTo>
                  <a:lnTo>
                    <a:pt x="259499" y="40030"/>
                  </a:lnTo>
                  <a:lnTo>
                    <a:pt x="259130" y="40005"/>
                  </a:lnTo>
                  <a:lnTo>
                    <a:pt x="249135" y="0"/>
                  </a:lnTo>
                  <a:lnTo>
                    <a:pt x="193040" y="0"/>
                  </a:lnTo>
                  <a:lnTo>
                    <a:pt x="182638" y="41605"/>
                  </a:lnTo>
                  <a:lnTo>
                    <a:pt x="171462" y="43053"/>
                  </a:lnTo>
                  <a:lnTo>
                    <a:pt x="158508" y="48361"/>
                  </a:lnTo>
                  <a:lnTo>
                    <a:pt x="127101" y="18923"/>
                  </a:lnTo>
                  <a:lnTo>
                    <a:pt x="80022" y="49276"/>
                  </a:lnTo>
                  <a:lnTo>
                    <a:pt x="92722" y="86601"/>
                  </a:lnTo>
                  <a:lnTo>
                    <a:pt x="87363" y="90614"/>
                  </a:lnTo>
                  <a:lnTo>
                    <a:pt x="72656" y="109067"/>
                  </a:lnTo>
                  <a:lnTo>
                    <a:pt x="33477" y="101892"/>
                  </a:lnTo>
                  <a:lnTo>
                    <a:pt x="10452" y="152958"/>
                  </a:lnTo>
                  <a:lnTo>
                    <a:pt x="37973" y="174828"/>
                  </a:lnTo>
                  <a:lnTo>
                    <a:pt x="33489" y="207187"/>
                  </a:lnTo>
                  <a:lnTo>
                    <a:pt x="0" y="220916"/>
                  </a:lnTo>
                  <a:lnTo>
                    <a:pt x="8153" y="276415"/>
                  </a:lnTo>
                  <a:lnTo>
                    <a:pt x="42392" y="279882"/>
                  </a:lnTo>
                  <a:lnTo>
                    <a:pt x="57213" y="313956"/>
                  </a:lnTo>
                  <a:lnTo>
                    <a:pt x="37122" y="342646"/>
                  </a:lnTo>
                  <a:lnTo>
                    <a:pt x="74066" y="384784"/>
                  </a:lnTo>
                  <a:lnTo>
                    <a:pt x="107950" y="367601"/>
                  </a:lnTo>
                  <a:lnTo>
                    <a:pt x="125933" y="381063"/>
                  </a:lnTo>
                  <a:lnTo>
                    <a:pt x="133108" y="384009"/>
                  </a:lnTo>
                  <a:lnTo>
                    <a:pt x="131711" y="422478"/>
                  </a:lnTo>
                  <a:lnTo>
                    <a:pt x="185521" y="437934"/>
                  </a:lnTo>
                  <a:lnTo>
                    <a:pt x="205181" y="404114"/>
                  </a:lnTo>
                  <a:lnTo>
                    <a:pt x="222135" y="406323"/>
                  </a:lnTo>
                  <a:lnTo>
                    <a:pt x="237286" y="404355"/>
                  </a:lnTo>
                  <a:lnTo>
                    <a:pt x="257048" y="438073"/>
                  </a:lnTo>
                  <a:lnTo>
                    <a:pt x="310896" y="422338"/>
                  </a:lnTo>
                  <a:lnTo>
                    <a:pt x="309397" y="384733"/>
                  </a:lnTo>
                  <a:lnTo>
                    <a:pt x="318338" y="381063"/>
                  </a:lnTo>
                  <a:lnTo>
                    <a:pt x="338226" y="366153"/>
                  </a:lnTo>
                  <a:lnTo>
                    <a:pt x="371297" y="382727"/>
                  </a:lnTo>
                  <a:lnTo>
                    <a:pt x="407974" y="340309"/>
                  </a:lnTo>
                  <a:lnTo>
                    <a:pt x="387908" y="311975"/>
                  </a:lnTo>
                  <a:lnTo>
                    <a:pt x="401866" y="279882"/>
                  </a:lnTo>
                  <a:lnTo>
                    <a:pt x="436118" y="276415"/>
                  </a:lnTo>
                  <a:lnTo>
                    <a:pt x="444258" y="2209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00294" y="4098824"/>
              <a:ext cx="222070" cy="215494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3225498" y="1221459"/>
              <a:ext cx="2537460" cy="796290"/>
            </a:xfrm>
            <a:custGeom>
              <a:avLst/>
              <a:gdLst/>
              <a:ahLst/>
              <a:cxnLst/>
              <a:rect l="l" t="t" r="r" b="b"/>
              <a:pathLst>
                <a:path w="2537460" h="796289">
                  <a:moveTo>
                    <a:pt x="909973" y="8756"/>
                  </a:moveTo>
                  <a:lnTo>
                    <a:pt x="0" y="8756"/>
                  </a:lnTo>
                  <a:lnTo>
                    <a:pt x="0" y="796031"/>
                  </a:lnTo>
                  <a:lnTo>
                    <a:pt x="2537439" y="796031"/>
                  </a:lnTo>
                  <a:lnTo>
                    <a:pt x="2537439" y="0"/>
                  </a:lnTo>
                  <a:lnTo>
                    <a:pt x="1636205" y="0"/>
                  </a:lnTo>
                </a:path>
              </a:pathLst>
            </a:custGeom>
            <a:ln w="114299">
              <a:solidFill>
                <a:srgbClr val="D8443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24577" y="1369345"/>
              <a:ext cx="2139268" cy="500255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2572260" y="2741287"/>
              <a:ext cx="0" cy="695960"/>
            </a:xfrm>
            <a:custGeom>
              <a:avLst/>
              <a:gdLst/>
              <a:ahLst/>
              <a:cxnLst/>
              <a:rect l="l" t="t" r="r" b="b"/>
              <a:pathLst>
                <a:path w="0" h="695960">
                  <a:moveTo>
                    <a:pt x="0" y="0"/>
                  </a:moveTo>
                  <a:lnTo>
                    <a:pt x="0" y="695900"/>
                  </a:lnTo>
                </a:path>
              </a:pathLst>
            </a:custGeom>
            <a:ln w="38099">
              <a:solidFill>
                <a:srgbClr val="98989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90536" y="3418138"/>
              <a:ext cx="163448" cy="163448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1526872" y="3185634"/>
              <a:ext cx="2091055" cy="0"/>
            </a:xfrm>
            <a:custGeom>
              <a:avLst/>
              <a:gdLst/>
              <a:ahLst/>
              <a:cxnLst/>
              <a:rect l="l" t="t" r="r" b="b"/>
              <a:pathLst>
                <a:path w="2091054" h="0">
                  <a:moveTo>
                    <a:pt x="0" y="0"/>
                  </a:moveTo>
                  <a:lnTo>
                    <a:pt x="2090699" y="0"/>
                  </a:lnTo>
                </a:path>
              </a:pathLst>
            </a:custGeom>
            <a:ln w="38099">
              <a:solidFill>
                <a:srgbClr val="98989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59489" y="3183778"/>
              <a:ext cx="163448" cy="397799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21247" y="3185634"/>
              <a:ext cx="163449" cy="395700"/>
            </a:xfrm>
            <a:prstGeom prst="rect">
              <a:avLst/>
            </a:prstGeom>
          </p:spPr>
        </p:pic>
      </p:grpSp>
      <p:sp>
        <p:nvSpPr>
          <p:cNvPr id="42" name="object 42" descr=""/>
          <p:cNvSpPr txBox="1"/>
          <p:nvPr/>
        </p:nvSpPr>
        <p:spPr>
          <a:xfrm>
            <a:off x="53975" y="1599023"/>
            <a:ext cx="94297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4285F4"/>
                </a:solidFill>
                <a:latin typeface="Roboto"/>
                <a:cs typeface="Roboto"/>
              </a:rPr>
              <a:t>ReplicaSet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157919" y="1827623"/>
            <a:ext cx="9969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 b="1">
                <a:solidFill>
                  <a:srgbClr val="4285F4"/>
                </a:solidFill>
                <a:latin typeface="Roboto"/>
                <a:cs typeface="Roboto"/>
              </a:rPr>
              <a:t>-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500" spc="-50" b="1">
                <a:solidFill>
                  <a:srgbClr val="4285F4"/>
                </a:solidFill>
                <a:latin typeface="Roboto"/>
                <a:cs typeface="Roboto"/>
              </a:rPr>
              <a:t>-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500" spc="-50" b="1">
                <a:solidFill>
                  <a:srgbClr val="4285F4"/>
                </a:solidFill>
                <a:latin typeface="Roboto"/>
                <a:cs typeface="Roboto"/>
              </a:rPr>
              <a:t>-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396875" y="1827623"/>
            <a:ext cx="153289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4285F4"/>
                </a:solidFill>
                <a:latin typeface="Roboto"/>
                <a:cs typeface="Roboto"/>
              </a:rPr>
              <a:t>name:</a:t>
            </a:r>
            <a:r>
              <a:rPr dirty="0" sz="1500" spc="20" b="1">
                <a:solidFill>
                  <a:srgbClr val="4285F4"/>
                </a:solidFill>
                <a:latin typeface="Roboto"/>
                <a:cs typeface="Roboto"/>
              </a:rPr>
              <a:t> </a:t>
            </a:r>
            <a:r>
              <a:rPr dirty="0" sz="1500" spc="-20" b="1">
                <a:solidFill>
                  <a:srgbClr val="4285F4"/>
                </a:solidFill>
                <a:latin typeface="Roboto"/>
                <a:cs typeface="Roboto"/>
              </a:rPr>
              <a:t>my-app-</a:t>
            </a:r>
            <a:r>
              <a:rPr dirty="0" sz="1500" spc="-25" b="1">
                <a:solidFill>
                  <a:srgbClr val="4285F4"/>
                </a:solidFill>
                <a:latin typeface="Roboto"/>
                <a:cs typeface="Roboto"/>
              </a:rPr>
              <a:t>v1 </a:t>
            </a:r>
            <a:r>
              <a:rPr dirty="0" sz="1500" spc="-10" b="1">
                <a:solidFill>
                  <a:srgbClr val="4285F4"/>
                </a:solidFill>
                <a:latin typeface="Roboto"/>
                <a:cs typeface="Roboto"/>
              </a:rPr>
              <a:t>replicas:</a:t>
            </a:r>
            <a:r>
              <a:rPr dirty="0" sz="1500" spc="-15" b="1">
                <a:solidFill>
                  <a:srgbClr val="4285F4"/>
                </a:solidFill>
                <a:latin typeface="Roboto"/>
                <a:cs typeface="Roboto"/>
              </a:rPr>
              <a:t> </a:t>
            </a:r>
            <a:r>
              <a:rPr dirty="0" sz="1500" spc="-50" b="1">
                <a:solidFill>
                  <a:srgbClr val="4285F4"/>
                </a:solidFill>
                <a:latin typeface="Roboto"/>
                <a:cs typeface="Roboto"/>
              </a:rPr>
              <a:t>3 </a:t>
            </a:r>
            <a:r>
              <a:rPr dirty="0" sz="1500" spc="-10" b="1">
                <a:solidFill>
                  <a:srgbClr val="4285F4"/>
                </a:solidFill>
                <a:latin typeface="Roboto"/>
                <a:cs typeface="Roboto"/>
              </a:rPr>
              <a:t>selector: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500819" y="2513423"/>
            <a:ext cx="128651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1460" indent="-238760">
              <a:lnSpc>
                <a:spcPct val="100000"/>
              </a:lnSpc>
              <a:spcBef>
                <a:spcPts val="100"/>
              </a:spcBef>
              <a:buChar char="-"/>
              <a:tabLst>
                <a:tab pos="251460" algn="l"/>
              </a:tabLst>
            </a:pPr>
            <a:r>
              <a:rPr dirty="0" sz="1500" b="1">
                <a:solidFill>
                  <a:srgbClr val="4285F4"/>
                </a:solidFill>
                <a:latin typeface="Roboto"/>
                <a:cs typeface="Roboto"/>
              </a:rPr>
              <a:t>app:</a:t>
            </a:r>
            <a:r>
              <a:rPr dirty="0" sz="1500" spc="-50" b="1">
                <a:solidFill>
                  <a:srgbClr val="4285F4"/>
                </a:solidFill>
                <a:latin typeface="Roboto"/>
                <a:cs typeface="Roboto"/>
              </a:rPr>
              <a:t> </a:t>
            </a:r>
            <a:r>
              <a:rPr dirty="0" sz="1500" spc="-10" b="1">
                <a:solidFill>
                  <a:srgbClr val="4285F4"/>
                </a:solidFill>
                <a:latin typeface="Roboto"/>
                <a:cs typeface="Roboto"/>
              </a:rPr>
              <a:t>MyApp</a:t>
            </a:r>
            <a:endParaRPr sz="1500">
              <a:latin typeface="Roboto"/>
              <a:cs typeface="Roboto"/>
            </a:endParaRPr>
          </a:p>
          <a:p>
            <a:pPr marL="251460" indent="-238760">
              <a:lnSpc>
                <a:spcPct val="100000"/>
              </a:lnSpc>
              <a:buChar char="-"/>
              <a:tabLst>
                <a:tab pos="251460" algn="l"/>
              </a:tabLst>
            </a:pPr>
            <a:r>
              <a:rPr dirty="0" sz="1500" spc="-10" b="1">
                <a:solidFill>
                  <a:srgbClr val="4285F4"/>
                </a:solidFill>
                <a:latin typeface="Roboto"/>
                <a:cs typeface="Roboto"/>
              </a:rPr>
              <a:t>version:</a:t>
            </a:r>
            <a:r>
              <a:rPr dirty="0" sz="1500" spc="-15" b="1">
                <a:solidFill>
                  <a:srgbClr val="4285F4"/>
                </a:solidFill>
                <a:latin typeface="Roboto"/>
                <a:cs typeface="Roboto"/>
              </a:rPr>
              <a:t> </a:t>
            </a:r>
            <a:r>
              <a:rPr dirty="0" sz="1500" spc="-25" b="1">
                <a:solidFill>
                  <a:srgbClr val="4285F4"/>
                </a:solidFill>
                <a:latin typeface="Roboto"/>
                <a:cs typeface="Roboto"/>
              </a:rPr>
              <a:t>v1</a:t>
            </a:r>
            <a:endParaRPr sz="1500">
              <a:latin typeface="Roboto"/>
              <a:cs typeface="Roboto"/>
            </a:endParaRPr>
          </a:p>
        </p:txBody>
      </p:sp>
      <p:grpSp>
        <p:nvGrpSpPr>
          <p:cNvPr id="46" name="object 46" descr=""/>
          <p:cNvGrpSpPr/>
          <p:nvPr/>
        </p:nvGrpSpPr>
        <p:grpSpPr>
          <a:xfrm>
            <a:off x="1461389" y="1857488"/>
            <a:ext cx="5374005" cy="2937510"/>
            <a:chOff x="1461389" y="1857488"/>
            <a:chExt cx="5374005" cy="2937510"/>
          </a:xfrm>
        </p:grpSpPr>
        <p:sp>
          <p:nvSpPr>
            <p:cNvPr id="47" name="object 47" descr=""/>
            <p:cNvSpPr/>
            <p:nvPr/>
          </p:nvSpPr>
          <p:spPr>
            <a:xfrm>
              <a:off x="6291334" y="2741296"/>
              <a:ext cx="0" cy="695960"/>
            </a:xfrm>
            <a:custGeom>
              <a:avLst/>
              <a:gdLst/>
              <a:ahLst/>
              <a:cxnLst/>
              <a:rect l="l" t="t" r="r" b="b"/>
              <a:pathLst>
                <a:path w="0" h="695960">
                  <a:moveTo>
                    <a:pt x="0" y="0"/>
                  </a:moveTo>
                  <a:lnTo>
                    <a:pt x="0" y="695900"/>
                  </a:lnTo>
                </a:path>
              </a:pathLst>
            </a:custGeom>
            <a:ln w="38099">
              <a:solidFill>
                <a:srgbClr val="98989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09610" y="3418147"/>
              <a:ext cx="163449" cy="163448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524095" y="4532867"/>
              <a:ext cx="163449" cy="224399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92739" y="4532568"/>
              <a:ext cx="163448" cy="230399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61389" y="4532512"/>
              <a:ext cx="163449" cy="236099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4525461" y="2170911"/>
              <a:ext cx="1780539" cy="2597785"/>
            </a:xfrm>
            <a:custGeom>
              <a:avLst/>
              <a:gdLst/>
              <a:ahLst/>
              <a:cxnLst/>
              <a:rect l="l" t="t" r="r" b="b"/>
              <a:pathLst>
                <a:path w="1780539" h="2597785">
                  <a:moveTo>
                    <a:pt x="0" y="0"/>
                  </a:moveTo>
                  <a:lnTo>
                    <a:pt x="0" y="2597632"/>
                  </a:lnTo>
                  <a:lnTo>
                    <a:pt x="1780361" y="2597632"/>
                  </a:lnTo>
                </a:path>
              </a:pathLst>
            </a:custGeom>
            <a:ln w="38099">
              <a:solidFill>
                <a:srgbClr val="E4736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209619" y="4535400"/>
              <a:ext cx="163449" cy="230399"/>
            </a:xfrm>
            <a:prstGeom prst="rect">
              <a:avLst/>
            </a:prstGeom>
          </p:spPr>
        </p:pic>
        <p:sp>
          <p:nvSpPr>
            <p:cNvPr id="54" name="object 54" descr=""/>
            <p:cNvSpPr/>
            <p:nvPr/>
          </p:nvSpPr>
          <p:spPr>
            <a:xfrm>
              <a:off x="2062403" y="1857489"/>
              <a:ext cx="1066800" cy="1005840"/>
            </a:xfrm>
            <a:custGeom>
              <a:avLst/>
              <a:gdLst/>
              <a:ahLst/>
              <a:cxnLst/>
              <a:rect l="l" t="t" r="r" b="b"/>
              <a:pathLst>
                <a:path w="1066800" h="1005839">
                  <a:moveTo>
                    <a:pt x="1066419" y="238569"/>
                  </a:moveTo>
                  <a:lnTo>
                    <a:pt x="1061923" y="193027"/>
                  </a:lnTo>
                  <a:lnTo>
                    <a:pt x="1048791" y="149656"/>
                  </a:lnTo>
                  <a:lnTo>
                    <a:pt x="1027518" y="109664"/>
                  </a:lnTo>
                  <a:lnTo>
                    <a:pt x="998601" y="74282"/>
                  </a:lnTo>
                  <a:lnTo>
                    <a:pt x="963333" y="45262"/>
                  </a:lnTo>
                  <a:lnTo>
                    <a:pt x="923467" y="23914"/>
                  </a:lnTo>
                  <a:lnTo>
                    <a:pt x="880249" y="10731"/>
                  </a:lnTo>
                  <a:lnTo>
                    <a:pt x="834859" y="6235"/>
                  </a:lnTo>
                  <a:lnTo>
                    <a:pt x="788187" y="10947"/>
                  </a:lnTo>
                  <a:lnTo>
                    <a:pt x="744728" y="24485"/>
                  </a:lnTo>
                  <a:lnTo>
                    <a:pt x="706882" y="45110"/>
                  </a:lnTo>
                  <a:lnTo>
                    <a:pt x="692505" y="38277"/>
                  </a:lnTo>
                  <a:lnTo>
                    <a:pt x="646493" y="21742"/>
                  </a:lnTo>
                  <a:lnTo>
                    <a:pt x="599008" y="9753"/>
                  </a:lnTo>
                  <a:lnTo>
                    <a:pt x="550341" y="2463"/>
                  </a:lnTo>
                  <a:lnTo>
                    <a:pt x="500837" y="0"/>
                  </a:lnTo>
                  <a:lnTo>
                    <a:pt x="452602" y="2311"/>
                  </a:lnTo>
                  <a:lnTo>
                    <a:pt x="405663" y="9067"/>
                  </a:lnTo>
                  <a:lnTo>
                    <a:pt x="360235" y="20091"/>
                  </a:lnTo>
                  <a:lnTo>
                    <a:pt x="316522" y="35140"/>
                  </a:lnTo>
                  <a:lnTo>
                    <a:pt x="274739" y="54025"/>
                  </a:lnTo>
                  <a:lnTo>
                    <a:pt x="235089" y="76530"/>
                  </a:lnTo>
                  <a:lnTo>
                    <a:pt x="197789" y="102450"/>
                  </a:lnTo>
                  <a:lnTo>
                    <a:pt x="163042" y="131559"/>
                  </a:lnTo>
                  <a:lnTo>
                    <a:pt x="131064" y="163664"/>
                  </a:lnTo>
                  <a:lnTo>
                    <a:pt x="102057" y="198539"/>
                  </a:lnTo>
                  <a:lnTo>
                    <a:pt x="76238" y="235978"/>
                  </a:lnTo>
                  <a:lnTo>
                    <a:pt x="53822" y="275780"/>
                  </a:lnTo>
                  <a:lnTo>
                    <a:pt x="35001" y="317715"/>
                  </a:lnTo>
                  <a:lnTo>
                    <a:pt x="20002" y="361594"/>
                  </a:lnTo>
                  <a:lnTo>
                    <a:pt x="9029" y="407200"/>
                  </a:lnTo>
                  <a:lnTo>
                    <a:pt x="2298" y="454317"/>
                  </a:lnTo>
                  <a:lnTo>
                    <a:pt x="0" y="502729"/>
                  </a:lnTo>
                  <a:lnTo>
                    <a:pt x="2298" y="551141"/>
                  </a:lnTo>
                  <a:lnTo>
                    <a:pt x="9029" y="598258"/>
                  </a:lnTo>
                  <a:lnTo>
                    <a:pt x="20002" y="643864"/>
                  </a:lnTo>
                  <a:lnTo>
                    <a:pt x="35001" y="687730"/>
                  </a:lnTo>
                  <a:lnTo>
                    <a:pt x="53822" y="729678"/>
                  </a:lnTo>
                  <a:lnTo>
                    <a:pt x="76238" y="769480"/>
                  </a:lnTo>
                  <a:lnTo>
                    <a:pt x="102057" y="806919"/>
                  </a:lnTo>
                  <a:lnTo>
                    <a:pt x="131064" y="841794"/>
                  </a:lnTo>
                  <a:lnTo>
                    <a:pt x="163042" y="873899"/>
                  </a:lnTo>
                  <a:lnTo>
                    <a:pt x="197789" y="903008"/>
                  </a:lnTo>
                  <a:lnTo>
                    <a:pt x="235089" y="928928"/>
                  </a:lnTo>
                  <a:lnTo>
                    <a:pt x="274739" y="951433"/>
                  </a:lnTo>
                  <a:lnTo>
                    <a:pt x="316522" y="970318"/>
                  </a:lnTo>
                  <a:lnTo>
                    <a:pt x="360235" y="985367"/>
                  </a:lnTo>
                  <a:lnTo>
                    <a:pt x="405663" y="996391"/>
                  </a:lnTo>
                  <a:lnTo>
                    <a:pt x="452602" y="1003147"/>
                  </a:lnTo>
                  <a:lnTo>
                    <a:pt x="500837" y="1005446"/>
                  </a:lnTo>
                  <a:lnTo>
                    <a:pt x="549071" y="1003147"/>
                  </a:lnTo>
                  <a:lnTo>
                    <a:pt x="596011" y="996391"/>
                  </a:lnTo>
                  <a:lnTo>
                    <a:pt x="641438" y="985367"/>
                  </a:lnTo>
                  <a:lnTo>
                    <a:pt x="685152" y="970318"/>
                  </a:lnTo>
                  <a:lnTo>
                    <a:pt x="726935" y="951433"/>
                  </a:lnTo>
                  <a:lnTo>
                    <a:pt x="766584" y="928928"/>
                  </a:lnTo>
                  <a:lnTo>
                    <a:pt x="803884" y="903008"/>
                  </a:lnTo>
                  <a:lnTo>
                    <a:pt x="838631" y="873899"/>
                  </a:lnTo>
                  <a:lnTo>
                    <a:pt x="870610" y="841794"/>
                  </a:lnTo>
                  <a:lnTo>
                    <a:pt x="899617" y="806919"/>
                  </a:lnTo>
                  <a:lnTo>
                    <a:pt x="925436" y="769480"/>
                  </a:lnTo>
                  <a:lnTo>
                    <a:pt x="947851" y="729678"/>
                  </a:lnTo>
                  <a:lnTo>
                    <a:pt x="966673" y="687730"/>
                  </a:lnTo>
                  <a:lnTo>
                    <a:pt x="981671" y="643864"/>
                  </a:lnTo>
                  <a:lnTo>
                    <a:pt x="992644" y="598258"/>
                  </a:lnTo>
                  <a:lnTo>
                    <a:pt x="999388" y="551141"/>
                  </a:lnTo>
                  <a:lnTo>
                    <a:pt x="1001674" y="502729"/>
                  </a:lnTo>
                  <a:lnTo>
                    <a:pt x="999223" y="453047"/>
                  </a:lnTo>
                  <a:lnTo>
                    <a:pt x="992505" y="407898"/>
                  </a:lnTo>
                  <a:lnTo>
                    <a:pt x="998601" y="402856"/>
                  </a:lnTo>
                  <a:lnTo>
                    <a:pt x="1026871" y="368465"/>
                  </a:lnTo>
                  <a:lnTo>
                    <a:pt x="1048219" y="329006"/>
                  </a:lnTo>
                  <a:lnTo>
                    <a:pt x="1061707" y="285394"/>
                  </a:lnTo>
                  <a:lnTo>
                    <a:pt x="1066419" y="23856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2223274" y="2016505"/>
              <a:ext cx="751840" cy="683260"/>
            </a:xfrm>
            <a:custGeom>
              <a:avLst/>
              <a:gdLst/>
              <a:ahLst/>
              <a:cxnLst/>
              <a:rect l="l" t="t" r="r" b="b"/>
              <a:pathLst>
                <a:path w="751839" h="683260">
                  <a:moveTo>
                    <a:pt x="751624" y="155054"/>
                  </a:moveTo>
                  <a:lnTo>
                    <a:pt x="739851" y="95719"/>
                  </a:lnTo>
                  <a:lnTo>
                    <a:pt x="706335" y="45415"/>
                  </a:lnTo>
                  <a:lnTo>
                    <a:pt x="656183" y="11798"/>
                  </a:lnTo>
                  <a:lnTo>
                    <a:pt x="597027" y="0"/>
                  </a:lnTo>
                  <a:lnTo>
                    <a:pt x="548157" y="7899"/>
                  </a:lnTo>
                  <a:lnTo>
                    <a:pt x="505726" y="29908"/>
                  </a:lnTo>
                  <a:lnTo>
                    <a:pt x="496265" y="39408"/>
                  </a:lnTo>
                  <a:lnTo>
                    <a:pt x="494233" y="38150"/>
                  </a:lnTo>
                  <a:lnTo>
                    <a:pt x="445236" y="17792"/>
                  </a:lnTo>
                  <a:lnTo>
                    <a:pt x="393522" y="5295"/>
                  </a:lnTo>
                  <a:lnTo>
                    <a:pt x="340017" y="1041"/>
                  </a:lnTo>
                  <a:lnTo>
                    <a:pt x="293878" y="4152"/>
                  </a:lnTo>
                  <a:lnTo>
                    <a:pt x="249618" y="13233"/>
                  </a:lnTo>
                  <a:lnTo>
                    <a:pt x="207670" y="27851"/>
                  </a:lnTo>
                  <a:lnTo>
                    <a:pt x="168402" y="47612"/>
                  </a:lnTo>
                  <a:lnTo>
                    <a:pt x="132245" y="72123"/>
                  </a:lnTo>
                  <a:lnTo>
                    <a:pt x="99593" y="100952"/>
                  </a:lnTo>
                  <a:lnTo>
                    <a:pt x="70853" y="133705"/>
                  </a:lnTo>
                  <a:lnTo>
                    <a:pt x="46418" y="169989"/>
                  </a:lnTo>
                  <a:lnTo>
                    <a:pt x="26720" y="209372"/>
                  </a:lnTo>
                  <a:lnTo>
                    <a:pt x="12153" y="251460"/>
                  </a:lnTo>
                  <a:lnTo>
                    <a:pt x="3111" y="295859"/>
                  </a:lnTo>
                  <a:lnTo>
                    <a:pt x="0" y="342138"/>
                  </a:lnTo>
                  <a:lnTo>
                    <a:pt x="3111" y="388429"/>
                  </a:lnTo>
                  <a:lnTo>
                    <a:pt x="12153" y="432816"/>
                  </a:lnTo>
                  <a:lnTo>
                    <a:pt x="26720" y="474916"/>
                  </a:lnTo>
                  <a:lnTo>
                    <a:pt x="46418" y="514299"/>
                  </a:lnTo>
                  <a:lnTo>
                    <a:pt x="70853" y="550583"/>
                  </a:lnTo>
                  <a:lnTo>
                    <a:pt x="99593" y="583336"/>
                  </a:lnTo>
                  <a:lnTo>
                    <a:pt x="132245" y="612165"/>
                  </a:lnTo>
                  <a:lnTo>
                    <a:pt x="168402" y="636676"/>
                  </a:lnTo>
                  <a:lnTo>
                    <a:pt x="207670" y="656437"/>
                  </a:lnTo>
                  <a:lnTo>
                    <a:pt x="249618" y="671055"/>
                  </a:lnTo>
                  <a:lnTo>
                    <a:pt x="293878" y="680123"/>
                  </a:lnTo>
                  <a:lnTo>
                    <a:pt x="340017" y="683234"/>
                  </a:lnTo>
                  <a:lnTo>
                    <a:pt x="386143" y="680123"/>
                  </a:lnTo>
                  <a:lnTo>
                    <a:pt x="430403" y="671055"/>
                  </a:lnTo>
                  <a:lnTo>
                    <a:pt x="472363" y="656437"/>
                  </a:lnTo>
                  <a:lnTo>
                    <a:pt x="511619" y="636676"/>
                  </a:lnTo>
                  <a:lnTo>
                    <a:pt x="547776" y="612165"/>
                  </a:lnTo>
                  <a:lnTo>
                    <a:pt x="580440" y="583336"/>
                  </a:lnTo>
                  <a:lnTo>
                    <a:pt x="609180" y="550583"/>
                  </a:lnTo>
                  <a:lnTo>
                    <a:pt x="633603" y="514299"/>
                  </a:lnTo>
                  <a:lnTo>
                    <a:pt x="653300" y="474916"/>
                  </a:lnTo>
                  <a:lnTo>
                    <a:pt x="667880" y="432816"/>
                  </a:lnTo>
                  <a:lnTo>
                    <a:pt x="676922" y="388429"/>
                  </a:lnTo>
                  <a:lnTo>
                    <a:pt x="680021" y="342138"/>
                  </a:lnTo>
                  <a:lnTo>
                    <a:pt x="675792" y="288455"/>
                  </a:lnTo>
                  <a:lnTo>
                    <a:pt x="675411" y="286905"/>
                  </a:lnTo>
                  <a:lnTo>
                    <a:pt x="688327" y="280200"/>
                  </a:lnTo>
                  <a:lnTo>
                    <a:pt x="721791" y="246634"/>
                  </a:lnTo>
                  <a:lnTo>
                    <a:pt x="743737" y="204063"/>
                  </a:lnTo>
                  <a:lnTo>
                    <a:pt x="751624" y="1550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2272795" y="2067365"/>
              <a:ext cx="581025" cy="582930"/>
            </a:xfrm>
            <a:custGeom>
              <a:avLst/>
              <a:gdLst/>
              <a:ahLst/>
              <a:cxnLst/>
              <a:rect l="l" t="t" r="r" b="b"/>
              <a:pathLst>
                <a:path w="581025" h="582930">
                  <a:moveTo>
                    <a:pt x="290498" y="582525"/>
                  </a:moveTo>
                  <a:lnTo>
                    <a:pt x="243378" y="578713"/>
                  </a:lnTo>
                  <a:lnTo>
                    <a:pt x="198678" y="567676"/>
                  </a:lnTo>
                  <a:lnTo>
                    <a:pt x="156997" y="550015"/>
                  </a:lnTo>
                  <a:lnTo>
                    <a:pt x="118933" y="526328"/>
                  </a:lnTo>
                  <a:lnTo>
                    <a:pt x="85085" y="497216"/>
                  </a:lnTo>
                  <a:lnTo>
                    <a:pt x="56049" y="463278"/>
                  </a:lnTo>
                  <a:lnTo>
                    <a:pt x="32424" y="425114"/>
                  </a:lnTo>
                  <a:lnTo>
                    <a:pt x="14809" y="383324"/>
                  </a:lnTo>
                  <a:lnTo>
                    <a:pt x="3802" y="338507"/>
                  </a:lnTo>
                  <a:lnTo>
                    <a:pt x="0" y="291262"/>
                  </a:lnTo>
                  <a:lnTo>
                    <a:pt x="3689" y="245424"/>
                  </a:lnTo>
                  <a:lnTo>
                    <a:pt x="14809" y="199201"/>
                  </a:lnTo>
                  <a:lnTo>
                    <a:pt x="32424" y="157410"/>
                  </a:lnTo>
                  <a:lnTo>
                    <a:pt x="56049" y="119246"/>
                  </a:lnTo>
                  <a:lnTo>
                    <a:pt x="85085" y="85308"/>
                  </a:lnTo>
                  <a:lnTo>
                    <a:pt x="118933" y="56196"/>
                  </a:lnTo>
                  <a:lnTo>
                    <a:pt x="156997" y="32510"/>
                  </a:lnTo>
                  <a:lnTo>
                    <a:pt x="198678" y="14848"/>
                  </a:lnTo>
                  <a:lnTo>
                    <a:pt x="243378" y="3812"/>
                  </a:lnTo>
                  <a:lnTo>
                    <a:pt x="290498" y="0"/>
                  </a:lnTo>
                  <a:lnTo>
                    <a:pt x="336216" y="3628"/>
                  </a:lnTo>
                  <a:lnTo>
                    <a:pt x="380397" y="14297"/>
                  </a:lnTo>
                  <a:lnTo>
                    <a:pt x="422260" y="31683"/>
                  </a:lnTo>
                  <a:lnTo>
                    <a:pt x="461025" y="55461"/>
                  </a:lnTo>
                  <a:lnTo>
                    <a:pt x="495912" y="85308"/>
                  </a:lnTo>
                  <a:lnTo>
                    <a:pt x="525681" y="120287"/>
                  </a:lnTo>
                  <a:lnTo>
                    <a:pt x="549397" y="159154"/>
                  </a:lnTo>
                  <a:lnTo>
                    <a:pt x="566737" y="201127"/>
                  </a:lnTo>
                  <a:lnTo>
                    <a:pt x="577378" y="245424"/>
                  </a:lnTo>
                  <a:lnTo>
                    <a:pt x="580997" y="291262"/>
                  </a:lnTo>
                  <a:lnTo>
                    <a:pt x="577194" y="338507"/>
                  </a:lnTo>
                  <a:lnTo>
                    <a:pt x="566187" y="383324"/>
                  </a:lnTo>
                  <a:lnTo>
                    <a:pt x="548572" y="425114"/>
                  </a:lnTo>
                  <a:lnTo>
                    <a:pt x="524947" y="463278"/>
                  </a:lnTo>
                  <a:lnTo>
                    <a:pt x="495912" y="497216"/>
                  </a:lnTo>
                  <a:lnTo>
                    <a:pt x="462063" y="526328"/>
                  </a:lnTo>
                  <a:lnTo>
                    <a:pt x="423999" y="550015"/>
                  </a:lnTo>
                  <a:lnTo>
                    <a:pt x="382318" y="567676"/>
                  </a:lnTo>
                  <a:lnTo>
                    <a:pt x="337618" y="578713"/>
                  </a:lnTo>
                  <a:lnTo>
                    <a:pt x="290498" y="582525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714352" y="2065001"/>
              <a:ext cx="212190" cy="213143"/>
            </a:xfrm>
            <a:prstGeom prst="rect">
              <a:avLst/>
            </a:prstGeom>
          </p:spPr>
        </p:pic>
        <p:sp>
          <p:nvSpPr>
            <p:cNvPr id="58" name="object 58" descr=""/>
            <p:cNvSpPr/>
            <p:nvPr/>
          </p:nvSpPr>
          <p:spPr>
            <a:xfrm>
              <a:off x="2412669" y="2207272"/>
              <a:ext cx="301625" cy="300990"/>
            </a:xfrm>
            <a:custGeom>
              <a:avLst/>
              <a:gdLst/>
              <a:ahLst/>
              <a:cxnLst/>
              <a:rect l="l" t="t" r="r" b="b"/>
              <a:pathLst>
                <a:path w="301625" h="300989">
                  <a:moveTo>
                    <a:pt x="301231" y="120650"/>
                  </a:moveTo>
                  <a:lnTo>
                    <a:pt x="180682" y="120650"/>
                  </a:lnTo>
                  <a:lnTo>
                    <a:pt x="180682" y="0"/>
                  </a:lnTo>
                  <a:lnTo>
                    <a:pt x="120561" y="0"/>
                  </a:lnTo>
                  <a:lnTo>
                    <a:pt x="120561" y="120650"/>
                  </a:lnTo>
                  <a:lnTo>
                    <a:pt x="0" y="120650"/>
                  </a:lnTo>
                  <a:lnTo>
                    <a:pt x="0" y="180340"/>
                  </a:lnTo>
                  <a:lnTo>
                    <a:pt x="120561" y="180340"/>
                  </a:lnTo>
                  <a:lnTo>
                    <a:pt x="120561" y="300990"/>
                  </a:lnTo>
                  <a:lnTo>
                    <a:pt x="180682" y="300990"/>
                  </a:lnTo>
                  <a:lnTo>
                    <a:pt x="180682" y="180340"/>
                  </a:lnTo>
                  <a:lnTo>
                    <a:pt x="301231" y="180340"/>
                  </a:lnTo>
                  <a:lnTo>
                    <a:pt x="301231" y="1206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5768442" y="1857501"/>
              <a:ext cx="1066800" cy="1005840"/>
            </a:xfrm>
            <a:custGeom>
              <a:avLst/>
              <a:gdLst/>
              <a:ahLst/>
              <a:cxnLst/>
              <a:rect l="l" t="t" r="r" b="b"/>
              <a:pathLst>
                <a:path w="1066800" h="1005839">
                  <a:moveTo>
                    <a:pt x="1066406" y="238556"/>
                  </a:moveTo>
                  <a:lnTo>
                    <a:pt x="1061923" y="193014"/>
                  </a:lnTo>
                  <a:lnTo>
                    <a:pt x="1048778" y="149644"/>
                  </a:lnTo>
                  <a:lnTo>
                    <a:pt x="1027506" y="109651"/>
                  </a:lnTo>
                  <a:lnTo>
                    <a:pt x="998588" y="74269"/>
                  </a:lnTo>
                  <a:lnTo>
                    <a:pt x="963320" y="45250"/>
                  </a:lnTo>
                  <a:lnTo>
                    <a:pt x="923467" y="23901"/>
                  </a:lnTo>
                  <a:lnTo>
                    <a:pt x="880237" y="10731"/>
                  </a:lnTo>
                  <a:lnTo>
                    <a:pt x="834859" y="6223"/>
                  </a:lnTo>
                  <a:lnTo>
                    <a:pt x="788187" y="10934"/>
                  </a:lnTo>
                  <a:lnTo>
                    <a:pt x="744715" y="24472"/>
                  </a:lnTo>
                  <a:lnTo>
                    <a:pt x="706869" y="45097"/>
                  </a:lnTo>
                  <a:lnTo>
                    <a:pt x="692492" y="38265"/>
                  </a:lnTo>
                  <a:lnTo>
                    <a:pt x="646493" y="21729"/>
                  </a:lnTo>
                  <a:lnTo>
                    <a:pt x="598995" y="9740"/>
                  </a:lnTo>
                  <a:lnTo>
                    <a:pt x="550329" y="2451"/>
                  </a:lnTo>
                  <a:lnTo>
                    <a:pt x="500837" y="0"/>
                  </a:lnTo>
                  <a:lnTo>
                    <a:pt x="452602" y="2298"/>
                  </a:lnTo>
                  <a:lnTo>
                    <a:pt x="405663" y="9055"/>
                  </a:lnTo>
                  <a:lnTo>
                    <a:pt x="360235" y="20078"/>
                  </a:lnTo>
                  <a:lnTo>
                    <a:pt x="316522" y="35128"/>
                  </a:lnTo>
                  <a:lnTo>
                    <a:pt x="274739" y="54013"/>
                  </a:lnTo>
                  <a:lnTo>
                    <a:pt x="235089" y="76517"/>
                  </a:lnTo>
                  <a:lnTo>
                    <a:pt x="197777" y="102438"/>
                  </a:lnTo>
                  <a:lnTo>
                    <a:pt x="163029" y="131546"/>
                  </a:lnTo>
                  <a:lnTo>
                    <a:pt x="131051" y="163652"/>
                  </a:lnTo>
                  <a:lnTo>
                    <a:pt x="102057" y="198526"/>
                  </a:lnTo>
                  <a:lnTo>
                    <a:pt x="76238" y="235966"/>
                  </a:lnTo>
                  <a:lnTo>
                    <a:pt x="53809" y="275767"/>
                  </a:lnTo>
                  <a:lnTo>
                    <a:pt x="35001" y="317715"/>
                  </a:lnTo>
                  <a:lnTo>
                    <a:pt x="20002" y="361581"/>
                  </a:lnTo>
                  <a:lnTo>
                    <a:pt x="9029" y="407187"/>
                  </a:lnTo>
                  <a:lnTo>
                    <a:pt x="2286" y="454304"/>
                  </a:lnTo>
                  <a:lnTo>
                    <a:pt x="0" y="502716"/>
                  </a:lnTo>
                  <a:lnTo>
                    <a:pt x="2286" y="551129"/>
                  </a:lnTo>
                  <a:lnTo>
                    <a:pt x="9029" y="598246"/>
                  </a:lnTo>
                  <a:lnTo>
                    <a:pt x="20002" y="643851"/>
                  </a:lnTo>
                  <a:lnTo>
                    <a:pt x="35001" y="687730"/>
                  </a:lnTo>
                  <a:lnTo>
                    <a:pt x="53809" y="729665"/>
                  </a:lnTo>
                  <a:lnTo>
                    <a:pt x="76238" y="769467"/>
                  </a:lnTo>
                  <a:lnTo>
                    <a:pt x="102057" y="806907"/>
                  </a:lnTo>
                  <a:lnTo>
                    <a:pt x="131051" y="841781"/>
                  </a:lnTo>
                  <a:lnTo>
                    <a:pt x="163029" y="873887"/>
                  </a:lnTo>
                  <a:lnTo>
                    <a:pt x="197777" y="902995"/>
                  </a:lnTo>
                  <a:lnTo>
                    <a:pt x="235089" y="928916"/>
                  </a:lnTo>
                  <a:lnTo>
                    <a:pt x="274739" y="951420"/>
                  </a:lnTo>
                  <a:lnTo>
                    <a:pt x="316522" y="970305"/>
                  </a:lnTo>
                  <a:lnTo>
                    <a:pt x="360235" y="985354"/>
                  </a:lnTo>
                  <a:lnTo>
                    <a:pt x="405663" y="996378"/>
                  </a:lnTo>
                  <a:lnTo>
                    <a:pt x="452602" y="1003134"/>
                  </a:lnTo>
                  <a:lnTo>
                    <a:pt x="500837" y="1005446"/>
                  </a:lnTo>
                  <a:lnTo>
                    <a:pt x="549071" y="1003134"/>
                  </a:lnTo>
                  <a:lnTo>
                    <a:pt x="595998" y="996378"/>
                  </a:lnTo>
                  <a:lnTo>
                    <a:pt x="641426" y="985354"/>
                  </a:lnTo>
                  <a:lnTo>
                    <a:pt x="685139" y="970305"/>
                  </a:lnTo>
                  <a:lnTo>
                    <a:pt x="726935" y="951420"/>
                  </a:lnTo>
                  <a:lnTo>
                    <a:pt x="766584" y="928916"/>
                  </a:lnTo>
                  <a:lnTo>
                    <a:pt x="803884" y="902995"/>
                  </a:lnTo>
                  <a:lnTo>
                    <a:pt x="838631" y="873887"/>
                  </a:lnTo>
                  <a:lnTo>
                    <a:pt x="870610" y="841781"/>
                  </a:lnTo>
                  <a:lnTo>
                    <a:pt x="899604" y="806907"/>
                  </a:lnTo>
                  <a:lnTo>
                    <a:pt x="925423" y="769467"/>
                  </a:lnTo>
                  <a:lnTo>
                    <a:pt x="947851" y="729665"/>
                  </a:lnTo>
                  <a:lnTo>
                    <a:pt x="966660" y="687730"/>
                  </a:lnTo>
                  <a:lnTo>
                    <a:pt x="981659" y="643851"/>
                  </a:lnTo>
                  <a:lnTo>
                    <a:pt x="992632" y="598246"/>
                  </a:lnTo>
                  <a:lnTo>
                    <a:pt x="999375" y="551129"/>
                  </a:lnTo>
                  <a:lnTo>
                    <a:pt x="1001661" y="502716"/>
                  </a:lnTo>
                  <a:lnTo>
                    <a:pt x="999210" y="453034"/>
                  </a:lnTo>
                  <a:lnTo>
                    <a:pt x="992505" y="407885"/>
                  </a:lnTo>
                  <a:lnTo>
                    <a:pt x="998588" y="402844"/>
                  </a:lnTo>
                  <a:lnTo>
                    <a:pt x="1026858" y="368452"/>
                  </a:lnTo>
                  <a:lnTo>
                    <a:pt x="1048207" y="328993"/>
                  </a:lnTo>
                  <a:lnTo>
                    <a:pt x="1061707" y="285381"/>
                  </a:lnTo>
                  <a:lnTo>
                    <a:pt x="1066406" y="238556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5929312" y="2016505"/>
              <a:ext cx="751840" cy="683260"/>
            </a:xfrm>
            <a:custGeom>
              <a:avLst/>
              <a:gdLst/>
              <a:ahLst/>
              <a:cxnLst/>
              <a:rect l="l" t="t" r="r" b="b"/>
              <a:pathLst>
                <a:path w="751840" h="683260">
                  <a:moveTo>
                    <a:pt x="751611" y="155054"/>
                  </a:moveTo>
                  <a:lnTo>
                    <a:pt x="739838" y="95719"/>
                  </a:lnTo>
                  <a:lnTo>
                    <a:pt x="706335" y="45415"/>
                  </a:lnTo>
                  <a:lnTo>
                    <a:pt x="656183" y="11798"/>
                  </a:lnTo>
                  <a:lnTo>
                    <a:pt x="597014" y="0"/>
                  </a:lnTo>
                  <a:lnTo>
                    <a:pt x="548157" y="7899"/>
                  </a:lnTo>
                  <a:lnTo>
                    <a:pt x="505714" y="29908"/>
                  </a:lnTo>
                  <a:lnTo>
                    <a:pt x="496252" y="39408"/>
                  </a:lnTo>
                  <a:lnTo>
                    <a:pt x="494220" y="38150"/>
                  </a:lnTo>
                  <a:lnTo>
                    <a:pt x="445223" y="17792"/>
                  </a:lnTo>
                  <a:lnTo>
                    <a:pt x="393509" y="5295"/>
                  </a:lnTo>
                  <a:lnTo>
                    <a:pt x="340004" y="1041"/>
                  </a:lnTo>
                  <a:lnTo>
                    <a:pt x="293865" y="4165"/>
                  </a:lnTo>
                  <a:lnTo>
                    <a:pt x="249618" y="13233"/>
                  </a:lnTo>
                  <a:lnTo>
                    <a:pt x="207657" y="27851"/>
                  </a:lnTo>
                  <a:lnTo>
                    <a:pt x="168402" y="47612"/>
                  </a:lnTo>
                  <a:lnTo>
                    <a:pt x="132232" y="72123"/>
                  </a:lnTo>
                  <a:lnTo>
                    <a:pt x="99580" y="100952"/>
                  </a:lnTo>
                  <a:lnTo>
                    <a:pt x="70840" y="133705"/>
                  </a:lnTo>
                  <a:lnTo>
                    <a:pt x="46418" y="169989"/>
                  </a:lnTo>
                  <a:lnTo>
                    <a:pt x="26720" y="209372"/>
                  </a:lnTo>
                  <a:lnTo>
                    <a:pt x="12141" y="251472"/>
                  </a:lnTo>
                  <a:lnTo>
                    <a:pt x="3098" y="295859"/>
                  </a:lnTo>
                  <a:lnTo>
                    <a:pt x="0" y="342138"/>
                  </a:lnTo>
                  <a:lnTo>
                    <a:pt x="3098" y="388429"/>
                  </a:lnTo>
                  <a:lnTo>
                    <a:pt x="12141" y="432816"/>
                  </a:lnTo>
                  <a:lnTo>
                    <a:pt x="26720" y="474916"/>
                  </a:lnTo>
                  <a:lnTo>
                    <a:pt x="46418" y="514299"/>
                  </a:lnTo>
                  <a:lnTo>
                    <a:pt x="70840" y="550583"/>
                  </a:lnTo>
                  <a:lnTo>
                    <a:pt x="99580" y="583336"/>
                  </a:lnTo>
                  <a:lnTo>
                    <a:pt x="132232" y="612165"/>
                  </a:lnTo>
                  <a:lnTo>
                    <a:pt x="168402" y="636676"/>
                  </a:lnTo>
                  <a:lnTo>
                    <a:pt x="207657" y="656437"/>
                  </a:lnTo>
                  <a:lnTo>
                    <a:pt x="249618" y="671055"/>
                  </a:lnTo>
                  <a:lnTo>
                    <a:pt x="293865" y="680123"/>
                  </a:lnTo>
                  <a:lnTo>
                    <a:pt x="340004" y="683247"/>
                  </a:lnTo>
                  <a:lnTo>
                    <a:pt x="386143" y="680123"/>
                  </a:lnTo>
                  <a:lnTo>
                    <a:pt x="430390" y="671055"/>
                  </a:lnTo>
                  <a:lnTo>
                    <a:pt x="472351" y="656437"/>
                  </a:lnTo>
                  <a:lnTo>
                    <a:pt x="511619" y="636676"/>
                  </a:lnTo>
                  <a:lnTo>
                    <a:pt x="547776" y="612165"/>
                  </a:lnTo>
                  <a:lnTo>
                    <a:pt x="580428" y="583336"/>
                  </a:lnTo>
                  <a:lnTo>
                    <a:pt x="609168" y="550583"/>
                  </a:lnTo>
                  <a:lnTo>
                    <a:pt x="633590" y="514299"/>
                  </a:lnTo>
                  <a:lnTo>
                    <a:pt x="653300" y="474916"/>
                  </a:lnTo>
                  <a:lnTo>
                    <a:pt x="667867" y="432816"/>
                  </a:lnTo>
                  <a:lnTo>
                    <a:pt x="676910" y="388429"/>
                  </a:lnTo>
                  <a:lnTo>
                    <a:pt x="680008" y="342138"/>
                  </a:lnTo>
                  <a:lnTo>
                    <a:pt x="675779" y="288467"/>
                  </a:lnTo>
                  <a:lnTo>
                    <a:pt x="675398" y="286905"/>
                  </a:lnTo>
                  <a:lnTo>
                    <a:pt x="688314" y="280200"/>
                  </a:lnTo>
                  <a:lnTo>
                    <a:pt x="721779" y="246634"/>
                  </a:lnTo>
                  <a:lnTo>
                    <a:pt x="743724" y="204063"/>
                  </a:lnTo>
                  <a:lnTo>
                    <a:pt x="751611" y="1550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5978826" y="2067366"/>
              <a:ext cx="581025" cy="582930"/>
            </a:xfrm>
            <a:custGeom>
              <a:avLst/>
              <a:gdLst/>
              <a:ahLst/>
              <a:cxnLst/>
              <a:rect l="l" t="t" r="r" b="b"/>
              <a:pathLst>
                <a:path w="581025" h="582930">
                  <a:moveTo>
                    <a:pt x="290498" y="582525"/>
                  </a:moveTo>
                  <a:lnTo>
                    <a:pt x="243377" y="578713"/>
                  </a:lnTo>
                  <a:lnTo>
                    <a:pt x="198678" y="567676"/>
                  </a:lnTo>
                  <a:lnTo>
                    <a:pt x="156997" y="550015"/>
                  </a:lnTo>
                  <a:lnTo>
                    <a:pt x="118933" y="526328"/>
                  </a:lnTo>
                  <a:lnTo>
                    <a:pt x="85084" y="497216"/>
                  </a:lnTo>
                  <a:lnTo>
                    <a:pt x="56049" y="463278"/>
                  </a:lnTo>
                  <a:lnTo>
                    <a:pt x="32424" y="425114"/>
                  </a:lnTo>
                  <a:lnTo>
                    <a:pt x="14809" y="383324"/>
                  </a:lnTo>
                  <a:lnTo>
                    <a:pt x="3802" y="338507"/>
                  </a:lnTo>
                  <a:lnTo>
                    <a:pt x="0" y="291262"/>
                  </a:lnTo>
                  <a:lnTo>
                    <a:pt x="3688" y="245424"/>
                  </a:lnTo>
                  <a:lnTo>
                    <a:pt x="14809" y="199201"/>
                  </a:lnTo>
                  <a:lnTo>
                    <a:pt x="32424" y="157410"/>
                  </a:lnTo>
                  <a:lnTo>
                    <a:pt x="56049" y="119246"/>
                  </a:lnTo>
                  <a:lnTo>
                    <a:pt x="85084" y="85308"/>
                  </a:lnTo>
                  <a:lnTo>
                    <a:pt x="118933" y="56196"/>
                  </a:lnTo>
                  <a:lnTo>
                    <a:pt x="156997" y="32510"/>
                  </a:lnTo>
                  <a:lnTo>
                    <a:pt x="198678" y="14848"/>
                  </a:lnTo>
                  <a:lnTo>
                    <a:pt x="243377" y="3812"/>
                  </a:lnTo>
                  <a:lnTo>
                    <a:pt x="290498" y="0"/>
                  </a:lnTo>
                  <a:lnTo>
                    <a:pt x="336216" y="3628"/>
                  </a:lnTo>
                  <a:lnTo>
                    <a:pt x="380397" y="14297"/>
                  </a:lnTo>
                  <a:lnTo>
                    <a:pt x="422260" y="31683"/>
                  </a:lnTo>
                  <a:lnTo>
                    <a:pt x="461025" y="55461"/>
                  </a:lnTo>
                  <a:lnTo>
                    <a:pt x="495911" y="85308"/>
                  </a:lnTo>
                  <a:lnTo>
                    <a:pt x="525680" y="120287"/>
                  </a:lnTo>
                  <a:lnTo>
                    <a:pt x="549396" y="159154"/>
                  </a:lnTo>
                  <a:lnTo>
                    <a:pt x="566737" y="201127"/>
                  </a:lnTo>
                  <a:lnTo>
                    <a:pt x="577378" y="245424"/>
                  </a:lnTo>
                  <a:lnTo>
                    <a:pt x="580997" y="291262"/>
                  </a:lnTo>
                  <a:lnTo>
                    <a:pt x="577195" y="338507"/>
                  </a:lnTo>
                  <a:lnTo>
                    <a:pt x="566187" y="383324"/>
                  </a:lnTo>
                  <a:lnTo>
                    <a:pt x="548572" y="425114"/>
                  </a:lnTo>
                  <a:lnTo>
                    <a:pt x="524947" y="463278"/>
                  </a:lnTo>
                  <a:lnTo>
                    <a:pt x="495911" y="497216"/>
                  </a:lnTo>
                  <a:lnTo>
                    <a:pt x="462063" y="526328"/>
                  </a:lnTo>
                  <a:lnTo>
                    <a:pt x="423999" y="550015"/>
                  </a:lnTo>
                  <a:lnTo>
                    <a:pt x="382318" y="567676"/>
                  </a:lnTo>
                  <a:lnTo>
                    <a:pt x="337618" y="578713"/>
                  </a:lnTo>
                  <a:lnTo>
                    <a:pt x="290498" y="582525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420383" y="2065002"/>
              <a:ext cx="212190" cy="213143"/>
            </a:xfrm>
            <a:prstGeom prst="rect">
              <a:avLst/>
            </a:prstGeom>
          </p:spPr>
        </p:pic>
        <p:sp>
          <p:nvSpPr>
            <p:cNvPr id="63" name="object 63" descr=""/>
            <p:cNvSpPr/>
            <p:nvPr/>
          </p:nvSpPr>
          <p:spPr>
            <a:xfrm>
              <a:off x="6118695" y="2207272"/>
              <a:ext cx="301625" cy="300990"/>
            </a:xfrm>
            <a:custGeom>
              <a:avLst/>
              <a:gdLst/>
              <a:ahLst/>
              <a:cxnLst/>
              <a:rect l="l" t="t" r="r" b="b"/>
              <a:pathLst>
                <a:path w="301625" h="300989">
                  <a:moveTo>
                    <a:pt x="301244" y="120650"/>
                  </a:moveTo>
                  <a:lnTo>
                    <a:pt x="180682" y="120650"/>
                  </a:lnTo>
                  <a:lnTo>
                    <a:pt x="180682" y="0"/>
                  </a:lnTo>
                  <a:lnTo>
                    <a:pt x="120561" y="0"/>
                  </a:lnTo>
                  <a:lnTo>
                    <a:pt x="120561" y="120650"/>
                  </a:lnTo>
                  <a:lnTo>
                    <a:pt x="0" y="120650"/>
                  </a:lnTo>
                  <a:lnTo>
                    <a:pt x="0" y="180340"/>
                  </a:lnTo>
                  <a:lnTo>
                    <a:pt x="120561" y="180340"/>
                  </a:lnTo>
                  <a:lnTo>
                    <a:pt x="120561" y="300990"/>
                  </a:lnTo>
                  <a:lnTo>
                    <a:pt x="180682" y="300990"/>
                  </a:lnTo>
                  <a:lnTo>
                    <a:pt x="180682" y="180340"/>
                  </a:lnTo>
                  <a:lnTo>
                    <a:pt x="301244" y="180340"/>
                  </a:lnTo>
                  <a:lnTo>
                    <a:pt x="301244" y="1206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528504" y="2177850"/>
              <a:ext cx="2995295" cy="2597785"/>
            </a:xfrm>
            <a:custGeom>
              <a:avLst/>
              <a:gdLst/>
              <a:ahLst/>
              <a:cxnLst/>
              <a:rect l="l" t="t" r="r" b="b"/>
              <a:pathLst>
                <a:path w="2995295" h="2597785">
                  <a:moveTo>
                    <a:pt x="2995124" y="0"/>
                  </a:moveTo>
                  <a:lnTo>
                    <a:pt x="2995124" y="2597632"/>
                  </a:lnTo>
                  <a:lnTo>
                    <a:pt x="0" y="2597632"/>
                  </a:lnTo>
                </a:path>
              </a:pathLst>
            </a:custGeom>
            <a:ln w="38099">
              <a:solidFill>
                <a:srgbClr val="E473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 descr=""/>
          <p:cNvSpPr txBox="1"/>
          <p:nvPr/>
        </p:nvSpPr>
        <p:spPr>
          <a:xfrm>
            <a:off x="6936380" y="1599023"/>
            <a:ext cx="94297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0F9D58"/>
                </a:solidFill>
                <a:latin typeface="Roboto"/>
                <a:cs typeface="Roboto"/>
              </a:rPr>
              <a:t>ReplicaSet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1" name="object 7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66" name="object 66" descr=""/>
          <p:cNvSpPr txBox="1"/>
          <p:nvPr/>
        </p:nvSpPr>
        <p:spPr>
          <a:xfrm>
            <a:off x="7040324" y="1827623"/>
            <a:ext cx="177165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1460" indent="-238760">
              <a:lnSpc>
                <a:spcPct val="100000"/>
              </a:lnSpc>
              <a:spcBef>
                <a:spcPts val="100"/>
              </a:spcBef>
              <a:buChar char="-"/>
              <a:tabLst>
                <a:tab pos="251460" algn="l"/>
              </a:tabLst>
            </a:pPr>
            <a:r>
              <a:rPr dirty="0" sz="1500" b="1">
                <a:solidFill>
                  <a:srgbClr val="0F9D58"/>
                </a:solidFill>
                <a:latin typeface="Roboto"/>
                <a:cs typeface="Roboto"/>
              </a:rPr>
              <a:t>name:</a:t>
            </a:r>
            <a:r>
              <a:rPr dirty="0" sz="1500" spc="20" b="1">
                <a:solidFill>
                  <a:srgbClr val="0F9D58"/>
                </a:solidFill>
                <a:latin typeface="Roboto"/>
                <a:cs typeface="Roboto"/>
              </a:rPr>
              <a:t> </a:t>
            </a:r>
            <a:r>
              <a:rPr dirty="0" sz="1500" spc="-20" b="1">
                <a:solidFill>
                  <a:srgbClr val="0F9D58"/>
                </a:solidFill>
                <a:latin typeface="Roboto"/>
                <a:cs typeface="Roboto"/>
              </a:rPr>
              <a:t>my-app-</a:t>
            </a:r>
            <a:r>
              <a:rPr dirty="0" sz="1500" spc="-25" b="1">
                <a:solidFill>
                  <a:srgbClr val="0F9D58"/>
                </a:solidFill>
                <a:latin typeface="Roboto"/>
                <a:cs typeface="Roboto"/>
              </a:rPr>
              <a:t>v2</a:t>
            </a:r>
            <a:endParaRPr sz="1500">
              <a:latin typeface="Roboto"/>
              <a:cs typeface="Roboto"/>
            </a:endParaRPr>
          </a:p>
          <a:p>
            <a:pPr marL="251460" indent="-238760">
              <a:lnSpc>
                <a:spcPct val="100000"/>
              </a:lnSpc>
              <a:buChar char="-"/>
              <a:tabLst>
                <a:tab pos="251460" algn="l"/>
              </a:tabLst>
            </a:pPr>
            <a:r>
              <a:rPr dirty="0" sz="1500" spc="-10" b="1">
                <a:solidFill>
                  <a:srgbClr val="0F9D58"/>
                </a:solidFill>
                <a:latin typeface="Roboto"/>
                <a:cs typeface="Roboto"/>
              </a:rPr>
              <a:t>replicas:</a:t>
            </a:r>
            <a:r>
              <a:rPr dirty="0" sz="1500" spc="-15" b="1">
                <a:solidFill>
                  <a:srgbClr val="0F9D58"/>
                </a:solidFill>
                <a:latin typeface="Roboto"/>
                <a:cs typeface="Roboto"/>
              </a:rPr>
              <a:t> </a:t>
            </a:r>
            <a:r>
              <a:rPr dirty="0" sz="1500" spc="-50" b="1">
                <a:solidFill>
                  <a:srgbClr val="0F9D58"/>
                </a:solidFill>
                <a:latin typeface="Roboto"/>
                <a:cs typeface="Roboto"/>
              </a:rPr>
              <a:t>1</a:t>
            </a:r>
            <a:endParaRPr sz="1500">
              <a:latin typeface="Roboto"/>
              <a:cs typeface="Roboto"/>
            </a:endParaRPr>
          </a:p>
          <a:p>
            <a:pPr marL="251460" indent="-238760">
              <a:lnSpc>
                <a:spcPct val="100000"/>
              </a:lnSpc>
              <a:buChar char="-"/>
              <a:tabLst>
                <a:tab pos="251460" algn="l"/>
              </a:tabLst>
            </a:pPr>
            <a:r>
              <a:rPr dirty="0" sz="1500" spc="-10" b="1">
                <a:solidFill>
                  <a:srgbClr val="0F9D58"/>
                </a:solidFill>
                <a:latin typeface="Roboto"/>
                <a:cs typeface="Roboto"/>
              </a:rPr>
              <a:t>selector: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7383224" y="2513423"/>
            <a:ext cx="128651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1460" indent="-238760">
              <a:lnSpc>
                <a:spcPct val="100000"/>
              </a:lnSpc>
              <a:spcBef>
                <a:spcPts val="100"/>
              </a:spcBef>
              <a:buChar char="-"/>
              <a:tabLst>
                <a:tab pos="251460" algn="l"/>
              </a:tabLst>
            </a:pPr>
            <a:r>
              <a:rPr dirty="0" sz="1500" b="1">
                <a:solidFill>
                  <a:srgbClr val="0F9D58"/>
                </a:solidFill>
                <a:latin typeface="Roboto"/>
                <a:cs typeface="Roboto"/>
              </a:rPr>
              <a:t>app:</a:t>
            </a:r>
            <a:r>
              <a:rPr dirty="0" sz="1500" spc="-50" b="1">
                <a:solidFill>
                  <a:srgbClr val="0F9D58"/>
                </a:solidFill>
                <a:latin typeface="Roboto"/>
                <a:cs typeface="Roboto"/>
              </a:rPr>
              <a:t> </a:t>
            </a:r>
            <a:r>
              <a:rPr dirty="0" sz="1500" spc="-10" b="1">
                <a:solidFill>
                  <a:srgbClr val="0F9D58"/>
                </a:solidFill>
                <a:latin typeface="Roboto"/>
                <a:cs typeface="Roboto"/>
              </a:rPr>
              <a:t>MyApp</a:t>
            </a:r>
            <a:endParaRPr sz="1500">
              <a:latin typeface="Roboto"/>
              <a:cs typeface="Roboto"/>
            </a:endParaRPr>
          </a:p>
          <a:p>
            <a:pPr marL="251460" indent="-238760">
              <a:lnSpc>
                <a:spcPct val="100000"/>
              </a:lnSpc>
              <a:buChar char="-"/>
              <a:tabLst>
                <a:tab pos="251460" algn="l"/>
              </a:tabLst>
            </a:pPr>
            <a:r>
              <a:rPr dirty="0" sz="1500" spc="-10" b="1">
                <a:solidFill>
                  <a:srgbClr val="0F9D58"/>
                </a:solidFill>
                <a:latin typeface="Roboto"/>
                <a:cs typeface="Roboto"/>
              </a:rPr>
              <a:t>version:</a:t>
            </a:r>
            <a:r>
              <a:rPr dirty="0" sz="1500" spc="-15" b="1">
                <a:solidFill>
                  <a:srgbClr val="0F9D58"/>
                </a:solidFill>
                <a:latin typeface="Roboto"/>
                <a:cs typeface="Roboto"/>
              </a:rPr>
              <a:t> </a:t>
            </a:r>
            <a:r>
              <a:rPr dirty="0" sz="1500" spc="-25" b="1">
                <a:solidFill>
                  <a:srgbClr val="0F9D58"/>
                </a:solidFill>
                <a:latin typeface="Roboto"/>
                <a:cs typeface="Roboto"/>
              </a:rPr>
              <a:t>v2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3495168" y="617854"/>
            <a:ext cx="139065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D84437"/>
                </a:solidFill>
                <a:latin typeface="Roboto"/>
                <a:cs typeface="Roboto"/>
              </a:rPr>
              <a:t>Service</a:t>
            </a:r>
            <a:endParaRPr sz="1500">
              <a:latin typeface="Roboto"/>
              <a:cs typeface="Roboto"/>
            </a:endParaRPr>
          </a:p>
          <a:p>
            <a:pPr marL="116205">
              <a:lnSpc>
                <a:spcPct val="100000"/>
              </a:lnSpc>
              <a:tabLst>
                <a:tab pos="354965" algn="l"/>
              </a:tabLst>
            </a:pPr>
            <a:r>
              <a:rPr dirty="0" sz="1500" spc="-50" b="1">
                <a:solidFill>
                  <a:srgbClr val="D84437"/>
                </a:solidFill>
                <a:latin typeface="Roboto"/>
                <a:cs typeface="Roboto"/>
              </a:rPr>
              <a:t>-</a:t>
            </a:r>
            <a:r>
              <a:rPr dirty="0" sz="1500" b="1">
                <a:solidFill>
                  <a:srgbClr val="D84437"/>
                </a:solidFill>
                <a:latin typeface="Roboto"/>
                <a:cs typeface="Roboto"/>
              </a:rPr>
              <a:t>	app:</a:t>
            </a:r>
            <a:r>
              <a:rPr dirty="0" sz="1500" spc="-50" b="1">
                <a:solidFill>
                  <a:srgbClr val="D84437"/>
                </a:solidFill>
                <a:latin typeface="Roboto"/>
                <a:cs typeface="Roboto"/>
              </a:rPr>
              <a:t> </a:t>
            </a:r>
            <a:r>
              <a:rPr dirty="0" sz="1500" spc="-10" b="1">
                <a:solidFill>
                  <a:srgbClr val="D84437"/>
                </a:solidFill>
                <a:latin typeface="Roboto"/>
                <a:cs typeface="Roboto"/>
              </a:rPr>
              <a:t>MyApp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69" name="object 6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Rolling</a:t>
            </a:r>
            <a:r>
              <a:rPr dirty="0" spc="-35"/>
              <a:t> </a:t>
            </a:r>
            <a:r>
              <a:rPr dirty="0" spc="-10"/>
              <a:t>Update</a:t>
            </a:r>
          </a:p>
        </p:txBody>
      </p:sp>
      <p:sp>
        <p:nvSpPr>
          <p:cNvPr id="70" name="object 70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459489" y="1164309"/>
            <a:ext cx="5312410" cy="3342640"/>
            <a:chOff x="1459489" y="1164309"/>
            <a:chExt cx="5312410" cy="3342640"/>
          </a:xfrm>
        </p:grpSpPr>
        <p:sp>
          <p:nvSpPr>
            <p:cNvPr id="3" name="object 3" descr=""/>
            <p:cNvSpPr/>
            <p:nvPr/>
          </p:nvSpPr>
          <p:spPr>
            <a:xfrm>
              <a:off x="5810504" y="3607384"/>
              <a:ext cx="961390" cy="899794"/>
            </a:xfrm>
            <a:custGeom>
              <a:avLst/>
              <a:gdLst/>
              <a:ahLst/>
              <a:cxnLst/>
              <a:rect l="l" t="t" r="r" b="b"/>
              <a:pathLst>
                <a:path w="961390" h="899795">
                  <a:moveTo>
                    <a:pt x="961313" y="201891"/>
                  </a:moveTo>
                  <a:lnTo>
                    <a:pt x="957389" y="162331"/>
                  </a:lnTo>
                  <a:lnTo>
                    <a:pt x="945921" y="124637"/>
                  </a:lnTo>
                  <a:lnTo>
                    <a:pt x="927354" y="89890"/>
                  </a:lnTo>
                  <a:lnTo>
                    <a:pt x="902131" y="59143"/>
                  </a:lnTo>
                  <a:lnTo>
                    <a:pt x="871347" y="33921"/>
                  </a:lnTo>
                  <a:lnTo>
                    <a:pt x="836574" y="15379"/>
                  </a:lnTo>
                  <a:lnTo>
                    <a:pt x="798855" y="3924"/>
                  </a:lnTo>
                  <a:lnTo>
                    <a:pt x="759244" y="0"/>
                  </a:lnTo>
                  <a:lnTo>
                    <a:pt x="712914" y="5334"/>
                  </a:lnTo>
                  <a:lnTo>
                    <a:pt x="670382" y="20523"/>
                  </a:lnTo>
                  <a:lnTo>
                    <a:pt x="632866" y="44361"/>
                  </a:lnTo>
                  <a:lnTo>
                    <a:pt x="614095" y="63119"/>
                  </a:lnTo>
                  <a:lnTo>
                    <a:pt x="581685" y="49682"/>
                  </a:lnTo>
                  <a:lnTo>
                    <a:pt x="534797" y="36144"/>
                  </a:lnTo>
                  <a:lnTo>
                    <a:pt x="486486" y="27901"/>
                  </a:lnTo>
                  <a:lnTo>
                    <a:pt x="437159" y="25107"/>
                  </a:lnTo>
                  <a:lnTo>
                    <a:pt x="389521" y="27673"/>
                  </a:lnTo>
                  <a:lnTo>
                    <a:pt x="343382" y="35191"/>
                  </a:lnTo>
                  <a:lnTo>
                    <a:pt x="298983" y="47383"/>
                  </a:lnTo>
                  <a:lnTo>
                    <a:pt x="256603" y="64008"/>
                  </a:lnTo>
                  <a:lnTo>
                    <a:pt x="216509" y="84772"/>
                  </a:lnTo>
                  <a:lnTo>
                    <a:pt x="178981" y="109435"/>
                  </a:lnTo>
                  <a:lnTo>
                    <a:pt x="144259" y="137706"/>
                  </a:lnTo>
                  <a:lnTo>
                    <a:pt x="112623" y="169329"/>
                  </a:lnTo>
                  <a:lnTo>
                    <a:pt x="84340" y="204038"/>
                  </a:lnTo>
                  <a:lnTo>
                    <a:pt x="59690" y="241566"/>
                  </a:lnTo>
                  <a:lnTo>
                    <a:pt x="38912" y="281647"/>
                  </a:lnTo>
                  <a:lnTo>
                    <a:pt x="22288" y="324015"/>
                  </a:lnTo>
                  <a:lnTo>
                    <a:pt x="10083" y="368388"/>
                  </a:lnTo>
                  <a:lnTo>
                    <a:pt x="2565" y="414528"/>
                  </a:lnTo>
                  <a:lnTo>
                    <a:pt x="0" y="462153"/>
                  </a:lnTo>
                  <a:lnTo>
                    <a:pt x="2565" y="509765"/>
                  </a:lnTo>
                  <a:lnTo>
                    <a:pt x="10083" y="555904"/>
                  </a:lnTo>
                  <a:lnTo>
                    <a:pt x="22288" y="600290"/>
                  </a:lnTo>
                  <a:lnTo>
                    <a:pt x="38912" y="642658"/>
                  </a:lnTo>
                  <a:lnTo>
                    <a:pt x="59690" y="682739"/>
                  </a:lnTo>
                  <a:lnTo>
                    <a:pt x="84340" y="720255"/>
                  </a:lnTo>
                  <a:lnTo>
                    <a:pt x="112623" y="754976"/>
                  </a:lnTo>
                  <a:lnTo>
                    <a:pt x="144259" y="786599"/>
                  </a:lnTo>
                  <a:lnTo>
                    <a:pt x="178981" y="814870"/>
                  </a:lnTo>
                  <a:lnTo>
                    <a:pt x="216509" y="839520"/>
                  </a:lnTo>
                  <a:lnTo>
                    <a:pt x="256603" y="860298"/>
                  </a:lnTo>
                  <a:lnTo>
                    <a:pt x="298983" y="876909"/>
                  </a:lnTo>
                  <a:lnTo>
                    <a:pt x="343382" y="889114"/>
                  </a:lnTo>
                  <a:lnTo>
                    <a:pt x="389521" y="896632"/>
                  </a:lnTo>
                  <a:lnTo>
                    <a:pt x="437159" y="899198"/>
                  </a:lnTo>
                  <a:lnTo>
                    <a:pt x="484784" y="896632"/>
                  </a:lnTo>
                  <a:lnTo>
                    <a:pt x="530936" y="889114"/>
                  </a:lnTo>
                  <a:lnTo>
                    <a:pt x="575335" y="876909"/>
                  </a:lnTo>
                  <a:lnTo>
                    <a:pt x="617702" y="860298"/>
                  </a:lnTo>
                  <a:lnTo>
                    <a:pt x="657796" y="839520"/>
                  </a:lnTo>
                  <a:lnTo>
                    <a:pt x="695337" y="814870"/>
                  </a:lnTo>
                  <a:lnTo>
                    <a:pt x="730059" y="786599"/>
                  </a:lnTo>
                  <a:lnTo>
                    <a:pt x="761682" y="754976"/>
                  </a:lnTo>
                  <a:lnTo>
                    <a:pt x="789965" y="720255"/>
                  </a:lnTo>
                  <a:lnTo>
                    <a:pt x="814628" y="682739"/>
                  </a:lnTo>
                  <a:lnTo>
                    <a:pt x="835406" y="642658"/>
                  </a:lnTo>
                  <a:lnTo>
                    <a:pt x="852030" y="600290"/>
                  </a:lnTo>
                  <a:lnTo>
                    <a:pt x="864235" y="555904"/>
                  </a:lnTo>
                  <a:lnTo>
                    <a:pt x="871753" y="509765"/>
                  </a:lnTo>
                  <a:lnTo>
                    <a:pt x="874318" y="462153"/>
                  </a:lnTo>
                  <a:lnTo>
                    <a:pt x="871524" y="412838"/>
                  </a:lnTo>
                  <a:lnTo>
                    <a:pt x="864666" y="372757"/>
                  </a:lnTo>
                  <a:lnTo>
                    <a:pt x="885621" y="359435"/>
                  </a:lnTo>
                  <a:lnTo>
                    <a:pt x="916914" y="328168"/>
                  </a:lnTo>
                  <a:lnTo>
                    <a:pt x="940765" y="290690"/>
                  </a:lnTo>
                  <a:lnTo>
                    <a:pt x="955967" y="248196"/>
                  </a:lnTo>
                  <a:lnTo>
                    <a:pt x="961313" y="201891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6428038" y="3667711"/>
              <a:ext cx="283845" cy="283210"/>
            </a:xfrm>
            <a:custGeom>
              <a:avLst/>
              <a:gdLst/>
              <a:ahLst/>
              <a:cxnLst/>
              <a:rect l="l" t="t" r="r" b="b"/>
              <a:pathLst>
                <a:path w="283845" h="283210">
                  <a:moveTo>
                    <a:pt x="141710" y="283121"/>
                  </a:moveTo>
                  <a:lnTo>
                    <a:pt x="96919" y="275905"/>
                  </a:lnTo>
                  <a:lnTo>
                    <a:pt x="58018" y="255808"/>
                  </a:lnTo>
                  <a:lnTo>
                    <a:pt x="27341" y="225165"/>
                  </a:lnTo>
                  <a:lnTo>
                    <a:pt x="7224" y="186305"/>
                  </a:lnTo>
                  <a:lnTo>
                    <a:pt x="0" y="141560"/>
                  </a:lnTo>
                  <a:lnTo>
                    <a:pt x="7224" y="96816"/>
                  </a:lnTo>
                  <a:lnTo>
                    <a:pt x="27341" y="57956"/>
                  </a:lnTo>
                  <a:lnTo>
                    <a:pt x="58018" y="27313"/>
                  </a:lnTo>
                  <a:lnTo>
                    <a:pt x="96919" y="7216"/>
                  </a:lnTo>
                  <a:lnTo>
                    <a:pt x="141710" y="0"/>
                  </a:lnTo>
                  <a:lnTo>
                    <a:pt x="169486" y="2745"/>
                  </a:lnTo>
                  <a:lnTo>
                    <a:pt x="220332" y="23783"/>
                  </a:lnTo>
                  <a:lnTo>
                    <a:pt x="259613" y="63022"/>
                  </a:lnTo>
                  <a:lnTo>
                    <a:pt x="280674" y="113814"/>
                  </a:lnTo>
                  <a:lnTo>
                    <a:pt x="283422" y="141560"/>
                  </a:lnTo>
                  <a:lnTo>
                    <a:pt x="276198" y="186305"/>
                  </a:lnTo>
                  <a:lnTo>
                    <a:pt x="256080" y="225165"/>
                  </a:lnTo>
                  <a:lnTo>
                    <a:pt x="225404" y="255808"/>
                  </a:lnTo>
                  <a:lnTo>
                    <a:pt x="186502" y="275905"/>
                  </a:lnTo>
                  <a:lnTo>
                    <a:pt x="141710" y="2831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534874" y="3746131"/>
              <a:ext cx="109855" cy="126364"/>
            </a:xfrm>
            <a:custGeom>
              <a:avLst/>
              <a:gdLst/>
              <a:ahLst/>
              <a:cxnLst/>
              <a:rect l="l" t="t" r="r" b="b"/>
              <a:pathLst>
                <a:path w="109854" h="126364">
                  <a:moveTo>
                    <a:pt x="0" y="126281"/>
                  </a:moveTo>
                  <a:lnTo>
                    <a:pt x="0" y="0"/>
                  </a:lnTo>
                  <a:lnTo>
                    <a:pt x="109233" y="63140"/>
                  </a:lnTo>
                  <a:lnTo>
                    <a:pt x="0" y="126281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13962" y="3832908"/>
              <a:ext cx="220122" cy="220620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6155499" y="3852989"/>
              <a:ext cx="125095" cy="125095"/>
            </a:xfrm>
            <a:custGeom>
              <a:avLst/>
              <a:gdLst/>
              <a:ahLst/>
              <a:cxnLst/>
              <a:rect l="l" t="t" r="r" b="b"/>
              <a:pathLst>
                <a:path w="125095" h="125095">
                  <a:moveTo>
                    <a:pt x="124472" y="69900"/>
                  </a:moveTo>
                  <a:lnTo>
                    <a:pt x="115671" y="65074"/>
                  </a:lnTo>
                  <a:lnTo>
                    <a:pt x="115747" y="58750"/>
                  </a:lnTo>
                  <a:lnTo>
                    <a:pt x="115100" y="55460"/>
                  </a:lnTo>
                  <a:lnTo>
                    <a:pt x="123113" y="50457"/>
                  </a:lnTo>
                  <a:lnTo>
                    <a:pt x="118287" y="35420"/>
                  </a:lnTo>
                  <a:lnTo>
                    <a:pt x="107835" y="36144"/>
                  </a:lnTo>
                  <a:lnTo>
                    <a:pt x="104152" y="30619"/>
                  </a:lnTo>
                  <a:lnTo>
                    <a:pt x="102933" y="29413"/>
                  </a:lnTo>
                  <a:lnTo>
                    <a:pt x="107530" y="19723"/>
                  </a:lnTo>
                  <a:lnTo>
                    <a:pt x="95300" y="9715"/>
                  </a:lnTo>
                  <a:lnTo>
                    <a:pt x="86093" y="16560"/>
                  </a:lnTo>
                  <a:lnTo>
                    <a:pt x="78473" y="13335"/>
                  </a:lnTo>
                  <a:lnTo>
                    <a:pt x="76847" y="1790"/>
                  </a:lnTo>
                  <a:lnTo>
                    <a:pt x="61137" y="0"/>
                  </a:lnTo>
                  <a:lnTo>
                    <a:pt x="56603" y="12077"/>
                  </a:lnTo>
                  <a:lnTo>
                    <a:pt x="50038" y="12611"/>
                  </a:lnTo>
                  <a:lnTo>
                    <a:pt x="42062" y="3200"/>
                  </a:lnTo>
                  <a:lnTo>
                    <a:pt x="27889" y="10198"/>
                  </a:lnTo>
                  <a:lnTo>
                    <a:pt x="30289" y="21196"/>
                  </a:lnTo>
                  <a:lnTo>
                    <a:pt x="28625" y="22021"/>
                  </a:lnTo>
                  <a:lnTo>
                    <a:pt x="24371" y="26860"/>
                  </a:lnTo>
                  <a:lnTo>
                    <a:pt x="13169" y="23456"/>
                  </a:lnTo>
                  <a:lnTo>
                    <a:pt x="5092" y="37033"/>
                  </a:lnTo>
                  <a:lnTo>
                    <a:pt x="12814" y="44754"/>
                  </a:lnTo>
                  <a:lnTo>
                    <a:pt x="10134" y="52870"/>
                  </a:lnTo>
                  <a:lnTo>
                    <a:pt x="0" y="55727"/>
                  </a:lnTo>
                  <a:lnTo>
                    <a:pt x="508" y="71526"/>
                  </a:lnTo>
                  <a:lnTo>
                    <a:pt x="10363" y="73672"/>
                  </a:lnTo>
                  <a:lnTo>
                    <a:pt x="10718" y="77508"/>
                  </a:lnTo>
                  <a:lnTo>
                    <a:pt x="13639" y="82956"/>
                  </a:lnTo>
                  <a:lnTo>
                    <a:pt x="6515" y="91008"/>
                  </a:lnTo>
                  <a:lnTo>
                    <a:pt x="15519" y="103987"/>
                  </a:lnTo>
                  <a:lnTo>
                    <a:pt x="26060" y="100076"/>
                  </a:lnTo>
                  <a:lnTo>
                    <a:pt x="32156" y="105130"/>
                  </a:lnTo>
                  <a:lnTo>
                    <a:pt x="30467" y="116382"/>
                  </a:lnTo>
                  <a:lnTo>
                    <a:pt x="45059" y="122428"/>
                  </a:lnTo>
                  <a:lnTo>
                    <a:pt x="51828" y="113334"/>
                  </a:lnTo>
                  <a:lnTo>
                    <a:pt x="56324" y="114744"/>
                  </a:lnTo>
                  <a:lnTo>
                    <a:pt x="60502" y="114414"/>
                  </a:lnTo>
                  <a:lnTo>
                    <a:pt x="65087" y="124752"/>
                  </a:lnTo>
                  <a:lnTo>
                    <a:pt x="80683" y="122059"/>
                  </a:lnTo>
                  <a:lnTo>
                    <a:pt x="81483" y="111074"/>
                  </a:lnTo>
                  <a:lnTo>
                    <a:pt x="89725" y="106934"/>
                  </a:lnTo>
                  <a:lnTo>
                    <a:pt x="98869" y="112890"/>
                  </a:lnTo>
                  <a:lnTo>
                    <a:pt x="110502" y="102184"/>
                  </a:lnTo>
                  <a:lnTo>
                    <a:pt x="105410" y="92938"/>
                  </a:lnTo>
                  <a:lnTo>
                    <a:pt x="109131" y="88709"/>
                  </a:lnTo>
                  <a:lnTo>
                    <a:pt x="110337" y="85064"/>
                  </a:lnTo>
                  <a:lnTo>
                    <a:pt x="120421" y="85178"/>
                  </a:lnTo>
                  <a:lnTo>
                    <a:pt x="124472" y="69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187679" y="3885622"/>
              <a:ext cx="63500" cy="60960"/>
            </a:xfrm>
            <a:custGeom>
              <a:avLst/>
              <a:gdLst/>
              <a:ahLst/>
              <a:cxnLst/>
              <a:rect l="l" t="t" r="r" b="b"/>
              <a:pathLst>
                <a:path w="63500" h="60960">
                  <a:moveTo>
                    <a:pt x="27672" y="60358"/>
                  </a:moveTo>
                  <a:lnTo>
                    <a:pt x="15833" y="56608"/>
                  </a:lnTo>
                  <a:lnTo>
                    <a:pt x="6681" y="49014"/>
                  </a:lnTo>
                  <a:lnTo>
                    <a:pt x="1106" y="38663"/>
                  </a:lnTo>
                  <a:lnTo>
                    <a:pt x="0" y="26637"/>
                  </a:lnTo>
                  <a:lnTo>
                    <a:pt x="3783" y="15169"/>
                  </a:lnTo>
                  <a:lnTo>
                    <a:pt x="11543" y="6335"/>
                  </a:lnTo>
                  <a:lnTo>
                    <a:pt x="22277" y="938"/>
                  </a:lnTo>
                  <a:lnTo>
                    <a:pt x="22846" y="938"/>
                  </a:lnTo>
                  <a:lnTo>
                    <a:pt x="34548" y="0"/>
                  </a:lnTo>
                  <a:lnTo>
                    <a:pt x="42799" y="938"/>
                  </a:lnTo>
                  <a:lnTo>
                    <a:pt x="50351" y="5019"/>
                  </a:lnTo>
                  <a:lnTo>
                    <a:pt x="60730" y="17666"/>
                  </a:lnTo>
                  <a:lnTo>
                    <a:pt x="63133" y="25715"/>
                  </a:lnTo>
                  <a:lnTo>
                    <a:pt x="62221" y="33719"/>
                  </a:lnTo>
                  <a:lnTo>
                    <a:pt x="58438" y="45188"/>
                  </a:lnTo>
                  <a:lnTo>
                    <a:pt x="50678" y="54022"/>
                  </a:lnTo>
                  <a:lnTo>
                    <a:pt x="40052" y="59364"/>
                  </a:lnTo>
                  <a:lnTo>
                    <a:pt x="27672" y="60358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078525" y="3985107"/>
              <a:ext cx="444500" cy="438150"/>
            </a:xfrm>
            <a:custGeom>
              <a:avLst/>
              <a:gdLst/>
              <a:ahLst/>
              <a:cxnLst/>
              <a:rect l="l" t="t" r="r" b="b"/>
              <a:pathLst>
                <a:path w="444500" h="438150">
                  <a:moveTo>
                    <a:pt x="444246" y="220916"/>
                  </a:moveTo>
                  <a:lnTo>
                    <a:pt x="411289" y="207403"/>
                  </a:lnTo>
                  <a:lnTo>
                    <a:pt x="409028" y="185127"/>
                  </a:lnTo>
                  <a:lnTo>
                    <a:pt x="405460" y="173761"/>
                  </a:lnTo>
                  <a:lnTo>
                    <a:pt x="431647" y="152958"/>
                  </a:lnTo>
                  <a:lnTo>
                    <a:pt x="408622" y="101892"/>
                  </a:lnTo>
                  <a:lnTo>
                    <a:pt x="372071" y="108585"/>
                  </a:lnTo>
                  <a:lnTo>
                    <a:pt x="356895" y="90614"/>
                  </a:lnTo>
                  <a:lnTo>
                    <a:pt x="352145" y="86855"/>
                  </a:lnTo>
                  <a:lnTo>
                    <a:pt x="364413" y="50876"/>
                  </a:lnTo>
                  <a:lnTo>
                    <a:pt x="317322" y="20523"/>
                  </a:lnTo>
                  <a:lnTo>
                    <a:pt x="287616" y="48348"/>
                  </a:lnTo>
                  <a:lnTo>
                    <a:pt x="259486" y="40043"/>
                  </a:lnTo>
                  <a:lnTo>
                    <a:pt x="259118" y="40017"/>
                  </a:lnTo>
                  <a:lnTo>
                    <a:pt x="249123" y="0"/>
                  </a:lnTo>
                  <a:lnTo>
                    <a:pt x="193027" y="0"/>
                  </a:lnTo>
                  <a:lnTo>
                    <a:pt x="182626" y="41605"/>
                  </a:lnTo>
                  <a:lnTo>
                    <a:pt x="171462" y="43053"/>
                  </a:lnTo>
                  <a:lnTo>
                    <a:pt x="158508" y="48361"/>
                  </a:lnTo>
                  <a:lnTo>
                    <a:pt x="127088" y="18923"/>
                  </a:lnTo>
                  <a:lnTo>
                    <a:pt x="80010" y="49276"/>
                  </a:lnTo>
                  <a:lnTo>
                    <a:pt x="92710" y="86588"/>
                  </a:lnTo>
                  <a:lnTo>
                    <a:pt x="87350" y="90614"/>
                  </a:lnTo>
                  <a:lnTo>
                    <a:pt x="72656" y="109067"/>
                  </a:lnTo>
                  <a:lnTo>
                    <a:pt x="33464" y="101892"/>
                  </a:lnTo>
                  <a:lnTo>
                    <a:pt x="10452" y="152958"/>
                  </a:lnTo>
                  <a:lnTo>
                    <a:pt x="37973" y="174840"/>
                  </a:lnTo>
                  <a:lnTo>
                    <a:pt x="33489" y="207175"/>
                  </a:lnTo>
                  <a:lnTo>
                    <a:pt x="0" y="220916"/>
                  </a:lnTo>
                  <a:lnTo>
                    <a:pt x="8153" y="276415"/>
                  </a:lnTo>
                  <a:lnTo>
                    <a:pt x="42392" y="279882"/>
                  </a:lnTo>
                  <a:lnTo>
                    <a:pt x="57213" y="313944"/>
                  </a:lnTo>
                  <a:lnTo>
                    <a:pt x="37109" y="342633"/>
                  </a:lnTo>
                  <a:lnTo>
                    <a:pt x="74066" y="384771"/>
                  </a:lnTo>
                  <a:lnTo>
                    <a:pt x="107937" y="367588"/>
                  </a:lnTo>
                  <a:lnTo>
                    <a:pt x="125933" y="381063"/>
                  </a:lnTo>
                  <a:lnTo>
                    <a:pt x="133096" y="384009"/>
                  </a:lnTo>
                  <a:lnTo>
                    <a:pt x="131699" y="422478"/>
                  </a:lnTo>
                  <a:lnTo>
                    <a:pt x="185521" y="437921"/>
                  </a:lnTo>
                  <a:lnTo>
                    <a:pt x="205168" y="404114"/>
                  </a:lnTo>
                  <a:lnTo>
                    <a:pt x="222123" y="406311"/>
                  </a:lnTo>
                  <a:lnTo>
                    <a:pt x="237286" y="404342"/>
                  </a:lnTo>
                  <a:lnTo>
                    <a:pt x="257048" y="438061"/>
                  </a:lnTo>
                  <a:lnTo>
                    <a:pt x="310870" y="422325"/>
                  </a:lnTo>
                  <a:lnTo>
                    <a:pt x="309372" y="384733"/>
                  </a:lnTo>
                  <a:lnTo>
                    <a:pt x="318325" y="381063"/>
                  </a:lnTo>
                  <a:lnTo>
                    <a:pt x="338213" y="366153"/>
                  </a:lnTo>
                  <a:lnTo>
                    <a:pt x="371284" y="382727"/>
                  </a:lnTo>
                  <a:lnTo>
                    <a:pt x="407949" y="340309"/>
                  </a:lnTo>
                  <a:lnTo>
                    <a:pt x="387883" y="311988"/>
                  </a:lnTo>
                  <a:lnTo>
                    <a:pt x="401853" y="279869"/>
                  </a:lnTo>
                  <a:lnTo>
                    <a:pt x="436092" y="276415"/>
                  </a:lnTo>
                  <a:lnTo>
                    <a:pt x="444246" y="2209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85626" y="4098747"/>
              <a:ext cx="222062" cy="215486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3225498" y="1221459"/>
              <a:ext cx="2537460" cy="796290"/>
            </a:xfrm>
            <a:custGeom>
              <a:avLst/>
              <a:gdLst/>
              <a:ahLst/>
              <a:cxnLst/>
              <a:rect l="l" t="t" r="r" b="b"/>
              <a:pathLst>
                <a:path w="2537460" h="796289">
                  <a:moveTo>
                    <a:pt x="909973" y="8756"/>
                  </a:moveTo>
                  <a:lnTo>
                    <a:pt x="0" y="8756"/>
                  </a:lnTo>
                  <a:lnTo>
                    <a:pt x="0" y="796031"/>
                  </a:lnTo>
                  <a:lnTo>
                    <a:pt x="2537439" y="796031"/>
                  </a:lnTo>
                  <a:lnTo>
                    <a:pt x="2537439" y="0"/>
                  </a:lnTo>
                  <a:lnTo>
                    <a:pt x="1636205" y="0"/>
                  </a:lnTo>
                </a:path>
              </a:pathLst>
            </a:custGeom>
            <a:ln w="114299">
              <a:solidFill>
                <a:srgbClr val="D8443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24577" y="1369345"/>
              <a:ext cx="2139268" cy="500255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1526872" y="2741296"/>
              <a:ext cx="2091055" cy="451484"/>
            </a:xfrm>
            <a:custGeom>
              <a:avLst/>
              <a:gdLst/>
              <a:ahLst/>
              <a:cxnLst/>
              <a:rect l="l" t="t" r="r" b="b"/>
              <a:pathLst>
                <a:path w="2091054" h="451485">
                  <a:moveTo>
                    <a:pt x="1047600" y="0"/>
                  </a:moveTo>
                  <a:lnTo>
                    <a:pt x="1045500" y="451199"/>
                  </a:lnTo>
                </a:path>
                <a:path w="2091054" h="451485">
                  <a:moveTo>
                    <a:pt x="0" y="444337"/>
                  </a:moveTo>
                  <a:lnTo>
                    <a:pt x="2090699" y="444337"/>
                  </a:lnTo>
                </a:path>
              </a:pathLst>
            </a:custGeom>
            <a:ln w="38099">
              <a:solidFill>
                <a:srgbClr val="98989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59489" y="3183778"/>
              <a:ext cx="163448" cy="397799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21247" y="3185634"/>
              <a:ext cx="163449" cy="395700"/>
            </a:xfrm>
            <a:prstGeom prst="rect">
              <a:avLst/>
            </a:prstGeom>
          </p:spPr>
        </p:pic>
      </p:grpSp>
      <p:sp>
        <p:nvSpPr>
          <p:cNvPr id="16" name="object 16" descr=""/>
          <p:cNvSpPr txBox="1"/>
          <p:nvPr/>
        </p:nvSpPr>
        <p:spPr>
          <a:xfrm>
            <a:off x="53975" y="1599023"/>
            <a:ext cx="94297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4285F4"/>
                </a:solidFill>
                <a:latin typeface="Roboto"/>
                <a:cs typeface="Roboto"/>
              </a:rPr>
              <a:t>ReplicaSet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57919" y="1827623"/>
            <a:ext cx="9969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 b="1">
                <a:solidFill>
                  <a:srgbClr val="4285F4"/>
                </a:solidFill>
                <a:latin typeface="Roboto"/>
                <a:cs typeface="Roboto"/>
              </a:rPr>
              <a:t>-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500" spc="-50" b="1">
                <a:solidFill>
                  <a:srgbClr val="4285F4"/>
                </a:solidFill>
                <a:latin typeface="Roboto"/>
                <a:cs typeface="Roboto"/>
              </a:rPr>
              <a:t>-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500" spc="-50" b="1">
                <a:solidFill>
                  <a:srgbClr val="4285F4"/>
                </a:solidFill>
                <a:latin typeface="Roboto"/>
                <a:cs typeface="Roboto"/>
              </a:rPr>
              <a:t>-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396875" y="1827623"/>
            <a:ext cx="153289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4285F4"/>
                </a:solidFill>
                <a:latin typeface="Roboto"/>
                <a:cs typeface="Roboto"/>
              </a:rPr>
              <a:t>name:</a:t>
            </a:r>
            <a:r>
              <a:rPr dirty="0" sz="1500" spc="20" b="1">
                <a:solidFill>
                  <a:srgbClr val="4285F4"/>
                </a:solidFill>
                <a:latin typeface="Roboto"/>
                <a:cs typeface="Roboto"/>
              </a:rPr>
              <a:t> </a:t>
            </a:r>
            <a:r>
              <a:rPr dirty="0" sz="1500" spc="-20" b="1">
                <a:solidFill>
                  <a:srgbClr val="4285F4"/>
                </a:solidFill>
                <a:latin typeface="Roboto"/>
                <a:cs typeface="Roboto"/>
              </a:rPr>
              <a:t>my-app-</a:t>
            </a:r>
            <a:r>
              <a:rPr dirty="0" sz="1500" spc="-25" b="1">
                <a:solidFill>
                  <a:srgbClr val="4285F4"/>
                </a:solidFill>
                <a:latin typeface="Roboto"/>
                <a:cs typeface="Roboto"/>
              </a:rPr>
              <a:t>v1 </a:t>
            </a:r>
            <a:r>
              <a:rPr dirty="0" sz="1500" spc="-10" b="1">
                <a:solidFill>
                  <a:srgbClr val="4285F4"/>
                </a:solidFill>
                <a:latin typeface="Roboto"/>
                <a:cs typeface="Roboto"/>
              </a:rPr>
              <a:t>replicas:</a:t>
            </a:r>
            <a:r>
              <a:rPr dirty="0" sz="1500" spc="-15" b="1">
                <a:solidFill>
                  <a:srgbClr val="4285F4"/>
                </a:solidFill>
                <a:latin typeface="Roboto"/>
                <a:cs typeface="Roboto"/>
              </a:rPr>
              <a:t> </a:t>
            </a:r>
            <a:r>
              <a:rPr dirty="0" sz="1500" spc="-50" b="1">
                <a:solidFill>
                  <a:srgbClr val="4285F4"/>
                </a:solidFill>
                <a:latin typeface="Roboto"/>
                <a:cs typeface="Roboto"/>
              </a:rPr>
              <a:t>2 </a:t>
            </a:r>
            <a:r>
              <a:rPr dirty="0" sz="1500" spc="-10" b="1">
                <a:solidFill>
                  <a:srgbClr val="4285F4"/>
                </a:solidFill>
                <a:latin typeface="Roboto"/>
                <a:cs typeface="Roboto"/>
              </a:rPr>
              <a:t>selector: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00819" y="2513423"/>
            <a:ext cx="128651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1460" indent="-238760">
              <a:lnSpc>
                <a:spcPct val="100000"/>
              </a:lnSpc>
              <a:spcBef>
                <a:spcPts val="100"/>
              </a:spcBef>
              <a:buChar char="-"/>
              <a:tabLst>
                <a:tab pos="251460" algn="l"/>
              </a:tabLst>
            </a:pPr>
            <a:r>
              <a:rPr dirty="0" sz="1500" b="1">
                <a:solidFill>
                  <a:srgbClr val="4285F4"/>
                </a:solidFill>
                <a:latin typeface="Roboto"/>
                <a:cs typeface="Roboto"/>
              </a:rPr>
              <a:t>app:</a:t>
            </a:r>
            <a:r>
              <a:rPr dirty="0" sz="1500" spc="-50" b="1">
                <a:solidFill>
                  <a:srgbClr val="4285F4"/>
                </a:solidFill>
                <a:latin typeface="Roboto"/>
                <a:cs typeface="Roboto"/>
              </a:rPr>
              <a:t> </a:t>
            </a:r>
            <a:r>
              <a:rPr dirty="0" sz="1500" spc="-10" b="1">
                <a:solidFill>
                  <a:srgbClr val="4285F4"/>
                </a:solidFill>
                <a:latin typeface="Roboto"/>
                <a:cs typeface="Roboto"/>
              </a:rPr>
              <a:t>MyApp</a:t>
            </a:r>
            <a:endParaRPr sz="1500">
              <a:latin typeface="Roboto"/>
              <a:cs typeface="Roboto"/>
            </a:endParaRPr>
          </a:p>
          <a:p>
            <a:pPr marL="251460" indent="-238760">
              <a:lnSpc>
                <a:spcPct val="100000"/>
              </a:lnSpc>
              <a:buChar char="-"/>
              <a:tabLst>
                <a:tab pos="251460" algn="l"/>
              </a:tabLst>
            </a:pPr>
            <a:r>
              <a:rPr dirty="0" sz="1500" spc="-10" b="1">
                <a:solidFill>
                  <a:srgbClr val="4285F4"/>
                </a:solidFill>
                <a:latin typeface="Roboto"/>
                <a:cs typeface="Roboto"/>
              </a:rPr>
              <a:t>version:</a:t>
            </a:r>
            <a:r>
              <a:rPr dirty="0" sz="1500" spc="-15" b="1">
                <a:solidFill>
                  <a:srgbClr val="4285F4"/>
                </a:solidFill>
                <a:latin typeface="Roboto"/>
                <a:cs typeface="Roboto"/>
              </a:rPr>
              <a:t> </a:t>
            </a:r>
            <a:r>
              <a:rPr dirty="0" sz="1500" spc="-25" b="1">
                <a:solidFill>
                  <a:srgbClr val="4285F4"/>
                </a:solidFill>
                <a:latin typeface="Roboto"/>
                <a:cs typeface="Roboto"/>
              </a:rPr>
              <a:t>v1</a:t>
            </a:r>
            <a:endParaRPr sz="1500">
              <a:latin typeface="Roboto"/>
              <a:cs typeface="Roboto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1105153" y="1857488"/>
            <a:ext cx="5730240" cy="2937510"/>
            <a:chOff x="1105153" y="1857488"/>
            <a:chExt cx="5730240" cy="2937510"/>
          </a:xfrm>
        </p:grpSpPr>
        <p:sp>
          <p:nvSpPr>
            <p:cNvPr id="21" name="object 21" descr=""/>
            <p:cNvSpPr/>
            <p:nvPr/>
          </p:nvSpPr>
          <p:spPr>
            <a:xfrm>
              <a:off x="6291334" y="2741296"/>
              <a:ext cx="0" cy="695960"/>
            </a:xfrm>
            <a:custGeom>
              <a:avLst/>
              <a:gdLst/>
              <a:ahLst/>
              <a:cxnLst/>
              <a:rect l="l" t="t" r="r" b="b"/>
              <a:pathLst>
                <a:path w="0" h="695960">
                  <a:moveTo>
                    <a:pt x="0" y="0"/>
                  </a:moveTo>
                  <a:lnTo>
                    <a:pt x="0" y="695900"/>
                  </a:lnTo>
                </a:path>
              </a:pathLst>
            </a:custGeom>
            <a:ln w="38099">
              <a:solidFill>
                <a:srgbClr val="98989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09610" y="3418147"/>
              <a:ext cx="163449" cy="163448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24095" y="4532867"/>
              <a:ext cx="163449" cy="224399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61389" y="4532512"/>
              <a:ext cx="163449" cy="236099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4525462" y="2170911"/>
              <a:ext cx="1780539" cy="2597785"/>
            </a:xfrm>
            <a:custGeom>
              <a:avLst/>
              <a:gdLst/>
              <a:ahLst/>
              <a:cxnLst/>
              <a:rect l="l" t="t" r="r" b="b"/>
              <a:pathLst>
                <a:path w="1780539" h="2597785">
                  <a:moveTo>
                    <a:pt x="0" y="0"/>
                  </a:moveTo>
                  <a:lnTo>
                    <a:pt x="0" y="2597632"/>
                  </a:lnTo>
                  <a:lnTo>
                    <a:pt x="1780361" y="2597632"/>
                  </a:lnTo>
                </a:path>
              </a:pathLst>
            </a:custGeom>
            <a:ln w="38099">
              <a:solidFill>
                <a:srgbClr val="E4736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09619" y="4535400"/>
              <a:ext cx="163449" cy="230399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1105141" y="3607358"/>
              <a:ext cx="961390" cy="899794"/>
            </a:xfrm>
            <a:custGeom>
              <a:avLst/>
              <a:gdLst/>
              <a:ahLst/>
              <a:cxnLst/>
              <a:rect l="l" t="t" r="r" b="b"/>
              <a:pathLst>
                <a:path w="961389" h="899795">
                  <a:moveTo>
                    <a:pt x="961313" y="201891"/>
                  </a:moveTo>
                  <a:lnTo>
                    <a:pt x="957402" y="162318"/>
                  </a:lnTo>
                  <a:lnTo>
                    <a:pt x="945934" y="124625"/>
                  </a:lnTo>
                  <a:lnTo>
                    <a:pt x="927366" y="89877"/>
                  </a:lnTo>
                  <a:lnTo>
                    <a:pt x="902131" y="59131"/>
                  </a:lnTo>
                  <a:lnTo>
                    <a:pt x="871359" y="33921"/>
                  </a:lnTo>
                  <a:lnTo>
                    <a:pt x="836574" y="15367"/>
                  </a:lnTo>
                  <a:lnTo>
                    <a:pt x="798855" y="3911"/>
                  </a:lnTo>
                  <a:lnTo>
                    <a:pt x="759256" y="0"/>
                  </a:lnTo>
                  <a:lnTo>
                    <a:pt x="712927" y="5334"/>
                  </a:lnTo>
                  <a:lnTo>
                    <a:pt x="670394" y="20523"/>
                  </a:lnTo>
                  <a:lnTo>
                    <a:pt x="632879" y="44348"/>
                  </a:lnTo>
                  <a:lnTo>
                    <a:pt x="614108" y="63106"/>
                  </a:lnTo>
                  <a:lnTo>
                    <a:pt x="581685" y="49669"/>
                  </a:lnTo>
                  <a:lnTo>
                    <a:pt x="534809" y="36144"/>
                  </a:lnTo>
                  <a:lnTo>
                    <a:pt x="486486" y="27889"/>
                  </a:lnTo>
                  <a:lnTo>
                    <a:pt x="437159" y="25095"/>
                  </a:lnTo>
                  <a:lnTo>
                    <a:pt x="389534" y="27660"/>
                  </a:lnTo>
                  <a:lnTo>
                    <a:pt x="343382" y="35179"/>
                  </a:lnTo>
                  <a:lnTo>
                    <a:pt x="298983" y="47383"/>
                  </a:lnTo>
                  <a:lnTo>
                    <a:pt x="256616" y="63995"/>
                  </a:lnTo>
                  <a:lnTo>
                    <a:pt x="216522" y="84772"/>
                  </a:lnTo>
                  <a:lnTo>
                    <a:pt x="178981" y="109423"/>
                  </a:lnTo>
                  <a:lnTo>
                    <a:pt x="144259" y="137693"/>
                  </a:lnTo>
                  <a:lnTo>
                    <a:pt x="112636" y="169316"/>
                  </a:lnTo>
                  <a:lnTo>
                    <a:pt x="84353" y="204025"/>
                  </a:lnTo>
                  <a:lnTo>
                    <a:pt x="59690" y="241554"/>
                  </a:lnTo>
                  <a:lnTo>
                    <a:pt x="38912" y="281635"/>
                  </a:lnTo>
                  <a:lnTo>
                    <a:pt x="22288" y="324002"/>
                  </a:lnTo>
                  <a:lnTo>
                    <a:pt x="10083" y="368388"/>
                  </a:lnTo>
                  <a:lnTo>
                    <a:pt x="2565" y="414515"/>
                  </a:lnTo>
                  <a:lnTo>
                    <a:pt x="0" y="462140"/>
                  </a:lnTo>
                  <a:lnTo>
                    <a:pt x="2565" y="509765"/>
                  </a:lnTo>
                  <a:lnTo>
                    <a:pt x="10083" y="555891"/>
                  </a:lnTo>
                  <a:lnTo>
                    <a:pt x="22288" y="600278"/>
                  </a:lnTo>
                  <a:lnTo>
                    <a:pt x="38912" y="642645"/>
                  </a:lnTo>
                  <a:lnTo>
                    <a:pt x="59690" y="682726"/>
                  </a:lnTo>
                  <a:lnTo>
                    <a:pt x="84353" y="720255"/>
                  </a:lnTo>
                  <a:lnTo>
                    <a:pt x="112636" y="754964"/>
                  </a:lnTo>
                  <a:lnTo>
                    <a:pt x="144259" y="786587"/>
                  </a:lnTo>
                  <a:lnTo>
                    <a:pt x="178981" y="814857"/>
                  </a:lnTo>
                  <a:lnTo>
                    <a:pt x="216522" y="839508"/>
                  </a:lnTo>
                  <a:lnTo>
                    <a:pt x="256616" y="860285"/>
                  </a:lnTo>
                  <a:lnTo>
                    <a:pt x="298983" y="876896"/>
                  </a:lnTo>
                  <a:lnTo>
                    <a:pt x="343382" y="889101"/>
                  </a:lnTo>
                  <a:lnTo>
                    <a:pt x="389534" y="896620"/>
                  </a:lnTo>
                  <a:lnTo>
                    <a:pt x="437159" y="899185"/>
                  </a:lnTo>
                  <a:lnTo>
                    <a:pt x="484797" y="896620"/>
                  </a:lnTo>
                  <a:lnTo>
                    <a:pt x="530948" y="889101"/>
                  </a:lnTo>
                  <a:lnTo>
                    <a:pt x="575335" y="876896"/>
                  </a:lnTo>
                  <a:lnTo>
                    <a:pt x="617715" y="860285"/>
                  </a:lnTo>
                  <a:lnTo>
                    <a:pt x="657809" y="839508"/>
                  </a:lnTo>
                  <a:lnTo>
                    <a:pt x="695350" y="814857"/>
                  </a:lnTo>
                  <a:lnTo>
                    <a:pt x="730059" y="786587"/>
                  </a:lnTo>
                  <a:lnTo>
                    <a:pt x="761695" y="754964"/>
                  </a:lnTo>
                  <a:lnTo>
                    <a:pt x="789978" y="720255"/>
                  </a:lnTo>
                  <a:lnTo>
                    <a:pt x="814641" y="682726"/>
                  </a:lnTo>
                  <a:lnTo>
                    <a:pt x="835418" y="642645"/>
                  </a:lnTo>
                  <a:lnTo>
                    <a:pt x="852030" y="600278"/>
                  </a:lnTo>
                  <a:lnTo>
                    <a:pt x="864235" y="555891"/>
                  </a:lnTo>
                  <a:lnTo>
                    <a:pt x="871753" y="509765"/>
                  </a:lnTo>
                  <a:lnTo>
                    <a:pt x="874318" y="462140"/>
                  </a:lnTo>
                  <a:lnTo>
                    <a:pt x="871537" y="412826"/>
                  </a:lnTo>
                  <a:lnTo>
                    <a:pt x="864679" y="372745"/>
                  </a:lnTo>
                  <a:lnTo>
                    <a:pt x="885634" y="359422"/>
                  </a:lnTo>
                  <a:lnTo>
                    <a:pt x="916927" y="328168"/>
                  </a:lnTo>
                  <a:lnTo>
                    <a:pt x="940777" y="290677"/>
                  </a:lnTo>
                  <a:lnTo>
                    <a:pt x="955979" y="248183"/>
                  </a:lnTo>
                  <a:lnTo>
                    <a:pt x="961313" y="201891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722683" y="3667677"/>
              <a:ext cx="283845" cy="283210"/>
            </a:xfrm>
            <a:custGeom>
              <a:avLst/>
              <a:gdLst/>
              <a:ahLst/>
              <a:cxnLst/>
              <a:rect l="l" t="t" r="r" b="b"/>
              <a:pathLst>
                <a:path w="283844" h="283210">
                  <a:moveTo>
                    <a:pt x="141711" y="283121"/>
                  </a:moveTo>
                  <a:lnTo>
                    <a:pt x="96919" y="275904"/>
                  </a:lnTo>
                  <a:lnTo>
                    <a:pt x="58018" y="255808"/>
                  </a:lnTo>
                  <a:lnTo>
                    <a:pt x="27342" y="225165"/>
                  </a:lnTo>
                  <a:lnTo>
                    <a:pt x="7224" y="186305"/>
                  </a:lnTo>
                  <a:lnTo>
                    <a:pt x="0" y="141560"/>
                  </a:lnTo>
                  <a:lnTo>
                    <a:pt x="7224" y="96816"/>
                  </a:lnTo>
                  <a:lnTo>
                    <a:pt x="27342" y="57956"/>
                  </a:lnTo>
                  <a:lnTo>
                    <a:pt x="58018" y="27312"/>
                  </a:lnTo>
                  <a:lnTo>
                    <a:pt x="96919" y="7216"/>
                  </a:lnTo>
                  <a:lnTo>
                    <a:pt x="141711" y="0"/>
                  </a:lnTo>
                  <a:lnTo>
                    <a:pt x="169486" y="2745"/>
                  </a:lnTo>
                  <a:lnTo>
                    <a:pt x="220332" y="23783"/>
                  </a:lnTo>
                  <a:lnTo>
                    <a:pt x="259613" y="63022"/>
                  </a:lnTo>
                  <a:lnTo>
                    <a:pt x="280674" y="113814"/>
                  </a:lnTo>
                  <a:lnTo>
                    <a:pt x="283422" y="141560"/>
                  </a:lnTo>
                  <a:lnTo>
                    <a:pt x="276197" y="186305"/>
                  </a:lnTo>
                  <a:lnTo>
                    <a:pt x="256080" y="225165"/>
                  </a:lnTo>
                  <a:lnTo>
                    <a:pt x="225403" y="255808"/>
                  </a:lnTo>
                  <a:lnTo>
                    <a:pt x="186502" y="275904"/>
                  </a:lnTo>
                  <a:lnTo>
                    <a:pt x="141711" y="2831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829519" y="3746097"/>
              <a:ext cx="109855" cy="126364"/>
            </a:xfrm>
            <a:custGeom>
              <a:avLst/>
              <a:gdLst/>
              <a:ahLst/>
              <a:cxnLst/>
              <a:rect l="l" t="t" r="r" b="b"/>
              <a:pathLst>
                <a:path w="109855" h="126364">
                  <a:moveTo>
                    <a:pt x="0" y="126281"/>
                  </a:moveTo>
                  <a:lnTo>
                    <a:pt x="0" y="0"/>
                  </a:lnTo>
                  <a:lnTo>
                    <a:pt x="109233" y="63140"/>
                  </a:lnTo>
                  <a:lnTo>
                    <a:pt x="0" y="126281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08606" y="3832873"/>
              <a:ext cx="220122" cy="220621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1450136" y="3852964"/>
              <a:ext cx="125095" cy="125095"/>
            </a:xfrm>
            <a:custGeom>
              <a:avLst/>
              <a:gdLst/>
              <a:ahLst/>
              <a:cxnLst/>
              <a:rect l="l" t="t" r="r" b="b"/>
              <a:pathLst>
                <a:path w="125094" h="125095">
                  <a:moveTo>
                    <a:pt x="124485" y="69888"/>
                  </a:moveTo>
                  <a:lnTo>
                    <a:pt x="115671" y="65049"/>
                  </a:lnTo>
                  <a:lnTo>
                    <a:pt x="115760" y="58737"/>
                  </a:lnTo>
                  <a:lnTo>
                    <a:pt x="115112" y="55435"/>
                  </a:lnTo>
                  <a:lnTo>
                    <a:pt x="123113" y="50444"/>
                  </a:lnTo>
                  <a:lnTo>
                    <a:pt x="118300" y="35407"/>
                  </a:lnTo>
                  <a:lnTo>
                    <a:pt x="107835" y="36131"/>
                  </a:lnTo>
                  <a:lnTo>
                    <a:pt x="104165" y="30607"/>
                  </a:lnTo>
                  <a:lnTo>
                    <a:pt x="102946" y="29400"/>
                  </a:lnTo>
                  <a:lnTo>
                    <a:pt x="107543" y="19710"/>
                  </a:lnTo>
                  <a:lnTo>
                    <a:pt x="95313" y="9715"/>
                  </a:lnTo>
                  <a:lnTo>
                    <a:pt x="86106" y="16560"/>
                  </a:lnTo>
                  <a:lnTo>
                    <a:pt x="78486" y="13335"/>
                  </a:lnTo>
                  <a:lnTo>
                    <a:pt x="76860" y="1790"/>
                  </a:lnTo>
                  <a:lnTo>
                    <a:pt x="61137" y="0"/>
                  </a:lnTo>
                  <a:lnTo>
                    <a:pt x="56616" y="12065"/>
                  </a:lnTo>
                  <a:lnTo>
                    <a:pt x="50038" y="12598"/>
                  </a:lnTo>
                  <a:lnTo>
                    <a:pt x="42062" y="3200"/>
                  </a:lnTo>
                  <a:lnTo>
                    <a:pt x="27901" y="10198"/>
                  </a:lnTo>
                  <a:lnTo>
                    <a:pt x="30289" y="21183"/>
                  </a:lnTo>
                  <a:lnTo>
                    <a:pt x="28638" y="22009"/>
                  </a:lnTo>
                  <a:lnTo>
                    <a:pt x="24384" y="26847"/>
                  </a:lnTo>
                  <a:lnTo>
                    <a:pt x="13182" y="23444"/>
                  </a:lnTo>
                  <a:lnTo>
                    <a:pt x="5105" y="37020"/>
                  </a:lnTo>
                  <a:lnTo>
                    <a:pt x="12814" y="44742"/>
                  </a:lnTo>
                  <a:lnTo>
                    <a:pt x="10147" y="52857"/>
                  </a:lnTo>
                  <a:lnTo>
                    <a:pt x="0" y="55714"/>
                  </a:lnTo>
                  <a:lnTo>
                    <a:pt x="520" y="71526"/>
                  </a:lnTo>
                  <a:lnTo>
                    <a:pt x="10363" y="73672"/>
                  </a:lnTo>
                  <a:lnTo>
                    <a:pt x="10718" y="77495"/>
                  </a:lnTo>
                  <a:lnTo>
                    <a:pt x="13652" y="82943"/>
                  </a:lnTo>
                  <a:lnTo>
                    <a:pt x="6515" y="90995"/>
                  </a:lnTo>
                  <a:lnTo>
                    <a:pt x="15532" y="103974"/>
                  </a:lnTo>
                  <a:lnTo>
                    <a:pt x="26073" y="100063"/>
                  </a:lnTo>
                  <a:lnTo>
                    <a:pt x="32169" y="105117"/>
                  </a:lnTo>
                  <a:lnTo>
                    <a:pt x="30480" y="116370"/>
                  </a:lnTo>
                  <a:lnTo>
                    <a:pt x="45059" y="122428"/>
                  </a:lnTo>
                  <a:lnTo>
                    <a:pt x="51841" y="113322"/>
                  </a:lnTo>
                  <a:lnTo>
                    <a:pt x="56324" y="114731"/>
                  </a:lnTo>
                  <a:lnTo>
                    <a:pt x="60515" y="114401"/>
                  </a:lnTo>
                  <a:lnTo>
                    <a:pt x="65100" y="124739"/>
                  </a:lnTo>
                  <a:lnTo>
                    <a:pt x="80683" y="122047"/>
                  </a:lnTo>
                  <a:lnTo>
                    <a:pt x="81483" y="111074"/>
                  </a:lnTo>
                  <a:lnTo>
                    <a:pt x="89725" y="106934"/>
                  </a:lnTo>
                  <a:lnTo>
                    <a:pt x="98869" y="112877"/>
                  </a:lnTo>
                  <a:lnTo>
                    <a:pt x="110502" y="102171"/>
                  </a:lnTo>
                  <a:lnTo>
                    <a:pt x="105410" y="92938"/>
                  </a:lnTo>
                  <a:lnTo>
                    <a:pt x="109143" y="88696"/>
                  </a:lnTo>
                  <a:lnTo>
                    <a:pt x="110337" y="85051"/>
                  </a:lnTo>
                  <a:lnTo>
                    <a:pt x="120434" y="85166"/>
                  </a:lnTo>
                  <a:lnTo>
                    <a:pt x="124485" y="698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482324" y="3885588"/>
              <a:ext cx="63500" cy="60960"/>
            </a:xfrm>
            <a:custGeom>
              <a:avLst/>
              <a:gdLst/>
              <a:ahLst/>
              <a:cxnLst/>
              <a:rect l="l" t="t" r="r" b="b"/>
              <a:pathLst>
                <a:path w="63500" h="60960">
                  <a:moveTo>
                    <a:pt x="27673" y="60357"/>
                  </a:moveTo>
                  <a:lnTo>
                    <a:pt x="15833" y="56608"/>
                  </a:lnTo>
                  <a:lnTo>
                    <a:pt x="6681" y="49014"/>
                  </a:lnTo>
                  <a:lnTo>
                    <a:pt x="1106" y="38663"/>
                  </a:lnTo>
                  <a:lnTo>
                    <a:pt x="0" y="26638"/>
                  </a:lnTo>
                  <a:lnTo>
                    <a:pt x="3783" y="15169"/>
                  </a:lnTo>
                  <a:lnTo>
                    <a:pt x="11543" y="6335"/>
                  </a:lnTo>
                  <a:lnTo>
                    <a:pt x="22276" y="939"/>
                  </a:lnTo>
                  <a:lnTo>
                    <a:pt x="22840" y="939"/>
                  </a:lnTo>
                  <a:lnTo>
                    <a:pt x="34548" y="0"/>
                  </a:lnTo>
                  <a:lnTo>
                    <a:pt x="42800" y="939"/>
                  </a:lnTo>
                  <a:lnTo>
                    <a:pt x="50351" y="5019"/>
                  </a:lnTo>
                  <a:lnTo>
                    <a:pt x="60730" y="17666"/>
                  </a:lnTo>
                  <a:lnTo>
                    <a:pt x="63133" y="25715"/>
                  </a:lnTo>
                  <a:lnTo>
                    <a:pt x="62221" y="33719"/>
                  </a:lnTo>
                  <a:lnTo>
                    <a:pt x="58438" y="45188"/>
                  </a:lnTo>
                  <a:lnTo>
                    <a:pt x="50678" y="54022"/>
                  </a:lnTo>
                  <a:lnTo>
                    <a:pt x="40053" y="59364"/>
                  </a:lnTo>
                  <a:lnTo>
                    <a:pt x="27673" y="60357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373174" y="3985069"/>
              <a:ext cx="444500" cy="438150"/>
            </a:xfrm>
            <a:custGeom>
              <a:avLst/>
              <a:gdLst/>
              <a:ahLst/>
              <a:cxnLst/>
              <a:rect l="l" t="t" r="r" b="b"/>
              <a:pathLst>
                <a:path w="444500" h="438150">
                  <a:moveTo>
                    <a:pt x="444233" y="220916"/>
                  </a:moveTo>
                  <a:lnTo>
                    <a:pt x="411276" y="207403"/>
                  </a:lnTo>
                  <a:lnTo>
                    <a:pt x="409016" y="185140"/>
                  </a:lnTo>
                  <a:lnTo>
                    <a:pt x="405447" y="173761"/>
                  </a:lnTo>
                  <a:lnTo>
                    <a:pt x="431634" y="152958"/>
                  </a:lnTo>
                  <a:lnTo>
                    <a:pt x="408622" y="101892"/>
                  </a:lnTo>
                  <a:lnTo>
                    <a:pt x="372071" y="108597"/>
                  </a:lnTo>
                  <a:lnTo>
                    <a:pt x="356895" y="90614"/>
                  </a:lnTo>
                  <a:lnTo>
                    <a:pt x="352145" y="86842"/>
                  </a:lnTo>
                  <a:lnTo>
                    <a:pt x="364401" y="50876"/>
                  </a:lnTo>
                  <a:lnTo>
                    <a:pt x="317322" y="20535"/>
                  </a:lnTo>
                  <a:lnTo>
                    <a:pt x="287616" y="48348"/>
                  </a:lnTo>
                  <a:lnTo>
                    <a:pt x="259473" y="40043"/>
                  </a:lnTo>
                  <a:lnTo>
                    <a:pt x="259105" y="40017"/>
                  </a:lnTo>
                  <a:lnTo>
                    <a:pt x="249110" y="0"/>
                  </a:lnTo>
                  <a:lnTo>
                    <a:pt x="193027" y="0"/>
                  </a:lnTo>
                  <a:lnTo>
                    <a:pt x="182613" y="41617"/>
                  </a:lnTo>
                  <a:lnTo>
                    <a:pt x="171450" y="43065"/>
                  </a:lnTo>
                  <a:lnTo>
                    <a:pt x="158508" y="48374"/>
                  </a:lnTo>
                  <a:lnTo>
                    <a:pt x="127088" y="18923"/>
                  </a:lnTo>
                  <a:lnTo>
                    <a:pt x="80010" y="49276"/>
                  </a:lnTo>
                  <a:lnTo>
                    <a:pt x="92710" y="86601"/>
                  </a:lnTo>
                  <a:lnTo>
                    <a:pt x="87350" y="90614"/>
                  </a:lnTo>
                  <a:lnTo>
                    <a:pt x="72644" y="109080"/>
                  </a:lnTo>
                  <a:lnTo>
                    <a:pt x="33464" y="101892"/>
                  </a:lnTo>
                  <a:lnTo>
                    <a:pt x="10439" y="152958"/>
                  </a:lnTo>
                  <a:lnTo>
                    <a:pt x="37960" y="174828"/>
                  </a:lnTo>
                  <a:lnTo>
                    <a:pt x="33477" y="207187"/>
                  </a:lnTo>
                  <a:lnTo>
                    <a:pt x="0" y="220916"/>
                  </a:lnTo>
                  <a:lnTo>
                    <a:pt x="8140" y="276415"/>
                  </a:lnTo>
                  <a:lnTo>
                    <a:pt x="42379" y="279882"/>
                  </a:lnTo>
                  <a:lnTo>
                    <a:pt x="57200" y="313956"/>
                  </a:lnTo>
                  <a:lnTo>
                    <a:pt x="37109" y="342633"/>
                  </a:lnTo>
                  <a:lnTo>
                    <a:pt x="74053" y="384771"/>
                  </a:lnTo>
                  <a:lnTo>
                    <a:pt x="107924" y="367588"/>
                  </a:lnTo>
                  <a:lnTo>
                    <a:pt x="125920" y="381063"/>
                  </a:lnTo>
                  <a:lnTo>
                    <a:pt x="133083" y="384009"/>
                  </a:lnTo>
                  <a:lnTo>
                    <a:pt x="131686" y="422478"/>
                  </a:lnTo>
                  <a:lnTo>
                    <a:pt x="185508" y="437934"/>
                  </a:lnTo>
                  <a:lnTo>
                    <a:pt x="205168" y="404114"/>
                  </a:lnTo>
                  <a:lnTo>
                    <a:pt x="222123" y="406311"/>
                  </a:lnTo>
                  <a:lnTo>
                    <a:pt x="237274" y="404342"/>
                  </a:lnTo>
                  <a:lnTo>
                    <a:pt x="257035" y="438073"/>
                  </a:lnTo>
                  <a:lnTo>
                    <a:pt x="310870" y="422325"/>
                  </a:lnTo>
                  <a:lnTo>
                    <a:pt x="309372" y="384733"/>
                  </a:lnTo>
                  <a:lnTo>
                    <a:pt x="318312" y="381063"/>
                  </a:lnTo>
                  <a:lnTo>
                    <a:pt x="338213" y="366153"/>
                  </a:lnTo>
                  <a:lnTo>
                    <a:pt x="371284" y="382727"/>
                  </a:lnTo>
                  <a:lnTo>
                    <a:pt x="407949" y="340309"/>
                  </a:lnTo>
                  <a:lnTo>
                    <a:pt x="387883" y="311975"/>
                  </a:lnTo>
                  <a:lnTo>
                    <a:pt x="401840" y="279882"/>
                  </a:lnTo>
                  <a:lnTo>
                    <a:pt x="436092" y="276415"/>
                  </a:lnTo>
                  <a:lnTo>
                    <a:pt x="444233" y="2209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80270" y="4098713"/>
              <a:ext cx="222062" cy="215487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3124974" y="3607358"/>
              <a:ext cx="961390" cy="899794"/>
            </a:xfrm>
            <a:custGeom>
              <a:avLst/>
              <a:gdLst/>
              <a:ahLst/>
              <a:cxnLst/>
              <a:rect l="l" t="t" r="r" b="b"/>
              <a:pathLst>
                <a:path w="961389" h="899795">
                  <a:moveTo>
                    <a:pt x="961301" y="201891"/>
                  </a:moveTo>
                  <a:lnTo>
                    <a:pt x="957389" y="162318"/>
                  </a:lnTo>
                  <a:lnTo>
                    <a:pt x="945921" y="124625"/>
                  </a:lnTo>
                  <a:lnTo>
                    <a:pt x="927354" y="89877"/>
                  </a:lnTo>
                  <a:lnTo>
                    <a:pt x="902119" y="59131"/>
                  </a:lnTo>
                  <a:lnTo>
                    <a:pt x="871347" y="33921"/>
                  </a:lnTo>
                  <a:lnTo>
                    <a:pt x="836574" y="15367"/>
                  </a:lnTo>
                  <a:lnTo>
                    <a:pt x="798855" y="3911"/>
                  </a:lnTo>
                  <a:lnTo>
                    <a:pt x="759244" y="0"/>
                  </a:lnTo>
                  <a:lnTo>
                    <a:pt x="712914" y="5334"/>
                  </a:lnTo>
                  <a:lnTo>
                    <a:pt x="670382" y="20523"/>
                  </a:lnTo>
                  <a:lnTo>
                    <a:pt x="632866" y="44348"/>
                  </a:lnTo>
                  <a:lnTo>
                    <a:pt x="614095" y="63106"/>
                  </a:lnTo>
                  <a:lnTo>
                    <a:pt x="581685" y="49669"/>
                  </a:lnTo>
                  <a:lnTo>
                    <a:pt x="534797" y="36144"/>
                  </a:lnTo>
                  <a:lnTo>
                    <a:pt x="486486" y="27889"/>
                  </a:lnTo>
                  <a:lnTo>
                    <a:pt x="437159" y="25095"/>
                  </a:lnTo>
                  <a:lnTo>
                    <a:pt x="389521" y="27660"/>
                  </a:lnTo>
                  <a:lnTo>
                    <a:pt x="343369" y="35179"/>
                  </a:lnTo>
                  <a:lnTo>
                    <a:pt x="298983" y="47383"/>
                  </a:lnTo>
                  <a:lnTo>
                    <a:pt x="256603" y="63995"/>
                  </a:lnTo>
                  <a:lnTo>
                    <a:pt x="216509" y="84772"/>
                  </a:lnTo>
                  <a:lnTo>
                    <a:pt x="178981" y="109423"/>
                  </a:lnTo>
                  <a:lnTo>
                    <a:pt x="144259" y="137693"/>
                  </a:lnTo>
                  <a:lnTo>
                    <a:pt x="112623" y="169316"/>
                  </a:lnTo>
                  <a:lnTo>
                    <a:pt x="84340" y="204025"/>
                  </a:lnTo>
                  <a:lnTo>
                    <a:pt x="59677" y="241554"/>
                  </a:lnTo>
                  <a:lnTo>
                    <a:pt x="38900" y="281635"/>
                  </a:lnTo>
                  <a:lnTo>
                    <a:pt x="22288" y="324002"/>
                  </a:lnTo>
                  <a:lnTo>
                    <a:pt x="10083" y="368388"/>
                  </a:lnTo>
                  <a:lnTo>
                    <a:pt x="2565" y="414515"/>
                  </a:lnTo>
                  <a:lnTo>
                    <a:pt x="0" y="462140"/>
                  </a:lnTo>
                  <a:lnTo>
                    <a:pt x="2565" y="509765"/>
                  </a:lnTo>
                  <a:lnTo>
                    <a:pt x="10083" y="555891"/>
                  </a:lnTo>
                  <a:lnTo>
                    <a:pt x="22288" y="600278"/>
                  </a:lnTo>
                  <a:lnTo>
                    <a:pt x="38900" y="642645"/>
                  </a:lnTo>
                  <a:lnTo>
                    <a:pt x="59677" y="682726"/>
                  </a:lnTo>
                  <a:lnTo>
                    <a:pt x="84340" y="720255"/>
                  </a:lnTo>
                  <a:lnTo>
                    <a:pt x="112623" y="754964"/>
                  </a:lnTo>
                  <a:lnTo>
                    <a:pt x="144259" y="786587"/>
                  </a:lnTo>
                  <a:lnTo>
                    <a:pt x="178981" y="814857"/>
                  </a:lnTo>
                  <a:lnTo>
                    <a:pt x="216509" y="839508"/>
                  </a:lnTo>
                  <a:lnTo>
                    <a:pt x="256603" y="860285"/>
                  </a:lnTo>
                  <a:lnTo>
                    <a:pt x="298983" y="876896"/>
                  </a:lnTo>
                  <a:lnTo>
                    <a:pt x="343369" y="889101"/>
                  </a:lnTo>
                  <a:lnTo>
                    <a:pt x="389521" y="896620"/>
                  </a:lnTo>
                  <a:lnTo>
                    <a:pt x="437159" y="899185"/>
                  </a:lnTo>
                  <a:lnTo>
                    <a:pt x="484784" y="896620"/>
                  </a:lnTo>
                  <a:lnTo>
                    <a:pt x="530936" y="889101"/>
                  </a:lnTo>
                  <a:lnTo>
                    <a:pt x="575335" y="876896"/>
                  </a:lnTo>
                  <a:lnTo>
                    <a:pt x="617702" y="860285"/>
                  </a:lnTo>
                  <a:lnTo>
                    <a:pt x="657796" y="839508"/>
                  </a:lnTo>
                  <a:lnTo>
                    <a:pt x="695337" y="814857"/>
                  </a:lnTo>
                  <a:lnTo>
                    <a:pt x="730059" y="786587"/>
                  </a:lnTo>
                  <a:lnTo>
                    <a:pt x="761682" y="754964"/>
                  </a:lnTo>
                  <a:lnTo>
                    <a:pt x="789965" y="720255"/>
                  </a:lnTo>
                  <a:lnTo>
                    <a:pt x="814628" y="682726"/>
                  </a:lnTo>
                  <a:lnTo>
                    <a:pt x="835406" y="642645"/>
                  </a:lnTo>
                  <a:lnTo>
                    <a:pt x="852030" y="600278"/>
                  </a:lnTo>
                  <a:lnTo>
                    <a:pt x="864235" y="555891"/>
                  </a:lnTo>
                  <a:lnTo>
                    <a:pt x="871753" y="509765"/>
                  </a:lnTo>
                  <a:lnTo>
                    <a:pt x="874318" y="462140"/>
                  </a:lnTo>
                  <a:lnTo>
                    <a:pt x="871524" y="412826"/>
                  </a:lnTo>
                  <a:lnTo>
                    <a:pt x="864666" y="372745"/>
                  </a:lnTo>
                  <a:lnTo>
                    <a:pt x="885621" y="359422"/>
                  </a:lnTo>
                  <a:lnTo>
                    <a:pt x="916914" y="328168"/>
                  </a:lnTo>
                  <a:lnTo>
                    <a:pt x="940765" y="290677"/>
                  </a:lnTo>
                  <a:lnTo>
                    <a:pt x="955967" y="248183"/>
                  </a:lnTo>
                  <a:lnTo>
                    <a:pt x="961301" y="201891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3742507" y="3667677"/>
              <a:ext cx="283845" cy="283210"/>
            </a:xfrm>
            <a:custGeom>
              <a:avLst/>
              <a:gdLst/>
              <a:ahLst/>
              <a:cxnLst/>
              <a:rect l="l" t="t" r="r" b="b"/>
              <a:pathLst>
                <a:path w="283845" h="283210">
                  <a:moveTo>
                    <a:pt x="141711" y="283121"/>
                  </a:moveTo>
                  <a:lnTo>
                    <a:pt x="96919" y="275904"/>
                  </a:lnTo>
                  <a:lnTo>
                    <a:pt x="58018" y="255808"/>
                  </a:lnTo>
                  <a:lnTo>
                    <a:pt x="27342" y="225165"/>
                  </a:lnTo>
                  <a:lnTo>
                    <a:pt x="7224" y="186305"/>
                  </a:lnTo>
                  <a:lnTo>
                    <a:pt x="0" y="141560"/>
                  </a:lnTo>
                  <a:lnTo>
                    <a:pt x="7224" y="96816"/>
                  </a:lnTo>
                  <a:lnTo>
                    <a:pt x="27342" y="57956"/>
                  </a:lnTo>
                  <a:lnTo>
                    <a:pt x="58018" y="27312"/>
                  </a:lnTo>
                  <a:lnTo>
                    <a:pt x="96919" y="7216"/>
                  </a:lnTo>
                  <a:lnTo>
                    <a:pt x="141711" y="0"/>
                  </a:lnTo>
                  <a:lnTo>
                    <a:pt x="169486" y="2745"/>
                  </a:lnTo>
                  <a:lnTo>
                    <a:pt x="220332" y="23783"/>
                  </a:lnTo>
                  <a:lnTo>
                    <a:pt x="259613" y="63022"/>
                  </a:lnTo>
                  <a:lnTo>
                    <a:pt x="280674" y="113814"/>
                  </a:lnTo>
                  <a:lnTo>
                    <a:pt x="283422" y="141560"/>
                  </a:lnTo>
                  <a:lnTo>
                    <a:pt x="276197" y="186305"/>
                  </a:lnTo>
                  <a:lnTo>
                    <a:pt x="256080" y="225165"/>
                  </a:lnTo>
                  <a:lnTo>
                    <a:pt x="225403" y="255808"/>
                  </a:lnTo>
                  <a:lnTo>
                    <a:pt x="186502" y="275904"/>
                  </a:lnTo>
                  <a:lnTo>
                    <a:pt x="141711" y="2831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3849343" y="3746097"/>
              <a:ext cx="109855" cy="126364"/>
            </a:xfrm>
            <a:custGeom>
              <a:avLst/>
              <a:gdLst/>
              <a:ahLst/>
              <a:cxnLst/>
              <a:rect l="l" t="t" r="r" b="b"/>
              <a:pathLst>
                <a:path w="109854" h="126364">
                  <a:moveTo>
                    <a:pt x="0" y="126281"/>
                  </a:moveTo>
                  <a:lnTo>
                    <a:pt x="0" y="0"/>
                  </a:lnTo>
                  <a:lnTo>
                    <a:pt x="109233" y="63140"/>
                  </a:lnTo>
                  <a:lnTo>
                    <a:pt x="0" y="126281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228430" y="3832873"/>
              <a:ext cx="220122" cy="220621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3469970" y="3852964"/>
              <a:ext cx="125095" cy="125095"/>
            </a:xfrm>
            <a:custGeom>
              <a:avLst/>
              <a:gdLst/>
              <a:ahLst/>
              <a:cxnLst/>
              <a:rect l="l" t="t" r="r" b="b"/>
              <a:pathLst>
                <a:path w="125095" h="125095">
                  <a:moveTo>
                    <a:pt x="124472" y="69888"/>
                  </a:moveTo>
                  <a:lnTo>
                    <a:pt x="115658" y="65049"/>
                  </a:lnTo>
                  <a:lnTo>
                    <a:pt x="115747" y="58737"/>
                  </a:lnTo>
                  <a:lnTo>
                    <a:pt x="115100" y="55448"/>
                  </a:lnTo>
                  <a:lnTo>
                    <a:pt x="123113" y="50444"/>
                  </a:lnTo>
                  <a:lnTo>
                    <a:pt x="118287" y="35407"/>
                  </a:lnTo>
                  <a:lnTo>
                    <a:pt x="107835" y="36131"/>
                  </a:lnTo>
                  <a:lnTo>
                    <a:pt x="104152" y="30607"/>
                  </a:lnTo>
                  <a:lnTo>
                    <a:pt x="102933" y="29400"/>
                  </a:lnTo>
                  <a:lnTo>
                    <a:pt x="107530" y="19710"/>
                  </a:lnTo>
                  <a:lnTo>
                    <a:pt x="95300" y="9715"/>
                  </a:lnTo>
                  <a:lnTo>
                    <a:pt x="86093" y="16560"/>
                  </a:lnTo>
                  <a:lnTo>
                    <a:pt x="78473" y="13335"/>
                  </a:lnTo>
                  <a:lnTo>
                    <a:pt x="76847" y="1790"/>
                  </a:lnTo>
                  <a:lnTo>
                    <a:pt x="61125" y="0"/>
                  </a:lnTo>
                  <a:lnTo>
                    <a:pt x="56603" y="12065"/>
                  </a:lnTo>
                  <a:lnTo>
                    <a:pt x="50025" y="12598"/>
                  </a:lnTo>
                  <a:lnTo>
                    <a:pt x="42049" y="3200"/>
                  </a:lnTo>
                  <a:lnTo>
                    <a:pt x="27889" y="10198"/>
                  </a:lnTo>
                  <a:lnTo>
                    <a:pt x="30276" y="21183"/>
                  </a:lnTo>
                  <a:lnTo>
                    <a:pt x="28625" y="22009"/>
                  </a:lnTo>
                  <a:lnTo>
                    <a:pt x="24371" y="26847"/>
                  </a:lnTo>
                  <a:lnTo>
                    <a:pt x="13169" y="23444"/>
                  </a:lnTo>
                  <a:lnTo>
                    <a:pt x="5092" y="37020"/>
                  </a:lnTo>
                  <a:lnTo>
                    <a:pt x="12801" y="44742"/>
                  </a:lnTo>
                  <a:lnTo>
                    <a:pt x="10134" y="52857"/>
                  </a:lnTo>
                  <a:lnTo>
                    <a:pt x="0" y="55714"/>
                  </a:lnTo>
                  <a:lnTo>
                    <a:pt x="508" y="71526"/>
                  </a:lnTo>
                  <a:lnTo>
                    <a:pt x="10363" y="73672"/>
                  </a:lnTo>
                  <a:lnTo>
                    <a:pt x="10718" y="77495"/>
                  </a:lnTo>
                  <a:lnTo>
                    <a:pt x="13639" y="82943"/>
                  </a:lnTo>
                  <a:lnTo>
                    <a:pt x="6515" y="90995"/>
                  </a:lnTo>
                  <a:lnTo>
                    <a:pt x="15519" y="103974"/>
                  </a:lnTo>
                  <a:lnTo>
                    <a:pt x="26060" y="100063"/>
                  </a:lnTo>
                  <a:lnTo>
                    <a:pt x="32156" y="105117"/>
                  </a:lnTo>
                  <a:lnTo>
                    <a:pt x="30467" y="116370"/>
                  </a:lnTo>
                  <a:lnTo>
                    <a:pt x="45059" y="122428"/>
                  </a:lnTo>
                  <a:lnTo>
                    <a:pt x="51828" y="113322"/>
                  </a:lnTo>
                  <a:lnTo>
                    <a:pt x="56324" y="114731"/>
                  </a:lnTo>
                  <a:lnTo>
                    <a:pt x="60502" y="114401"/>
                  </a:lnTo>
                  <a:lnTo>
                    <a:pt x="65087" y="124739"/>
                  </a:lnTo>
                  <a:lnTo>
                    <a:pt x="80683" y="122047"/>
                  </a:lnTo>
                  <a:lnTo>
                    <a:pt x="81483" y="111061"/>
                  </a:lnTo>
                  <a:lnTo>
                    <a:pt x="89725" y="106921"/>
                  </a:lnTo>
                  <a:lnTo>
                    <a:pt x="98869" y="112877"/>
                  </a:lnTo>
                  <a:lnTo>
                    <a:pt x="110490" y="102171"/>
                  </a:lnTo>
                  <a:lnTo>
                    <a:pt x="105397" y="92938"/>
                  </a:lnTo>
                  <a:lnTo>
                    <a:pt x="109131" y="88696"/>
                  </a:lnTo>
                  <a:lnTo>
                    <a:pt x="110324" y="85051"/>
                  </a:lnTo>
                  <a:lnTo>
                    <a:pt x="120421" y="85166"/>
                  </a:lnTo>
                  <a:lnTo>
                    <a:pt x="124472" y="698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3502148" y="3885588"/>
              <a:ext cx="63500" cy="60960"/>
            </a:xfrm>
            <a:custGeom>
              <a:avLst/>
              <a:gdLst/>
              <a:ahLst/>
              <a:cxnLst/>
              <a:rect l="l" t="t" r="r" b="b"/>
              <a:pathLst>
                <a:path w="63500" h="60960">
                  <a:moveTo>
                    <a:pt x="27672" y="60357"/>
                  </a:moveTo>
                  <a:lnTo>
                    <a:pt x="15833" y="56608"/>
                  </a:lnTo>
                  <a:lnTo>
                    <a:pt x="6681" y="49014"/>
                  </a:lnTo>
                  <a:lnTo>
                    <a:pt x="1106" y="38663"/>
                  </a:lnTo>
                  <a:lnTo>
                    <a:pt x="0" y="26638"/>
                  </a:lnTo>
                  <a:lnTo>
                    <a:pt x="3783" y="15169"/>
                  </a:lnTo>
                  <a:lnTo>
                    <a:pt x="11543" y="6335"/>
                  </a:lnTo>
                  <a:lnTo>
                    <a:pt x="22276" y="939"/>
                  </a:lnTo>
                  <a:lnTo>
                    <a:pt x="22840" y="939"/>
                  </a:lnTo>
                  <a:lnTo>
                    <a:pt x="34548" y="0"/>
                  </a:lnTo>
                  <a:lnTo>
                    <a:pt x="42799" y="939"/>
                  </a:lnTo>
                  <a:lnTo>
                    <a:pt x="50350" y="5019"/>
                  </a:lnTo>
                  <a:lnTo>
                    <a:pt x="60730" y="17666"/>
                  </a:lnTo>
                  <a:lnTo>
                    <a:pt x="63133" y="25715"/>
                  </a:lnTo>
                  <a:lnTo>
                    <a:pt x="62222" y="33719"/>
                  </a:lnTo>
                  <a:lnTo>
                    <a:pt x="58439" y="45188"/>
                  </a:lnTo>
                  <a:lnTo>
                    <a:pt x="50679" y="54022"/>
                  </a:lnTo>
                  <a:lnTo>
                    <a:pt x="40053" y="59364"/>
                  </a:lnTo>
                  <a:lnTo>
                    <a:pt x="27672" y="60357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3392995" y="3985069"/>
              <a:ext cx="444500" cy="438150"/>
            </a:xfrm>
            <a:custGeom>
              <a:avLst/>
              <a:gdLst/>
              <a:ahLst/>
              <a:cxnLst/>
              <a:rect l="l" t="t" r="r" b="b"/>
              <a:pathLst>
                <a:path w="444500" h="438150">
                  <a:moveTo>
                    <a:pt x="444246" y="220916"/>
                  </a:moveTo>
                  <a:lnTo>
                    <a:pt x="411289" y="207403"/>
                  </a:lnTo>
                  <a:lnTo>
                    <a:pt x="409028" y="185140"/>
                  </a:lnTo>
                  <a:lnTo>
                    <a:pt x="405447" y="173748"/>
                  </a:lnTo>
                  <a:lnTo>
                    <a:pt x="431634" y="152958"/>
                  </a:lnTo>
                  <a:lnTo>
                    <a:pt x="408622" y="101892"/>
                  </a:lnTo>
                  <a:lnTo>
                    <a:pt x="372071" y="108597"/>
                  </a:lnTo>
                  <a:lnTo>
                    <a:pt x="356895" y="90614"/>
                  </a:lnTo>
                  <a:lnTo>
                    <a:pt x="352145" y="86842"/>
                  </a:lnTo>
                  <a:lnTo>
                    <a:pt x="364401" y="50876"/>
                  </a:lnTo>
                  <a:lnTo>
                    <a:pt x="317322" y="20535"/>
                  </a:lnTo>
                  <a:lnTo>
                    <a:pt x="287616" y="48348"/>
                  </a:lnTo>
                  <a:lnTo>
                    <a:pt x="259473" y="40043"/>
                  </a:lnTo>
                  <a:lnTo>
                    <a:pt x="259118" y="40017"/>
                  </a:lnTo>
                  <a:lnTo>
                    <a:pt x="249123" y="0"/>
                  </a:lnTo>
                  <a:lnTo>
                    <a:pt x="193027" y="0"/>
                  </a:lnTo>
                  <a:lnTo>
                    <a:pt x="182613" y="41617"/>
                  </a:lnTo>
                  <a:lnTo>
                    <a:pt x="171450" y="43065"/>
                  </a:lnTo>
                  <a:lnTo>
                    <a:pt x="158508" y="48374"/>
                  </a:lnTo>
                  <a:lnTo>
                    <a:pt x="127088" y="18923"/>
                  </a:lnTo>
                  <a:lnTo>
                    <a:pt x="80010" y="49276"/>
                  </a:lnTo>
                  <a:lnTo>
                    <a:pt x="92710" y="86601"/>
                  </a:lnTo>
                  <a:lnTo>
                    <a:pt x="87350" y="90614"/>
                  </a:lnTo>
                  <a:lnTo>
                    <a:pt x="72644" y="109080"/>
                  </a:lnTo>
                  <a:lnTo>
                    <a:pt x="33464" y="101892"/>
                  </a:lnTo>
                  <a:lnTo>
                    <a:pt x="10452" y="152958"/>
                  </a:lnTo>
                  <a:lnTo>
                    <a:pt x="37960" y="174828"/>
                  </a:lnTo>
                  <a:lnTo>
                    <a:pt x="33477" y="207187"/>
                  </a:lnTo>
                  <a:lnTo>
                    <a:pt x="0" y="220916"/>
                  </a:lnTo>
                  <a:lnTo>
                    <a:pt x="8153" y="276415"/>
                  </a:lnTo>
                  <a:lnTo>
                    <a:pt x="42379" y="279869"/>
                  </a:lnTo>
                  <a:lnTo>
                    <a:pt x="57200" y="313956"/>
                  </a:lnTo>
                  <a:lnTo>
                    <a:pt x="37109" y="342633"/>
                  </a:lnTo>
                  <a:lnTo>
                    <a:pt x="74066" y="384771"/>
                  </a:lnTo>
                  <a:lnTo>
                    <a:pt x="107937" y="367588"/>
                  </a:lnTo>
                  <a:lnTo>
                    <a:pt x="125920" y="381063"/>
                  </a:lnTo>
                  <a:lnTo>
                    <a:pt x="133083" y="384009"/>
                  </a:lnTo>
                  <a:lnTo>
                    <a:pt x="131699" y="422478"/>
                  </a:lnTo>
                  <a:lnTo>
                    <a:pt x="185521" y="437934"/>
                  </a:lnTo>
                  <a:lnTo>
                    <a:pt x="205181" y="404114"/>
                  </a:lnTo>
                  <a:lnTo>
                    <a:pt x="222123" y="406311"/>
                  </a:lnTo>
                  <a:lnTo>
                    <a:pt x="237274" y="404342"/>
                  </a:lnTo>
                  <a:lnTo>
                    <a:pt x="257035" y="438073"/>
                  </a:lnTo>
                  <a:lnTo>
                    <a:pt x="310870" y="422325"/>
                  </a:lnTo>
                  <a:lnTo>
                    <a:pt x="309372" y="384733"/>
                  </a:lnTo>
                  <a:lnTo>
                    <a:pt x="318325" y="381063"/>
                  </a:lnTo>
                  <a:lnTo>
                    <a:pt x="338213" y="366153"/>
                  </a:lnTo>
                  <a:lnTo>
                    <a:pt x="371284" y="382727"/>
                  </a:lnTo>
                  <a:lnTo>
                    <a:pt x="407949" y="340309"/>
                  </a:lnTo>
                  <a:lnTo>
                    <a:pt x="387883" y="311975"/>
                  </a:lnTo>
                  <a:lnTo>
                    <a:pt x="401840" y="279882"/>
                  </a:lnTo>
                  <a:lnTo>
                    <a:pt x="436092" y="276415"/>
                  </a:lnTo>
                  <a:lnTo>
                    <a:pt x="444246" y="2209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500094" y="4098713"/>
              <a:ext cx="222062" cy="215487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2062403" y="1857489"/>
              <a:ext cx="1066800" cy="1005840"/>
            </a:xfrm>
            <a:custGeom>
              <a:avLst/>
              <a:gdLst/>
              <a:ahLst/>
              <a:cxnLst/>
              <a:rect l="l" t="t" r="r" b="b"/>
              <a:pathLst>
                <a:path w="1066800" h="1005839">
                  <a:moveTo>
                    <a:pt x="1066419" y="238569"/>
                  </a:moveTo>
                  <a:lnTo>
                    <a:pt x="1061923" y="193027"/>
                  </a:lnTo>
                  <a:lnTo>
                    <a:pt x="1048791" y="149656"/>
                  </a:lnTo>
                  <a:lnTo>
                    <a:pt x="1027518" y="109664"/>
                  </a:lnTo>
                  <a:lnTo>
                    <a:pt x="998601" y="74282"/>
                  </a:lnTo>
                  <a:lnTo>
                    <a:pt x="963333" y="45262"/>
                  </a:lnTo>
                  <a:lnTo>
                    <a:pt x="923467" y="23914"/>
                  </a:lnTo>
                  <a:lnTo>
                    <a:pt x="880249" y="10731"/>
                  </a:lnTo>
                  <a:lnTo>
                    <a:pt x="834859" y="6235"/>
                  </a:lnTo>
                  <a:lnTo>
                    <a:pt x="788187" y="10947"/>
                  </a:lnTo>
                  <a:lnTo>
                    <a:pt x="744728" y="24485"/>
                  </a:lnTo>
                  <a:lnTo>
                    <a:pt x="706882" y="45110"/>
                  </a:lnTo>
                  <a:lnTo>
                    <a:pt x="692505" y="38277"/>
                  </a:lnTo>
                  <a:lnTo>
                    <a:pt x="646493" y="21742"/>
                  </a:lnTo>
                  <a:lnTo>
                    <a:pt x="599008" y="9753"/>
                  </a:lnTo>
                  <a:lnTo>
                    <a:pt x="550341" y="2463"/>
                  </a:lnTo>
                  <a:lnTo>
                    <a:pt x="500837" y="0"/>
                  </a:lnTo>
                  <a:lnTo>
                    <a:pt x="452602" y="2311"/>
                  </a:lnTo>
                  <a:lnTo>
                    <a:pt x="405663" y="9067"/>
                  </a:lnTo>
                  <a:lnTo>
                    <a:pt x="360235" y="20091"/>
                  </a:lnTo>
                  <a:lnTo>
                    <a:pt x="316522" y="35140"/>
                  </a:lnTo>
                  <a:lnTo>
                    <a:pt x="274739" y="54025"/>
                  </a:lnTo>
                  <a:lnTo>
                    <a:pt x="235089" y="76530"/>
                  </a:lnTo>
                  <a:lnTo>
                    <a:pt x="197789" y="102450"/>
                  </a:lnTo>
                  <a:lnTo>
                    <a:pt x="163042" y="131559"/>
                  </a:lnTo>
                  <a:lnTo>
                    <a:pt x="131064" y="163664"/>
                  </a:lnTo>
                  <a:lnTo>
                    <a:pt x="102057" y="198539"/>
                  </a:lnTo>
                  <a:lnTo>
                    <a:pt x="76238" y="235978"/>
                  </a:lnTo>
                  <a:lnTo>
                    <a:pt x="53822" y="275780"/>
                  </a:lnTo>
                  <a:lnTo>
                    <a:pt x="35001" y="317715"/>
                  </a:lnTo>
                  <a:lnTo>
                    <a:pt x="20002" y="361594"/>
                  </a:lnTo>
                  <a:lnTo>
                    <a:pt x="9029" y="407200"/>
                  </a:lnTo>
                  <a:lnTo>
                    <a:pt x="2298" y="454317"/>
                  </a:lnTo>
                  <a:lnTo>
                    <a:pt x="0" y="502729"/>
                  </a:lnTo>
                  <a:lnTo>
                    <a:pt x="2298" y="551141"/>
                  </a:lnTo>
                  <a:lnTo>
                    <a:pt x="9029" y="598258"/>
                  </a:lnTo>
                  <a:lnTo>
                    <a:pt x="20002" y="643864"/>
                  </a:lnTo>
                  <a:lnTo>
                    <a:pt x="35001" y="687730"/>
                  </a:lnTo>
                  <a:lnTo>
                    <a:pt x="53822" y="729678"/>
                  </a:lnTo>
                  <a:lnTo>
                    <a:pt x="76238" y="769480"/>
                  </a:lnTo>
                  <a:lnTo>
                    <a:pt x="102057" y="806919"/>
                  </a:lnTo>
                  <a:lnTo>
                    <a:pt x="131064" y="841794"/>
                  </a:lnTo>
                  <a:lnTo>
                    <a:pt x="163042" y="873899"/>
                  </a:lnTo>
                  <a:lnTo>
                    <a:pt x="197789" y="903008"/>
                  </a:lnTo>
                  <a:lnTo>
                    <a:pt x="235089" y="928928"/>
                  </a:lnTo>
                  <a:lnTo>
                    <a:pt x="274739" y="951433"/>
                  </a:lnTo>
                  <a:lnTo>
                    <a:pt x="316522" y="970318"/>
                  </a:lnTo>
                  <a:lnTo>
                    <a:pt x="360235" y="985367"/>
                  </a:lnTo>
                  <a:lnTo>
                    <a:pt x="405663" y="996391"/>
                  </a:lnTo>
                  <a:lnTo>
                    <a:pt x="452602" y="1003147"/>
                  </a:lnTo>
                  <a:lnTo>
                    <a:pt x="500837" y="1005446"/>
                  </a:lnTo>
                  <a:lnTo>
                    <a:pt x="549071" y="1003147"/>
                  </a:lnTo>
                  <a:lnTo>
                    <a:pt x="596011" y="996391"/>
                  </a:lnTo>
                  <a:lnTo>
                    <a:pt x="641438" y="985367"/>
                  </a:lnTo>
                  <a:lnTo>
                    <a:pt x="685152" y="970318"/>
                  </a:lnTo>
                  <a:lnTo>
                    <a:pt x="726935" y="951433"/>
                  </a:lnTo>
                  <a:lnTo>
                    <a:pt x="766584" y="928928"/>
                  </a:lnTo>
                  <a:lnTo>
                    <a:pt x="803884" y="903008"/>
                  </a:lnTo>
                  <a:lnTo>
                    <a:pt x="838631" y="873899"/>
                  </a:lnTo>
                  <a:lnTo>
                    <a:pt x="870610" y="841794"/>
                  </a:lnTo>
                  <a:lnTo>
                    <a:pt x="899617" y="806919"/>
                  </a:lnTo>
                  <a:lnTo>
                    <a:pt x="925436" y="769480"/>
                  </a:lnTo>
                  <a:lnTo>
                    <a:pt x="947851" y="729678"/>
                  </a:lnTo>
                  <a:lnTo>
                    <a:pt x="966673" y="687730"/>
                  </a:lnTo>
                  <a:lnTo>
                    <a:pt x="981671" y="643864"/>
                  </a:lnTo>
                  <a:lnTo>
                    <a:pt x="992644" y="598258"/>
                  </a:lnTo>
                  <a:lnTo>
                    <a:pt x="999388" y="551141"/>
                  </a:lnTo>
                  <a:lnTo>
                    <a:pt x="1001674" y="502729"/>
                  </a:lnTo>
                  <a:lnTo>
                    <a:pt x="999223" y="453047"/>
                  </a:lnTo>
                  <a:lnTo>
                    <a:pt x="992505" y="407898"/>
                  </a:lnTo>
                  <a:lnTo>
                    <a:pt x="998601" y="402856"/>
                  </a:lnTo>
                  <a:lnTo>
                    <a:pt x="1026871" y="368465"/>
                  </a:lnTo>
                  <a:lnTo>
                    <a:pt x="1048219" y="329006"/>
                  </a:lnTo>
                  <a:lnTo>
                    <a:pt x="1061707" y="285394"/>
                  </a:lnTo>
                  <a:lnTo>
                    <a:pt x="1066419" y="23856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2223274" y="2016505"/>
              <a:ext cx="751840" cy="683260"/>
            </a:xfrm>
            <a:custGeom>
              <a:avLst/>
              <a:gdLst/>
              <a:ahLst/>
              <a:cxnLst/>
              <a:rect l="l" t="t" r="r" b="b"/>
              <a:pathLst>
                <a:path w="751839" h="683260">
                  <a:moveTo>
                    <a:pt x="751624" y="155054"/>
                  </a:moveTo>
                  <a:lnTo>
                    <a:pt x="739851" y="95719"/>
                  </a:lnTo>
                  <a:lnTo>
                    <a:pt x="706335" y="45415"/>
                  </a:lnTo>
                  <a:lnTo>
                    <a:pt x="656183" y="11798"/>
                  </a:lnTo>
                  <a:lnTo>
                    <a:pt x="597027" y="0"/>
                  </a:lnTo>
                  <a:lnTo>
                    <a:pt x="548157" y="7899"/>
                  </a:lnTo>
                  <a:lnTo>
                    <a:pt x="505726" y="29908"/>
                  </a:lnTo>
                  <a:lnTo>
                    <a:pt x="496265" y="39408"/>
                  </a:lnTo>
                  <a:lnTo>
                    <a:pt x="494233" y="38150"/>
                  </a:lnTo>
                  <a:lnTo>
                    <a:pt x="445236" y="17792"/>
                  </a:lnTo>
                  <a:lnTo>
                    <a:pt x="393522" y="5295"/>
                  </a:lnTo>
                  <a:lnTo>
                    <a:pt x="340017" y="1041"/>
                  </a:lnTo>
                  <a:lnTo>
                    <a:pt x="293878" y="4152"/>
                  </a:lnTo>
                  <a:lnTo>
                    <a:pt x="249618" y="13233"/>
                  </a:lnTo>
                  <a:lnTo>
                    <a:pt x="207670" y="27851"/>
                  </a:lnTo>
                  <a:lnTo>
                    <a:pt x="168402" y="47612"/>
                  </a:lnTo>
                  <a:lnTo>
                    <a:pt x="132245" y="72123"/>
                  </a:lnTo>
                  <a:lnTo>
                    <a:pt x="99593" y="100952"/>
                  </a:lnTo>
                  <a:lnTo>
                    <a:pt x="70853" y="133705"/>
                  </a:lnTo>
                  <a:lnTo>
                    <a:pt x="46418" y="169989"/>
                  </a:lnTo>
                  <a:lnTo>
                    <a:pt x="26720" y="209372"/>
                  </a:lnTo>
                  <a:lnTo>
                    <a:pt x="12153" y="251460"/>
                  </a:lnTo>
                  <a:lnTo>
                    <a:pt x="3111" y="295859"/>
                  </a:lnTo>
                  <a:lnTo>
                    <a:pt x="0" y="342138"/>
                  </a:lnTo>
                  <a:lnTo>
                    <a:pt x="3111" y="388429"/>
                  </a:lnTo>
                  <a:lnTo>
                    <a:pt x="12153" y="432816"/>
                  </a:lnTo>
                  <a:lnTo>
                    <a:pt x="26720" y="474916"/>
                  </a:lnTo>
                  <a:lnTo>
                    <a:pt x="46418" y="514299"/>
                  </a:lnTo>
                  <a:lnTo>
                    <a:pt x="70853" y="550583"/>
                  </a:lnTo>
                  <a:lnTo>
                    <a:pt x="99593" y="583336"/>
                  </a:lnTo>
                  <a:lnTo>
                    <a:pt x="132245" y="612165"/>
                  </a:lnTo>
                  <a:lnTo>
                    <a:pt x="168402" y="636676"/>
                  </a:lnTo>
                  <a:lnTo>
                    <a:pt x="207670" y="656437"/>
                  </a:lnTo>
                  <a:lnTo>
                    <a:pt x="249618" y="671055"/>
                  </a:lnTo>
                  <a:lnTo>
                    <a:pt x="293878" y="680123"/>
                  </a:lnTo>
                  <a:lnTo>
                    <a:pt x="340017" y="683234"/>
                  </a:lnTo>
                  <a:lnTo>
                    <a:pt x="386143" y="680123"/>
                  </a:lnTo>
                  <a:lnTo>
                    <a:pt x="430403" y="671055"/>
                  </a:lnTo>
                  <a:lnTo>
                    <a:pt x="472363" y="656437"/>
                  </a:lnTo>
                  <a:lnTo>
                    <a:pt x="511619" y="636676"/>
                  </a:lnTo>
                  <a:lnTo>
                    <a:pt x="547776" y="612165"/>
                  </a:lnTo>
                  <a:lnTo>
                    <a:pt x="580440" y="583336"/>
                  </a:lnTo>
                  <a:lnTo>
                    <a:pt x="609180" y="550583"/>
                  </a:lnTo>
                  <a:lnTo>
                    <a:pt x="633603" y="514299"/>
                  </a:lnTo>
                  <a:lnTo>
                    <a:pt x="653300" y="474916"/>
                  </a:lnTo>
                  <a:lnTo>
                    <a:pt x="667880" y="432816"/>
                  </a:lnTo>
                  <a:lnTo>
                    <a:pt x="676922" y="388429"/>
                  </a:lnTo>
                  <a:lnTo>
                    <a:pt x="680021" y="342138"/>
                  </a:lnTo>
                  <a:lnTo>
                    <a:pt x="675792" y="288455"/>
                  </a:lnTo>
                  <a:lnTo>
                    <a:pt x="675411" y="286905"/>
                  </a:lnTo>
                  <a:lnTo>
                    <a:pt x="688327" y="280200"/>
                  </a:lnTo>
                  <a:lnTo>
                    <a:pt x="721791" y="246634"/>
                  </a:lnTo>
                  <a:lnTo>
                    <a:pt x="743737" y="204063"/>
                  </a:lnTo>
                  <a:lnTo>
                    <a:pt x="751624" y="1550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2272795" y="2067365"/>
              <a:ext cx="581025" cy="582930"/>
            </a:xfrm>
            <a:custGeom>
              <a:avLst/>
              <a:gdLst/>
              <a:ahLst/>
              <a:cxnLst/>
              <a:rect l="l" t="t" r="r" b="b"/>
              <a:pathLst>
                <a:path w="581025" h="582930">
                  <a:moveTo>
                    <a:pt x="290498" y="582525"/>
                  </a:moveTo>
                  <a:lnTo>
                    <a:pt x="243378" y="578713"/>
                  </a:lnTo>
                  <a:lnTo>
                    <a:pt x="198678" y="567676"/>
                  </a:lnTo>
                  <a:lnTo>
                    <a:pt x="156997" y="550015"/>
                  </a:lnTo>
                  <a:lnTo>
                    <a:pt x="118933" y="526328"/>
                  </a:lnTo>
                  <a:lnTo>
                    <a:pt x="85085" y="497216"/>
                  </a:lnTo>
                  <a:lnTo>
                    <a:pt x="56049" y="463278"/>
                  </a:lnTo>
                  <a:lnTo>
                    <a:pt x="32424" y="425114"/>
                  </a:lnTo>
                  <a:lnTo>
                    <a:pt x="14809" y="383324"/>
                  </a:lnTo>
                  <a:lnTo>
                    <a:pt x="3802" y="338507"/>
                  </a:lnTo>
                  <a:lnTo>
                    <a:pt x="0" y="291262"/>
                  </a:lnTo>
                  <a:lnTo>
                    <a:pt x="3689" y="245424"/>
                  </a:lnTo>
                  <a:lnTo>
                    <a:pt x="14809" y="199201"/>
                  </a:lnTo>
                  <a:lnTo>
                    <a:pt x="32424" y="157410"/>
                  </a:lnTo>
                  <a:lnTo>
                    <a:pt x="56049" y="119246"/>
                  </a:lnTo>
                  <a:lnTo>
                    <a:pt x="85085" y="85308"/>
                  </a:lnTo>
                  <a:lnTo>
                    <a:pt x="118933" y="56196"/>
                  </a:lnTo>
                  <a:lnTo>
                    <a:pt x="156997" y="32510"/>
                  </a:lnTo>
                  <a:lnTo>
                    <a:pt x="198678" y="14848"/>
                  </a:lnTo>
                  <a:lnTo>
                    <a:pt x="243378" y="3812"/>
                  </a:lnTo>
                  <a:lnTo>
                    <a:pt x="290498" y="0"/>
                  </a:lnTo>
                  <a:lnTo>
                    <a:pt x="336216" y="3628"/>
                  </a:lnTo>
                  <a:lnTo>
                    <a:pt x="380397" y="14297"/>
                  </a:lnTo>
                  <a:lnTo>
                    <a:pt x="422260" y="31683"/>
                  </a:lnTo>
                  <a:lnTo>
                    <a:pt x="461025" y="55461"/>
                  </a:lnTo>
                  <a:lnTo>
                    <a:pt x="495912" y="85308"/>
                  </a:lnTo>
                  <a:lnTo>
                    <a:pt x="525681" y="120287"/>
                  </a:lnTo>
                  <a:lnTo>
                    <a:pt x="549397" y="159154"/>
                  </a:lnTo>
                  <a:lnTo>
                    <a:pt x="566737" y="201127"/>
                  </a:lnTo>
                  <a:lnTo>
                    <a:pt x="577378" y="245424"/>
                  </a:lnTo>
                  <a:lnTo>
                    <a:pt x="580997" y="291262"/>
                  </a:lnTo>
                  <a:lnTo>
                    <a:pt x="577194" y="338507"/>
                  </a:lnTo>
                  <a:lnTo>
                    <a:pt x="566187" y="383324"/>
                  </a:lnTo>
                  <a:lnTo>
                    <a:pt x="548572" y="425114"/>
                  </a:lnTo>
                  <a:lnTo>
                    <a:pt x="524947" y="463278"/>
                  </a:lnTo>
                  <a:lnTo>
                    <a:pt x="495912" y="497216"/>
                  </a:lnTo>
                  <a:lnTo>
                    <a:pt x="462063" y="526328"/>
                  </a:lnTo>
                  <a:lnTo>
                    <a:pt x="423999" y="550015"/>
                  </a:lnTo>
                  <a:lnTo>
                    <a:pt x="382318" y="567676"/>
                  </a:lnTo>
                  <a:lnTo>
                    <a:pt x="337618" y="578713"/>
                  </a:lnTo>
                  <a:lnTo>
                    <a:pt x="290498" y="582525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714352" y="2065001"/>
              <a:ext cx="212190" cy="213143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2412669" y="2207272"/>
              <a:ext cx="301625" cy="300990"/>
            </a:xfrm>
            <a:custGeom>
              <a:avLst/>
              <a:gdLst/>
              <a:ahLst/>
              <a:cxnLst/>
              <a:rect l="l" t="t" r="r" b="b"/>
              <a:pathLst>
                <a:path w="301625" h="300989">
                  <a:moveTo>
                    <a:pt x="301231" y="120650"/>
                  </a:moveTo>
                  <a:lnTo>
                    <a:pt x="180682" y="120650"/>
                  </a:lnTo>
                  <a:lnTo>
                    <a:pt x="180682" y="0"/>
                  </a:lnTo>
                  <a:lnTo>
                    <a:pt x="120561" y="0"/>
                  </a:lnTo>
                  <a:lnTo>
                    <a:pt x="120561" y="120650"/>
                  </a:lnTo>
                  <a:lnTo>
                    <a:pt x="0" y="120650"/>
                  </a:lnTo>
                  <a:lnTo>
                    <a:pt x="0" y="180340"/>
                  </a:lnTo>
                  <a:lnTo>
                    <a:pt x="120561" y="180340"/>
                  </a:lnTo>
                  <a:lnTo>
                    <a:pt x="120561" y="300990"/>
                  </a:lnTo>
                  <a:lnTo>
                    <a:pt x="180682" y="300990"/>
                  </a:lnTo>
                  <a:lnTo>
                    <a:pt x="180682" y="180340"/>
                  </a:lnTo>
                  <a:lnTo>
                    <a:pt x="301231" y="180340"/>
                  </a:lnTo>
                  <a:lnTo>
                    <a:pt x="301231" y="1206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5768441" y="1857501"/>
              <a:ext cx="1066800" cy="1005840"/>
            </a:xfrm>
            <a:custGeom>
              <a:avLst/>
              <a:gdLst/>
              <a:ahLst/>
              <a:cxnLst/>
              <a:rect l="l" t="t" r="r" b="b"/>
              <a:pathLst>
                <a:path w="1066800" h="1005839">
                  <a:moveTo>
                    <a:pt x="1066406" y="238556"/>
                  </a:moveTo>
                  <a:lnTo>
                    <a:pt x="1061923" y="193014"/>
                  </a:lnTo>
                  <a:lnTo>
                    <a:pt x="1048778" y="149644"/>
                  </a:lnTo>
                  <a:lnTo>
                    <a:pt x="1027506" y="109651"/>
                  </a:lnTo>
                  <a:lnTo>
                    <a:pt x="998588" y="74269"/>
                  </a:lnTo>
                  <a:lnTo>
                    <a:pt x="963320" y="45250"/>
                  </a:lnTo>
                  <a:lnTo>
                    <a:pt x="923467" y="23901"/>
                  </a:lnTo>
                  <a:lnTo>
                    <a:pt x="880237" y="10731"/>
                  </a:lnTo>
                  <a:lnTo>
                    <a:pt x="834859" y="6223"/>
                  </a:lnTo>
                  <a:lnTo>
                    <a:pt x="788187" y="10934"/>
                  </a:lnTo>
                  <a:lnTo>
                    <a:pt x="744715" y="24472"/>
                  </a:lnTo>
                  <a:lnTo>
                    <a:pt x="706869" y="45097"/>
                  </a:lnTo>
                  <a:lnTo>
                    <a:pt x="692492" y="38265"/>
                  </a:lnTo>
                  <a:lnTo>
                    <a:pt x="646493" y="21729"/>
                  </a:lnTo>
                  <a:lnTo>
                    <a:pt x="598995" y="9740"/>
                  </a:lnTo>
                  <a:lnTo>
                    <a:pt x="550329" y="2451"/>
                  </a:lnTo>
                  <a:lnTo>
                    <a:pt x="500837" y="0"/>
                  </a:lnTo>
                  <a:lnTo>
                    <a:pt x="452602" y="2298"/>
                  </a:lnTo>
                  <a:lnTo>
                    <a:pt x="405663" y="9055"/>
                  </a:lnTo>
                  <a:lnTo>
                    <a:pt x="360235" y="20078"/>
                  </a:lnTo>
                  <a:lnTo>
                    <a:pt x="316522" y="35128"/>
                  </a:lnTo>
                  <a:lnTo>
                    <a:pt x="274739" y="54013"/>
                  </a:lnTo>
                  <a:lnTo>
                    <a:pt x="235089" y="76517"/>
                  </a:lnTo>
                  <a:lnTo>
                    <a:pt x="197777" y="102438"/>
                  </a:lnTo>
                  <a:lnTo>
                    <a:pt x="163029" y="131546"/>
                  </a:lnTo>
                  <a:lnTo>
                    <a:pt x="131051" y="163652"/>
                  </a:lnTo>
                  <a:lnTo>
                    <a:pt x="102057" y="198526"/>
                  </a:lnTo>
                  <a:lnTo>
                    <a:pt x="76238" y="235966"/>
                  </a:lnTo>
                  <a:lnTo>
                    <a:pt x="53809" y="275767"/>
                  </a:lnTo>
                  <a:lnTo>
                    <a:pt x="35001" y="317715"/>
                  </a:lnTo>
                  <a:lnTo>
                    <a:pt x="20002" y="361581"/>
                  </a:lnTo>
                  <a:lnTo>
                    <a:pt x="9029" y="407187"/>
                  </a:lnTo>
                  <a:lnTo>
                    <a:pt x="2286" y="454304"/>
                  </a:lnTo>
                  <a:lnTo>
                    <a:pt x="0" y="502716"/>
                  </a:lnTo>
                  <a:lnTo>
                    <a:pt x="2286" y="551129"/>
                  </a:lnTo>
                  <a:lnTo>
                    <a:pt x="9029" y="598246"/>
                  </a:lnTo>
                  <a:lnTo>
                    <a:pt x="20002" y="643851"/>
                  </a:lnTo>
                  <a:lnTo>
                    <a:pt x="35001" y="687730"/>
                  </a:lnTo>
                  <a:lnTo>
                    <a:pt x="53809" y="729665"/>
                  </a:lnTo>
                  <a:lnTo>
                    <a:pt x="76238" y="769467"/>
                  </a:lnTo>
                  <a:lnTo>
                    <a:pt x="102057" y="806907"/>
                  </a:lnTo>
                  <a:lnTo>
                    <a:pt x="131051" y="841781"/>
                  </a:lnTo>
                  <a:lnTo>
                    <a:pt x="163029" y="873887"/>
                  </a:lnTo>
                  <a:lnTo>
                    <a:pt x="197777" y="902995"/>
                  </a:lnTo>
                  <a:lnTo>
                    <a:pt x="235089" y="928916"/>
                  </a:lnTo>
                  <a:lnTo>
                    <a:pt x="274739" y="951420"/>
                  </a:lnTo>
                  <a:lnTo>
                    <a:pt x="316522" y="970305"/>
                  </a:lnTo>
                  <a:lnTo>
                    <a:pt x="360235" y="985354"/>
                  </a:lnTo>
                  <a:lnTo>
                    <a:pt x="405663" y="996378"/>
                  </a:lnTo>
                  <a:lnTo>
                    <a:pt x="452602" y="1003134"/>
                  </a:lnTo>
                  <a:lnTo>
                    <a:pt x="500837" y="1005446"/>
                  </a:lnTo>
                  <a:lnTo>
                    <a:pt x="549071" y="1003134"/>
                  </a:lnTo>
                  <a:lnTo>
                    <a:pt x="595998" y="996378"/>
                  </a:lnTo>
                  <a:lnTo>
                    <a:pt x="641426" y="985354"/>
                  </a:lnTo>
                  <a:lnTo>
                    <a:pt x="685139" y="970305"/>
                  </a:lnTo>
                  <a:lnTo>
                    <a:pt x="726935" y="951420"/>
                  </a:lnTo>
                  <a:lnTo>
                    <a:pt x="766584" y="928916"/>
                  </a:lnTo>
                  <a:lnTo>
                    <a:pt x="803884" y="902995"/>
                  </a:lnTo>
                  <a:lnTo>
                    <a:pt x="838631" y="873887"/>
                  </a:lnTo>
                  <a:lnTo>
                    <a:pt x="870610" y="841781"/>
                  </a:lnTo>
                  <a:lnTo>
                    <a:pt x="899604" y="806907"/>
                  </a:lnTo>
                  <a:lnTo>
                    <a:pt x="925423" y="769467"/>
                  </a:lnTo>
                  <a:lnTo>
                    <a:pt x="947851" y="729665"/>
                  </a:lnTo>
                  <a:lnTo>
                    <a:pt x="966660" y="687730"/>
                  </a:lnTo>
                  <a:lnTo>
                    <a:pt x="981659" y="643851"/>
                  </a:lnTo>
                  <a:lnTo>
                    <a:pt x="992632" y="598246"/>
                  </a:lnTo>
                  <a:lnTo>
                    <a:pt x="999375" y="551129"/>
                  </a:lnTo>
                  <a:lnTo>
                    <a:pt x="1001661" y="502716"/>
                  </a:lnTo>
                  <a:lnTo>
                    <a:pt x="999210" y="453034"/>
                  </a:lnTo>
                  <a:lnTo>
                    <a:pt x="992505" y="407885"/>
                  </a:lnTo>
                  <a:lnTo>
                    <a:pt x="998588" y="402844"/>
                  </a:lnTo>
                  <a:lnTo>
                    <a:pt x="1026858" y="368452"/>
                  </a:lnTo>
                  <a:lnTo>
                    <a:pt x="1048207" y="328993"/>
                  </a:lnTo>
                  <a:lnTo>
                    <a:pt x="1061707" y="285381"/>
                  </a:lnTo>
                  <a:lnTo>
                    <a:pt x="1066406" y="238556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5929312" y="2016505"/>
              <a:ext cx="751840" cy="683260"/>
            </a:xfrm>
            <a:custGeom>
              <a:avLst/>
              <a:gdLst/>
              <a:ahLst/>
              <a:cxnLst/>
              <a:rect l="l" t="t" r="r" b="b"/>
              <a:pathLst>
                <a:path w="751840" h="683260">
                  <a:moveTo>
                    <a:pt x="751611" y="155054"/>
                  </a:moveTo>
                  <a:lnTo>
                    <a:pt x="739838" y="95719"/>
                  </a:lnTo>
                  <a:lnTo>
                    <a:pt x="706335" y="45415"/>
                  </a:lnTo>
                  <a:lnTo>
                    <a:pt x="656183" y="11798"/>
                  </a:lnTo>
                  <a:lnTo>
                    <a:pt x="597014" y="0"/>
                  </a:lnTo>
                  <a:lnTo>
                    <a:pt x="548157" y="7899"/>
                  </a:lnTo>
                  <a:lnTo>
                    <a:pt x="505714" y="29908"/>
                  </a:lnTo>
                  <a:lnTo>
                    <a:pt x="496252" y="39408"/>
                  </a:lnTo>
                  <a:lnTo>
                    <a:pt x="494220" y="38150"/>
                  </a:lnTo>
                  <a:lnTo>
                    <a:pt x="445223" y="17792"/>
                  </a:lnTo>
                  <a:lnTo>
                    <a:pt x="393509" y="5295"/>
                  </a:lnTo>
                  <a:lnTo>
                    <a:pt x="340004" y="1041"/>
                  </a:lnTo>
                  <a:lnTo>
                    <a:pt x="293865" y="4165"/>
                  </a:lnTo>
                  <a:lnTo>
                    <a:pt x="249618" y="13233"/>
                  </a:lnTo>
                  <a:lnTo>
                    <a:pt x="207657" y="27851"/>
                  </a:lnTo>
                  <a:lnTo>
                    <a:pt x="168402" y="47612"/>
                  </a:lnTo>
                  <a:lnTo>
                    <a:pt x="132232" y="72123"/>
                  </a:lnTo>
                  <a:lnTo>
                    <a:pt x="99580" y="100952"/>
                  </a:lnTo>
                  <a:lnTo>
                    <a:pt x="70840" y="133705"/>
                  </a:lnTo>
                  <a:lnTo>
                    <a:pt x="46418" y="169989"/>
                  </a:lnTo>
                  <a:lnTo>
                    <a:pt x="26720" y="209372"/>
                  </a:lnTo>
                  <a:lnTo>
                    <a:pt x="12141" y="251472"/>
                  </a:lnTo>
                  <a:lnTo>
                    <a:pt x="3098" y="295859"/>
                  </a:lnTo>
                  <a:lnTo>
                    <a:pt x="0" y="342138"/>
                  </a:lnTo>
                  <a:lnTo>
                    <a:pt x="3098" y="388429"/>
                  </a:lnTo>
                  <a:lnTo>
                    <a:pt x="12141" y="432816"/>
                  </a:lnTo>
                  <a:lnTo>
                    <a:pt x="26720" y="474916"/>
                  </a:lnTo>
                  <a:lnTo>
                    <a:pt x="46418" y="514299"/>
                  </a:lnTo>
                  <a:lnTo>
                    <a:pt x="70840" y="550583"/>
                  </a:lnTo>
                  <a:lnTo>
                    <a:pt x="99580" y="583336"/>
                  </a:lnTo>
                  <a:lnTo>
                    <a:pt x="132232" y="612165"/>
                  </a:lnTo>
                  <a:lnTo>
                    <a:pt x="168402" y="636676"/>
                  </a:lnTo>
                  <a:lnTo>
                    <a:pt x="207657" y="656437"/>
                  </a:lnTo>
                  <a:lnTo>
                    <a:pt x="249618" y="671055"/>
                  </a:lnTo>
                  <a:lnTo>
                    <a:pt x="293865" y="680123"/>
                  </a:lnTo>
                  <a:lnTo>
                    <a:pt x="340004" y="683247"/>
                  </a:lnTo>
                  <a:lnTo>
                    <a:pt x="386143" y="680123"/>
                  </a:lnTo>
                  <a:lnTo>
                    <a:pt x="430390" y="671055"/>
                  </a:lnTo>
                  <a:lnTo>
                    <a:pt x="472351" y="656437"/>
                  </a:lnTo>
                  <a:lnTo>
                    <a:pt x="511619" y="636676"/>
                  </a:lnTo>
                  <a:lnTo>
                    <a:pt x="547776" y="612165"/>
                  </a:lnTo>
                  <a:lnTo>
                    <a:pt x="580428" y="583336"/>
                  </a:lnTo>
                  <a:lnTo>
                    <a:pt x="609168" y="550583"/>
                  </a:lnTo>
                  <a:lnTo>
                    <a:pt x="633590" y="514299"/>
                  </a:lnTo>
                  <a:lnTo>
                    <a:pt x="653300" y="474916"/>
                  </a:lnTo>
                  <a:lnTo>
                    <a:pt x="667867" y="432816"/>
                  </a:lnTo>
                  <a:lnTo>
                    <a:pt x="676910" y="388429"/>
                  </a:lnTo>
                  <a:lnTo>
                    <a:pt x="680008" y="342138"/>
                  </a:lnTo>
                  <a:lnTo>
                    <a:pt x="675779" y="288467"/>
                  </a:lnTo>
                  <a:lnTo>
                    <a:pt x="675398" y="286905"/>
                  </a:lnTo>
                  <a:lnTo>
                    <a:pt x="688314" y="280200"/>
                  </a:lnTo>
                  <a:lnTo>
                    <a:pt x="721779" y="246634"/>
                  </a:lnTo>
                  <a:lnTo>
                    <a:pt x="743724" y="204063"/>
                  </a:lnTo>
                  <a:lnTo>
                    <a:pt x="751611" y="1550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5978826" y="2067366"/>
              <a:ext cx="581025" cy="582930"/>
            </a:xfrm>
            <a:custGeom>
              <a:avLst/>
              <a:gdLst/>
              <a:ahLst/>
              <a:cxnLst/>
              <a:rect l="l" t="t" r="r" b="b"/>
              <a:pathLst>
                <a:path w="581025" h="582930">
                  <a:moveTo>
                    <a:pt x="290498" y="582525"/>
                  </a:moveTo>
                  <a:lnTo>
                    <a:pt x="243377" y="578713"/>
                  </a:lnTo>
                  <a:lnTo>
                    <a:pt x="198678" y="567676"/>
                  </a:lnTo>
                  <a:lnTo>
                    <a:pt x="156997" y="550015"/>
                  </a:lnTo>
                  <a:lnTo>
                    <a:pt x="118933" y="526328"/>
                  </a:lnTo>
                  <a:lnTo>
                    <a:pt x="85084" y="497216"/>
                  </a:lnTo>
                  <a:lnTo>
                    <a:pt x="56049" y="463278"/>
                  </a:lnTo>
                  <a:lnTo>
                    <a:pt x="32424" y="425114"/>
                  </a:lnTo>
                  <a:lnTo>
                    <a:pt x="14809" y="383324"/>
                  </a:lnTo>
                  <a:lnTo>
                    <a:pt x="3802" y="338507"/>
                  </a:lnTo>
                  <a:lnTo>
                    <a:pt x="0" y="291262"/>
                  </a:lnTo>
                  <a:lnTo>
                    <a:pt x="3688" y="245424"/>
                  </a:lnTo>
                  <a:lnTo>
                    <a:pt x="14809" y="199201"/>
                  </a:lnTo>
                  <a:lnTo>
                    <a:pt x="32424" y="157410"/>
                  </a:lnTo>
                  <a:lnTo>
                    <a:pt x="56049" y="119246"/>
                  </a:lnTo>
                  <a:lnTo>
                    <a:pt x="85084" y="85308"/>
                  </a:lnTo>
                  <a:lnTo>
                    <a:pt x="118933" y="56196"/>
                  </a:lnTo>
                  <a:lnTo>
                    <a:pt x="156997" y="32510"/>
                  </a:lnTo>
                  <a:lnTo>
                    <a:pt x="198678" y="14848"/>
                  </a:lnTo>
                  <a:lnTo>
                    <a:pt x="243377" y="3812"/>
                  </a:lnTo>
                  <a:lnTo>
                    <a:pt x="290498" y="0"/>
                  </a:lnTo>
                  <a:lnTo>
                    <a:pt x="336216" y="3628"/>
                  </a:lnTo>
                  <a:lnTo>
                    <a:pt x="380397" y="14297"/>
                  </a:lnTo>
                  <a:lnTo>
                    <a:pt x="422260" y="31683"/>
                  </a:lnTo>
                  <a:lnTo>
                    <a:pt x="461025" y="55461"/>
                  </a:lnTo>
                  <a:lnTo>
                    <a:pt x="495911" y="85308"/>
                  </a:lnTo>
                  <a:lnTo>
                    <a:pt x="525680" y="120287"/>
                  </a:lnTo>
                  <a:lnTo>
                    <a:pt x="549396" y="159154"/>
                  </a:lnTo>
                  <a:lnTo>
                    <a:pt x="566737" y="201127"/>
                  </a:lnTo>
                  <a:lnTo>
                    <a:pt x="577378" y="245424"/>
                  </a:lnTo>
                  <a:lnTo>
                    <a:pt x="580997" y="291262"/>
                  </a:lnTo>
                  <a:lnTo>
                    <a:pt x="577195" y="338507"/>
                  </a:lnTo>
                  <a:lnTo>
                    <a:pt x="566187" y="383324"/>
                  </a:lnTo>
                  <a:lnTo>
                    <a:pt x="548572" y="425114"/>
                  </a:lnTo>
                  <a:lnTo>
                    <a:pt x="524947" y="463278"/>
                  </a:lnTo>
                  <a:lnTo>
                    <a:pt x="495911" y="497216"/>
                  </a:lnTo>
                  <a:lnTo>
                    <a:pt x="462063" y="526328"/>
                  </a:lnTo>
                  <a:lnTo>
                    <a:pt x="423999" y="550015"/>
                  </a:lnTo>
                  <a:lnTo>
                    <a:pt x="382318" y="567676"/>
                  </a:lnTo>
                  <a:lnTo>
                    <a:pt x="337618" y="578713"/>
                  </a:lnTo>
                  <a:lnTo>
                    <a:pt x="290498" y="582525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420383" y="2065002"/>
              <a:ext cx="212190" cy="213143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6118695" y="2207272"/>
              <a:ext cx="301625" cy="300990"/>
            </a:xfrm>
            <a:custGeom>
              <a:avLst/>
              <a:gdLst/>
              <a:ahLst/>
              <a:cxnLst/>
              <a:rect l="l" t="t" r="r" b="b"/>
              <a:pathLst>
                <a:path w="301625" h="300989">
                  <a:moveTo>
                    <a:pt x="301244" y="120650"/>
                  </a:moveTo>
                  <a:lnTo>
                    <a:pt x="180682" y="120650"/>
                  </a:lnTo>
                  <a:lnTo>
                    <a:pt x="180682" y="0"/>
                  </a:lnTo>
                  <a:lnTo>
                    <a:pt x="120561" y="0"/>
                  </a:lnTo>
                  <a:lnTo>
                    <a:pt x="120561" y="120650"/>
                  </a:lnTo>
                  <a:lnTo>
                    <a:pt x="0" y="120650"/>
                  </a:lnTo>
                  <a:lnTo>
                    <a:pt x="0" y="180340"/>
                  </a:lnTo>
                  <a:lnTo>
                    <a:pt x="120561" y="180340"/>
                  </a:lnTo>
                  <a:lnTo>
                    <a:pt x="120561" y="300990"/>
                  </a:lnTo>
                  <a:lnTo>
                    <a:pt x="180682" y="300990"/>
                  </a:lnTo>
                  <a:lnTo>
                    <a:pt x="180682" y="180340"/>
                  </a:lnTo>
                  <a:lnTo>
                    <a:pt x="301244" y="180340"/>
                  </a:lnTo>
                  <a:lnTo>
                    <a:pt x="301244" y="1206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528504" y="2177850"/>
              <a:ext cx="2995295" cy="2597785"/>
            </a:xfrm>
            <a:custGeom>
              <a:avLst/>
              <a:gdLst/>
              <a:ahLst/>
              <a:cxnLst/>
              <a:rect l="l" t="t" r="r" b="b"/>
              <a:pathLst>
                <a:path w="2995295" h="2597785">
                  <a:moveTo>
                    <a:pt x="2995124" y="0"/>
                  </a:moveTo>
                  <a:lnTo>
                    <a:pt x="2995124" y="2597632"/>
                  </a:lnTo>
                  <a:lnTo>
                    <a:pt x="0" y="2597632"/>
                  </a:lnTo>
                </a:path>
              </a:pathLst>
            </a:custGeom>
            <a:ln w="38099">
              <a:solidFill>
                <a:srgbClr val="E473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 descr=""/>
          <p:cNvSpPr txBox="1"/>
          <p:nvPr/>
        </p:nvSpPr>
        <p:spPr>
          <a:xfrm>
            <a:off x="6936380" y="1599023"/>
            <a:ext cx="94297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0F9D58"/>
                </a:solidFill>
                <a:latin typeface="Roboto"/>
                <a:cs typeface="Roboto"/>
              </a:rPr>
              <a:t>ReplicaSet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60" name="object 6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55" name="object 55" descr=""/>
          <p:cNvSpPr txBox="1"/>
          <p:nvPr/>
        </p:nvSpPr>
        <p:spPr>
          <a:xfrm>
            <a:off x="7040324" y="1827623"/>
            <a:ext cx="177165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1460" indent="-238760">
              <a:lnSpc>
                <a:spcPct val="100000"/>
              </a:lnSpc>
              <a:spcBef>
                <a:spcPts val="100"/>
              </a:spcBef>
              <a:buChar char="-"/>
              <a:tabLst>
                <a:tab pos="251460" algn="l"/>
              </a:tabLst>
            </a:pPr>
            <a:r>
              <a:rPr dirty="0" sz="1500" b="1">
                <a:solidFill>
                  <a:srgbClr val="0F9D58"/>
                </a:solidFill>
                <a:latin typeface="Roboto"/>
                <a:cs typeface="Roboto"/>
              </a:rPr>
              <a:t>name:</a:t>
            </a:r>
            <a:r>
              <a:rPr dirty="0" sz="1500" spc="20" b="1">
                <a:solidFill>
                  <a:srgbClr val="0F9D58"/>
                </a:solidFill>
                <a:latin typeface="Roboto"/>
                <a:cs typeface="Roboto"/>
              </a:rPr>
              <a:t> </a:t>
            </a:r>
            <a:r>
              <a:rPr dirty="0" sz="1500" spc="-20" b="1">
                <a:solidFill>
                  <a:srgbClr val="0F9D58"/>
                </a:solidFill>
                <a:latin typeface="Roboto"/>
                <a:cs typeface="Roboto"/>
              </a:rPr>
              <a:t>my-app-</a:t>
            </a:r>
            <a:r>
              <a:rPr dirty="0" sz="1500" spc="-25" b="1">
                <a:solidFill>
                  <a:srgbClr val="0F9D58"/>
                </a:solidFill>
                <a:latin typeface="Roboto"/>
                <a:cs typeface="Roboto"/>
              </a:rPr>
              <a:t>v2</a:t>
            </a:r>
            <a:endParaRPr sz="1500">
              <a:latin typeface="Roboto"/>
              <a:cs typeface="Roboto"/>
            </a:endParaRPr>
          </a:p>
          <a:p>
            <a:pPr marL="251460" indent="-238760">
              <a:lnSpc>
                <a:spcPct val="100000"/>
              </a:lnSpc>
              <a:buChar char="-"/>
              <a:tabLst>
                <a:tab pos="251460" algn="l"/>
              </a:tabLst>
            </a:pPr>
            <a:r>
              <a:rPr dirty="0" sz="1500" spc="-10" b="1">
                <a:solidFill>
                  <a:srgbClr val="0F9D58"/>
                </a:solidFill>
                <a:latin typeface="Roboto"/>
                <a:cs typeface="Roboto"/>
              </a:rPr>
              <a:t>replicas:</a:t>
            </a:r>
            <a:r>
              <a:rPr dirty="0" sz="1500" spc="-15" b="1">
                <a:solidFill>
                  <a:srgbClr val="0F9D58"/>
                </a:solidFill>
                <a:latin typeface="Roboto"/>
                <a:cs typeface="Roboto"/>
              </a:rPr>
              <a:t> </a:t>
            </a:r>
            <a:r>
              <a:rPr dirty="0" sz="1500" spc="-50" b="1">
                <a:solidFill>
                  <a:srgbClr val="0F9D58"/>
                </a:solidFill>
                <a:latin typeface="Roboto"/>
                <a:cs typeface="Roboto"/>
              </a:rPr>
              <a:t>1</a:t>
            </a:r>
            <a:endParaRPr sz="1500">
              <a:latin typeface="Roboto"/>
              <a:cs typeface="Roboto"/>
            </a:endParaRPr>
          </a:p>
          <a:p>
            <a:pPr marL="251460" indent="-238760">
              <a:lnSpc>
                <a:spcPct val="100000"/>
              </a:lnSpc>
              <a:buChar char="-"/>
              <a:tabLst>
                <a:tab pos="251460" algn="l"/>
              </a:tabLst>
            </a:pPr>
            <a:r>
              <a:rPr dirty="0" sz="1500" spc="-10" b="1">
                <a:solidFill>
                  <a:srgbClr val="0F9D58"/>
                </a:solidFill>
                <a:latin typeface="Roboto"/>
                <a:cs typeface="Roboto"/>
              </a:rPr>
              <a:t>selector: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7383224" y="2513423"/>
            <a:ext cx="128651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1460" indent="-238760">
              <a:lnSpc>
                <a:spcPct val="100000"/>
              </a:lnSpc>
              <a:spcBef>
                <a:spcPts val="100"/>
              </a:spcBef>
              <a:buChar char="-"/>
              <a:tabLst>
                <a:tab pos="251460" algn="l"/>
              </a:tabLst>
            </a:pPr>
            <a:r>
              <a:rPr dirty="0" sz="1500" b="1">
                <a:solidFill>
                  <a:srgbClr val="0F9D58"/>
                </a:solidFill>
                <a:latin typeface="Roboto"/>
                <a:cs typeface="Roboto"/>
              </a:rPr>
              <a:t>app:</a:t>
            </a:r>
            <a:r>
              <a:rPr dirty="0" sz="1500" spc="-50" b="1">
                <a:solidFill>
                  <a:srgbClr val="0F9D58"/>
                </a:solidFill>
                <a:latin typeface="Roboto"/>
                <a:cs typeface="Roboto"/>
              </a:rPr>
              <a:t> </a:t>
            </a:r>
            <a:r>
              <a:rPr dirty="0" sz="1500" spc="-10" b="1">
                <a:solidFill>
                  <a:srgbClr val="0F9D58"/>
                </a:solidFill>
                <a:latin typeface="Roboto"/>
                <a:cs typeface="Roboto"/>
              </a:rPr>
              <a:t>MyApp</a:t>
            </a:r>
            <a:endParaRPr sz="1500">
              <a:latin typeface="Roboto"/>
              <a:cs typeface="Roboto"/>
            </a:endParaRPr>
          </a:p>
          <a:p>
            <a:pPr marL="251460" indent="-238760">
              <a:lnSpc>
                <a:spcPct val="100000"/>
              </a:lnSpc>
              <a:buChar char="-"/>
              <a:tabLst>
                <a:tab pos="251460" algn="l"/>
              </a:tabLst>
            </a:pPr>
            <a:r>
              <a:rPr dirty="0" sz="1500" spc="-10" b="1">
                <a:solidFill>
                  <a:srgbClr val="0F9D58"/>
                </a:solidFill>
                <a:latin typeface="Roboto"/>
                <a:cs typeface="Roboto"/>
              </a:rPr>
              <a:t>version:</a:t>
            </a:r>
            <a:r>
              <a:rPr dirty="0" sz="1500" spc="-15" b="1">
                <a:solidFill>
                  <a:srgbClr val="0F9D58"/>
                </a:solidFill>
                <a:latin typeface="Roboto"/>
                <a:cs typeface="Roboto"/>
              </a:rPr>
              <a:t> </a:t>
            </a:r>
            <a:r>
              <a:rPr dirty="0" sz="1500" spc="-25" b="1">
                <a:solidFill>
                  <a:srgbClr val="0F9D58"/>
                </a:solidFill>
                <a:latin typeface="Roboto"/>
                <a:cs typeface="Roboto"/>
              </a:rPr>
              <a:t>v2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3495168" y="617854"/>
            <a:ext cx="139065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D84437"/>
                </a:solidFill>
                <a:latin typeface="Roboto"/>
                <a:cs typeface="Roboto"/>
              </a:rPr>
              <a:t>Service</a:t>
            </a:r>
            <a:endParaRPr sz="1500">
              <a:latin typeface="Roboto"/>
              <a:cs typeface="Roboto"/>
            </a:endParaRPr>
          </a:p>
          <a:p>
            <a:pPr marL="116205">
              <a:lnSpc>
                <a:spcPct val="100000"/>
              </a:lnSpc>
              <a:tabLst>
                <a:tab pos="354965" algn="l"/>
              </a:tabLst>
            </a:pPr>
            <a:r>
              <a:rPr dirty="0" sz="1500" spc="-50" b="1">
                <a:solidFill>
                  <a:srgbClr val="D84437"/>
                </a:solidFill>
                <a:latin typeface="Roboto"/>
                <a:cs typeface="Roboto"/>
              </a:rPr>
              <a:t>-</a:t>
            </a:r>
            <a:r>
              <a:rPr dirty="0" sz="1500" b="1">
                <a:solidFill>
                  <a:srgbClr val="D84437"/>
                </a:solidFill>
                <a:latin typeface="Roboto"/>
                <a:cs typeface="Roboto"/>
              </a:rPr>
              <a:t>	app:</a:t>
            </a:r>
            <a:r>
              <a:rPr dirty="0" sz="1500" spc="-50" b="1">
                <a:solidFill>
                  <a:srgbClr val="D84437"/>
                </a:solidFill>
                <a:latin typeface="Roboto"/>
                <a:cs typeface="Roboto"/>
              </a:rPr>
              <a:t> </a:t>
            </a:r>
            <a:r>
              <a:rPr dirty="0" sz="1500" spc="-10" b="1">
                <a:solidFill>
                  <a:srgbClr val="D84437"/>
                </a:solidFill>
                <a:latin typeface="Roboto"/>
                <a:cs typeface="Roboto"/>
              </a:rPr>
              <a:t>MyApp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Rolling</a:t>
            </a:r>
            <a:r>
              <a:rPr dirty="0" spc="-35"/>
              <a:t> </a:t>
            </a:r>
            <a:r>
              <a:rPr dirty="0" spc="-10"/>
              <a:t>Update</a:t>
            </a:r>
          </a:p>
        </p:txBody>
      </p:sp>
      <p:sp>
        <p:nvSpPr>
          <p:cNvPr id="59" name="object 59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105153" y="1164309"/>
            <a:ext cx="5666740" cy="3623310"/>
            <a:chOff x="1105153" y="1164309"/>
            <a:chExt cx="5666740" cy="3623310"/>
          </a:xfrm>
        </p:grpSpPr>
        <p:sp>
          <p:nvSpPr>
            <p:cNvPr id="3" name="object 3" descr=""/>
            <p:cNvSpPr/>
            <p:nvPr/>
          </p:nvSpPr>
          <p:spPr>
            <a:xfrm>
              <a:off x="4525462" y="2170911"/>
              <a:ext cx="1780539" cy="2597785"/>
            </a:xfrm>
            <a:custGeom>
              <a:avLst/>
              <a:gdLst/>
              <a:ahLst/>
              <a:cxnLst/>
              <a:rect l="l" t="t" r="r" b="b"/>
              <a:pathLst>
                <a:path w="1780539" h="2597785">
                  <a:moveTo>
                    <a:pt x="0" y="0"/>
                  </a:moveTo>
                  <a:lnTo>
                    <a:pt x="0" y="2597632"/>
                  </a:lnTo>
                  <a:lnTo>
                    <a:pt x="1780361" y="2597632"/>
                  </a:lnTo>
                </a:path>
              </a:pathLst>
            </a:custGeom>
            <a:ln w="38099">
              <a:solidFill>
                <a:srgbClr val="E473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4806899" y="3607422"/>
              <a:ext cx="961390" cy="899794"/>
            </a:xfrm>
            <a:custGeom>
              <a:avLst/>
              <a:gdLst/>
              <a:ahLst/>
              <a:cxnLst/>
              <a:rect l="l" t="t" r="r" b="b"/>
              <a:pathLst>
                <a:path w="961389" h="899795">
                  <a:moveTo>
                    <a:pt x="961313" y="201891"/>
                  </a:moveTo>
                  <a:lnTo>
                    <a:pt x="957389" y="162318"/>
                  </a:lnTo>
                  <a:lnTo>
                    <a:pt x="945934" y="124625"/>
                  </a:lnTo>
                  <a:lnTo>
                    <a:pt x="927366" y="89877"/>
                  </a:lnTo>
                  <a:lnTo>
                    <a:pt x="902131" y="59131"/>
                  </a:lnTo>
                  <a:lnTo>
                    <a:pt x="871347" y="33921"/>
                  </a:lnTo>
                  <a:lnTo>
                    <a:pt x="836574" y="15367"/>
                  </a:lnTo>
                  <a:lnTo>
                    <a:pt x="798855" y="3911"/>
                  </a:lnTo>
                  <a:lnTo>
                    <a:pt x="759244" y="0"/>
                  </a:lnTo>
                  <a:lnTo>
                    <a:pt x="712914" y="5321"/>
                  </a:lnTo>
                  <a:lnTo>
                    <a:pt x="670394" y="20510"/>
                  </a:lnTo>
                  <a:lnTo>
                    <a:pt x="632866" y="44348"/>
                  </a:lnTo>
                  <a:lnTo>
                    <a:pt x="614095" y="63106"/>
                  </a:lnTo>
                  <a:lnTo>
                    <a:pt x="581685" y="49669"/>
                  </a:lnTo>
                  <a:lnTo>
                    <a:pt x="534809" y="36144"/>
                  </a:lnTo>
                  <a:lnTo>
                    <a:pt x="486486" y="27889"/>
                  </a:lnTo>
                  <a:lnTo>
                    <a:pt x="437159" y="25095"/>
                  </a:lnTo>
                  <a:lnTo>
                    <a:pt x="389521" y="27660"/>
                  </a:lnTo>
                  <a:lnTo>
                    <a:pt x="343382" y="35179"/>
                  </a:lnTo>
                  <a:lnTo>
                    <a:pt x="298983" y="47383"/>
                  </a:lnTo>
                  <a:lnTo>
                    <a:pt x="256603" y="63995"/>
                  </a:lnTo>
                  <a:lnTo>
                    <a:pt x="216522" y="84772"/>
                  </a:lnTo>
                  <a:lnTo>
                    <a:pt x="178981" y="109423"/>
                  </a:lnTo>
                  <a:lnTo>
                    <a:pt x="144259" y="137693"/>
                  </a:lnTo>
                  <a:lnTo>
                    <a:pt x="112623" y="169316"/>
                  </a:lnTo>
                  <a:lnTo>
                    <a:pt x="84340" y="204025"/>
                  </a:lnTo>
                  <a:lnTo>
                    <a:pt x="59690" y="241554"/>
                  </a:lnTo>
                  <a:lnTo>
                    <a:pt x="38912" y="281635"/>
                  </a:lnTo>
                  <a:lnTo>
                    <a:pt x="22288" y="324002"/>
                  </a:lnTo>
                  <a:lnTo>
                    <a:pt x="10083" y="368388"/>
                  </a:lnTo>
                  <a:lnTo>
                    <a:pt x="2565" y="414515"/>
                  </a:lnTo>
                  <a:lnTo>
                    <a:pt x="0" y="462140"/>
                  </a:lnTo>
                  <a:lnTo>
                    <a:pt x="2565" y="509765"/>
                  </a:lnTo>
                  <a:lnTo>
                    <a:pt x="10083" y="555891"/>
                  </a:lnTo>
                  <a:lnTo>
                    <a:pt x="22288" y="600278"/>
                  </a:lnTo>
                  <a:lnTo>
                    <a:pt x="38912" y="642645"/>
                  </a:lnTo>
                  <a:lnTo>
                    <a:pt x="59690" y="682726"/>
                  </a:lnTo>
                  <a:lnTo>
                    <a:pt x="84340" y="720255"/>
                  </a:lnTo>
                  <a:lnTo>
                    <a:pt x="112623" y="754964"/>
                  </a:lnTo>
                  <a:lnTo>
                    <a:pt x="144259" y="786587"/>
                  </a:lnTo>
                  <a:lnTo>
                    <a:pt x="178981" y="814857"/>
                  </a:lnTo>
                  <a:lnTo>
                    <a:pt x="216522" y="839508"/>
                  </a:lnTo>
                  <a:lnTo>
                    <a:pt x="256603" y="860285"/>
                  </a:lnTo>
                  <a:lnTo>
                    <a:pt x="298983" y="876896"/>
                  </a:lnTo>
                  <a:lnTo>
                    <a:pt x="343382" y="889101"/>
                  </a:lnTo>
                  <a:lnTo>
                    <a:pt x="389521" y="896620"/>
                  </a:lnTo>
                  <a:lnTo>
                    <a:pt x="437159" y="899185"/>
                  </a:lnTo>
                  <a:lnTo>
                    <a:pt x="484797" y="896620"/>
                  </a:lnTo>
                  <a:lnTo>
                    <a:pt x="530936" y="889101"/>
                  </a:lnTo>
                  <a:lnTo>
                    <a:pt x="575335" y="876896"/>
                  </a:lnTo>
                  <a:lnTo>
                    <a:pt x="617715" y="860285"/>
                  </a:lnTo>
                  <a:lnTo>
                    <a:pt x="657796" y="839508"/>
                  </a:lnTo>
                  <a:lnTo>
                    <a:pt x="695337" y="814857"/>
                  </a:lnTo>
                  <a:lnTo>
                    <a:pt x="730059" y="786587"/>
                  </a:lnTo>
                  <a:lnTo>
                    <a:pt x="761695" y="754964"/>
                  </a:lnTo>
                  <a:lnTo>
                    <a:pt x="789965" y="720255"/>
                  </a:lnTo>
                  <a:lnTo>
                    <a:pt x="814628" y="682726"/>
                  </a:lnTo>
                  <a:lnTo>
                    <a:pt x="835406" y="642645"/>
                  </a:lnTo>
                  <a:lnTo>
                    <a:pt x="852030" y="600278"/>
                  </a:lnTo>
                  <a:lnTo>
                    <a:pt x="864235" y="555891"/>
                  </a:lnTo>
                  <a:lnTo>
                    <a:pt x="871753" y="509765"/>
                  </a:lnTo>
                  <a:lnTo>
                    <a:pt x="874318" y="462140"/>
                  </a:lnTo>
                  <a:lnTo>
                    <a:pt x="871524" y="412826"/>
                  </a:lnTo>
                  <a:lnTo>
                    <a:pt x="864666" y="372745"/>
                  </a:lnTo>
                  <a:lnTo>
                    <a:pt x="885621" y="359422"/>
                  </a:lnTo>
                  <a:lnTo>
                    <a:pt x="916914" y="328168"/>
                  </a:lnTo>
                  <a:lnTo>
                    <a:pt x="940765" y="290677"/>
                  </a:lnTo>
                  <a:lnTo>
                    <a:pt x="955967" y="248183"/>
                  </a:lnTo>
                  <a:lnTo>
                    <a:pt x="961313" y="201891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424435" y="3667739"/>
              <a:ext cx="283845" cy="283210"/>
            </a:xfrm>
            <a:custGeom>
              <a:avLst/>
              <a:gdLst/>
              <a:ahLst/>
              <a:cxnLst/>
              <a:rect l="l" t="t" r="r" b="b"/>
              <a:pathLst>
                <a:path w="283845" h="283210">
                  <a:moveTo>
                    <a:pt x="141711" y="283121"/>
                  </a:moveTo>
                  <a:lnTo>
                    <a:pt x="96919" y="275904"/>
                  </a:lnTo>
                  <a:lnTo>
                    <a:pt x="58018" y="255808"/>
                  </a:lnTo>
                  <a:lnTo>
                    <a:pt x="27341" y="225165"/>
                  </a:lnTo>
                  <a:lnTo>
                    <a:pt x="7224" y="186305"/>
                  </a:lnTo>
                  <a:lnTo>
                    <a:pt x="0" y="141560"/>
                  </a:lnTo>
                  <a:lnTo>
                    <a:pt x="7224" y="96816"/>
                  </a:lnTo>
                  <a:lnTo>
                    <a:pt x="27341" y="57956"/>
                  </a:lnTo>
                  <a:lnTo>
                    <a:pt x="58018" y="27312"/>
                  </a:lnTo>
                  <a:lnTo>
                    <a:pt x="96919" y="7216"/>
                  </a:lnTo>
                  <a:lnTo>
                    <a:pt x="141711" y="0"/>
                  </a:lnTo>
                  <a:lnTo>
                    <a:pt x="169486" y="2745"/>
                  </a:lnTo>
                  <a:lnTo>
                    <a:pt x="220332" y="23783"/>
                  </a:lnTo>
                  <a:lnTo>
                    <a:pt x="259613" y="63022"/>
                  </a:lnTo>
                  <a:lnTo>
                    <a:pt x="280674" y="113814"/>
                  </a:lnTo>
                  <a:lnTo>
                    <a:pt x="283422" y="141560"/>
                  </a:lnTo>
                  <a:lnTo>
                    <a:pt x="276197" y="186305"/>
                  </a:lnTo>
                  <a:lnTo>
                    <a:pt x="256080" y="225165"/>
                  </a:lnTo>
                  <a:lnTo>
                    <a:pt x="225403" y="255808"/>
                  </a:lnTo>
                  <a:lnTo>
                    <a:pt x="186502" y="275904"/>
                  </a:lnTo>
                  <a:lnTo>
                    <a:pt x="141711" y="2831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531272" y="3746159"/>
              <a:ext cx="109855" cy="126364"/>
            </a:xfrm>
            <a:custGeom>
              <a:avLst/>
              <a:gdLst/>
              <a:ahLst/>
              <a:cxnLst/>
              <a:rect l="l" t="t" r="r" b="b"/>
              <a:pathLst>
                <a:path w="109854" h="126364">
                  <a:moveTo>
                    <a:pt x="0" y="126281"/>
                  </a:moveTo>
                  <a:lnTo>
                    <a:pt x="0" y="0"/>
                  </a:lnTo>
                  <a:lnTo>
                    <a:pt x="109232" y="63140"/>
                  </a:lnTo>
                  <a:lnTo>
                    <a:pt x="0" y="126281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10358" y="3832936"/>
              <a:ext cx="220122" cy="220621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5151894" y="3853027"/>
              <a:ext cx="125095" cy="125095"/>
            </a:xfrm>
            <a:custGeom>
              <a:avLst/>
              <a:gdLst/>
              <a:ahLst/>
              <a:cxnLst/>
              <a:rect l="l" t="t" r="r" b="b"/>
              <a:pathLst>
                <a:path w="125095" h="125095">
                  <a:moveTo>
                    <a:pt x="124472" y="69888"/>
                  </a:moveTo>
                  <a:lnTo>
                    <a:pt x="115671" y="65062"/>
                  </a:lnTo>
                  <a:lnTo>
                    <a:pt x="115747" y="58737"/>
                  </a:lnTo>
                  <a:lnTo>
                    <a:pt x="115100" y="55448"/>
                  </a:lnTo>
                  <a:lnTo>
                    <a:pt x="123113" y="50444"/>
                  </a:lnTo>
                  <a:lnTo>
                    <a:pt x="118300" y="35407"/>
                  </a:lnTo>
                  <a:lnTo>
                    <a:pt x="107835" y="36131"/>
                  </a:lnTo>
                  <a:lnTo>
                    <a:pt x="104165" y="30607"/>
                  </a:lnTo>
                  <a:lnTo>
                    <a:pt x="102946" y="29400"/>
                  </a:lnTo>
                  <a:lnTo>
                    <a:pt x="107530" y="19710"/>
                  </a:lnTo>
                  <a:lnTo>
                    <a:pt x="95313" y="9715"/>
                  </a:lnTo>
                  <a:lnTo>
                    <a:pt x="86093" y="16560"/>
                  </a:lnTo>
                  <a:lnTo>
                    <a:pt x="78473" y="13335"/>
                  </a:lnTo>
                  <a:lnTo>
                    <a:pt x="76847" y="1790"/>
                  </a:lnTo>
                  <a:lnTo>
                    <a:pt x="61137" y="0"/>
                  </a:lnTo>
                  <a:lnTo>
                    <a:pt x="56616" y="12065"/>
                  </a:lnTo>
                  <a:lnTo>
                    <a:pt x="50038" y="12598"/>
                  </a:lnTo>
                  <a:lnTo>
                    <a:pt x="42062" y="3187"/>
                  </a:lnTo>
                  <a:lnTo>
                    <a:pt x="27889" y="10198"/>
                  </a:lnTo>
                  <a:lnTo>
                    <a:pt x="30289" y="21183"/>
                  </a:lnTo>
                  <a:lnTo>
                    <a:pt x="28638" y="22009"/>
                  </a:lnTo>
                  <a:lnTo>
                    <a:pt x="24384" y="26847"/>
                  </a:lnTo>
                  <a:lnTo>
                    <a:pt x="13169" y="23444"/>
                  </a:lnTo>
                  <a:lnTo>
                    <a:pt x="5092" y="37020"/>
                  </a:lnTo>
                  <a:lnTo>
                    <a:pt x="12814" y="44742"/>
                  </a:lnTo>
                  <a:lnTo>
                    <a:pt x="10134" y="52857"/>
                  </a:lnTo>
                  <a:lnTo>
                    <a:pt x="0" y="55714"/>
                  </a:lnTo>
                  <a:lnTo>
                    <a:pt x="508" y="71526"/>
                  </a:lnTo>
                  <a:lnTo>
                    <a:pt x="10363" y="73672"/>
                  </a:lnTo>
                  <a:lnTo>
                    <a:pt x="10718" y="77495"/>
                  </a:lnTo>
                  <a:lnTo>
                    <a:pt x="13652" y="82943"/>
                  </a:lnTo>
                  <a:lnTo>
                    <a:pt x="6515" y="90995"/>
                  </a:lnTo>
                  <a:lnTo>
                    <a:pt x="15519" y="103974"/>
                  </a:lnTo>
                  <a:lnTo>
                    <a:pt x="26060" y="100050"/>
                  </a:lnTo>
                  <a:lnTo>
                    <a:pt x="32156" y="105117"/>
                  </a:lnTo>
                  <a:lnTo>
                    <a:pt x="30467" y="116370"/>
                  </a:lnTo>
                  <a:lnTo>
                    <a:pt x="45059" y="122415"/>
                  </a:lnTo>
                  <a:lnTo>
                    <a:pt x="51841" y="113322"/>
                  </a:lnTo>
                  <a:lnTo>
                    <a:pt x="56324" y="114731"/>
                  </a:lnTo>
                  <a:lnTo>
                    <a:pt x="60502" y="114401"/>
                  </a:lnTo>
                  <a:lnTo>
                    <a:pt x="65087" y="124739"/>
                  </a:lnTo>
                  <a:lnTo>
                    <a:pt x="80683" y="122047"/>
                  </a:lnTo>
                  <a:lnTo>
                    <a:pt x="81483" y="111061"/>
                  </a:lnTo>
                  <a:lnTo>
                    <a:pt x="89725" y="106921"/>
                  </a:lnTo>
                  <a:lnTo>
                    <a:pt x="98869" y="112877"/>
                  </a:lnTo>
                  <a:lnTo>
                    <a:pt x="110502" y="102171"/>
                  </a:lnTo>
                  <a:lnTo>
                    <a:pt x="105410" y="92925"/>
                  </a:lnTo>
                  <a:lnTo>
                    <a:pt x="109131" y="88696"/>
                  </a:lnTo>
                  <a:lnTo>
                    <a:pt x="110337" y="85051"/>
                  </a:lnTo>
                  <a:lnTo>
                    <a:pt x="120421" y="85166"/>
                  </a:lnTo>
                  <a:lnTo>
                    <a:pt x="124472" y="698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184076" y="3885650"/>
              <a:ext cx="63500" cy="60960"/>
            </a:xfrm>
            <a:custGeom>
              <a:avLst/>
              <a:gdLst/>
              <a:ahLst/>
              <a:cxnLst/>
              <a:rect l="l" t="t" r="r" b="b"/>
              <a:pathLst>
                <a:path w="63500" h="60960">
                  <a:moveTo>
                    <a:pt x="27672" y="60357"/>
                  </a:moveTo>
                  <a:lnTo>
                    <a:pt x="15833" y="56607"/>
                  </a:lnTo>
                  <a:lnTo>
                    <a:pt x="6681" y="49014"/>
                  </a:lnTo>
                  <a:lnTo>
                    <a:pt x="1106" y="38663"/>
                  </a:lnTo>
                  <a:lnTo>
                    <a:pt x="0" y="26637"/>
                  </a:lnTo>
                  <a:lnTo>
                    <a:pt x="3782" y="15169"/>
                  </a:lnTo>
                  <a:lnTo>
                    <a:pt x="11543" y="6335"/>
                  </a:lnTo>
                  <a:lnTo>
                    <a:pt x="22276" y="938"/>
                  </a:lnTo>
                  <a:lnTo>
                    <a:pt x="22846" y="938"/>
                  </a:lnTo>
                  <a:lnTo>
                    <a:pt x="34548" y="0"/>
                  </a:lnTo>
                  <a:lnTo>
                    <a:pt x="42799" y="938"/>
                  </a:lnTo>
                  <a:lnTo>
                    <a:pt x="50350" y="5019"/>
                  </a:lnTo>
                  <a:lnTo>
                    <a:pt x="60730" y="17666"/>
                  </a:lnTo>
                  <a:lnTo>
                    <a:pt x="63133" y="25715"/>
                  </a:lnTo>
                  <a:lnTo>
                    <a:pt x="62221" y="33719"/>
                  </a:lnTo>
                  <a:lnTo>
                    <a:pt x="58438" y="45188"/>
                  </a:lnTo>
                  <a:lnTo>
                    <a:pt x="50678" y="54022"/>
                  </a:lnTo>
                  <a:lnTo>
                    <a:pt x="40052" y="59364"/>
                  </a:lnTo>
                  <a:lnTo>
                    <a:pt x="27672" y="60357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074920" y="3985132"/>
              <a:ext cx="444500" cy="438150"/>
            </a:xfrm>
            <a:custGeom>
              <a:avLst/>
              <a:gdLst/>
              <a:ahLst/>
              <a:cxnLst/>
              <a:rect l="l" t="t" r="r" b="b"/>
              <a:pathLst>
                <a:path w="444500" h="438150">
                  <a:moveTo>
                    <a:pt x="444246" y="220916"/>
                  </a:moveTo>
                  <a:lnTo>
                    <a:pt x="411289" y="207403"/>
                  </a:lnTo>
                  <a:lnTo>
                    <a:pt x="409028" y="185140"/>
                  </a:lnTo>
                  <a:lnTo>
                    <a:pt x="405460" y="173761"/>
                  </a:lnTo>
                  <a:lnTo>
                    <a:pt x="431647" y="152958"/>
                  </a:lnTo>
                  <a:lnTo>
                    <a:pt x="408622" y="101892"/>
                  </a:lnTo>
                  <a:lnTo>
                    <a:pt x="372071" y="108597"/>
                  </a:lnTo>
                  <a:lnTo>
                    <a:pt x="356895" y="90614"/>
                  </a:lnTo>
                  <a:lnTo>
                    <a:pt x="352145" y="86855"/>
                  </a:lnTo>
                  <a:lnTo>
                    <a:pt x="364413" y="50876"/>
                  </a:lnTo>
                  <a:lnTo>
                    <a:pt x="317322" y="20535"/>
                  </a:lnTo>
                  <a:lnTo>
                    <a:pt x="287629" y="48348"/>
                  </a:lnTo>
                  <a:lnTo>
                    <a:pt x="259486" y="40043"/>
                  </a:lnTo>
                  <a:lnTo>
                    <a:pt x="259118" y="40017"/>
                  </a:lnTo>
                  <a:lnTo>
                    <a:pt x="249123" y="0"/>
                  </a:lnTo>
                  <a:lnTo>
                    <a:pt x="193040" y="0"/>
                  </a:lnTo>
                  <a:lnTo>
                    <a:pt x="182626" y="41617"/>
                  </a:lnTo>
                  <a:lnTo>
                    <a:pt x="171462" y="43065"/>
                  </a:lnTo>
                  <a:lnTo>
                    <a:pt x="158521" y="48374"/>
                  </a:lnTo>
                  <a:lnTo>
                    <a:pt x="127101" y="18923"/>
                  </a:lnTo>
                  <a:lnTo>
                    <a:pt x="80010" y="49276"/>
                  </a:lnTo>
                  <a:lnTo>
                    <a:pt x="92722" y="86601"/>
                  </a:lnTo>
                  <a:lnTo>
                    <a:pt x="87350" y="90614"/>
                  </a:lnTo>
                  <a:lnTo>
                    <a:pt x="72656" y="109080"/>
                  </a:lnTo>
                  <a:lnTo>
                    <a:pt x="33464" y="101892"/>
                  </a:lnTo>
                  <a:lnTo>
                    <a:pt x="10452" y="152958"/>
                  </a:lnTo>
                  <a:lnTo>
                    <a:pt x="37973" y="174828"/>
                  </a:lnTo>
                  <a:lnTo>
                    <a:pt x="33489" y="207175"/>
                  </a:lnTo>
                  <a:lnTo>
                    <a:pt x="0" y="220916"/>
                  </a:lnTo>
                  <a:lnTo>
                    <a:pt x="8153" y="276415"/>
                  </a:lnTo>
                  <a:lnTo>
                    <a:pt x="42392" y="279882"/>
                  </a:lnTo>
                  <a:lnTo>
                    <a:pt x="57213" y="313956"/>
                  </a:lnTo>
                  <a:lnTo>
                    <a:pt x="37122" y="342633"/>
                  </a:lnTo>
                  <a:lnTo>
                    <a:pt x="74066" y="384771"/>
                  </a:lnTo>
                  <a:lnTo>
                    <a:pt x="107937" y="367588"/>
                  </a:lnTo>
                  <a:lnTo>
                    <a:pt x="125933" y="381063"/>
                  </a:lnTo>
                  <a:lnTo>
                    <a:pt x="133096" y="384009"/>
                  </a:lnTo>
                  <a:lnTo>
                    <a:pt x="131699" y="422478"/>
                  </a:lnTo>
                  <a:lnTo>
                    <a:pt x="185521" y="437934"/>
                  </a:lnTo>
                  <a:lnTo>
                    <a:pt x="205181" y="404114"/>
                  </a:lnTo>
                  <a:lnTo>
                    <a:pt x="222123" y="406311"/>
                  </a:lnTo>
                  <a:lnTo>
                    <a:pt x="237286" y="404342"/>
                  </a:lnTo>
                  <a:lnTo>
                    <a:pt x="257048" y="438061"/>
                  </a:lnTo>
                  <a:lnTo>
                    <a:pt x="310883" y="422325"/>
                  </a:lnTo>
                  <a:lnTo>
                    <a:pt x="309384" y="384733"/>
                  </a:lnTo>
                  <a:lnTo>
                    <a:pt x="318325" y="381063"/>
                  </a:lnTo>
                  <a:lnTo>
                    <a:pt x="338213" y="366153"/>
                  </a:lnTo>
                  <a:lnTo>
                    <a:pt x="371284" y="382727"/>
                  </a:lnTo>
                  <a:lnTo>
                    <a:pt x="407962" y="340309"/>
                  </a:lnTo>
                  <a:lnTo>
                    <a:pt x="387896" y="311975"/>
                  </a:lnTo>
                  <a:lnTo>
                    <a:pt x="401853" y="279869"/>
                  </a:lnTo>
                  <a:lnTo>
                    <a:pt x="436092" y="276415"/>
                  </a:lnTo>
                  <a:lnTo>
                    <a:pt x="444246" y="2209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82022" y="4098776"/>
              <a:ext cx="222062" cy="215486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5810504" y="3607384"/>
              <a:ext cx="961390" cy="899794"/>
            </a:xfrm>
            <a:custGeom>
              <a:avLst/>
              <a:gdLst/>
              <a:ahLst/>
              <a:cxnLst/>
              <a:rect l="l" t="t" r="r" b="b"/>
              <a:pathLst>
                <a:path w="961390" h="899795">
                  <a:moveTo>
                    <a:pt x="961313" y="201891"/>
                  </a:moveTo>
                  <a:lnTo>
                    <a:pt x="957389" y="162331"/>
                  </a:lnTo>
                  <a:lnTo>
                    <a:pt x="945921" y="124637"/>
                  </a:lnTo>
                  <a:lnTo>
                    <a:pt x="927354" y="89890"/>
                  </a:lnTo>
                  <a:lnTo>
                    <a:pt x="902131" y="59143"/>
                  </a:lnTo>
                  <a:lnTo>
                    <a:pt x="871347" y="33921"/>
                  </a:lnTo>
                  <a:lnTo>
                    <a:pt x="836574" y="15379"/>
                  </a:lnTo>
                  <a:lnTo>
                    <a:pt x="798855" y="3924"/>
                  </a:lnTo>
                  <a:lnTo>
                    <a:pt x="759244" y="0"/>
                  </a:lnTo>
                  <a:lnTo>
                    <a:pt x="712914" y="5334"/>
                  </a:lnTo>
                  <a:lnTo>
                    <a:pt x="670382" y="20523"/>
                  </a:lnTo>
                  <a:lnTo>
                    <a:pt x="632866" y="44361"/>
                  </a:lnTo>
                  <a:lnTo>
                    <a:pt x="614095" y="63119"/>
                  </a:lnTo>
                  <a:lnTo>
                    <a:pt x="581685" y="49682"/>
                  </a:lnTo>
                  <a:lnTo>
                    <a:pt x="534797" y="36144"/>
                  </a:lnTo>
                  <a:lnTo>
                    <a:pt x="486486" y="27901"/>
                  </a:lnTo>
                  <a:lnTo>
                    <a:pt x="437159" y="25107"/>
                  </a:lnTo>
                  <a:lnTo>
                    <a:pt x="389521" y="27673"/>
                  </a:lnTo>
                  <a:lnTo>
                    <a:pt x="343382" y="35191"/>
                  </a:lnTo>
                  <a:lnTo>
                    <a:pt x="298983" y="47383"/>
                  </a:lnTo>
                  <a:lnTo>
                    <a:pt x="256603" y="64008"/>
                  </a:lnTo>
                  <a:lnTo>
                    <a:pt x="216509" y="84772"/>
                  </a:lnTo>
                  <a:lnTo>
                    <a:pt x="178981" y="109435"/>
                  </a:lnTo>
                  <a:lnTo>
                    <a:pt x="144259" y="137706"/>
                  </a:lnTo>
                  <a:lnTo>
                    <a:pt x="112623" y="169329"/>
                  </a:lnTo>
                  <a:lnTo>
                    <a:pt x="84340" y="204038"/>
                  </a:lnTo>
                  <a:lnTo>
                    <a:pt x="59690" y="241566"/>
                  </a:lnTo>
                  <a:lnTo>
                    <a:pt x="38912" y="281647"/>
                  </a:lnTo>
                  <a:lnTo>
                    <a:pt x="22288" y="324015"/>
                  </a:lnTo>
                  <a:lnTo>
                    <a:pt x="10083" y="368388"/>
                  </a:lnTo>
                  <a:lnTo>
                    <a:pt x="2565" y="414528"/>
                  </a:lnTo>
                  <a:lnTo>
                    <a:pt x="0" y="462153"/>
                  </a:lnTo>
                  <a:lnTo>
                    <a:pt x="2565" y="509765"/>
                  </a:lnTo>
                  <a:lnTo>
                    <a:pt x="10083" y="555904"/>
                  </a:lnTo>
                  <a:lnTo>
                    <a:pt x="22288" y="600290"/>
                  </a:lnTo>
                  <a:lnTo>
                    <a:pt x="38912" y="642658"/>
                  </a:lnTo>
                  <a:lnTo>
                    <a:pt x="59690" y="682739"/>
                  </a:lnTo>
                  <a:lnTo>
                    <a:pt x="84340" y="720255"/>
                  </a:lnTo>
                  <a:lnTo>
                    <a:pt x="112623" y="754976"/>
                  </a:lnTo>
                  <a:lnTo>
                    <a:pt x="144259" y="786599"/>
                  </a:lnTo>
                  <a:lnTo>
                    <a:pt x="178981" y="814870"/>
                  </a:lnTo>
                  <a:lnTo>
                    <a:pt x="216509" y="839520"/>
                  </a:lnTo>
                  <a:lnTo>
                    <a:pt x="256603" y="860298"/>
                  </a:lnTo>
                  <a:lnTo>
                    <a:pt x="298983" y="876909"/>
                  </a:lnTo>
                  <a:lnTo>
                    <a:pt x="343382" y="889114"/>
                  </a:lnTo>
                  <a:lnTo>
                    <a:pt x="389521" y="896632"/>
                  </a:lnTo>
                  <a:lnTo>
                    <a:pt x="437159" y="899198"/>
                  </a:lnTo>
                  <a:lnTo>
                    <a:pt x="484784" y="896632"/>
                  </a:lnTo>
                  <a:lnTo>
                    <a:pt x="530936" y="889114"/>
                  </a:lnTo>
                  <a:lnTo>
                    <a:pt x="575335" y="876909"/>
                  </a:lnTo>
                  <a:lnTo>
                    <a:pt x="617702" y="860298"/>
                  </a:lnTo>
                  <a:lnTo>
                    <a:pt x="657796" y="839520"/>
                  </a:lnTo>
                  <a:lnTo>
                    <a:pt x="695337" y="814870"/>
                  </a:lnTo>
                  <a:lnTo>
                    <a:pt x="730059" y="786599"/>
                  </a:lnTo>
                  <a:lnTo>
                    <a:pt x="761682" y="754976"/>
                  </a:lnTo>
                  <a:lnTo>
                    <a:pt x="789965" y="720255"/>
                  </a:lnTo>
                  <a:lnTo>
                    <a:pt x="814628" y="682739"/>
                  </a:lnTo>
                  <a:lnTo>
                    <a:pt x="835406" y="642658"/>
                  </a:lnTo>
                  <a:lnTo>
                    <a:pt x="852030" y="600290"/>
                  </a:lnTo>
                  <a:lnTo>
                    <a:pt x="864235" y="555904"/>
                  </a:lnTo>
                  <a:lnTo>
                    <a:pt x="871753" y="509765"/>
                  </a:lnTo>
                  <a:lnTo>
                    <a:pt x="874318" y="462153"/>
                  </a:lnTo>
                  <a:lnTo>
                    <a:pt x="871524" y="412838"/>
                  </a:lnTo>
                  <a:lnTo>
                    <a:pt x="864666" y="372757"/>
                  </a:lnTo>
                  <a:lnTo>
                    <a:pt x="885621" y="359435"/>
                  </a:lnTo>
                  <a:lnTo>
                    <a:pt x="916914" y="328168"/>
                  </a:lnTo>
                  <a:lnTo>
                    <a:pt x="940765" y="290690"/>
                  </a:lnTo>
                  <a:lnTo>
                    <a:pt x="955967" y="248196"/>
                  </a:lnTo>
                  <a:lnTo>
                    <a:pt x="961313" y="201891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428039" y="3667711"/>
              <a:ext cx="283845" cy="283210"/>
            </a:xfrm>
            <a:custGeom>
              <a:avLst/>
              <a:gdLst/>
              <a:ahLst/>
              <a:cxnLst/>
              <a:rect l="l" t="t" r="r" b="b"/>
              <a:pathLst>
                <a:path w="283845" h="283210">
                  <a:moveTo>
                    <a:pt x="141710" y="283121"/>
                  </a:moveTo>
                  <a:lnTo>
                    <a:pt x="96919" y="275905"/>
                  </a:lnTo>
                  <a:lnTo>
                    <a:pt x="58018" y="255808"/>
                  </a:lnTo>
                  <a:lnTo>
                    <a:pt x="27341" y="225165"/>
                  </a:lnTo>
                  <a:lnTo>
                    <a:pt x="7224" y="186305"/>
                  </a:lnTo>
                  <a:lnTo>
                    <a:pt x="0" y="141560"/>
                  </a:lnTo>
                  <a:lnTo>
                    <a:pt x="7224" y="96816"/>
                  </a:lnTo>
                  <a:lnTo>
                    <a:pt x="27341" y="57956"/>
                  </a:lnTo>
                  <a:lnTo>
                    <a:pt x="58018" y="27313"/>
                  </a:lnTo>
                  <a:lnTo>
                    <a:pt x="96919" y="7216"/>
                  </a:lnTo>
                  <a:lnTo>
                    <a:pt x="141710" y="0"/>
                  </a:lnTo>
                  <a:lnTo>
                    <a:pt x="169486" y="2745"/>
                  </a:lnTo>
                  <a:lnTo>
                    <a:pt x="220332" y="23783"/>
                  </a:lnTo>
                  <a:lnTo>
                    <a:pt x="259613" y="63022"/>
                  </a:lnTo>
                  <a:lnTo>
                    <a:pt x="280674" y="113814"/>
                  </a:lnTo>
                  <a:lnTo>
                    <a:pt x="283422" y="141560"/>
                  </a:lnTo>
                  <a:lnTo>
                    <a:pt x="276198" y="186305"/>
                  </a:lnTo>
                  <a:lnTo>
                    <a:pt x="256080" y="225165"/>
                  </a:lnTo>
                  <a:lnTo>
                    <a:pt x="225404" y="255808"/>
                  </a:lnTo>
                  <a:lnTo>
                    <a:pt x="186502" y="275905"/>
                  </a:lnTo>
                  <a:lnTo>
                    <a:pt x="141710" y="2831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534875" y="3746131"/>
              <a:ext cx="109855" cy="126364"/>
            </a:xfrm>
            <a:custGeom>
              <a:avLst/>
              <a:gdLst/>
              <a:ahLst/>
              <a:cxnLst/>
              <a:rect l="l" t="t" r="r" b="b"/>
              <a:pathLst>
                <a:path w="109854" h="126364">
                  <a:moveTo>
                    <a:pt x="0" y="126281"/>
                  </a:moveTo>
                  <a:lnTo>
                    <a:pt x="0" y="0"/>
                  </a:lnTo>
                  <a:lnTo>
                    <a:pt x="109233" y="63140"/>
                  </a:lnTo>
                  <a:lnTo>
                    <a:pt x="0" y="126281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13961" y="3832908"/>
              <a:ext cx="220122" cy="220620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6155499" y="3852989"/>
              <a:ext cx="125095" cy="125095"/>
            </a:xfrm>
            <a:custGeom>
              <a:avLst/>
              <a:gdLst/>
              <a:ahLst/>
              <a:cxnLst/>
              <a:rect l="l" t="t" r="r" b="b"/>
              <a:pathLst>
                <a:path w="125095" h="125095">
                  <a:moveTo>
                    <a:pt x="124472" y="69900"/>
                  </a:moveTo>
                  <a:lnTo>
                    <a:pt x="115671" y="65074"/>
                  </a:lnTo>
                  <a:lnTo>
                    <a:pt x="115747" y="58750"/>
                  </a:lnTo>
                  <a:lnTo>
                    <a:pt x="115100" y="55460"/>
                  </a:lnTo>
                  <a:lnTo>
                    <a:pt x="123113" y="50457"/>
                  </a:lnTo>
                  <a:lnTo>
                    <a:pt x="118287" y="35420"/>
                  </a:lnTo>
                  <a:lnTo>
                    <a:pt x="107835" y="36144"/>
                  </a:lnTo>
                  <a:lnTo>
                    <a:pt x="104152" y="30619"/>
                  </a:lnTo>
                  <a:lnTo>
                    <a:pt x="102933" y="29413"/>
                  </a:lnTo>
                  <a:lnTo>
                    <a:pt x="107530" y="19723"/>
                  </a:lnTo>
                  <a:lnTo>
                    <a:pt x="95300" y="9715"/>
                  </a:lnTo>
                  <a:lnTo>
                    <a:pt x="86093" y="16560"/>
                  </a:lnTo>
                  <a:lnTo>
                    <a:pt x="78473" y="13335"/>
                  </a:lnTo>
                  <a:lnTo>
                    <a:pt x="76847" y="1790"/>
                  </a:lnTo>
                  <a:lnTo>
                    <a:pt x="61137" y="0"/>
                  </a:lnTo>
                  <a:lnTo>
                    <a:pt x="56603" y="12077"/>
                  </a:lnTo>
                  <a:lnTo>
                    <a:pt x="50038" y="12611"/>
                  </a:lnTo>
                  <a:lnTo>
                    <a:pt x="42062" y="3200"/>
                  </a:lnTo>
                  <a:lnTo>
                    <a:pt x="27889" y="10198"/>
                  </a:lnTo>
                  <a:lnTo>
                    <a:pt x="30289" y="21196"/>
                  </a:lnTo>
                  <a:lnTo>
                    <a:pt x="28625" y="22021"/>
                  </a:lnTo>
                  <a:lnTo>
                    <a:pt x="24371" y="26860"/>
                  </a:lnTo>
                  <a:lnTo>
                    <a:pt x="13169" y="23456"/>
                  </a:lnTo>
                  <a:lnTo>
                    <a:pt x="5092" y="37033"/>
                  </a:lnTo>
                  <a:lnTo>
                    <a:pt x="12814" y="44754"/>
                  </a:lnTo>
                  <a:lnTo>
                    <a:pt x="10134" y="52870"/>
                  </a:lnTo>
                  <a:lnTo>
                    <a:pt x="0" y="55727"/>
                  </a:lnTo>
                  <a:lnTo>
                    <a:pt x="508" y="71526"/>
                  </a:lnTo>
                  <a:lnTo>
                    <a:pt x="10363" y="73672"/>
                  </a:lnTo>
                  <a:lnTo>
                    <a:pt x="10718" y="77508"/>
                  </a:lnTo>
                  <a:lnTo>
                    <a:pt x="13639" y="82956"/>
                  </a:lnTo>
                  <a:lnTo>
                    <a:pt x="6515" y="91008"/>
                  </a:lnTo>
                  <a:lnTo>
                    <a:pt x="15519" y="103987"/>
                  </a:lnTo>
                  <a:lnTo>
                    <a:pt x="26060" y="100076"/>
                  </a:lnTo>
                  <a:lnTo>
                    <a:pt x="32156" y="105130"/>
                  </a:lnTo>
                  <a:lnTo>
                    <a:pt x="30467" y="116382"/>
                  </a:lnTo>
                  <a:lnTo>
                    <a:pt x="45059" y="122428"/>
                  </a:lnTo>
                  <a:lnTo>
                    <a:pt x="51828" y="113334"/>
                  </a:lnTo>
                  <a:lnTo>
                    <a:pt x="56324" y="114744"/>
                  </a:lnTo>
                  <a:lnTo>
                    <a:pt x="60502" y="114414"/>
                  </a:lnTo>
                  <a:lnTo>
                    <a:pt x="65087" y="124752"/>
                  </a:lnTo>
                  <a:lnTo>
                    <a:pt x="80683" y="122059"/>
                  </a:lnTo>
                  <a:lnTo>
                    <a:pt x="81483" y="111074"/>
                  </a:lnTo>
                  <a:lnTo>
                    <a:pt x="89725" y="106934"/>
                  </a:lnTo>
                  <a:lnTo>
                    <a:pt x="98869" y="112890"/>
                  </a:lnTo>
                  <a:lnTo>
                    <a:pt x="110502" y="102184"/>
                  </a:lnTo>
                  <a:lnTo>
                    <a:pt x="105410" y="92938"/>
                  </a:lnTo>
                  <a:lnTo>
                    <a:pt x="109131" y="88709"/>
                  </a:lnTo>
                  <a:lnTo>
                    <a:pt x="110337" y="85064"/>
                  </a:lnTo>
                  <a:lnTo>
                    <a:pt x="120421" y="85178"/>
                  </a:lnTo>
                  <a:lnTo>
                    <a:pt x="124472" y="69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187680" y="3885622"/>
              <a:ext cx="63500" cy="60960"/>
            </a:xfrm>
            <a:custGeom>
              <a:avLst/>
              <a:gdLst/>
              <a:ahLst/>
              <a:cxnLst/>
              <a:rect l="l" t="t" r="r" b="b"/>
              <a:pathLst>
                <a:path w="63500" h="60960">
                  <a:moveTo>
                    <a:pt x="27672" y="60358"/>
                  </a:moveTo>
                  <a:lnTo>
                    <a:pt x="15833" y="56608"/>
                  </a:lnTo>
                  <a:lnTo>
                    <a:pt x="6681" y="49014"/>
                  </a:lnTo>
                  <a:lnTo>
                    <a:pt x="1106" y="38663"/>
                  </a:lnTo>
                  <a:lnTo>
                    <a:pt x="0" y="26637"/>
                  </a:lnTo>
                  <a:lnTo>
                    <a:pt x="3783" y="15169"/>
                  </a:lnTo>
                  <a:lnTo>
                    <a:pt x="11543" y="6335"/>
                  </a:lnTo>
                  <a:lnTo>
                    <a:pt x="22277" y="938"/>
                  </a:lnTo>
                  <a:lnTo>
                    <a:pt x="22846" y="938"/>
                  </a:lnTo>
                  <a:lnTo>
                    <a:pt x="34548" y="0"/>
                  </a:lnTo>
                  <a:lnTo>
                    <a:pt x="42799" y="938"/>
                  </a:lnTo>
                  <a:lnTo>
                    <a:pt x="50351" y="5019"/>
                  </a:lnTo>
                  <a:lnTo>
                    <a:pt x="60730" y="17666"/>
                  </a:lnTo>
                  <a:lnTo>
                    <a:pt x="63133" y="25715"/>
                  </a:lnTo>
                  <a:lnTo>
                    <a:pt x="62221" y="33719"/>
                  </a:lnTo>
                  <a:lnTo>
                    <a:pt x="58438" y="45188"/>
                  </a:lnTo>
                  <a:lnTo>
                    <a:pt x="50678" y="54022"/>
                  </a:lnTo>
                  <a:lnTo>
                    <a:pt x="40052" y="59364"/>
                  </a:lnTo>
                  <a:lnTo>
                    <a:pt x="27672" y="60358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078525" y="3985107"/>
              <a:ext cx="444500" cy="438150"/>
            </a:xfrm>
            <a:custGeom>
              <a:avLst/>
              <a:gdLst/>
              <a:ahLst/>
              <a:cxnLst/>
              <a:rect l="l" t="t" r="r" b="b"/>
              <a:pathLst>
                <a:path w="444500" h="438150">
                  <a:moveTo>
                    <a:pt x="444246" y="220916"/>
                  </a:moveTo>
                  <a:lnTo>
                    <a:pt x="411289" y="207403"/>
                  </a:lnTo>
                  <a:lnTo>
                    <a:pt x="409028" y="185127"/>
                  </a:lnTo>
                  <a:lnTo>
                    <a:pt x="405460" y="173761"/>
                  </a:lnTo>
                  <a:lnTo>
                    <a:pt x="431647" y="152958"/>
                  </a:lnTo>
                  <a:lnTo>
                    <a:pt x="408622" y="101892"/>
                  </a:lnTo>
                  <a:lnTo>
                    <a:pt x="372071" y="108585"/>
                  </a:lnTo>
                  <a:lnTo>
                    <a:pt x="356895" y="90614"/>
                  </a:lnTo>
                  <a:lnTo>
                    <a:pt x="352145" y="86855"/>
                  </a:lnTo>
                  <a:lnTo>
                    <a:pt x="364413" y="50876"/>
                  </a:lnTo>
                  <a:lnTo>
                    <a:pt x="317322" y="20523"/>
                  </a:lnTo>
                  <a:lnTo>
                    <a:pt x="287616" y="48348"/>
                  </a:lnTo>
                  <a:lnTo>
                    <a:pt x="259486" y="40043"/>
                  </a:lnTo>
                  <a:lnTo>
                    <a:pt x="259118" y="40017"/>
                  </a:lnTo>
                  <a:lnTo>
                    <a:pt x="249123" y="0"/>
                  </a:lnTo>
                  <a:lnTo>
                    <a:pt x="193027" y="0"/>
                  </a:lnTo>
                  <a:lnTo>
                    <a:pt x="182626" y="41605"/>
                  </a:lnTo>
                  <a:lnTo>
                    <a:pt x="171462" y="43053"/>
                  </a:lnTo>
                  <a:lnTo>
                    <a:pt x="158508" y="48361"/>
                  </a:lnTo>
                  <a:lnTo>
                    <a:pt x="127088" y="18923"/>
                  </a:lnTo>
                  <a:lnTo>
                    <a:pt x="80010" y="49276"/>
                  </a:lnTo>
                  <a:lnTo>
                    <a:pt x="92710" y="86588"/>
                  </a:lnTo>
                  <a:lnTo>
                    <a:pt x="87350" y="90614"/>
                  </a:lnTo>
                  <a:lnTo>
                    <a:pt x="72656" y="109067"/>
                  </a:lnTo>
                  <a:lnTo>
                    <a:pt x="33464" y="101892"/>
                  </a:lnTo>
                  <a:lnTo>
                    <a:pt x="10452" y="152958"/>
                  </a:lnTo>
                  <a:lnTo>
                    <a:pt x="37973" y="174840"/>
                  </a:lnTo>
                  <a:lnTo>
                    <a:pt x="33489" y="207175"/>
                  </a:lnTo>
                  <a:lnTo>
                    <a:pt x="0" y="220916"/>
                  </a:lnTo>
                  <a:lnTo>
                    <a:pt x="8153" y="276415"/>
                  </a:lnTo>
                  <a:lnTo>
                    <a:pt x="42392" y="279882"/>
                  </a:lnTo>
                  <a:lnTo>
                    <a:pt x="57213" y="313944"/>
                  </a:lnTo>
                  <a:lnTo>
                    <a:pt x="37109" y="342633"/>
                  </a:lnTo>
                  <a:lnTo>
                    <a:pt x="74066" y="384771"/>
                  </a:lnTo>
                  <a:lnTo>
                    <a:pt x="107937" y="367588"/>
                  </a:lnTo>
                  <a:lnTo>
                    <a:pt x="125933" y="381063"/>
                  </a:lnTo>
                  <a:lnTo>
                    <a:pt x="133096" y="384009"/>
                  </a:lnTo>
                  <a:lnTo>
                    <a:pt x="131699" y="422478"/>
                  </a:lnTo>
                  <a:lnTo>
                    <a:pt x="185521" y="437921"/>
                  </a:lnTo>
                  <a:lnTo>
                    <a:pt x="205168" y="404114"/>
                  </a:lnTo>
                  <a:lnTo>
                    <a:pt x="222123" y="406311"/>
                  </a:lnTo>
                  <a:lnTo>
                    <a:pt x="237286" y="404342"/>
                  </a:lnTo>
                  <a:lnTo>
                    <a:pt x="257048" y="438061"/>
                  </a:lnTo>
                  <a:lnTo>
                    <a:pt x="310870" y="422325"/>
                  </a:lnTo>
                  <a:lnTo>
                    <a:pt x="309372" y="384733"/>
                  </a:lnTo>
                  <a:lnTo>
                    <a:pt x="318325" y="381063"/>
                  </a:lnTo>
                  <a:lnTo>
                    <a:pt x="338213" y="366153"/>
                  </a:lnTo>
                  <a:lnTo>
                    <a:pt x="371284" y="382727"/>
                  </a:lnTo>
                  <a:lnTo>
                    <a:pt x="407949" y="340309"/>
                  </a:lnTo>
                  <a:lnTo>
                    <a:pt x="387883" y="311988"/>
                  </a:lnTo>
                  <a:lnTo>
                    <a:pt x="401853" y="279869"/>
                  </a:lnTo>
                  <a:lnTo>
                    <a:pt x="436092" y="276415"/>
                  </a:lnTo>
                  <a:lnTo>
                    <a:pt x="444246" y="2209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85626" y="4098747"/>
              <a:ext cx="222062" cy="215486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1105141" y="3607358"/>
              <a:ext cx="961390" cy="899794"/>
            </a:xfrm>
            <a:custGeom>
              <a:avLst/>
              <a:gdLst/>
              <a:ahLst/>
              <a:cxnLst/>
              <a:rect l="l" t="t" r="r" b="b"/>
              <a:pathLst>
                <a:path w="961389" h="899795">
                  <a:moveTo>
                    <a:pt x="961313" y="201891"/>
                  </a:moveTo>
                  <a:lnTo>
                    <a:pt x="957402" y="162318"/>
                  </a:lnTo>
                  <a:lnTo>
                    <a:pt x="945934" y="124625"/>
                  </a:lnTo>
                  <a:lnTo>
                    <a:pt x="927366" y="89877"/>
                  </a:lnTo>
                  <a:lnTo>
                    <a:pt x="902131" y="59131"/>
                  </a:lnTo>
                  <a:lnTo>
                    <a:pt x="871359" y="33921"/>
                  </a:lnTo>
                  <a:lnTo>
                    <a:pt x="836574" y="15367"/>
                  </a:lnTo>
                  <a:lnTo>
                    <a:pt x="798855" y="3911"/>
                  </a:lnTo>
                  <a:lnTo>
                    <a:pt x="759256" y="0"/>
                  </a:lnTo>
                  <a:lnTo>
                    <a:pt x="712927" y="5334"/>
                  </a:lnTo>
                  <a:lnTo>
                    <a:pt x="670394" y="20523"/>
                  </a:lnTo>
                  <a:lnTo>
                    <a:pt x="632879" y="44348"/>
                  </a:lnTo>
                  <a:lnTo>
                    <a:pt x="614108" y="63106"/>
                  </a:lnTo>
                  <a:lnTo>
                    <a:pt x="581685" y="49669"/>
                  </a:lnTo>
                  <a:lnTo>
                    <a:pt x="534809" y="36144"/>
                  </a:lnTo>
                  <a:lnTo>
                    <a:pt x="486486" y="27889"/>
                  </a:lnTo>
                  <a:lnTo>
                    <a:pt x="437159" y="25095"/>
                  </a:lnTo>
                  <a:lnTo>
                    <a:pt x="389534" y="27660"/>
                  </a:lnTo>
                  <a:lnTo>
                    <a:pt x="343382" y="35179"/>
                  </a:lnTo>
                  <a:lnTo>
                    <a:pt x="298983" y="47383"/>
                  </a:lnTo>
                  <a:lnTo>
                    <a:pt x="256616" y="63995"/>
                  </a:lnTo>
                  <a:lnTo>
                    <a:pt x="216522" y="84772"/>
                  </a:lnTo>
                  <a:lnTo>
                    <a:pt x="178981" y="109423"/>
                  </a:lnTo>
                  <a:lnTo>
                    <a:pt x="144259" y="137693"/>
                  </a:lnTo>
                  <a:lnTo>
                    <a:pt x="112636" y="169316"/>
                  </a:lnTo>
                  <a:lnTo>
                    <a:pt x="84353" y="204025"/>
                  </a:lnTo>
                  <a:lnTo>
                    <a:pt x="59690" y="241554"/>
                  </a:lnTo>
                  <a:lnTo>
                    <a:pt x="38912" y="281635"/>
                  </a:lnTo>
                  <a:lnTo>
                    <a:pt x="22288" y="324002"/>
                  </a:lnTo>
                  <a:lnTo>
                    <a:pt x="10083" y="368388"/>
                  </a:lnTo>
                  <a:lnTo>
                    <a:pt x="2565" y="414515"/>
                  </a:lnTo>
                  <a:lnTo>
                    <a:pt x="0" y="462140"/>
                  </a:lnTo>
                  <a:lnTo>
                    <a:pt x="2565" y="509765"/>
                  </a:lnTo>
                  <a:lnTo>
                    <a:pt x="10083" y="555891"/>
                  </a:lnTo>
                  <a:lnTo>
                    <a:pt x="22288" y="600278"/>
                  </a:lnTo>
                  <a:lnTo>
                    <a:pt x="38912" y="642645"/>
                  </a:lnTo>
                  <a:lnTo>
                    <a:pt x="59690" y="682726"/>
                  </a:lnTo>
                  <a:lnTo>
                    <a:pt x="84353" y="720255"/>
                  </a:lnTo>
                  <a:lnTo>
                    <a:pt x="112636" y="754964"/>
                  </a:lnTo>
                  <a:lnTo>
                    <a:pt x="144259" y="786587"/>
                  </a:lnTo>
                  <a:lnTo>
                    <a:pt x="178981" y="814857"/>
                  </a:lnTo>
                  <a:lnTo>
                    <a:pt x="216522" y="839508"/>
                  </a:lnTo>
                  <a:lnTo>
                    <a:pt x="256616" y="860285"/>
                  </a:lnTo>
                  <a:lnTo>
                    <a:pt x="298983" y="876896"/>
                  </a:lnTo>
                  <a:lnTo>
                    <a:pt x="343382" y="889101"/>
                  </a:lnTo>
                  <a:lnTo>
                    <a:pt x="389534" y="896620"/>
                  </a:lnTo>
                  <a:lnTo>
                    <a:pt x="437159" y="899185"/>
                  </a:lnTo>
                  <a:lnTo>
                    <a:pt x="484797" y="896620"/>
                  </a:lnTo>
                  <a:lnTo>
                    <a:pt x="530948" y="889101"/>
                  </a:lnTo>
                  <a:lnTo>
                    <a:pt x="575335" y="876896"/>
                  </a:lnTo>
                  <a:lnTo>
                    <a:pt x="617715" y="860285"/>
                  </a:lnTo>
                  <a:lnTo>
                    <a:pt x="657809" y="839508"/>
                  </a:lnTo>
                  <a:lnTo>
                    <a:pt x="695350" y="814857"/>
                  </a:lnTo>
                  <a:lnTo>
                    <a:pt x="730059" y="786587"/>
                  </a:lnTo>
                  <a:lnTo>
                    <a:pt x="761695" y="754964"/>
                  </a:lnTo>
                  <a:lnTo>
                    <a:pt x="789978" y="720255"/>
                  </a:lnTo>
                  <a:lnTo>
                    <a:pt x="814641" y="682726"/>
                  </a:lnTo>
                  <a:lnTo>
                    <a:pt x="835418" y="642645"/>
                  </a:lnTo>
                  <a:lnTo>
                    <a:pt x="852030" y="600278"/>
                  </a:lnTo>
                  <a:lnTo>
                    <a:pt x="864235" y="555891"/>
                  </a:lnTo>
                  <a:lnTo>
                    <a:pt x="871753" y="509765"/>
                  </a:lnTo>
                  <a:lnTo>
                    <a:pt x="874318" y="462140"/>
                  </a:lnTo>
                  <a:lnTo>
                    <a:pt x="871537" y="412826"/>
                  </a:lnTo>
                  <a:lnTo>
                    <a:pt x="864679" y="372745"/>
                  </a:lnTo>
                  <a:lnTo>
                    <a:pt x="885634" y="359422"/>
                  </a:lnTo>
                  <a:lnTo>
                    <a:pt x="916927" y="328168"/>
                  </a:lnTo>
                  <a:lnTo>
                    <a:pt x="940777" y="290677"/>
                  </a:lnTo>
                  <a:lnTo>
                    <a:pt x="955979" y="248183"/>
                  </a:lnTo>
                  <a:lnTo>
                    <a:pt x="961313" y="201891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722683" y="3667676"/>
              <a:ext cx="283845" cy="283210"/>
            </a:xfrm>
            <a:custGeom>
              <a:avLst/>
              <a:gdLst/>
              <a:ahLst/>
              <a:cxnLst/>
              <a:rect l="l" t="t" r="r" b="b"/>
              <a:pathLst>
                <a:path w="283844" h="283210">
                  <a:moveTo>
                    <a:pt x="141711" y="283121"/>
                  </a:moveTo>
                  <a:lnTo>
                    <a:pt x="96919" y="275904"/>
                  </a:lnTo>
                  <a:lnTo>
                    <a:pt x="58018" y="255808"/>
                  </a:lnTo>
                  <a:lnTo>
                    <a:pt x="27342" y="225165"/>
                  </a:lnTo>
                  <a:lnTo>
                    <a:pt x="7224" y="186305"/>
                  </a:lnTo>
                  <a:lnTo>
                    <a:pt x="0" y="141560"/>
                  </a:lnTo>
                  <a:lnTo>
                    <a:pt x="7224" y="96816"/>
                  </a:lnTo>
                  <a:lnTo>
                    <a:pt x="27342" y="57956"/>
                  </a:lnTo>
                  <a:lnTo>
                    <a:pt x="58018" y="27312"/>
                  </a:lnTo>
                  <a:lnTo>
                    <a:pt x="96919" y="7216"/>
                  </a:lnTo>
                  <a:lnTo>
                    <a:pt x="141711" y="0"/>
                  </a:lnTo>
                  <a:lnTo>
                    <a:pt x="169486" y="2745"/>
                  </a:lnTo>
                  <a:lnTo>
                    <a:pt x="220332" y="23783"/>
                  </a:lnTo>
                  <a:lnTo>
                    <a:pt x="259613" y="63022"/>
                  </a:lnTo>
                  <a:lnTo>
                    <a:pt x="280674" y="113814"/>
                  </a:lnTo>
                  <a:lnTo>
                    <a:pt x="283422" y="141560"/>
                  </a:lnTo>
                  <a:lnTo>
                    <a:pt x="276197" y="186305"/>
                  </a:lnTo>
                  <a:lnTo>
                    <a:pt x="256080" y="225165"/>
                  </a:lnTo>
                  <a:lnTo>
                    <a:pt x="225403" y="255808"/>
                  </a:lnTo>
                  <a:lnTo>
                    <a:pt x="186502" y="275904"/>
                  </a:lnTo>
                  <a:lnTo>
                    <a:pt x="141711" y="2831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829519" y="3746097"/>
              <a:ext cx="109855" cy="126364"/>
            </a:xfrm>
            <a:custGeom>
              <a:avLst/>
              <a:gdLst/>
              <a:ahLst/>
              <a:cxnLst/>
              <a:rect l="l" t="t" r="r" b="b"/>
              <a:pathLst>
                <a:path w="109855" h="126364">
                  <a:moveTo>
                    <a:pt x="0" y="126281"/>
                  </a:moveTo>
                  <a:lnTo>
                    <a:pt x="0" y="0"/>
                  </a:lnTo>
                  <a:lnTo>
                    <a:pt x="109233" y="63140"/>
                  </a:lnTo>
                  <a:lnTo>
                    <a:pt x="0" y="126281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08606" y="3832873"/>
              <a:ext cx="220122" cy="220621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1450136" y="3852964"/>
              <a:ext cx="125095" cy="125095"/>
            </a:xfrm>
            <a:custGeom>
              <a:avLst/>
              <a:gdLst/>
              <a:ahLst/>
              <a:cxnLst/>
              <a:rect l="l" t="t" r="r" b="b"/>
              <a:pathLst>
                <a:path w="125094" h="125095">
                  <a:moveTo>
                    <a:pt x="124485" y="69888"/>
                  </a:moveTo>
                  <a:lnTo>
                    <a:pt x="115671" y="65049"/>
                  </a:lnTo>
                  <a:lnTo>
                    <a:pt x="115760" y="58737"/>
                  </a:lnTo>
                  <a:lnTo>
                    <a:pt x="115112" y="55435"/>
                  </a:lnTo>
                  <a:lnTo>
                    <a:pt x="123113" y="50444"/>
                  </a:lnTo>
                  <a:lnTo>
                    <a:pt x="118300" y="35407"/>
                  </a:lnTo>
                  <a:lnTo>
                    <a:pt x="107835" y="36131"/>
                  </a:lnTo>
                  <a:lnTo>
                    <a:pt x="104165" y="30607"/>
                  </a:lnTo>
                  <a:lnTo>
                    <a:pt x="102946" y="29400"/>
                  </a:lnTo>
                  <a:lnTo>
                    <a:pt x="107543" y="19710"/>
                  </a:lnTo>
                  <a:lnTo>
                    <a:pt x="95313" y="9715"/>
                  </a:lnTo>
                  <a:lnTo>
                    <a:pt x="86106" y="16560"/>
                  </a:lnTo>
                  <a:lnTo>
                    <a:pt x="78486" y="13335"/>
                  </a:lnTo>
                  <a:lnTo>
                    <a:pt x="76860" y="1790"/>
                  </a:lnTo>
                  <a:lnTo>
                    <a:pt x="61137" y="0"/>
                  </a:lnTo>
                  <a:lnTo>
                    <a:pt x="56616" y="12065"/>
                  </a:lnTo>
                  <a:lnTo>
                    <a:pt x="50038" y="12598"/>
                  </a:lnTo>
                  <a:lnTo>
                    <a:pt x="42062" y="3200"/>
                  </a:lnTo>
                  <a:lnTo>
                    <a:pt x="27901" y="10198"/>
                  </a:lnTo>
                  <a:lnTo>
                    <a:pt x="30289" y="21183"/>
                  </a:lnTo>
                  <a:lnTo>
                    <a:pt x="28638" y="22009"/>
                  </a:lnTo>
                  <a:lnTo>
                    <a:pt x="24384" y="26847"/>
                  </a:lnTo>
                  <a:lnTo>
                    <a:pt x="13182" y="23444"/>
                  </a:lnTo>
                  <a:lnTo>
                    <a:pt x="5105" y="37020"/>
                  </a:lnTo>
                  <a:lnTo>
                    <a:pt x="12814" y="44742"/>
                  </a:lnTo>
                  <a:lnTo>
                    <a:pt x="10147" y="52857"/>
                  </a:lnTo>
                  <a:lnTo>
                    <a:pt x="0" y="55714"/>
                  </a:lnTo>
                  <a:lnTo>
                    <a:pt x="520" y="71526"/>
                  </a:lnTo>
                  <a:lnTo>
                    <a:pt x="10363" y="73672"/>
                  </a:lnTo>
                  <a:lnTo>
                    <a:pt x="10718" y="77495"/>
                  </a:lnTo>
                  <a:lnTo>
                    <a:pt x="13652" y="82943"/>
                  </a:lnTo>
                  <a:lnTo>
                    <a:pt x="6515" y="90995"/>
                  </a:lnTo>
                  <a:lnTo>
                    <a:pt x="15532" y="103974"/>
                  </a:lnTo>
                  <a:lnTo>
                    <a:pt x="26073" y="100063"/>
                  </a:lnTo>
                  <a:lnTo>
                    <a:pt x="32169" y="105117"/>
                  </a:lnTo>
                  <a:lnTo>
                    <a:pt x="30480" y="116370"/>
                  </a:lnTo>
                  <a:lnTo>
                    <a:pt x="45059" y="122428"/>
                  </a:lnTo>
                  <a:lnTo>
                    <a:pt x="51841" y="113322"/>
                  </a:lnTo>
                  <a:lnTo>
                    <a:pt x="56324" y="114731"/>
                  </a:lnTo>
                  <a:lnTo>
                    <a:pt x="60515" y="114401"/>
                  </a:lnTo>
                  <a:lnTo>
                    <a:pt x="65100" y="124739"/>
                  </a:lnTo>
                  <a:lnTo>
                    <a:pt x="80683" y="122047"/>
                  </a:lnTo>
                  <a:lnTo>
                    <a:pt x="81483" y="111074"/>
                  </a:lnTo>
                  <a:lnTo>
                    <a:pt x="89725" y="106934"/>
                  </a:lnTo>
                  <a:lnTo>
                    <a:pt x="98869" y="112877"/>
                  </a:lnTo>
                  <a:lnTo>
                    <a:pt x="110502" y="102171"/>
                  </a:lnTo>
                  <a:lnTo>
                    <a:pt x="105410" y="92938"/>
                  </a:lnTo>
                  <a:lnTo>
                    <a:pt x="109143" y="88696"/>
                  </a:lnTo>
                  <a:lnTo>
                    <a:pt x="110337" y="85051"/>
                  </a:lnTo>
                  <a:lnTo>
                    <a:pt x="120434" y="85166"/>
                  </a:lnTo>
                  <a:lnTo>
                    <a:pt x="124485" y="698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482324" y="3885588"/>
              <a:ext cx="63500" cy="60960"/>
            </a:xfrm>
            <a:custGeom>
              <a:avLst/>
              <a:gdLst/>
              <a:ahLst/>
              <a:cxnLst/>
              <a:rect l="l" t="t" r="r" b="b"/>
              <a:pathLst>
                <a:path w="63500" h="60960">
                  <a:moveTo>
                    <a:pt x="27673" y="60357"/>
                  </a:moveTo>
                  <a:lnTo>
                    <a:pt x="15833" y="56608"/>
                  </a:lnTo>
                  <a:lnTo>
                    <a:pt x="6681" y="49014"/>
                  </a:lnTo>
                  <a:lnTo>
                    <a:pt x="1106" y="38663"/>
                  </a:lnTo>
                  <a:lnTo>
                    <a:pt x="0" y="26638"/>
                  </a:lnTo>
                  <a:lnTo>
                    <a:pt x="3783" y="15169"/>
                  </a:lnTo>
                  <a:lnTo>
                    <a:pt x="11543" y="6335"/>
                  </a:lnTo>
                  <a:lnTo>
                    <a:pt x="22276" y="939"/>
                  </a:lnTo>
                  <a:lnTo>
                    <a:pt x="22840" y="939"/>
                  </a:lnTo>
                  <a:lnTo>
                    <a:pt x="34548" y="0"/>
                  </a:lnTo>
                  <a:lnTo>
                    <a:pt x="42800" y="939"/>
                  </a:lnTo>
                  <a:lnTo>
                    <a:pt x="50351" y="5019"/>
                  </a:lnTo>
                  <a:lnTo>
                    <a:pt x="60730" y="17666"/>
                  </a:lnTo>
                  <a:lnTo>
                    <a:pt x="63133" y="25715"/>
                  </a:lnTo>
                  <a:lnTo>
                    <a:pt x="62221" y="33719"/>
                  </a:lnTo>
                  <a:lnTo>
                    <a:pt x="58438" y="45188"/>
                  </a:lnTo>
                  <a:lnTo>
                    <a:pt x="50678" y="54022"/>
                  </a:lnTo>
                  <a:lnTo>
                    <a:pt x="40053" y="59364"/>
                  </a:lnTo>
                  <a:lnTo>
                    <a:pt x="27673" y="60357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373174" y="3985069"/>
              <a:ext cx="444500" cy="438150"/>
            </a:xfrm>
            <a:custGeom>
              <a:avLst/>
              <a:gdLst/>
              <a:ahLst/>
              <a:cxnLst/>
              <a:rect l="l" t="t" r="r" b="b"/>
              <a:pathLst>
                <a:path w="444500" h="438150">
                  <a:moveTo>
                    <a:pt x="444233" y="220916"/>
                  </a:moveTo>
                  <a:lnTo>
                    <a:pt x="411276" y="207403"/>
                  </a:lnTo>
                  <a:lnTo>
                    <a:pt x="409016" y="185140"/>
                  </a:lnTo>
                  <a:lnTo>
                    <a:pt x="405447" y="173761"/>
                  </a:lnTo>
                  <a:lnTo>
                    <a:pt x="431634" y="152958"/>
                  </a:lnTo>
                  <a:lnTo>
                    <a:pt x="408622" y="101892"/>
                  </a:lnTo>
                  <a:lnTo>
                    <a:pt x="372071" y="108597"/>
                  </a:lnTo>
                  <a:lnTo>
                    <a:pt x="356895" y="90614"/>
                  </a:lnTo>
                  <a:lnTo>
                    <a:pt x="352145" y="86842"/>
                  </a:lnTo>
                  <a:lnTo>
                    <a:pt x="364401" y="50876"/>
                  </a:lnTo>
                  <a:lnTo>
                    <a:pt x="317322" y="20535"/>
                  </a:lnTo>
                  <a:lnTo>
                    <a:pt x="287616" y="48348"/>
                  </a:lnTo>
                  <a:lnTo>
                    <a:pt x="259473" y="40043"/>
                  </a:lnTo>
                  <a:lnTo>
                    <a:pt x="259105" y="40017"/>
                  </a:lnTo>
                  <a:lnTo>
                    <a:pt x="249110" y="0"/>
                  </a:lnTo>
                  <a:lnTo>
                    <a:pt x="193027" y="0"/>
                  </a:lnTo>
                  <a:lnTo>
                    <a:pt x="182613" y="41617"/>
                  </a:lnTo>
                  <a:lnTo>
                    <a:pt x="171450" y="43065"/>
                  </a:lnTo>
                  <a:lnTo>
                    <a:pt x="158508" y="48374"/>
                  </a:lnTo>
                  <a:lnTo>
                    <a:pt x="127088" y="18923"/>
                  </a:lnTo>
                  <a:lnTo>
                    <a:pt x="80010" y="49276"/>
                  </a:lnTo>
                  <a:lnTo>
                    <a:pt x="92710" y="86601"/>
                  </a:lnTo>
                  <a:lnTo>
                    <a:pt x="87350" y="90614"/>
                  </a:lnTo>
                  <a:lnTo>
                    <a:pt x="72644" y="109080"/>
                  </a:lnTo>
                  <a:lnTo>
                    <a:pt x="33464" y="101892"/>
                  </a:lnTo>
                  <a:lnTo>
                    <a:pt x="10439" y="152958"/>
                  </a:lnTo>
                  <a:lnTo>
                    <a:pt x="37960" y="174828"/>
                  </a:lnTo>
                  <a:lnTo>
                    <a:pt x="33477" y="207187"/>
                  </a:lnTo>
                  <a:lnTo>
                    <a:pt x="0" y="220916"/>
                  </a:lnTo>
                  <a:lnTo>
                    <a:pt x="8140" y="276415"/>
                  </a:lnTo>
                  <a:lnTo>
                    <a:pt x="42379" y="279882"/>
                  </a:lnTo>
                  <a:lnTo>
                    <a:pt x="57200" y="313956"/>
                  </a:lnTo>
                  <a:lnTo>
                    <a:pt x="37109" y="342633"/>
                  </a:lnTo>
                  <a:lnTo>
                    <a:pt x="74053" y="384771"/>
                  </a:lnTo>
                  <a:lnTo>
                    <a:pt x="107924" y="367588"/>
                  </a:lnTo>
                  <a:lnTo>
                    <a:pt x="125920" y="381063"/>
                  </a:lnTo>
                  <a:lnTo>
                    <a:pt x="133083" y="384009"/>
                  </a:lnTo>
                  <a:lnTo>
                    <a:pt x="131686" y="422478"/>
                  </a:lnTo>
                  <a:lnTo>
                    <a:pt x="185508" y="437934"/>
                  </a:lnTo>
                  <a:lnTo>
                    <a:pt x="205168" y="404114"/>
                  </a:lnTo>
                  <a:lnTo>
                    <a:pt x="222123" y="406311"/>
                  </a:lnTo>
                  <a:lnTo>
                    <a:pt x="237274" y="404342"/>
                  </a:lnTo>
                  <a:lnTo>
                    <a:pt x="257035" y="438073"/>
                  </a:lnTo>
                  <a:lnTo>
                    <a:pt x="310870" y="422325"/>
                  </a:lnTo>
                  <a:lnTo>
                    <a:pt x="309372" y="384733"/>
                  </a:lnTo>
                  <a:lnTo>
                    <a:pt x="318312" y="381063"/>
                  </a:lnTo>
                  <a:lnTo>
                    <a:pt x="338213" y="366153"/>
                  </a:lnTo>
                  <a:lnTo>
                    <a:pt x="371284" y="382727"/>
                  </a:lnTo>
                  <a:lnTo>
                    <a:pt x="407949" y="340309"/>
                  </a:lnTo>
                  <a:lnTo>
                    <a:pt x="387883" y="311975"/>
                  </a:lnTo>
                  <a:lnTo>
                    <a:pt x="401840" y="279882"/>
                  </a:lnTo>
                  <a:lnTo>
                    <a:pt x="436092" y="276415"/>
                  </a:lnTo>
                  <a:lnTo>
                    <a:pt x="444233" y="2209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80270" y="4098713"/>
              <a:ext cx="222062" cy="215487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3124974" y="3607358"/>
              <a:ext cx="961390" cy="899794"/>
            </a:xfrm>
            <a:custGeom>
              <a:avLst/>
              <a:gdLst/>
              <a:ahLst/>
              <a:cxnLst/>
              <a:rect l="l" t="t" r="r" b="b"/>
              <a:pathLst>
                <a:path w="961389" h="899795">
                  <a:moveTo>
                    <a:pt x="961301" y="201891"/>
                  </a:moveTo>
                  <a:lnTo>
                    <a:pt x="957389" y="162318"/>
                  </a:lnTo>
                  <a:lnTo>
                    <a:pt x="945921" y="124625"/>
                  </a:lnTo>
                  <a:lnTo>
                    <a:pt x="927354" y="89877"/>
                  </a:lnTo>
                  <a:lnTo>
                    <a:pt x="902119" y="59131"/>
                  </a:lnTo>
                  <a:lnTo>
                    <a:pt x="871347" y="33921"/>
                  </a:lnTo>
                  <a:lnTo>
                    <a:pt x="836574" y="15367"/>
                  </a:lnTo>
                  <a:lnTo>
                    <a:pt x="798855" y="3911"/>
                  </a:lnTo>
                  <a:lnTo>
                    <a:pt x="759244" y="0"/>
                  </a:lnTo>
                  <a:lnTo>
                    <a:pt x="712914" y="5334"/>
                  </a:lnTo>
                  <a:lnTo>
                    <a:pt x="670382" y="20523"/>
                  </a:lnTo>
                  <a:lnTo>
                    <a:pt x="632866" y="44348"/>
                  </a:lnTo>
                  <a:lnTo>
                    <a:pt x="614095" y="63106"/>
                  </a:lnTo>
                  <a:lnTo>
                    <a:pt x="581685" y="49669"/>
                  </a:lnTo>
                  <a:lnTo>
                    <a:pt x="534797" y="36144"/>
                  </a:lnTo>
                  <a:lnTo>
                    <a:pt x="486486" y="27889"/>
                  </a:lnTo>
                  <a:lnTo>
                    <a:pt x="437159" y="25095"/>
                  </a:lnTo>
                  <a:lnTo>
                    <a:pt x="389521" y="27660"/>
                  </a:lnTo>
                  <a:lnTo>
                    <a:pt x="343369" y="35179"/>
                  </a:lnTo>
                  <a:lnTo>
                    <a:pt x="298983" y="47383"/>
                  </a:lnTo>
                  <a:lnTo>
                    <a:pt x="256603" y="63995"/>
                  </a:lnTo>
                  <a:lnTo>
                    <a:pt x="216509" y="84772"/>
                  </a:lnTo>
                  <a:lnTo>
                    <a:pt x="178981" y="109423"/>
                  </a:lnTo>
                  <a:lnTo>
                    <a:pt x="144259" y="137693"/>
                  </a:lnTo>
                  <a:lnTo>
                    <a:pt x="112623" y="169316"/>
                  </a:lnTo>
                  <a:lnTo>
                    <a:pt x="84340" y="204025"/>
                  </a:lnTo>
                  <a:lnTo>
                    <a:pt x="59677" y="241554"/>
                  </a:lnTo>
                  <a:lnTo>
                    <a:pt x="38900" y="281635"/>
                  </a:lnTo>
                  <a:lnTo>
                    <a:pt x="22288" y="324002"/>
                  </a:lnTo>
                  <a:lnTo>
                    <a:pt x="10083" y="368388"/>
                  </a:lnTo>
                  <a:lnTo>
                    <a:pt x="2565" y="414515"/>
                  </a:lnTo>
                  <a:lnTo>
                    <a:pt x="0" y="462140"/>
                  </a:lnTo>
                  <a:lnTo>
                    <a:pt x="2565" y="509765"/>
                  </a:lnTo>
                  <a:lnTo>
                    <a:pt x="10083" y="555891"/>
                  </a:lnTo>
                  <a:lnTo>
                    <a:pt x="22288" y="600278"/>
                  </a:lnTo>
                  <a:lnTo>
                    <a:pt x="38900" y="642645"/>
                  </a:lnTo>
                  <a:lnTo>
                    <a:pt x="59677" y="682726"/>
                  </a:lnTo>
                  <a:lnTo>
                    <a:pt x="84340" y="720255"/>
                  </a:lnTo>
                  <a:lnTo>
                    <a:pt x="112623" y="754964"/>
                  </a:lnTo>
                  <a:lnTo>
                    <a:pt x="144259" y="786587"/>
                  </a:lnTo>
                  <a:lnTo>
                    <a:pt x="178981" y="814857"/>
                  </a:lnTo>
                  <a:lnTo>
                    <a:pt x="216509" y="839508"/>
                  </a:lnTo>
                  <a:lnTo>
                    <a:pt x="256603" y="860285"/>
                  </a:lnTo>
                  <a:lnTo>
                    <a:pt x="298983" y="876896"/>
                  </a:lnTo>
                  <a:lnTo>
                    <a:pt x="343369" y="889101"/>
                  </a:lnTo>
                  <a:lnTo>
                    <a:pt x="389521" y="896620"/>
                  </a:lnTo>
                  <a:lnTo>
                    <a:pt x="437159" y="899185"/>
                  </a:lnTo>
                  <a:lnTo>
                    <a:pt x="484784" y="896620"/>
                  </a:lnTo>
                  <a:lnTo>
                    <a:pt x="530936" y="889101"/>
                  </a:lnTo>
                  <a:lnTo>
                    <a:pt x="575335" y="876896"/>
                  </a:lnTo>
                  <a:lnTo>
                    <a:pt x="617702" y="860285"/>
                  </a:lnTo>
                  <a:lnTo>
                    <a:pt x="657796" y="839508"/>
                  </a:lnTo>
                  <a:lnTo>
                    <a:pt x="695337" y="814857"/>
                  </a:lnTo>
                  <a:lnTo>
                    <a:pt x="730059" y="786587"/>
                  </a:lnTo>
                  <a:lnTo>
                    <a:pt x="761682" y="754964"/>
                  </a:lnTo>
                  <a:lnTo>
                    <a:pt x="789965" y="720255"/>
                  </a:lnTo>
                  <a:lnTo>
                    <a:pt x="814628" y="682726"/>
                  </a:lnTo>
                  <a:lnTo>
                    <a:pt x="835406" y="642645"/>
                  </a:lnTo>
                  <a:lnTo>
                    <a:pt x="852030" y="600278"/>
                  </a:lnTo>
                  <a:lnTo>
                    <a:pt x="864235" y="555891"/>
                  </a:lnTo>
                  <a:lnTo>
                    <a:pt x="871753" y="509765"/>
                  </a:lnTo>
                  <a:lnTo>
                    <a:pt x="874318" y="462140"/>
                  </a:lnTo>
                  <a:lnTo>
                    <a:pt x="871524" y="412826"/>
                  </a:lnTo>
                  <a:lnTo>
                    <a:pt x="864666" y="372745"/>
                  </a:lnTo>
                  <a:lnTo>
                    <a:pt x="885621" y="359422"/>
                  </a:lnTo>
                  <a:lnTo>
                    <a:pt x="916914" y="328168"/>
                  </a:lnTo>
                  <a:lnTo>
                    <a:pt x="940765" y="290677"/>
                  </a:lnTo>
                  <a:lnTo>
                    <a:pt x="955967" y="248183"/>
                  </a:lnTo>
                  <a:lnTo>
                    <a:pt x="961301" y="201891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742507" y="3667676"/>
              <a:ext cx="283845" cy="283210"/>
            </a:xfrm>
            <a:custGeom>
              <a:avLst/>
              <a:gdLst/>
              <a:ahLst/>
              <a:cxnLst/>
              <a:rect l="l" t="t" r="r" b="b"/>
              <a:pathLst>
                <a:path w="283845" h="283210">
                  <a:moveTo>
                    <a:pt x="141711" y="283121"/>
                  </a:moveTo>
                  <a:lnTo>
                    <a:pt x="96919" y="275904"/>
                  </a:lnTo>
                  <a:lnTo>
                    <a:pt x="58018" y="255808"/>
                  </a:lnTo>
                  <a:lnTo>
                    <a:pt x="27342" y="225165"/>
                  </a:lnTo>
                  <a:lnTo>
                    <a:pt x="7224" y="186305"/>
                  </a:lnTo>
                  <a:lnTo>
                    <a:pt x="0" y="141560"/>
                  </a:lnTo>
                  <a:lnTo>
                    <a:pt x="7224" y="96816"/>
                  </a:lnTo>
                  <a:lnTo>
                    <a:pt x="27342" y="57956"/>
                  </a:lnTo>
                  <a:lnTo>
                    <a:pt x="58018" y="27312"/>
                  </a:lnTo>
                  <a:lnTo>
                    <a:pt x="96919" y="7216"/>
                  </a:lnTo>
                  <a:lnTo>
                    <a:pt x="141711" y="0"/>
                  </a:lnTo>
                  <a:lnTo>
                    <a:pt x="169486" y="2745"/>
                  </a:lnTo>
                  <a:lnTo>
                    <a:pt x="220332" y="23783"/>
                  </a:lnTo>
                  <a:lnTo>
                    <a:pt x="259613" y="63022"/>
                  </a:lnTo>
                  <a:lnTo>
                    <a:pt x="280674" y="113814"/>
                  </a:lnTo>
                  <a:lnTo>
                    <a:pt x="283422" y="141560"/>
                  </a:lnTo>
                  <a:lnTo>
                    <a:pt x="276197" y="186305"/>
                  </a:lnTo>
                  <a:lnTo>
                    <a:pt x="256080" y="225165"/>
                  </a:lnTo>
                  <a:lnTo>
                    <a:pt x="225403" y="255808"/>
                  </a:lnTo>
                  <a:lnTo>
                    <a:pt x="186502" y="275904"/>
                  </a:lnTo>
                  <a:lnTo>
                    <a:pt x="141711" y="2831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849343" y="3746097"/>
              <a:ext cx="109855" cy="126364"/>
            </a:xfrm>
            <a:custGeom>
              <a:avLst/>
              <a:gdLst/>
              <a:ahLst/>
              <a:cxnLst/>
              <a:rect l="l" t="t" r="r" b="b"/>
              <a:pathLst>
                <a:path w="109854" h="126364">
                  <a:moveTo>
                    <a:pt x="0" y="126281"/>
                  </a:moveTo>
                  <a:lnTo>
                    <a:pt x="0" y="0"/>
                  </a:lnTo>
                  <a:lnTo>
                    <a:pt x="109233" y="63140"/>
                  </a:lnTo>
                  <a:lnTo>
                    <a:pt x="0" y="126281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28430" y="3832873"/>
              <a:ext cx="220122" cy="220621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3469970" y="3852964"/>
              <a:ext cx="125095" cy="125095"/>
            </a:xfrm>
            <a:custGeom>
              <a:avLst/>
              <a:gdLst/>
              <a:ahLst/>
              <a:cxnLst/>
              <a:rect l="l" t="t" r="r" b="b"/>
              <a:pathLst>
                <a:path w="125095" h="125095">
                  <a:moveTo>
                    <a:pt x="124472" y="69888"/>
                  </a:moveTo>
                  <a:lnTo>
                    <a:pt x="115658" y="65049"/>
                  </a:lnTo>
                  <a:lnTo>
                    <a:pt x="115747" y="58737"/>
                  </a:lnTo>
                  <a:lnTo>
                    <a:pt x="115100" y="55448"/>
                  </a:lnTo>
                  <a:lnTo>
                    <a:pt x="123113" y="50444"/>
                  </a:lnTo>
                  <a:lnTo>
                    <a:pt x="118287" y="35407"/>
                  </a:lnTo>
                  <a:lnTo>
                    <a:pt x="107835" y="36131"/>
                  </a:lnTo>
                  <a:lnTo>
                    <a:pt x="104152" y="30607"/>
                  </a:lnTo>
                  <a:lnTo>
                    <a:pt x="102933" y="29400"/>
                  </a:lnTo>
                  <a:lnTo>
                    <a:pt x="107530" y="19710"/>
                  </a:lnTo>
                  <a:lnTo>
                    <a:pt x="95300" y="9715"/>
                  </a:lnTo>
                  <a:lnTo>
                    <a:pt x="86093" y="16560"/>
                  </a:lnTo>
                  <a:lnTo>
                    <a:pt x="78473" y="13335"/>
                  </a:lnTo>
                  <a:lnTo>
                    <a:pt x="76847" y="1790"/>
                  </a:lnTo>
                  <a:lnTo>
                    <a:pt x="61125" y="0"/>
                  </a:lnTo>
                  <a:lnTo>
                    <a:pt x="56603" y="12065"/>
                  </a:lnTo>
                  <a:lnTo>
                    <a:pt x="50025" y="12598"/>
                  </a:lnTo>
                  <a:lnTo>
                    <a:pt x="42049" y="3200"/>
                  </a:lnTo>
                  <a:lnTo>
                    <a:pt x="27889" y="10198"/>
                  </a:lnTo>
                  <a:lnTo>
                    <a:pt x="30276" y="21183"/>
                  </a:lnTo>
                  <a:lnTo>
                    <a:pt x="28625" y="22009"/>
                  </a:lnTo>
                  <a:lnTo>
                    <a:pt x="24371" y="26847"/>
                  </a:lnTo>
                  <a:lnTo>
                    <a:pt x="13169" y="23444"/>
                  </a:lnTo>
                  <a:lnTo>
                    <a:pt x="5092" y="37020"/>
                  </a:lnTo>
                  <a:lnTo>
                    <a:pt x="12801" y="44742"/>
                  </a:lnTo>
                  <a:lnTo>
                    <a:pt x="10134" y="52857"/>
                  </a:lnTo>
                  <a:lnTo>
                    <a:pt x="0" y="55714"/>
                  </a:lnTo>
                  <a:lnTo>
                    <a:pt x="508" y="71526"/>
                  </a:lnTo>
                  <a:lnTo>
                    <a:pt x="10363" y="73672"/>
                  </a:lnTo>
                  <a:lnTo>
                    <a:pt x="10718" y="77495"/>
                  </a:lnTo>
                  <a:lnTo>
                    <a:pt x="13639" y="82943"/>
                  </a:lnTo>
                  <a:lnTo>
                    <a:pt x="6515" y="90995"/>
                  </a:lnTo>
                  <a:lnTo>
                    <a:pt x="15519" y="103974"/>
                  </a:lnTo>
                  <a:lnTo>
                    <a:pt x="26060" y="100063"/>
                  </a:lnTo>
                  <a:lnTo>
                    <a:pt x="32156" y="105117"/>
                  </a:lnTo>
                  <a:lnTo>
                    <a:pt x="30467" y="116370"/>
                  </a:lnTo>
                  <a:lnTo>
                    <a:pt x="45059" y="122428"/>
                  </a:lnTo>
                  <a:lnTo>
                    <a:pt x="51828" y="113322"/>
                  </a:lnTo>
                  <a:lnTo>
                    <a:pt x="56324" y="114731"/>
                  </a:lnTo>
                  <a:lnTo>
                    <a:pt x="60502" y="114401"/>
                  </a:lnTo>
                  <a:lnTo>
                    <a:pt x="65087" y="124739"/>
                  </a:lnTo>
                  <a:lnTo>
                    <a:pt x="80683" y="122047"/>
                  </a:lnTo>
                  <a:lnTo>
                    <a:pt x="81483" y="111061"/>
                  </a:lnTo>
                  <a:lnTo>
                    <a:pt x="89725" y="106921"/>
                  </a:lnTo>
                  <a:lnTo>
                    <a:pt x="98869" y="112877"/>
                  </a:lnTo>
                  <a:lnTo>
                    <a:pt x="110490" y="102171"/>
                  </a:lnTo>
                  <a:lnTo>
                    <a:pt x="105397" y="92938"/>
                  </a:lnTo>
                  <a:lnTo>
                    <a:pt x="109131" y="88696"/>
                  </a:lnTo>
                  <a:lnTo>
                    <a:pt x="110324" y="85051"/>
                  </a:lnTo>
                  <a:lnTo>
                    <a:pt x="120421" y="85166"/>
                  </a:lnTo>
                  <a:lnTo>
                    <a:pt x="124472" y="698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3502148" y="3885588"/>
              <a:ext cx="63500" cy="60960"/>
            </a:xfrm>
            <a:custGeom>
              <a:avLst/>
              <a:gdLst/>
              <a:ahLst/>
              <a:cxnLst/>
              <a:rect l="l" t="t" r="r" b="b"/>
              <a:pathLst>
                <a:path w="63500" h="60960">
                  <a:moveTo>
                    <a:pt x="27672" y="60357"/>
                  </a:moveTo>
                  <a:lnTo>
                    <a:pt x="15833" y="56608"/>
                  </a:lnTo>
                  <a:lnTo>
                    <a:pt x="6681" y="49014"/>
                  </a:lnTo>
                  <a:lnTo>
                    <a:pt x="1106" y="38663"/>
                  </a:lnTo>
                  <a:lnTo>
                    <a:pt x="0" y="26638"/>
                  </a:lnTo>
                  <a:lnTo>
                    <a:pt x="3783" y="15169"/>
                  </a:lnTo>
                  <a:lnTo>
                    <a:pt x="11543" y="6335"/>
                  </a:lnTo>
                  <a:lnTo>
                    <a:pt x="22276" y="939"/>
                  </a:lnTo>
                  <a:lnTo>
                    <a:pt x="22840" y="939"/>
                  </a:lnTo>
                  <a:lnTo>
                    <a:pt x="34548" y="0"/>
                  </a:lnTo>
                  <a:lnTo>
                    <a:pt x="42799" y="939"/>
                  </a:lnTo>
                  <a:lnTo>
                    <a:pt x="50350" y="5019"/>
                  </a:lnTo>
                  <a:lnTo>
                    <a:pt x="60730" y="17666"/>
                  </a:lnTo>
                  <a:lnTo>
                    <a:pt x="63133" y="25715"/>
                  </a:lnTo>
                  <a:lnTo>
                    <a:pt x="62222" y="33719"/>
                  </a:lnTo>
                  <a:lnTo>
                    <a:pt x="58439" y="45188"/>
                  </a:lnTo>
                  <a:lnTo>
                    <a:pt x="50679" y="54022"/>
                  </a:lnTo>
                  <a:lnTo>
                    <a:pt x="40053" y="59364"/>
                  </a:lnTo>
                  <a:lnTo>
                    <a:pt x="27672" y="60357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3392995" y="3985069"/>
              <a:ext cx="444500" cy="438150"/>
            </a:xfrm>
            <a:custGeom>
              <a:avLst/>
              <a:gdLst/>
              <a:ahLst/>
              <a:cxnLst/>
              <a:rect l="l" t="t" r="r" b="b"/>
              <a:pathLst>
                <a:path w="444500" h="438150">
                  <a:moveTo>
                    <a:pt x="444246" y="220916"/>
                  </a:moveTo>
                  <a:lnTo>
                    <a:pt x="411289" y="207403"/>
                  </a:lnTo>
                  <a:lnTo>
                    <a:pt x="409028" y="185140"/>
                  </a:lnTo>
                  <a:lnTo>
                    <a:pt x="405447" y="173748"/>
                  </a:lnTo>
                  <a:lnTo>
                    <a:pt x="431634" y="152958"/>
                  </a:lnTo>
                  <a:lnTo>
                    <a:pt x="408622" y="101892"/>
                  </a:lnTo>
                  <a:lnTo>
                    <a:pt x="372071" y="108597"/>
                  </a:lnTo>
                  <a:lnTo>
                    <a:pt x="356895" y="90614"/>
                  </a:lnTo>
                  <a:lnTo>
                    <a:pt x="352145" y="86842"/>
                  </a:lnTo>
                  <a:lnTo>
                    <a:pt x="364401" y="50876"/>
                  </a:lnTo>
                  <a:lnTo>
                    <a:pt x="317322" y="20535"/>
                  </a:lnTo>
                  <a:lnTo>
                    <a:pt x="287616" y="48348"/>
                  </a:lnTo>
                  <a:lnTo>
                    <a:pt x="259473" y="40043"/>
                  </a:lnTo>
                  <a:lnTo>
                    <a:pt x="259118" y="40017"/>
                  </a:lnTo>
                  <a:lnTo>
                    <a:pt x="249123" y="0"/>
                  </a:lnTo>
                  <a:lnTo>
                    <a:pt x="193027" y="0"/>
                  </a:lnTo>
                  <a:lnTo>
                    <a:pt x="182613" y="41617"/>
                  </a:lnTo>
                  <a:lnTo>
                    <a:pt x="171450" y="43065"/>
                  </a:lnTo>
                  <a:lnTo>
                    <a:pt x="158508" y="48374"/>
                  </a:lnTo>
                  <a:lnTo>
                    <a:pt x="127088" y="18923"/>
                  </a:lnTo>
                  <a:lnTo>
                    <a:pt x="80010" y="49276"/>
                  </a:lnTo>
                  <a:lnTo>
                    <a:pt x="92710" y="86601"/>
                  </a:lnTo>
                  <a:lnTo>
                    <a:pt x="87350" y="90614"/>
                  </a:lnTo>
                  <a:lnTo>
                    <a:pt x="72644" y="109080"/>
                  </a:lnTo>
                  <a:lnTo>
                    <a:pt x="33464" y="101892"/>
                  </a:lnTo>
                  <a:lnTo>
                    <a:pt x="10452" y="152958"/>
                  </a:lnTo>
                  <a:lnTo>
                    <a:pt x="37960" y="174828"/>
                  </a:lnTo>
                  <a:lnTo>
                    <a:pt x="33477" y="207187"/>
                  </a:lnTo>
                  <a:lnTo>
                    <a:pt x="0" y="220916"/>
                  </a:lnTo>
                  <a:lnTo>
                    <a:pt x="8153" y="276415"/>
                  </a:lnTo>
                  <a:lnTo>
                    <a:pt x="42379" y="279869"/>
                  </a:lnTo>
                  <a:lnTo>
                    <a:pt x="57200" y="313956"/>
                  </a:lnTo>
                  <a:lnTo>
                    <a:pt x="37109" y="342633"/>
                  </a:lnTo>
                  <a:lnTo>
                    <a:pt x="74066" y="384771"/>
                  </a:lnTo>
                  <a:lnTo>
                    <a:pt x="107937" y="367588"/>
                  </a:lnTo>
                  <a:lnTo>
                    <a:pt x="125920" y="381063"/>
                  </a:lnTo>
                  <a:lnTo>
                    <a:pt x="133083" y="384009"/>
                  </a:lnTo>
                  <a:lnTo>
                    <a:pt x="131699" y="422478"/>
                  </a:lnTo>
                  <a:lnTo>
                    <a:pt x="185521" y="437934"/>
                  </a:lnTo>
                  <a:lnTo>
                    <a:pt x="205181" y="404114"/>
                  </a:lnTo>
                  <a:lnTo>
                    <a:pt x="222123" y="406311"/>
                  </a:lnTo>
                  <a:lnTo>
                    <a:pt x="237274" y="404342"/>
                  </a:lnTo>
                  <a:lnTo>
                    <a:pt x="257035" y="438073"/>
                  </a:lnTo>
                  <a:lnTo>
                    <a:pt x="310870" y="422325"/>
                  </a:lnTo>
                  <a:lnTo>
                    <a:pt x="309372" y="384733"/>
                  </a:lnTo>
                  <a:lnTo>
                    <a:pt x="318325" y="381063"/>
                  </a:lnTo>
                  <a:lnTo>
                    <a:pt x="338213" y="366153"/>
                  </a:lnTo>
                  <a:lnTo>
                    <a:pt x="371284" y="382727"/>
                  </a:lnTo>
                  <a:lnTo>
                    <a:pt x="407949" y="340309"/>
                  </a:lnTo>
                  <a:lnTo>
                    <a:pt x="387883" y="311975"/>
                  </a:lnTo>
                  <a:lnTo>
                    <a:pt x="401840" y="279882"/>
                  </a:lnTo>
                  <a:lnTo>
                    <a:pt x="436092" y="276415"/>
                  </a:lnTo>
                  <a:lnTo>
                    <a:pt x="444246" y="2209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00094" y="4098713"/>
              <a:ext cx="222062" cy="215487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3225498" y="1221459"/>
              <a:ext cx="2537460" cy="796290"/>
            </a:xfrm>
            <a:custGeom>
              <a:avLst/>
              <a:gdLst/>
              <a:ahLst/>
              <a:cxnLst/>
              <a:rect l="l" t="t" r="r" b="b"/>
              <a:pathLst>
                <a:path w="2537460" h="796289">
                  <a:moveTo>
                    <a:pt x="909973" y="8756"/>
                  </a:moveTo>
                  <a:lnTo>
                    <a:pt x="0" y="8756"/>
                  </a:lnTo>
                  <a:lnTo>
                    <a:pt x="0" y="796031"/>
                  </a:lnTo>
                  <a:lnTo>
                    <a:pt x="2537439" y="796031"/>
                  </a:lnTo>
                  <a:lnTo>
                    <a:pt x="2537439" y="0"/>
                  </a:lnTo>
                  <a:lnTo>
                    <a:pt x="1636205" y="0"/>
                  </a:lnTo>
                </a:path>
              </a:pathLst>
            </a:custGeom>
            <a:ln w="114299">
              <a:solidFill>
                <a:srgbClr val="D8443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24577" y="1369345"/>
              <a:ext cx="2139268" cy="500255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1526872" y="2741296"/>
              <a:ext cx="2091055" cy="451484"/>
            </a:xfrm>
            <a:custGeom>
              <a:avLst/>
              <a:gdLst/>
              <a:ahLst/>
              <a:cxnLst/>
              <a:rect l="l" t="t" r="r" b="b"/>
              <a:pathLst>
                <a:path w="2091054" h="451485">
                  <a:moveTo>
                    <a:pt x="1047600" y="0"/>
                  </a:moveTo>
                  <a:lnTo>
                    <a:pt x="1047600" y="451199"/>
                  </a:lnTo>
                </a:path>
                <a:path w="2091054" h="451485">
                  <a:moveTo>
                    <a:pt x="0" y="444337"/>
                  </a:moveTo>
                  <a:lnTo>
                    <a:pt x="2090699" y="444337"/>
                  </a:lnTo>
                </a:path>
              </a:pathLst>
            </a:custGeom>
            <a:ln w="38099">
              <a:solidFill>
                <a:srgbClr val="98989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59488" y="3183778"/>
              <a:ext cx="163448" cy="397799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521247" y="3185634"/>
              <a:ext cx="163449" cy="395700"/>
            </a:xfrm>
            <a:prstGeom prst="rect">
              <a:avLst/>
            </a:prstGeom>
          </p:spPr>
        </p:pic>
      </p:grpSp>
      <p:sp>
        <p:nvSpPr>
          <p:cNvPr id="41" name="object 41" descr=""/>
          <p:cNvSpPr txBox="1"/>
          <p:nvPr/>
        </p:nvSpPr>
        <p:spPr>
          <a:xfrm>
            <a:off x="53975" y="1599023"/>
            <a:ext cx="94297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4285F4"/>
                </a:solidFill>
                <a:latin typeface="Roboto"/>
                <a:cs typeface="Roboto"/>
              </a:rPr>
              <a:t>ReplicaSet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157919" y="1827623"/>
            <a:ext cx="9969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 b="1">
                <a:solidFill>
                  <a:srgbClr val="4285F4"/>
                </a:solidFill>
                <a:latin typeface="Roboto"/>
                <a:cs typeface="Roboto"/>
              </a:rPr>
              <a:t>-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500" spc="-50" b="1">
                <a:solidFill>
                  <a:srgbClr val="4285F4"/>
                </a:solidFill>
                <a:latin typeface="Roboto"/>
                <a:cs typeface="Roboto"/>
              </a:rPr>
              <a:t>-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500" spc="-50" b="1">
                <a:solidFill>
                  <a:srgbClr val="4285F4"/>
                </a:solidFill>
                <a:latin typeface="Roboto"/>
                <a:cs typeface="Roboto"/>
              </a:rPr>
              <a:t>-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396875" y="1827623"/>
            <a:ext cx="153289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4285F4"/>
                </a:solidFill>
                <a:latin typeface="Roboto"/>
                <a:cs typeface="Roboto"/>
              </a:rPr>
              <a:t>name:</a:t>
            </a:r>
            <a:r>
              <a:rPr dirty="0" sz="1500" spc="20" b="1">
                <a:solidFill>
                  <a:srgbClr val="4285F4"/>
                </a:solidFill>
                <a:latin typeface="Roboto"/>
                <a:cs typeface="Roboto"/>
              </a:rPr>
              <a:t> </a:t>
            </a:r>
            <a:r>
              <a:rPr dirty="0" sz="1500" spc="-20" b="1">
                <a:solidFill>
                  <a:srgbClr val="4285F4"/>
                </a:solidFill>
                <a:latin typeface="Roboto"/>
                <a:cs typeface="Roboto"/>
              </a:rPr>
              <a:t>my-app-</a:t>
            </a:r>
            <a:r>
              <a:rPr dirty="0" sz="1500" spc="-25" b="1">
                <a:solidFill>
                  <a:srgbClr val="4285F4"/>
                </a:solidFill>
                <a:latin typeface="Roboto"/>
                <a:cs typeface="Roboto"/>
              </a:rPr>
              <a:t>v1 </a:t>
            </a:r>
            <a:r>
              <a:rPr dirty="0" sz="1500" spc="-10" b="1">
                <a:solidFill>
                  <a:srgbClr val="4285F4"/>
                </a:solidFill>
                <a:latin typeface="Roboto"/>
                <a:cs typeface="Roboto"/>
              </a:rPr>
              <a:t>replicas:</a:t>
            </a:r>
            <a:r>
              <a:rPr dirty="0" sz="1500" spc="-15" b="1">
                <a:solidFill>
                  <a:srgbClr val="4285F4"/>
                </a:solidFill>
                <a:latin typeface="Roboto"/>
                <a:cs typeface="Roboto"/>
              </a:rPr>
              <a:t> </a:t>
            </a:r>
            <a:r>
              <a:rPr dirty="0" sz="1500" spc="-50" b="1">
                <a:solidFill>
                  <a:srgbClr val="4285F4"/>
                </a:solidFill>
                <a:latin typeface="Roboto"/>
                <a:cs typeface="Roboto"/>
              </a:rPr>
              <a:t>2 </a:t>
            </a:r>
            <a:r>
              <a:rPr dirty="0" sz="1500" spc="-10" b="1">
                <a:solidFill>
                  <a:srgbClr val="4285F4"/>
                </a:solidFill>
                <a:latin typeface="Roboto"/>
                <a:cs typeface="Roboto"/>
              </a:rPr>
              <a:t>selector: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500819" y="2513423"/>
            <a:ext cx="128651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1460" indent="-238760">
              <a:lnSpc>
                <a:spcPct val="100000"/>
              </a:lnSpc>
              <a:spcBef>
                <a:spcPts val="100"/>
              </a:spcBef>
              <a:buChar char="-"/>
              <a:tabLst>
                <a:tab pos="251460" algn="l"/>
              </a:tabLst>
            </a:pPr>
            <a:r>
              <a:rPr dirty="0" sz="1500" b="1">
                <a:solidFill>
                  <a:srgbClr val="4285F4"/>
                </a:solidFill>
                <a:latin typeface="Roboto"/>
                <a:cs typeface="Roboto"/>
              </a:rPr>
              <a:t>app:</a:t>
            </a:r>
            <a:r>
              <a:rPr dirty="0" sz="1500" spc="-50" b="1">
                <a:solidFill>
                  <a:srgbClr val="4285F4"/>
                </a:solidFill>
                <a:latin typeface="Roboto"/>
                <a:cs typeface="Roboto"/>
              </a:rPr>
              <a:t> </a:t>
            </a:r>
            <a:r>
              <a:rPr dirty="0" sz="1500" spc="-10" b="1">
                <a:solidFill>
                  <a:srgbClr val="4285F4"/>
                </a:solidFill>
                <a:latin typeface="Roboto"/>
                <a:cs typeface="Roboto"/>
              </a:rPr>
              <a:t>MyApp</a:t>
            </a:r>
            <a:endParaRPr sz="1500">
              <a:latin typeface="Roboto"/>
              <a:cs typeface="Roboto"/>
            </a:endParaRPr>
          </a:p>
          <a:p>
            <a:pPr marL="251460" indent="-238760">
              <a:lnSpc>
                <a:spcPct val="100000"/>
              </a:lnSpc>
              <a:buChar char="-"/>
              <a:tabLst>
                <a:tab pos="251460" algn="l"/>
              </a:tabLst>
            </a:pPr>
            <a:r>
              <a:rPr dirty="0" sz="1500" spc="-10" b="1">
                <a:solidFill>
                  <a:srgbClr val="4285F4"/>
                </a:solidFill>
                <a:latin typeface="Roboto"/>
                <a:cs typeface="Roboto"/>
              </a:rPr>
              <a:t>version:</a:t>
            </a:r>
            <a:r>
              <a:rPr dirty="0" sz="1500" spc="-15" b="1">
                <a:solidFill>
                  <a:srgbClr val="4285F4"/>
                </a:solidFill>
                <a:latin typeface="Roboto"/>
                <a:cs typeface="Roboto"/>
              </a:rPr>
              <a:t> </a:t>
            </a:r>
            <a:r>
              <a:rPr dirty="0" sz="1500" spc="-25" b="1">
                <a:solidFill>
                  <a:srgbClr val="4285F4"/>
                </a:solidFill>
                <a:latin typeface="Roboto"/>
                <a:cs typeface="Roboto"/>
              </a:rPr>
              <a:t>v1</a:t>
            </a:r>
            <a:endParaRPr sz="1500">
              <a:latin typeface="Roboto"/>
              <a:cs typeface="Roboto"/>
            </a:endParaRPr>
          </a:p>
        </p:txBody>
      </p:sp>
      <p:grpSp>
        <p:nvGrpSpPr>
          <p:cNvPr id="45" name="object 45" descr=""/>
          <p:cNvGrpSpPr/>
          <p:nvPr/>
        </p:nvGrpSpPr>
        <p:grpSpPr>
          <a:xfrm>
            <a:off x="1461389" y="1857488"/>
            <a:ext cx="5374005" cy="2937510"/>
            <a:chOff x="1461389" y="1857488"/>
            <a:chExt cx="5374005" cy="2937510"/>
          </a:xfrm>
        </p:grpSpPr>
        <p:sp>
          <p:nvSpPr>
            <p:cNvPr id="46" name="object 46" descr=""/>
            <p:cNvSpPr/>
            <p:nvPr/>
          </p:nvSpPr>
          <p:spPr>
            <a:xfrm>
              <a:off x="6291334" y="2741296"/>
              <a:ext cx="0" cy="695960"/>
            </a:xfrm>
            <a:custGeom>
              <a:avLst/>
              <a:gdLst/>
              <a:ahLst/>
              <a:cxnLst/>
              <a:rect l="l" t="t" r="r" b="b"/>
              <a:pathLst>
                <a:path w="0" h="695960">
                  <a:moveTo>
                    <a:pt x="0" y="0"/>
                  </a:moveTo>
                  <a:lnTo>
                    <a:pt x="0" y="695900"/>
                  </a:lnTo>
                </a:path>
              </a:pathLst>
            </a:custGeom>
            <a:ln w="38099">
              <a:solidFill>
                <a:srgbClr val="98989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209610" y="3418147"/>
              <a:ext cx="163449" cy="163448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5243734" y="3185634"/>
              <a:ext cx="1045844" cy="0"/>
            </a:xfrm>
            <a:custGeom>
              <a:avLst/>
              <a:gdLst/>
              <a:ahLst/>
              <a:cxnLst/>
              <a:rect l="l" t="t" r="r" b="b"/>
              <a:pathLst>
                <a:path w="1045845" h="0">
                  <a:moveTo>
                    <a:pt x="0" y="0"/>
                  </a:moveTo>
                  <a:lnTo>
                    <a:pt x="1045499" y="0"/>
                  </a:lnTo>
                </a:path>
              </a:pathLst>
            </a:custGeom>
            <a:ln w="38099">
              <a:solidFill>
                <a:srgbClr val="98989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176350" y="3183778"/>
              <a:ext cx="163449" cy="397799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524095" y="4532867"/>
              <a:ext cx="163449" cy="224399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179488" y="4532568"/>
              <a:ext cx="163449" cy="230399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61389" y="4532512"/>
              <a:ext cx="163449" cy="236099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209320" y="4532568"/>
              <a:ext cx="163449" cy="230399"/>
            </a:xfrm>
            <a:prstGeom prst="rect">
              <a:avLst/>
            </a:prstGeom>
          </p:spPr>
        </p:pic>
        <p:sp>
          <p:nvSpPr>
            <p:cNvPr id="54" name="object 54" descr=""/>
            <p:cNvSpPr/>
            <p:nvPr/>
          </p:nvSpPr>
          <p:spPr>
            <a:xfrm>
              <a:off x="2062403" y="1857489"/>
              <a:ext cx="1066800" cy="1005840"/>
            </a:xfrm>
            <a:custGeom>
              <a:avLst/>
              <a:gdLst/>
              <a:ahLst/>
              <a:cxnLst/>
              <a:rect l="l" t="t" r="r" b="b"/>
              <a:pathLst>
                <a:path w="1066800" h="1005839">
                  <a:moveTo>
                    <a:pt x="1066419" y="238569"/>
                  </a:moveTo>
                  <a:lnTo>
                    <a:pt x="1061923" y="193027"/>
                  </a:lnTo>
                  <a:lnTo>
                    <a:pt x="1048791" y="149656"/>
                  </a:lnTo>
                  <a:lnTo>
                    <a:pt x="1027518" y="109664"/>
                  </a:lnTo>
                  <a:lnTo>
                    <a:pt x="998601" y="74282"/>
                  </a:lnTo>
                  <a:lnTo>
                    <a:pt x="963333" y="45262"/>
                  </a:lnTo>
                  <a:lnTo>
                    <a:pt x="923467" y="23914"/>
                  </a:lnTo>
                  <a:lnTo>
                    <a:pt x="880249" y="10731"/>
                  </a:lnTo>
                  <a:lnTo>
                    <a:pt x="834859" y="6235"/>
                  </a:lnTo>
                  <a:lnTo>
                    <a:pt x="788187" y="10947"/>
                  </a:lnTo>
                  <a:lnTo>
                    <a:pt x="744728" y="24485"/>
                  </a:lnTo>
                  <a:lnTo>
                    <a:pt x="706882" y="45110"/>
                  </a:lnTo>
                  <a:lnTo>
                    <a:pt x="692505" y="38277"/>
                  </a:lnTo>
                  <a:lnTo>
                    <a:pt x="646493" y="21742"/>
                  </a:lnTo>
                  <a:lnTo>
                    <a:pt x="599008" y="9753"/>
                  </a:lnTo>
                  <a:lnTo>
                    <a:pt x="550341" y="2463"/>
                  </a:lnTo>
                  <a:lnTo>
                    <a:pt x="500837" y="0"/>
                  </a:lnTo>
                  <a:lnTo>
                    <a:pt x="452602" y="2311"/>
                  </a:lnTo>
                  <a:lnTo>
                    <a:pt x="405663" y="9067"/>
                  </a:lnTo>
                  <a:lnTo>
                    <a:pt x="360235" y="20091"/>
                  </a:lnTo>
                  <a:lnTo>
                    <a:pt x="316522" y="35140"/>
                  </a:lnTo>
                  <a:lnTo>
                    <a:pt x="274739" y="54025"/>
                  </a:lnTo>
                  <a:lnTo>
                    <a:pt x="235089" y="76530"/>
                  </a:lnTo>
                  <a:lnTo>
                    <a:pt x="197789" y="102450"/>
                  </a:lnTo>
                  <a:lnTo>
                    <a:pt x="163042" y="131559"/>
                  </a:lnTo>
                  <a:lnTo>
                    <a:pt x="131064" y="163664"/>
                  </a:lnTo>
                  <a:lnTo>
                    <a:pt x="102057" y="198539"/>
                  </a:lnTo>
                  <a:lnTo>
                    <a:pt x="76238" y="235978"/>
                  </a:lnTo>
                  <a:lnTo>
                    <a:pt x="53822" y="275780"/>
                  </a:lnTo>
                  <a:lnTo>
                    <a:pt x="35001" y="317715"/>
                  </a:lnTo>
                  <a:lnTo>
                    <a:pt x="20002" y="361594"/>
                  </a:lnTo>
                  <a:lnTo>
                    <a:pt x="9029" y="407200"/>
                  </a:lnTo>
                  <a:lnTo>
                    <a:pt x="2298" y="454317"/>
                  </a:lnTo>
                  <a:lnTo>
                    <a:pt x="0" y="502729"/>
                  </a:lnTo>
                  <a:lnTo>
                    <a:pt x="2298" y="551141"/>
                  </a:lnTo>
                  <a:lnTo>
                    <a:pt x="9029" y="598258"/>
                  </a:lnTo>
                  <a:lnTo>
                    <a:pt x="20002" y="643864"/>
                  </a:lnTo>
                  <a:lnTo>
                    <a:pt x="35001" y="687730"/>
                  </a:lnTo>
                  <a:lnTo>
                    <a:pt x="53822" y="729678"/>
                  </a:lnTo>
                  <a:lnTo>
                    <a:pt x="76238" y="769480"/>
                  </a:lnTo>
                  <a:lnTo>
                    <a:pt x="102057" y="806919"/>
                  </a:lnTo>
                  <a:lnTo>
                    <a:pt x="131064" y="841794"/>
                  </a:lnTo>
                  <a:lnTo>
                    <a:pt x="163042" y="873899"/>
                  </a:lnTo>
                  <a:lnTo>
                    <a:pt x="197789" y="903008"/>
                  </a:lnTo>
                  <a:lnTo>
                    <a:pt x="235089" y="928928"/>
                  </a:lnTo>
                  <a:lnTo>
                    <a:pt x="274739" y="951433"/>
                  </a:lnTo>
                  <a:lnTo>
                    <a:pt x="316522" y="970318"/>
                  </a:lnTo>
                  <a:lnTo>
                    <a:pt x="360235" y="985367"/>
                  </a:lnTo>
                  <a:lnTo>
                    <a:pt x="405663" y="996391"/>
                  </a:lnTo>
                  <a:lnTo>
                    <a:pt x="452602" y="1003147"/>
                  </a:lnTo>
                  <a:lnTo>
                    <a:pt x="500837" y="1005446"/>
                  </a:lnTo>
                  <a:lnTo>
                    <a:pt x="549071" y="1003147"/>
                  </a:lnTo>
                  <a:lnTo>
                    <a:pt x="596011" y="996391"/>
                  </a:lnTo>
                  <a:lnTo>
                    <a:pt x="641438" y="985367"/>
                  </a:lnTo>
                  <a:lnTo>
                    <a:pt x="685152" y="970318"/>
                  </a:lnTo>
                  <a:lnTo>
                    <a:pt x="726935" y="951433"/>
                  </a:lnTo>
                  <a:lnTo>
                    <a:pt x="766584" y="928928"/>
                  </a:lnTo>
                  <a:lnTo>
                    <a:pt x="803884" y="903008"/>
                  </a:lnTo>
                  <a:lnTo>
                    <a:pt x="838631" y="873899"/>
                  </a:lnTo>
                  <a:lnTo>
                    <a:pt x="870610" y="841794"/>
                  </a:lnTo>
                  <a:lnTo>
                    <a:pt x="899617" y="806919"/>
                  </a:lnTo>
                  <a:lnTo>
                    <a:pt x="925436" y="769480"/>
                  </a:lnTo>
                  <a:lnTo>
                    <a:pt x="947851" y="729678"/>
                  </a:lnTo>
                  <a:lnTo>
                    <a:pt x="966673" y="687730"/>
                  </a:lnTo>
                  <a:lnTo>
                    <a:pt x="981671" y="643864"/>
                  </a:lnTo>
                  <a:lnTo>
                    <a:pt x="992644" y="598258"/>
                  </a:lnTo>
                  <a:lnTo>
                    <a:pt x="999388" y="551141"/>
                  </a:lnTo>
                  <a:lnTo>
                    <a:pt x="1001674" y="502729"/>
                  </a:lnTo>
                  <a:lnTo>
                    <a:pt x="999223" y="453047"/>
                  </a:lnTo>
                  <a:lnTo>
                    <a:pt x="992505" y="407898"/>
                  </a:lnTo>
                  <a:lnTo>
                    <a:pt x="998601" y="402856"/>
                  </a:lnTo>
                  <a:lnTo>
                    <a:pt x="1026871" y="368465"/>
                  </a:lnTo>
                  <a:lnTo>
                    <a:pt x="1048219" y="329006"/>
                  </a:lnTo>
                  <a:lnTo>
                    <a:pt x="1061707" y="285394"/>
                  </a:lnTo>
                  <a:lnTo>
                    <a:pt x="1066419" y="23856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2223274" y="2016505"/>
              <a:ext cx="751840" cy="683260"/>
            </a:xfrm>
            <a:custGeom>
              <a:avLst/>
              <a:gdLst/>
              <a:ahLst/>
              <a:cxnLst/>
              <a:rect l="l" t="t" r="r" b="b"/>
              <a:pathLst>
                <a:path w="751839" h="683260">
                  <a:moveTo>
                    <a:pt x="751624" y="155054"/>
                  </a:moveTo>
                  <a:lnTo>
                    <a:pt x="739851" y="95719"/>
                  </a:lnTo>
                  <a:lnTo>
                    <a:pt x="706335" y="45415"/>
                  </a:lnTo>
                  <a:lnTo>
                    <a:pt x="656183" y="11798"/>
                  </a:lnTo>
                  <a:lnTo>
                    <a:pt x="597027" y="0"/>
                  </a:lnTo>
                  <a:lnTo>
                    <a:pt x="548157" y="7899"/>
                  </a:lnTo>
                  <a:lnTo>
                    <a:pt x="505726" y="29908"/>
                  </a:lnTo>
                  <a:lnTo>
                    <a:pt x="496265" y="39408"/>
                  </a:lnTo>
                  <a:lnTo>
                    <a:pt x="494233" y="38150"/>
                  </a:lnTo>
                  <a:lnTo>
                    <a:pt x="445236" y="17792"/>
                  </a:lnTo>
                  <a:lnTo>
                    <a:pt x="393522" y="5295"/>
                  </a:lnTo>
                  <a:lnTo>
                    <a:pt x="340017" y="1041"/>
                  </a:lnTo>
                  <a:lnTo>
                    <a:pt x="293878" y="4152"/>
                  </a:lnTo>
                  <a:lnTo>
                    <a:pt x="249618" y="13233"/>
                  </a:lnTo>
                  <a:lnTo>
                    <a:pt x="207670" y="27851"/>
                  </a:lnTo>
                  <a:lnTo>
                    <a:pt x="168402" y="47612"/>
                  </a:lnTo>
                  <a:lnTo>
                    <a:pt x="132245" y="72123"/>
                  </a:lnTo>
                  <a:lnTo>
                    <a:pt x="99593" y="100952"/>
                  </a:lnTo>
                  <a:lnTo>
                    <a:pt x="70853" y="133705"/>
                  </a:lnTo>
                  <a:lnTo>
                    <a:pt x="46418" y="169989"/>
                  </a:lnTo>
                  <a:lnTo>
                    <a:pt x="26720" y="209372"/>
                  </a:lnTo>
                  <a:lnTo>
                    <a:pt x="12153" y="251460"/>
                  </a:lnTo>
                  <a:lnTo>
                    <a:pt x="3111" y="295859"/>
                  </a:lnTo>
                  <a:lnTo>
                    <a:pt x="0" y="342138"/>
                  </a:lnTo>
                  <a:lnTo>
                    <a:pt x="3111" y="388429"/>
                  </a:lnTo>
                  <a:lnTo>
                    <a:pt x="12153" y="432816"/>
                  </a:lnTo>
                  <a:lnTo>
                    <a:pt x="26720" y="474916"/>
                  </a:lnTo>
                  <a:lnTo>
                    <a:pt x="46418" y="514299"/>
                  </a:lnTo>
                  <a:lnTo>
                    <a:pt x="70853" y="550583"/>
                  </a:lnTo>
                  <a:lnTo>
                    <a:pt x="99593" y="583336"/>
                  </a:lnTo>
                  <a:lnTo>
                    <a:pt x="132245" y="612165"/>
                  </a:lnTo>
                  <a:lnTo>
                    <a:pt x="168402" y="636676"/>
                  </a:lnTo>
                  <a:lnTo>
                    <a:pt x="207670" y="656437"/>
                  </a:lnTo>
                  <a:lnTo>
                    <a:pt x="249618" y="671055"/>
                  </a:lnTo>
                  <a:lnTo>
                    <a:pt x="293878" y="680123"/>
                  </a:lnTo>
                  <a:lnTo>
                    <a:pt x="340017" y="683234"/>
                  </a:lnTo>
                  <a:lnTo>
                    <a:pt x="386143" y="680123"/>
                  </a:lnTo>
                  <a:lnTo>
                    <a:pt x="430403" y="671055"/>
                  </a:lnTo>
                  <a:lnTo>
                    <a:pt x="472363" y="656437"/>
                  </a:lnTo>
                  <a:lnTo>
                    <a:pt x="511619" y="636676"/>
                  </a:lnTo>
                  <a:lnTo>
                    <a:pt x="547776" y="612165"/>
                  </a:lnTo>
                  <a:lnTo>
                    <a:pt x="580440" y="583336"/>
                  </a:lnTo>
                  <a:lnTo>
                    <a:pt x="609180" y="550583"/>
                  </a:lnTo>
                  <a:lnTo>
                    <a:pt x="633603" y="514299"/>
                  </a:lnTo>
                  <a:lnTo>
                    <a:pt x="653300" y="474916"/>
                  </a:lnTo>
                  <a:lnTo>
                    <a:pt x="667880" y="432816"/>
                  </a:lnTo>
                  <a:lnTo>
                    <a:pt x="676922" y="388429"/>
                  </a:lnTo>
                  <a:lnTo>
                    <a:pt x="680021" y="342138"/>
                  </a:lnTo>
                  <a:lnTo>
                    <a:pt x="675792" y="288455"/>
                  </a:lnTo>
                  <a:lnTo>
                    <a:pt x="675411" y="286905"/>
                  </a:lnTo>
                  <a:lnTo>
                    <a:pt x="688327" y="280200"/>
                  </a:lnTo>
                  <a:lnTo>
                    <a:pt x="721791" y="246634"/>
                  </a:lnTo>
                  <a:lnTo>
                    <a:pt x="743737" y="204063"/>
                  </a:lnTo>
                  <a:lnTo>
                    <a:pt x="751624" y="1550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2272795" y="2067365"/>
              <a:ext cx="581025" cy="582930"/>
            </a:xfrm>
            <a:custGeom>
              <a:avLst/>
              <a:gdLst/>
              <a:ahLst/>
              <a:cxnLst/>
              <a:rect l="l" t="t" r="r" b="b"/>
              <a:pathLst>
                <a:path w="581025" h="582930">
                  <a:moveTo>
                    <a:pt x="290498" y="582525"/>
                  </a:moveTo>
                  <a:lnTo>
                    <a:pt x="243378" y="578713"/>
                  </a:lnTo>
                  <a:lnTo>
                    <a:pt x="198678" y="567676"/>
                  </a:lnTo>
                  <a:lnTo>
                    <a:pt x="156997" y="550015"/>
                  </a:lnTo>
                  <a:lnTo>
                    <a:pt x="118933" y="526328"/>
                  </a:lnTo>
                  <a:lnTo>
                    <a:pt x="85085" y="497216"/>
                  </a:lnTo>
                  <a:lnTo>
                    <a:pt x="56049" y="463278"/>
                  </a:lnTo>
                  <a:lnTo>
                    <a:pt x="32424" y="425114"/>
                  </a:lnTo>
                  <a:lnTo>
                    <a:pt x="14809" y="383324"/>
                  </a:lnTo>
                  <a:lnTo>
                    <a:pt x="3802" y="338507"/>
                  </a:lnTo>
                  <a:lnTo>
                    <a:pt x="0" y="291262"/>
                  </a:lnTo>
                  <a:lnTo>
                    <a:pt x="3689" y="245424"/>
                  </a:lnTo>
                  <a:lnTo>
                    <a:pt x="14809" y="199201"/>
                  </a:lnTo>
                  <a:lnTo>
                    <a:pt x="32424" y="157410"/>
                  </a:lnTo>
                  <a:lnTo>
                    <a:pt x="56049" y="119246"/>
                  </a:lnTo>
                  <a:lnTo>
                    <a:pt x="85085" y="85308"/>
                  </a:lnTo>
                  <a:lnTo>
                    <a:pt x="118933" y="56196"/>
                  </a:lnTo>
                  <a:lnTo>
                    <a:pt x="156997" y="32510"/>
                  </a:lnTo>
                  <a:lnTo>
                    <a:pt x="198678" y="14848"/>
                  </a:lnTo>
                  <a:lnTo>
                    <a:pt x="243378" y="3812"/>
                  </a:lnTo>
                  <a:lnTo>
                    <a:pt x="290498" y="0"/>
                  </a:lnTo>
                  <a:lnTo>
                    <a:pt x="336216" y="3628"/>
                  </a:lnTo>
                  <a:lnTo>
                    <a:pt x="380397" y="14297"/>
                  </a:lnTo>
                  <a:lnTo>
                    <a:pt x="422260" y="31683"/>
                  </a:lnTo>
                  <a:lnTo>
                    <a:pt x="461025" y="55461"/>
                  </a:lnTo>
                  <a:lnTo>
                    <a:pt x="495912" y="85308"/>
                  </a:lnTo>
                  <a:lnTo>
                    <a:pt x="525681" y="120287"/>
                  </a:lnTo>
                  <a:lnTo>
                    <a:pt x="549397" y="159154"/>
                  </a:lnTo>
                  <a:lnTo>
                    <a:pt x="566737" y="201127"/>
                  </a:lnTo>
                  <a:lnTo>
                    <a:pt x="577378" y="245424"/>
                  </a:lnTo>
                  <a:lnTo>
                    <a:pt x="580997" y="291262"/>
                  </a:lnTo>
                  <a:lnTo>
                    <a:pt x="577194" y="338507"/>
                  </a:lnTo>
                  <a:lnTo>
                    <a:pt x="566187" y="383324"/>
                  </a:lnTo>
                  <a:lnTo>
                    <a:pt x="548572" y="425114"/>
                  </a:lnTo>
                  <a:lnTo>
                    <a:pt x="524947" y="463278"/>
                  </a:lnTo>
                  <a:lnTo>
                    <a:pt x="495912" y="497216"/>
                  </a:lnTo>
                  <a:lnTo>
                    <a:pt x="462063" y="526328"/>
                  </a:lnTo>
                  <a:lnTo>
                    <a:pt x="423999" y="550015"/>
                  </a:lnTo>
                  <a:lnTo>
                    <a:pt x="382318" y="567676"/>
                  </a:lnTo>
                  <a:lnTo>
                    <a:pt x="337618" y="578713"/>
                  </a:lnTo>
                  <a:lnTo>
                    <a:pt x="290498" y="582525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714352" y="2065001"/>
              <a:ext cx="212190" cy="213143"/>
            </a:xfrm>
            <a:prstGeom prst="rect">
              <a:avLst/>
            </a:prstGeom>
          </p:spPr>
        </p:pic>
        <p:sp>
          <p:nvSpPr>
            <p:cNvPr id="58" name="object 58" descr=""/>
            <p:cNvSpPr/>
            <p:nvPr/>
          </p:nvSpPr>
          <p:spPr>
            <a:xfrm>
              <a:off x="2412669" y="2207272"/>
              <a:ext cx="301625" cy="300990"/>
            </a:xfrm>
            <a:custGeom>
              <a:avLst/>
              <a:gdLst/>
              <a:ahLst/>
              <a:cxnLst/>
              <a:rect l="l" t="t" r="r" b="b"/>
              <a:pathLst>
                <a:path w="301625" h="300989">
                  <a:moveTo>
                    <a:pt x="301231" y="120650"/>
                  </a:moveTo>
                  <a:lnTo>
                    <a:pt x="180682" y="120650"/>
                  </a:lnTo>
                  <a:lnTo>
                    <a:pt x="180682" y="0"/>
                  </a:lnTo>
                  <a:lnTo>
                    <a:pt x="120561" y="0"/>
                  </a:lnTo>
                  <a:lnTo>
                    <a:pt x="120561" y="120650"/>
                  </a:lnTo>
                  <a:lnTo>
                    <a:pt x="0" y="120650"/>
                  </a:lnTo>
                  <a:lnTo>
                    <a:pt x="0" y="180340"/>
                  </a:lnTo>
                  <a:lnTo>
                    <a:pt x="120561" y="180340"/>
                  </a:lnTo>
                  <a:lnTo>
                    <a:pt x="120561" y="300990"/>
                  </a:lnTo>
                  <a:lnTo>
                    <a:pt x="180682" y="300990"/>
                  </a:lnTo>
                  <a:lnTo>
                    <a:pt x="180682" y="180340"/>
                  </a:lnTo>
                  <a:lnTo>
                    <a:pt x="301231" y="180340"/>
                  </a:lnTo>
                  <a:lnTo>
                    <a:pt x="301231" y="1206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5768442" y="1857501"/>
              <a:ext cx="1066800" cy="1005840"/>
            </a:xfrm>
            <a:custGeom>
              <a:avLst/>
              <a:gdLst/>
              <a:ahLst/>
              <a:cxnLst/>
              <a:rect l="l" t="t" r="r" b="b"/>
              <a:pathLst>
                <a:path w="1066800" h="1005839">
                  <a:moveTo>
                    <a:pt x="1066406" y="238556"/>
                  </a:moveTo>
                  <a:lnTo>
                    <a:pt x="1061923" y="193014"/>
                  </a:lnTo>
                  <a:lnTo>
                    <a:pt x="1048778" y="149644"/>
                  </a:lnTo>
                  <a:lnTo>
                    <a:pt x="1027506" y="109651"/>
                  </a:lnTo>
                  <a:lnTo>
                    <a:pt x="998588" y="74269"/>
                  </a:lnTo>
                  <a:lnTo>
                    <a:pt x="963320" y="45250"/>
                  </a:lnTo>
                  <a:lnTo>
                    <a:pt x="923467" y="23901"/>
                  </a:lnTo>
                  <a:lnTo>
                    <a:pt x="880237" y="10731"/>
                  </a:lnTo>
                  <a:lnTo>
                    <a:pt x="834859" y="6223"/>
                  </a:lnTo>
                  <a:lnTo>
                    <a:pt x="788187" y="10934"/>
                  </a:lnTo>
                  <a:lnTo>
                    <a:pt x="744715" y="24472"/>
                  </a:lnTo>
                  <a:lnTo>
                    <a:pt x="706869" y="45097"/>
                  </a:lnTo>
                  <a:lnTo>
                    <a:pt x="692492" y="38265"/>
                  </a:lnTo>
                  <a:lnTo>
                    <a:pt x="646493" y="21729"/>
                  </a:lnTo>
                  <a:lnTo>
                    <a:pt x="598995" y="9740"/>
                  </a:lnTo>
                  <a:lnTo>
                    <a:pt x="550329" y="2451"/>
                  </a:lnTo>
                  <a:lnTo>
                    <a:pt x="500837" y="0"/>
                  </a:lnTo>
                  <a:lnTo>
                    <a:pt x="452602" y="2298"/>
                  </a:lnTo>
                  <a:lnTo>
                    <a:pt x="405663" y="9055"/>
                  </a:lnTo>
                  <a:lnTo>
                    <a:pt x="360235" y="20078"/>
                  </a:lnTo>
                  <a:lnTo>
                    <a:pt x="316522" y="35128"/>
                  </a:lnTo>
                  <a:lnTo>
                    <a:pt x="274739" y="54013"/>
                  </a:lnTo>
                  <a:lnTo>
                    <a:pt x="235089" y="76517"/>
                  </a:lnTo>
                  <a:lnTo>
                    <a:pt x="197777" y="102438"/>
                  </a:lnTo>
                  <a:lnTo>
                    <a:pt x="163029" y="131546"/>
                  </a:lnTo>
                  <a:lnTo>
                    <a:pt x="131051" y="163652"/>
                  </a:lnTo>
                  <a:lnTo>
                    <a:pt x="102057" y="198526"/>
                  </a:lnTo>
                  <a:lnTo>
                    <a:pt x="76238" y="235966"/>
                  </a:lnTo>
                  <a:lnTo>
                    <a:pt x="53809" y="275767"/>
                  </a:lnTo>
                  <a:lnTo>
                    <a:pt x="35001" y="317715"/>
                  </a:lnTo>
                  <a:lnTo>
                    <a:pt x="20002" y="361581"/>
                  </a:lnTo>
                  <a:lnTo>
                    <a:pt x="9029" y="407187"/>
                  </a:lnTo>
                  <a:lnTo>
                    <a:pt x="2286" y="454304"/>
                  </a:lnTo>
                  <a:lnTo>
                    <a:pt x="0" y="502716"/>
                  </a:lnTo>
                  <a:lnTo>
                    <a:pt x="2286" y="551129"/>
                  </a:lnTo>
                  <a:lnTo>
                    <a:pt x="9029" y="598246"/>
                  </a:lnTo>
                  <a:lnTo>
                    <a:pt x="20002" y="643851"/>
                  </a:lnTo>
                  <a:lnTo>
                    <a:pt x="35001" y="687730"/>
                  </a:lnTo>
                  <a:lnTo>
                    <a:pt x="53809" y="729665"/>
                  </a:lnTo>
                  <a:lnTo>
                    <a:pt x="76238" y="769467"/>
                  </a:lnTo>
                  <a:lnTo>
                    <a:pt x="102057" y="806907"/>
                  </a:lnTo>
                  <a:lnTo>
                    <a:pt x="131051" y="841781"/>
                  </a:lnTo>
                  <a:lnTo>
                    <a:pt x="163029" y="873887"/>
                  </a:lnTo>
                  <a:lnTo>
                    <a:pt x="197777" y="902995"/>
                  </a:lnTo>
                  <a:lnTo>
                    <a:pt x="235089" y="928916"/>
                  </a:lnTo>
                  <a:lnTo>
                    <a:pt x="274739" y="951420"/>
                  </a:lnTo>
                  <a:lnTo>
                    <a:pt x="316522" y="970305"/>
                  </a:lnTo>
                  <a:lnTo>
                    <a:pt x="360235" y="985354"/>
                  </a:lnTo>
                  <a:lnTo>
                    <a:pt x="405663" y="996378"/>
                  </a:lnTo>
                  <a:lnTo>
                    <a:pt x="452602" y="1003134"/>
                  </a:lnTo>
                  <a:lnTo>
                    <a:pt x="500837" y="1005446"/>
                  </a:lnTo>
                  <a:lnTo>
                    <a:pt x="549071" y="1003134"/>
                  </a:lnTo>
                  <a:lnTo>
                    <a:pt x="595998" y="996378"/>
                  </a:lnTo>
                  <a:lnTo>
                    <a:pt x="641426" y="985354"/>
                  </a:lnTo>
                  <a:lnTo>
                    <a:pt x="685139" y="970305"/>
                  </a:lnTo>
                  <a:lnTo>
                    <a:pt x="726935" y="951420"/>
                  </a:lnTo>
                  <a:lnTo>
                    <a:pt x="766584" y="928916"/>
                  </a:lnTo>
                  <a:lnTo>
                    <a:pt x="803884" y="902995"/>
                  </a:lnTo>
                  <a:lnTo>
                    <a:pt x="838631" y="873887"/>
                  </a:lnTo>
                  <a:lnTo>
                    <a:pt x="870610" y="841781"/>
                  </a:lnTo>
                  <a:lnTo>
                    <a:pt x="899604" y="806907"/>
                  </a:lnTo>
                  <a:lnTo>
                    <a:pt x="925423" y="769467"/>
                  </a:lnTo>
                  <a:lnTo>
                    <a:pt x="947851" y="729665"/>
                  </a:lnTo>
                  <a:lnTo>
                    <a:pt x="966660" y="687730"/>
                  </a:lnTo>
                  <a:lnTo>
                    <a:pt x="981659" y="643851"/>
                  </a:lnTo>
                  <a:lnTo>
                    <a:pt x="992632" y="598246"/>
                  </a:lnTo>
                  <a:lnTo>
                    <a:pt x="999375" y="551129"/>
                  </a:lnTo>
                  <a:lnTo>
                    <a:pt x="1001661" y="502716"/>
                  </a:lnTo>
                  <a:lnTo>
                    <a:pt x="999210" y="453034"/>
                  </a:lnTo>
                  <a:lnTo>
                    <a:pt x="992505" y="407885"/>
                  </a:lnTo>
                  <a:lnTo>
                    <a:pt x="998588" y="402844"/>
                  </a:lnTo>
                  <a:lnTo>
                    <a:pt x="1026858" y="368452"/>
                  </a:lnTo>
                  <a:lnTo>
                    <a:pt x="1048207" y="328993"/>
                  </a:lnTo>
                  <a:lnTo>
                    <a:pt x="1061707" y="285381"/>
                  </a:lnTo>
                  <a:lnTo>
                    <a:pt x="1066406" y="238556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5929312" y="2016505"/>
              <a:ext cx="751840" cy="683260"/>
            </a:xfrm>
            <a:custGeom>
              <a:avLst/>
              <a:gdLst/>
              <a:ahLst/>
              <a:cxnLst/>
              <a:rect l="l" t="t" r="r" b="b"/>
              <a:pathLst>
                <a:path w="751840" h="683260">
                  <a:moveTo>
                    <a:pt x="751611" y="155054"/>
                  </a:moveTo>
                  <a:lnTo>
                    <a:pt x="739838" y="95719"/>
                  </a:lnTo>
                  <a:lnTo>
                    <a:pt x="706335" y="45415"/>
                  </a:lnTo>
                  <a:lnTo>
                    <a:pt x="656183" y="11798"/>
                  </a:lnTo>
                  <a:lnTo>
                    <a:pt x="597014" y="0"/>
                  </a:lnTo>
                  <a:lnTo>
                    <a:pt x="548157" y="7899"/>
                  </a:lnTo>
                  <a:lnTo>
                    <a:pt x="505714" y="29908"/>
                  </a:lnTo>
                  <a:lnTo>
                    <a:pt x="496252" y="39408"/>
                  </a:lnTo>
                  <a:lnTo>
                    <a:pt x="494220" y="38150"/>
                  </a:lnTo>
                  <a:lnTo>
                    <a:pt x="445223" y="17792"/>
                  </a:lnTo>
                  <a:lnTo>
                    <a:pt x="393509" y="5295"/>
                  </a:lnTo>
                  <a:lnTo>
                    <a:pt x="340004" y="1041"/>
                  </a:lnTo>
                  <a:lnTo>
                    <a:pt x="293865" y="4165"/>
                  </a:lnTo>
                  <a:lnTo>
                    <a:pt x="249618" y="13233"/>
                  </a:lnTo>
                  <a:lnTo>
                    <a:pt x="207657" y="27851"/>
                  </a:lnTo>
                  <a:lnTo>
                    <a:pt x="168402" y="47612"/>
                  </a:lnTo>
                  <a:lnTo>
                    <a:pt x="132232" y="72123"/>
                  </a:lnTo>
                  <a:lnTo>
                    <a:pt x="99580" y="100952"/>
                  </a:lnTo>
                  <a:lnTo>
                    <a:pt x="70840" y="133705"/>
                  </a:lnTo>
                  <a:lnTo>
                    <a:pt x="46418" y="169989"/>
                  </a:lnTo>
                  <a:lnTo>
                    <a:pt x="26720" y="209372"/>
                  </a:lnTo>
                  <a:lnTo>
                    <a:pt x="12141" y="251472"/>
                  </a:lnTo>
                  <a:lnTo>
                    <a:pt x="3098" y="295859"/>
                  </a:lnTo>
                  <a:lnTo>
                    <a:pt x="0" y="342138"/>
                  </a:lnTo>
                  <a:lnTo>
                    <a:pt x="3098" y="388429"/>
                  </a:lnTo>
                  <a:lnTo>
                    <a:pt x="12141" y="432816"/>
                  </a:lnTo>
                  <a:lnTo>
                    <a:pt x="26720" y="474916"/>
                  </a:lnTo>
                  <a:lnTo>
                    <a:pt x="46418" y="514299"/>
                  </a:lnTo>
                  <a:lnTo>
                    <a:pt x="70840" y="550583"/>
                  </a:lnTo>
                  <a:lnTo>
                    <a:pt x="99580" y="583336"/>
                  </a:lnTo>
                  <a:lnTo>
                    <a:pt x="132232" y="612165"/>
                  </a:lnTo>
                  <a:lnTo>
                    <a:pt x="168402" y="636676"/>
                  </a:lnTo>
                  <a:lnTo>
                    <a:pt x="207657" y="656437"/>
                  </a:lnTo>
                  <a:lnTo>
                    <a:pt x="249618" y="671055"/>
                  </a:lnTo>
                  <a:lnTo>
                    <a:pt x="293865" y="680123"/>
                  </a:lnTo>
                  <a:lnTo>
                    <a:pt x="340004" y="683247"/>
                  </a:lnTo>
                  <a:lnTo>
                    <a:pt x="386143" y="680123"/>
                  </a:lnTo>
                  <a:lnTo>
                    <a:pt x="430390" y="671055"/>
                  </a:lnTo>
                  <a:lnTo>
                    <a:pt x="472351" y="656437"/>
                  </a:lnTo>
                  <a:lnTo>
                    <a:pt x="511619" y="636676"/>
                  </a:lnTo>
                  <a:lnTo>
                    <a:pt x="547776" y="612165"/>
                  </a:lnTo>
                  <a:lnTo>
                    <a:pt x="580428" y="583336"/>
                  </a:lnTo>
                  <a:lnTo>
                    <a:pt x="609168" y="550583"/>
                  </a:lnTo>
                  <a:lnTo>
                    <a:pt x="633590" y="514299"/>
                  </a:lnTo>
                  <a:lnTo>
                    <a:pt x="653300" y="474916"/>
                  </a:lnTo>
                  <a:lnTo>
                    <a:pt x="667867" y="432816"/>
                  </a:lnTo>
                  <a:lnTo>
                    <a:pt x="676910" y="388429"/>
                  </a:lnTo>
                  <a:lnTo>
                    <a:pt x="680008" y="342138"/>
                  </a:lnTo>
                  <a:lnTo>
                    <a:pt x="675779" y="288467"/>
                  </a:lnTo>
                  <a:lnTo>
                    <a:pt x="675398" y="286905"/>
                  </a:lnTo>
                  <a:lnTo>
                    <a:pt x="688314" y="280200"/>
                  </a:lnTo>
                  <a:lnTo>
                    <a:pt x="721779" y="246634"/>
                  </a:lnTo>
                  <a:lnTo>
                    <a:pt x="743724" y="204063"/>
                  </a:lnTo>
                  <a:lnTo>
                    <a:pt x="751611" y="1550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5978826" y="2067366"/>
              <a:ext cx="581025" cy="582930"/>
            </a:xfrm>
            <a:custGeom>
              <a:avLst/>
              <a:gdLst/>
              <a:ahLst/>
              <a:cxnLst/>
              <a:rect l="l" t="t" r="r" b="b"/>
              <a:pathLst>
                <a:path w="581025" h="582930">
                  <a:moveTo>
                    <a:pt x="290498" y="582525"/>
                  </a:moveTo>
                  <a:lnTo>
                    <a:pt x="243377" y="578713"/>
                  </a:lnTo>
                  <a:lnTo>
                    <a:pt x="198678" y="567676"/>
                  </a:lnTo>
                  <a:lnTo>
                    <a:pt x="156997" y="550015"/>
                  </a:lnTo>
                  <a:lnTo>
                    <a:pt x="118933" y="526328"/>
                  </a:lnTo>
                  <a:lnTo>
                    <a:pt x="85084" y="497216"/>
                  </a:lnTo>
                  <a:lnTo>
                    <a:pt x="56049" y="463278"/>
                  </a:lnTo>
                  <a:lnTo>
                    <a:pt x="32424" y="425114"/>
                  </a:lnTo>
                  <a:lnTo>
                    <a:pt x="14809" y="383324"/>
                  </a:lnTo>
                  <a:lnTo>
                    <a:pt x="3802" y="338507"/>
                  </a:lnTo>
                  <a:lnTo>
                    <a:pt x="0" y="291262"/>
                  </a:lnTo>
                  <a:lnTo>
                    <a:pt x="3688" y="245424"/>
                  </a:lnTo>
                  <a:lnTo>
                    <a:pt x="14809" y="199201"/>
                  </a:lnTo>
                  <a:lnTo>
                    <a:pt x="32424" y="157410"/>
                  </a:lnTo>
                  <a:lnTo>
                    <a:pt x="56049" y="119246"/>
                  </a:lnTo>
                  <a:lnTo>
                    <a:pt x="85084" y="85308"/>
                  </a:lnTo>
                  <a:lnTo>
                    <a:pt x="118933" y="56196"/>
                  </a:lnTo>
                  <a:lnTo>
                    <a:pt x="156997" y="32510"/>
                  </a:lnTo>
                  <a:lnTo>
                    <a:pt x="198678" y="14848"/>
                  </a:lnTo>
                  <a:lnTo>
                    <a:pt x="243377" y="3812"/>
                  </a:lnTo>
                  <a:lnTo>
                    <a:pt x="290498" y="0"/>
                  </a:lnTo>
                  <a:lnTo>
                    <a:pt x="336216" y="3628"/>
                  </a:lnTo>
                  <a:lnTo>
                    <a:pt x="380397" y="14297"/>
                  </a:lnTo>
                  <a:lnTo>
                    <a:pt x="422260" y="31683"/>
                  </a:lnTo>
                  <a:lnTo>
                    <a:pt x="461025" y="55461"/>
                  </a:lnTo>
                  <a:lnTo>
                    <a:pt x="495911" y="85308"/>
                  </a:lnTo>
                  <a:lnTo>
                    <a:pt x="525680" y="120287"/>
                  </a:lnTo>
                  <a:lnTo>
                    <a:pt x="549396" y="159154"/>
                  </a:lnTo>
                  <a:lnTo>
                    <a:pt x="566737" y="201127"/>
                  </a:lnTo>
                  <a:lnTo>
                    <a:pt x="577378" y="245424"/>
                  </a:lnTo>
                  <a:lnTo>
                    <a:pt x="580997" y="291262"/>
                  </a:lnTo>
                  <a:lnTo>
                    <a:pt x="577195" y="338507"/>
                  </a:lnTo>
                  <a:lnTo>
                    <a:pt x="566187" y="383324"/>
                  </a:lnTo>
                  <a:lnTo>
                    <a:pt x="548572" y="425114"/>
                  </a:lnTo>
                  <a:lnTo>
                    <a:pt x="524947" y="463278"/>
                  </a:lnTo>
                  <a:lnTo>
                    <a:pt x="495911" y="497216"/>
                  </a:lnTo>
                  <a:lnTo>
                    <a:pt x="462063" y="526328"/>
                  </a:lnTo>
                  <a:lnTo>
                    <a:pt x="423999" y="550015"/>
                  </a:lnTo>
                  <a:lnTo>
                    <a:pt x="382318" y="567676"/>
                  </a:lnTo>
                  <a:lnTo>
                    <a:pt x="337618" y="578713"/>
                  </a:lnTo>
                  <a:lnTo>
                    <a:pt x="290498" y="582525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420383" y="2065002"/>
              <a:ext cx="212190" cy="213143"/>
            </a:xfrm>
            <a:prstGeom prst="rect">
              <a:avLst/>
            </a:prstGeom>
          </p:spPr>
        </p:pic>
        <p:sp>
          <p:nvSpPr>
            <p:cNvPr id="63" name="object 63" descr=""/>
            <p:cNvSpPr/>
            <p:nvPr/>
          </p:nvSpPr>
          <p:spPr>
            <a:xfrm>
              <a:off x="6118695" y="2207272"/>
              <a:ext cx="301625" cy="300990"/>
            </a:xfrm>
            <a:custGeom>
              <a:avLst/>
              <a:gdLst/>
              <a:ahLst/>
              <a:cxnLst/>
              <a:rect l="l" t="t" r="r" b="b"/>
              <a:pathLst>
                <a:path w="301625" h="300989">
                  <a:moveTo>
                    <a:pt x="301244" y="120650"/>
                  </a:moveTo>
                  <a:lnTo>
                    <a:pt x="180682" y="120650"/>
                  </a:lnTo>
                  <a:lnTo>
                    <a:pt x="180682" y="0"/>
                  </a:lnTo>
                  <a:lnTo>
                    <a:pt x="120561" y="0"/>
                  </a:lnTo>
                  <a:lnTo>
                    <a:pt x="120561" y="120650"/>
                  </a:lnTo>
                  <a:lnTo>
                    <a:pt x="0" y="120650"/>
                  </a:lnTo>
                  <a:lnTo>
                    <a:pt x="0" y="180340"/>
                  </a:lnTo>
                  <a:lnTo>
                    <a:pt x="120561" y="180340"/>
                  </a:lnTo>
                  <a:lnTo>
                    <a:pt x="120561" y="300990"/>
                  </a:lnTo>
                  <a:lnTo>
                    <a:pt x="180682" y="300990"/>
                  </a:lnTo>
                  <a:lnTo>
                    <a:pt x="180682" y="180340"/>
                  </a:lnTo>
                  <a:lnTo>
                    <a:pt x="301244" y="180340"/>
                  </a:lnTo>
                  <a:lnTo>
                    <a:pt x="301244" y="1206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528504" y="2177850"/>
              <a:ext cx="2995295" cy="2597785"/>
            </a:xfrm>
            <a:custGeom>
              <a:avLst/>
              <a:gdLst/>
              <a:ahLst/>
              <a:cxnLst/>
              <a:rect l="l" t="t" r="r" b="b"/>
              <a:pathLst>
                <a:path w="2995295" h="2597785">
                  <a:moveTo>
                    <a:pt x="2995124" y="0"/>
                  </a:moveTo>
                  <a:lnTo>
                    <a:pt x="2995124" y="2597632"/>
                  </a:lnTo>
                  <a:lnTo>
                    <a:pt x="0" y="2597632"/>
                  </a:lnTo>
                </a:path>
              </a:pathLst>
            </a:custGeom>
            <a:ln w="38099">
              <a:solidFill>
                <a:srgbClr val="E473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 descr=""/>
          <p:cNvSpPr txBox="1"/>
          <p:nvPr/>
        </p:nvSpPr>
        <p:spPr>
          <a:xfrm>
            <a:off x="6936380" y="1599023"/>
            <a:ext cx="94297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0F9D58"/>
                </a:solidFill>
                <a:latin typeface="Roboto"/>
                <a:cs typeface="Roboto"/>
              </a:rPr>
              <a:t>ReplicaSet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1" name="object 7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66" name="object 66" descr=""/>
          <p:cNvSpPr txBox="1"/>
          <p:nvPr/>
        </p:nvSpPr>
        <p:spPr>
          <a:xfrm>
            <a:off x="7040324" y="1827623"/>
            <a:ext cx="177165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1460" indent="-238760">
              <a:lnSpc>
                <a:spcPct val="100000"/>
              </a:lnSpc>
              <a:spcBef>
                <a:spcPts val="100"/>
              </a:spcBef>
              <a:buChar char="-"/>
              <a:tabLst>
                <a:tab pos="251460" algn="l"/>
              </a:tabLst>
            </a:pPr>
            <a:r>
              <a:rPr dirty="0" sz="1500" b="1">
                <a:solidFill>
                  <a:srgbClr val="0F9D58"/>
                </a:solidFill>
                <a:latin typeface="Roboto"/>
                <a:cs typeface="Roboto"/>
              </a:rPr>
              <a:t>name:</a:t>
            </a:r>
            <a:r>
              <a:rPr dirty="0" sz="1500" spc="20" b="1">
                <a:solidFill>
                  <a:srgbClr val="0F9D58"/>
                </a:solidFill>
                <a:latin typeface="Roboto"/>
                <a:cs typeface="Roboto"/>
              </a:rPr>
              <a:t> </a:t>
            </a:r>
            <a:r>
              <a:rPr dirty="0" sz="1500" spc="-20" b="1">
                <a:solidFill>
                  <a:srgbClr val="0F9D58"/>
                </a:solidFill>
                <a:latin typeface="Roboto"/>
                <a:cs typeface="Roboto"/>
              </a:rPr>
              <a:t>my-app-</a:t>
            </a:r>
            <a:r>
              <a:rPr dirty="0" sz="1500" spc="-25" b="1">
                <a:solidFill>
                  <a:srgbClr val="0F9D58"/>
                </a:solidFill>
                <a:latin typeface="Roboto"/>
                <a:cs typeface="Roboto"/>
              </a:rPr>
              <a:t>v2</a:t>
            </a:r>
            <a:endParaRPr sz="1500">
              <a:latin typeface="Roboto"/>
              <a:cs typeface="Roboto"/>
            </a:endParaRPr>
          </a:p>
          <a:p>
            <a:pPr marL="251460" indent="-238760">
              <a:lnSpc>
                <a:spcPct val="100000"/>
              </a:lnSpc>
              <a:buChar char="-"/>
              <a:tabLst>
                <a:tab pos="251460" algn="l"/>
              </a:tabLst>
            </a:pPr>
            <a:r>
              <a:rPr dirty="0" sz="1500" spc="-10" b="1">
                <a:solidFill>
                  <a:srgbClr val="0F9D58"/>
                </a:solidFill>
                <a:latin typeface="Roboto"/>
                <a:cs typeface="Roboto"/>
              </a:rPr>
              <a:t>replicas:</a:t>
            </a:r>
            <a:r>
              <a:rPr dirty="0" sz="1500" spc="-15" b="1">
                <a:solidFill>
                  <a:srgbClr val="0F9D58"/>
                </a:solidFill>
                <a:latin typeface="Roboto"/>
                <a:cs typeface="Roboto"/>
              </a:rPr>
              <a:t> </a:t>
            </a:r>
            <a:r>
              <a:rPr dirty="0" sz="1500" spc="-50" b="1">
                <a:solidFill>
                  <a:srgbClr val="0F9D58"/>
                </a:solidFill>
                <a:latin typeface="Roboto"/>
                <a:cs typeface="Roboto"/>
              </a:rPr>
              <a:t>2</a:t>
            </a:r>
            <a:endParaRPr sz="1500">
              <a:latin typeface="Roboto"/>
              <a:cs typeface="Roboto"/>
            </a:endParaRPr>
          </a:p>
          <a:p>
            <a:pPr marL="251460" indent="-238760">
              <a:lnSpc>
                <a:spcPct val="100000"/>
              </a:lnSpc>
              <a:buChar char="-"/>
              <a:tabLst>
                <a:tab pos="251460" algn="l"/>
              </a:tabLst>
            </a:pPr>
            <a:r>
              <a:rPr dirty="0" sz="1500" spc="-10" b="1">
                <a:solidFill>
                  <a:srgbClr val="0F9D58"/>
                </a:solidFill>
                <a:latin typeface="Roboto"/>
                <a:cs typeface="Roboto"/>
              </a:rPr>
              <a:t>selector: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7383224" y="2513423"/>
            <a:ext cx="128651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1460" indent="-238760">
              <a:lnSpc>
                <a:spcPct val="100000"/>
              </a:lnSpc>
              <a:spcBef>
                <a:spcPts val="100"/>
              </a:spcBef>
              <a:buChar char="-"/>
              <a:tabLst>
                <a:tab pos="251460" algn="l"/>
              </a:tabLst>
            </a:pPr>
            <a:r>
              <a:rPr dirty="0" sz="1500" b="1">
                <a:solidFill>
                  <a:srgbClr val="0F9D58"/>
                </a:solidFill>
                <a:latin typeface="Roboto"/>
                <a:cs typeface="Roboto"/>
              </a:rPr>
              <a:t>app:</a:t>
            </a:r>
            <a:r>
              <a:rPr dirty="0" sz="1500" spc="-50" b="1">
                <a:solidFill>
                  <a:srgbClr val="0F9D58"/>
                </a:solidFill>
                <a:latin typeface="Roboto"/>
                <a:cs typeface="Roboto"/>
              </a:rPr>
              <a:t> </a:t>
            </a:r>
            <a:r>
              <a:rPr dirty="0" sz="1500" spc="-10" b="1">
                <a:solidFill>
                  <a:srgbClr val="0F9D58"/>
                </a:solidFill>
                <a:latin typeface="Roboto"/>
                <a:cs typeface="Roboto"/>
              </a:rPr>
              <a:t>MyApp</a:t>
            </a:r>
            <a:endParaRPr sz="1500">
              <a:latin typeface="Roboto"/>
              <a:cs typeface="Roboto"/>
            </a:endParaRPr>
          </a:p>
          <a:p>
            <a:pPr marL="251460" indent="-238760">
              <a:lnSpc>
                <a:spcPct val="100000"/>
              </a:lnSpc>
              <a:buChar char="-"/>
              <a:tabLst>
                <a:tab pos="251460" algn="l"/>
              </a:tabLst>
            </a:pPr>
            <a:r>
              <a:rPr dirty="0" sz="1500" spc="-10" b="1">
                <a:solidFill>
                  <a:srgbClr val="0F9D58"/>
                </a:solidFill>
                <a:latin typeface="Roboto"/>
                <a:cs typeface="Roboto"/>
              </a:rPr>
              <a:t>version:</a:t>
            </a:r>
            <a:r>
              <a:rPr dirty="0" sz="1500" spc="-15" b="1">
                <a:solidFill>
                  <a:srgbClr val="0F9D58"/>
                </a:solidFill>
                <a:latin typeface="Roboto"/>
                <a:cs typeface="Roboto"/>
              </a:rPr>
              <a:t> </a:t>
            </a:r>
            <a:r>
              <a:rPr dirty="0" sz="1500" spc="-25" b="1">
                <a:solidFill>
                  <a:srgbClr val="0F9D58"/>
                </a:solidFill>
                <a:latin typeface="Roboto"/>
                <a:cs typeface="Roboto"/>
              </a:rPr>
              <a:t>v2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3495168" y="617854"/>
            <a:ext cx="139065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D84437"/>
                </a:solidFill>
                <a:latin typeface="Roboto"/>
                <a:cs typeface="Roboto"/>
              </a:rPr>
              <a:t>Service</a:t>
            </a:r>
            <a:endParaRPr sz="1500">
              <a:latin typeface="Roboto"/>
              <a:cs typeface="Roboto"/>
            </a:endParaRPr>
          </a:p>
          <a:p>
            <a:pPr marL="116205">
              <a:lnSpc>
                <a:spcPct val="100000"/>
              </a:lnSpc>
              <a:tabLst>
                <a:tab pos="354965" algn="l"/>
              </a:tabLst>
            </a:pPr>
            <a:r>
              <a:rPr dirty="0" sz="1500" spc="-50" b="1">
                <a:solidFill>
                  <a:srgbClr val="D84437"/>
                </a:solidFill>
                <a:latin typeface="Roboto"/>
                <a:cs typeface="Roboto"/>
              </a:rPr>
              <a:t>-</a:t>
            </a:r>
            <a:r>
              <a:rPr dirty="0" sz="1500" b="1">
                <a:solidFill>
                  <a:srgbClr val="D84437"/>
                </a:solidFill>
                <a:latin typeface="Roboto"/>
                <a:cs typeface="Roboto"/>
              </a:rPr>
              <a:t>	app:</a:t>
            </a:r>
            <a:r>
              <a:rPr dirty="0" sz="1500" spc="-50" b="1">
                <a:solidFill>
                  <a:srgbClr val="D84437"/>
                </a:solidFill>
                <a:latin typeface="Roboto"/>
                <a:cs typeface="Roboto"/>
              </a:rPr>
              <a:t> </a:t>
            </a:r>
            <a:r>
              <a:rPr dirty="0" sz="1500" spc="-10" b="1">
                <a:solidFill>
                  <a:srgbClr val="D84437"/>
                </a:solidFill>
                <a:latin typeface="Roboto"/>
                <a:cs typeface="Roboto"/>
              </a:rPr>
              <a:t>MyApp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69" name="object 6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Rolling</a:t>
            </a:r>
            <a:r>
              <a:rPr dirty="0" spc="-35"/>
              <a:t> </a:t>
            </a:r>
            <a:r>
              <a:rPr dirty="0" spc="-10"/>
              <a:t>Update</a:t>
            </a:r>
          </a:p>
        </p:txBody>
      </p:sp>
      <p:sp>
        <p:nvSpPr>
          <p:cNvPr id="70" name="object 70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105153" y="1164309"/>
            <a:ext cx="5666740" cy="3623310"/>
            <a:chOff x="1105153" y="1164309"/>
            <a:chExt cx="5666740" cy="3623310"/>
          </a:xfrm>
        </p:grpSpPr>
        <p:sp>
          <p:nvSpPr>
            <p:cNvPr id="3" name="object 3" descr=""/>
            <p:cNvSpPr/>
            <p:nvPr/>
          </p:nvSpPr>
          <p:spPr>
            <a:xfrm>
              <a:off x="4525462" y="2170911"/>
              <a:ext cx="1780539" cy="2597785"/>
            </a:xfrm>
            <a:custGeom>
              <a:avLst/>
              <a:gdLst/>
              <a:ahLst/>
              <a:cxnLst/>
              <a:rect l="l" t="t" r="r" b="b"/>
              <a:pathLst>
                <a:path w="1780539" h="2597785">
                  <a:moveTo>
                    <a:pt x="0" y="0"/>
                  </a:moveTo>
                  <a:lnTo>
                    <a:pt x="0" y="2597632"/>
                  </a:lnTo>
                  <a:lnTo>
                    <a:pt x="1780361" y="2597632"/>
                  </a:lnTo>
                </a:path>
              </a:pathLst>
            </a:custGeom>
            <a:ln w="38099">
              <a:solidFill>
                <a:srgbClr val="E473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4806899" y="3607422"/>
              <a:ext cx="961390" cy="899794"/>
            </a:xfrm>
            <a:custGeom>
              <a:avLst/>
              <a:gdLst/>
              <a:ahLst/>
              <a:cxnLst/>
              <a:rect l="l" t="t" r="r" b="b"/>
              <a:pathLst>
                <a:path w="961389" h="899795">
                  <a:moveTo>
                    <a:pt x="961313" y="201891"/>
                  </a:moveTo>
                  <a:lnTo>
                    <a:pt x="957389" y="162318"/>
                  </a:lnTo>
                  <a:lnTo>
                    <a:pt x="945934" y="124625"/>
                  </a:lnTo>
                  <a:lnTo>
                    <a:pt x="927366" y="89877"/>
                  </a:lnTo>
                  <a:lnTo>
                    <a:pt x="902131" y="59131"/>
                  </a:lnTo>
                  <a:lnTo>
                    <a:pt x="871347" y="33921"/>
                  </a:lnTo>
                  <a:lnTo>
                    <a:pt x="836574" y="15367"/>
                  </a:lnTo>
                  <a:lnTo>
                    <a:pt x="798855" y="3911"/>
                  </a:lnTo>
                  <a:lnTo>
                    <a:pt x="759244" y="0"/>
                  </a:lnTo>
                  <a:lnTo>
                    <a:pt x="712914" y="5321"/>
                  </a:lnTo>
                  <a:lnTo>
                    <a:pt x="670394" y="20510"/>
                  </a:lnTo>
                  <a:lnTo>
                    <a:pt x="632866" y="44348"/>
                  </a:lnTo>
                  <a:lnTo>
                    <a:pt x="614095" y="63106"/>
                  </a:lnTo>
                  <a:lnTo>
                    <a:pt x="581685" y="49669"/>
                  </a:lnTo>
                  <a:lnTo>
                    <a:pt x="534809" y="36144"/>
                  </a:lnTo>
                  <a:lnTo>
                    <a:pt x="486486" y="27889"/>
                  </a:lnTo>
                  <a:lnTo>
                    <a:pt x="437159" y="25095"/>
                  </a:lnTo>
                  <a:lnTo>
                    <a:pt x="389521" y="27660"/>
                  </a:lnTo>
                  <a:lnTo>
                    <a:pt x="343382" y="35179"/>
                  </a:lnTo>
                  <a:lnTo>
                    <a:pt x="298983" y="47383"/>
                  </a:lnTo>
                  <a:lnTo>
                    <a:pt x="256603" y="63995"/>
                  </a:lnTo>
                  <a:lnTo>
                    <a:pt x="216522" y="84772"/>
                  </a:lnTo>
                  <a:lnTo>
                    <a:pt x="178981" y="109423"/>
                  </a:lnTo>
                  <a:lnTo>
                    <a:pt x="144259" y="137693"/>
                  </a:lnTo>
                  <a:lnTo>
                    <a:pt x="112623" y="169316"/>
                  </a:lnTo>
                  <a:lnTo>
                    <a:pt x="84340" y="204025"/>
                  </a:lnTo>
                  <a:lnTo>
                    <a:pt x="59690" y="241554"/>
                  </a:lnTo>
                  <a:lnTo>
                    <a:pt x="38912" y="281635"/>
                  </a:lnTo>
                  <a:lnTo>
                    <a:pt x="22288" y="324002"/>
                  </a:lnTo>
                  <a:lnTo>
                    <a:pt x="10083" y="368388"/>
                  </a:lnTo>
                  <a:lnTo>
                    <a:pt x="2565" y="414515"/>
                  </a:lnTo>
                  <a:lnTo>
                    <a:pt x="0" y="462140"/>
                  </a:lnTo>
                  <a:lnTo>
                    <a:pt x="2565" y="509765"/>
                  </a:lnTo>
                  <a:lnTo>
                    <a:pt x="10083" y="555891"/>
                  </a:lnTo>
                  <a:lnTo>
                    <a:pt x="22288" y="600278"/>
                  </a:lnTo>
                  <a:lnTo>
                    <a:pt x="38912" y="642645"/>
                  </a:lnTo>
                  <a:lnTo>
                    <a:pt x="59690" y="682726"/>
                  </a:lnTo>
                  <a:lnTo>
                    <a:pt x="84340" y="720255"/>
                  </a:lnTo>
                  <a:lnTo>
                    <a:pt x="112623" y="754964"/>
                  </a:lnTo>
                  <a:lnTo>
                    <a:pt x="144259" y="786587"/>
                  </a:lnTo>
                  <a:lnTo>
                    <a:pt x="178981" y="814857"/>
                  </a:lnTo>
                  <a:lnTo>
                    <a:pt x="216522" y="839508"/>
                  </a:lnTo>
                  <a:lnTo>
                    <a:pt x="256603" y="860285"/>
                  </a:lnTo>
                  <a:lnTo>
                    <a:pt x="298983" y="876896"/>
                  </a:lnTo>
                  <a:lnTo>
                    <a:pt x="343382" y="889101"/>
                  </a:lnTo>
                  <a:lnTo>
                    <a:pt x="389521" y="896620"/>
                  </a:lnTo>
                  <a:lnTo>
                    <a:pt x="437159" y="899185"/>
                  </a:lnTo>
                  <a:lnTo>
                    <a:pt x="484797" y="896620"/>
                  </a:lnTo>
                  <a:lnTo>
                    <a:pt x="530936" y="889101"/>
                  </a:lnTo>
                  <a:lnTo>
                    <a:pt x="575335" y="876896"/>
                  </a:lnTo>
                  <a:lnTo>
                    <a:pt x="617715" y="860285"/>
                  </a:lnTo>
                  <a:lnTo>
                    <a:pt x="657796" y="839508"/>
                  </a:lnTo>
                  <a:lnTo>
                    <a:pt x="695337" y="814857"/>
                  </a:lnTo>
                  <a:lnTo>
                    <a:pt x="730059" y="786587"/>
                  </a:lnTo>
                  <a:lnTo>
                    <a:pt x="761695" y="754964"/>
                  </a:lnTo>
                  <a:lnTo>
                    <a:pt x="789965" y="720255"/>
                  </a:lnTo>
                  <a:lnTo>
                    <a:pt x="814628" y="682726"/>
                  </a:lnTo>
                  <a:lnTo>
                    <a:pt x="835406" y="642645"/>
                  </a:lnTo>
                  <a:lnTo>
                    <a:pt x="852030" y="600278"/>
                  </a:lnTo>
                  <a:lnTo>
                    <a:pt x="864235" y="555891"/>
                  </a:lnTo>
                  <a:lnTo>
                    <a:pt x="871753" y="509765"/>
                  </a:lnTo>
                  <a:lnTo>
                    <a:pt x="874318" y="462140"/>
                  </a:lnTo>
                  <a:lnTo>
                    <a:pt x="871524" y="412826"/>
                  </a:lnTo>
                  <a:lnTo>
                    <a:pt x="864666" y="372745"/>
                  </a:lnTo>
                  <a:lnTo>
                    <a:pt x="885621" y="359422"/>
                  </a:lnTo>
                  <a:lnTo>
                    <a:pt x="916914" y="328168"/>
                  </a:lnTo>
                  <a:lnTo>
                    <a:pt x="940765" y="290677"/>
                  </a:lnTo>
                  <a:lnTo>
                    <a:pt x="955967" y="248183"/>
                  </a:lnTo>
                  <a:lnTo>
                    <a:pt x="961313" y="201891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424435" y="3667739"/>
              <a:ext cx="283845" cy="283210"/>
            </a:xfrm>
            <a:custGeom>
              <a:avLst/>
              <a:gdLst/>
              <a:ahLst/>
              <a:cxnLst/>
              <a:rect l="l" t="t" r="r" b="b"/>
              <a:pathLst>
                <a:path w="283845" h="283210">
                  <a:moveTo>
                    <a:pt x="141711" y="283121"/>
                  </a:moveTo>
                  <a:lnTo>
                    <a:pt x="96919" y="275904"/>
                  </a:lnTo>
                  <a:lnTo>
                    <a:pt x="58018" y="255808"/>
                  </a:lnTo>
                  <a:lnTo>
                    <a:pt x="27341" y="225165"/>
                  </a:lnTo>
                  <a:lnTo>
                    <a:pt x="7224" y="186305"/>
                  </a:lnTo>
                  <a:lnTo>
                    <a:pt x="0" y="141560"/>
                  </a:lnTo>
                  <a:lnTo>
                    <a:pt x="7224" y="96816"/>
                  </a:lnTo>
                  <a:lnTo>
                    <a:pt x="27341" y="57956"/>
                  </a:lnTo>
                  <a:lnTo>
                    <a:pt x="58018" y="27312"/>
                  </a:lnTo>
                  <a:lnTo>
                    <a:pt x="96919" y="7216"/>
                  </a:lnTo>
                  <a:lnTo>
                    <a:pt x="141711" y="0"/>
                  </a:lnTo>
                  <a:lnTo>
                    <a:pt x="169486" y="2745"/>
                  </a:lnTo>
                  <a:lnTo>
                    <a:pt x="220332" y="23783"/>
                  </a:lnTo>
                  <a:lnTo>
                    <a:pt x="259613" y="63022"/>
                  </a:lnTo>
                  <a:lnTo>
                    <a:pt x="280674" y="113814"/>
                  </a:lnTo>
                  <a:lnTo>
                    <a:pt x="283422" y="141560"/>
                  </a:lnTo>
                  <a:lnTo>
                    <a:pt x="276197" y="186305"/>
                  </a:lnTo>
                  <a:lnTo>
                    <a:pt x="256080" y="225165"/>
                  </a:lnTo>
                  <a:lnTo>
                    <a:pt x="225403" y="255808"/>
                  </a:lnTo>
                  <a:lnTo>
                    <a:pt x="186502" y="275904"/>
                  </a:lnTo>
                  <a:lnTo>
                    <a:pt x="141711" y="2831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531272" y="3746159"/>
              <a:ext cx="109855" cy="126364"/>
            </a:xfrm>
            <a:custGeom>
              <a:avLst/>
              <a:gdLst/>
              <a:ahLst/>
              <a:cxnLst/>
              <a:rect l="l" t="t" r="r" b="b"/>
              <a:pathLst>
                <a:path w="109854" h="126364">
                  <a:moveTo>
                    <a:pt x="0" y="126281"/>
                  </a:moveTo>
                  <a:lnTo>
                    <a:pt x="0" y="0"/>
                  </a:lnTo>
                  <a:lnTo>
                    <a:pt x="109232" y="63140"/>
                  </a:lnTo>
                  <a:lnTo>
                    <a:pt x="0" y="126281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10358" y="3832936"/>
              <a:ext cx="220122" cy="220621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5151894" y="3853027"/>
              <a:ext cx="125095" cy="125095"/>
            </a:xfrm>
            <a:custGeom>
              <a:avLst/>
              <a:gdLst/>
              <a:ahLst/>
              <a:cxnLst/>
              <a:rect l="l" t="t" r="r" b="b"/>
              <a:pathLst>
                <a:path w="125095" h="125095">
                  <a:moveTo>
                    <a:pt x="124472" y="69888"/>
                  </a:moveTo>
                  <a:lnTo>
                    <a:pt x="115671" y="65062"/>
                  </a:lnTo>
                  <a:lnTo>
                    <a:pt x="115747" y="58737"/>
                  </a:lnTo>
                  <a:lnTo>
                    <a:pt x="115100" y="55448"/>
                  </a:lnTo>
                  <a:lnTo>
                    <a:pt x="123113" y="50444"/>
                  </a:lnTo>
                  <a:lnTo>
                    <a:pt x="118300" y="35407"/>
                  </a:lnTo>
                  <a:lnTo>
                    <a:pt x="107835" y="36131"/>
                  </a:lnTo>
                  <a:lnTo>
                    <a:pt x="104165" y="30607"/>
                  </a:lnTo>
                  <a:lnTo>
                    <a:pt x="102946" y="29400"/>
                  </a:lnTo>
                  <a:lnTo>
                    <a:pt x="107530" y="19710"/>
                  </a:lnTo>
                  <a:lnTo>
                    <a:pt x="95313" y="9715"/>
                  </a:lnTo>
                  <a:lnTo>
                    <a:pt x="86093" y="16560"/>
                  </a:lnTo>
                  <a:lnTo>
                    <a:pt x="78473" y="13335"/>
                  </a:lnTo>
                  <a:lnTo>
                    <a:pt x="76847" y="1790"/>
                  </a:lnTo>
                  <a:lnTo>
                    <a:pt x="61137" y="0"/>
                  </a:lnTo>
                  <a:lnTo>
                    <a:pt x="56616" y="12065"/>
                  </a:lnTo>
                  <a:lnTo>
                    <a:pt x="50038" y="12598"/>
                  </a:lnTo>
                  <a:lnTo>
                    <a:pt x="42062" y="3187"/>
                  </a:lnTo>
                  <a:lnTo>
                    <a:pt x="27889" y="10198"/>
                  </a:lnTo>
                  <a:lnTo>
                    <a:pt x="30289" y="21183"/>
                  </a:lnTo>
                  <a:lnTo>
                    <a:pt x="28638" y="22009"/>
                  </a:lnTo>
                  <a:lnTo>
                    <a:pt x="24384" y="26847"/>
                  </a:lnTo>
                  <a:lnTo>
                    <a:pt x="13169" y="23444"/>
                  </a:lnTo>
                  <a:lnTo>
                    <a:pt x="5092" y="37020"/>
                  </a:lnTo>
                  <a:lnTo>
                    <a:pt x="12814" y="44742"/>
                  </a:lnTo>
                  <a:lnTo>
                    <a:pt x="10134" y="52857"/>
                  </a:lnTo>
                  <a:lnTo>
                    <a:pt x="0" y="55714"/>
                  </a:lnTo>
                  <a:lnTo>
                    <a:pt x="508" y="71526"/>
                  </a:lnTo>
                  <a:lnTo>
                    <a:pt x="10363" y="73672"/>
                  </a:lnTo>
                  <a:lnTo>
                    <a:pt x="10718" y="77495"/>
                  </a:lnTo>
                  <a:lnTo>
                    <a:pt x="13652" y="82943"/>
                  </a:lnTo>
                  <a:lnTo>
                    <a:pt x="6515" y="90995"/>
                  </a:lnTo>
                  <a:lnTo>
                    <a:pt x="15519" y="103974"/>
                  </a:lnTo>
                  <a:lnTo>
                    <a:pt x="26060" y="100050"/>
                  </a:lnTo>
                  <a:lnTo>
                    <a:pt x="32156" y="105117"/>
                  </a:lnTo>
                  <a:lnTo>
                    <a:pt x="30467" y="116370"/>
                  </a:lnTo>
                  <a:lnTo>
                    <a:pt x="45059" y="122415"/>
                  </a:lnTo>
                  <a:lnTo>
                    <a:pt x="51841" y="113322"/>
                  </a:lnTo>
                  <a:lnTo>
                    <a:pt x="56324" y="114731"/>
                  </a:lnTo>
                  <a:lnTo>
                    <a:pt x="60502" y="114401"/>
                  </a:lnTo>
                  <a:lnTo>
                    <a:pt x="65087" y="124739"/>
                  </a:lnTo>
                  <a:lnTo>
                    <a:pt x="80683" y="122047"/>
                  </a:lnTo>
                  <a:lnTo>
                    <a:pt x="81483" y="111061"/>
                  </a:lnTo>
                  <a:lnTo>
                    <a:pt x="89725" y="106921"/>
                  </a:lnTo>
                  <a:lnTo>
                    <a:pt x="98869" y="112877"/>
                  </a:lnTo>
                  <a:lnTo>
                    <a:pt x="110502" y="102171"/>
                  </a:lnTo>
                  <a:lnTo>
                    <a:pt x="105410" y="92925"/>
                  </a:lnTo>
                  <a:lnTo>
                    <a:pt x="109131" y="88696"/>
                  </a:lnTo>
                  <a:lnTo>
                    <a:pt x="110337" y="85051"/>
                  </a:lnTo>
                  <a:lnTo>
                    <a:pt x="120421" y="85166"/>
                  </a:lnTo>
                  <a:lnTo>
                    <a:pt x="124472" y="698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184076" y="3885650"/>
              <a:ext cx="63500" cy="60960"/>
            </a:xfrm>
            <a:custGeom>
              <a:avLst/>
              <a:gdLst/>
              <a:ahLst/>
              <a:cxnLst/>
              <a:rect l="l" t="t" r="r" b="b"/>
              <a:pathLst>
                <a:path w="63500" h="60960">
                  <a:moveTo>
                    <a:pt x="27672" y="60357"/>
                  </a:moveTo>
                  <a:lnTo>
                    <a:pt x="15833" y="56607"/>
                  </a:lnTo>
                  <a:lnTo>
                    <a:pt x="6681" y="49014"/>
                  </a:lnTo>
                  <a:lnTo>
                    <a:pt x="1106" y="38663"/>
                  </a:lnTo>
                  <a:lnTo>
                    <a:pt x="0" y="26637"/>
                  </a:lnTo>
                  <a:lnTo>
                    <a:pt x="3782" y="15169"/>
                  </a:lnTo>
                  <a:lnTo>
                    <a:pt x="11543" y="6335"/>
                  </a:lnTo>
                  <a:lnTo>
                    <a:pt x="22276" y="938"/>
                  </a:lnTo>
                  <a:lnTo>
                    <a:pt x="22846" y="938"/>
                  </a:lnTo>
                  <a:lnTo>
                    <a:pt x="34548" y="0"/>
                  </a:lnTo>
                  <a:lnTo>
                    <a:pt x="42799" y="938"/>
                  </a:lnTo>
                  <a:lnTo>
                    <a:pt x="50350" y="5019"/>
                  </a:lnTo>
                  <a:lnTo>
                    <a:pt x="60730" y="17666"/>
                  </a:lnTo>
                  <a:lnTo>
                    <a:pt x="63133" y="25715"/>
                  </a:lnTo>
                  <a:lnTo>
                    <a:pt x="62221" y="33719"/>
                  </a:lnTo>
                  <a:lnTo>
                    <a:pt x="58438" y="45188"/>
                  </a:lnTo>
                  <a:lnTo>
                    <a:pt x="50678" y="54022"/>
                  </a:lnTo>
                  <a:lnTo>
                    <a:pt x="40052" y="59364"/>
                  </a:lnTo>
                  <a:lnTo>
                    <a:pt x="27672" y="60357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074920" y="3985132"/>
              <a:ext cx="444500" cy="438150"/>
            </a:xfrm>
            <a:custGeom>
              <a:avLst/>
              <a:gdLst/>
              <a:ahLst/>
              <a:cxnLst/>
              <a:rect l="l" t="t" r="r" b="b"/>
              <a:pathLst>
                <a:path w="444500" h="438150">
                  <a:moveTo>
                    <a:pt x="444246" y="220916"/>
                  </a:moveTo>
                  <a:lnTo>
                    <a:pt x="411289" y="207403"/>
                  </a:lnTo>
                  <a:lnTo>
                    <a:pt x="409028" y="185140"/>
                  </a:lnTo>
                  <a:lnTo>
                    <a:pt x="405460" y="173761"/>
                  </a:lnTo>
                  <a:lnTo>
                    <a:pt x="431647" y="152958"/>
                  </a:lnTo>
                  <a:lnTo>
                    <a:pt x="408622" y="101892"/>
                  </a:lnTo>
                  <a:lnTo>
                    <a:pt x="372071" y="108597"/>
                  </a:lnTo>
                  <a:lnTo>
                    <a:pt x="356895" y="90614"/>
                  </a:lnTo>
                  <a:lnTo>
                    <a:pt x="352145" y="86855"/>
                  </a:lnTo>
                  <a:lnTo>
                    <a:pt x="364413" y="50876"/>
                  </a:lnTo>
                  <a:lnTo>
                    <a:pt x="317322" y="20535"/>
                  </a:lnTo>
                  <a:lnTo>
                    <a:pt x="287629" y="48348"/>
                  </a:lnTo>
                  <a:lnTo>
                    <a:pt x="259486" y="40043"/>
                  </a:lnTo>
                  <a:lnTo>
                    <a:pt x="259118" y="40017"/>
                  </a:lnTo>
                  <a:lnTo>
                    <a:pt x="249123" y="0"/>
                  </a:lnTo>
                  <a:lnTo>
                    <a:pt x="193040" y="0"/>
                  </a:lnTo>
                  <a:lnTo>
                    <a:pt x="182626" y="41617"/>
                  </a:lnTo>
                  <a:lnTo>
                    <a:pt x="171462" y="43065"/>
                  </a:lnTo>
                  <a:lnTo>
                    <a:pt x="158521" y="48374"/>
                  </a:lnTo>
                  <a:lnTo>
                    <a:pt x="127101" y="18923"/>
                  </a:lnTo>
                  <a:lnTo>
                    <a:pt x="80010" y="49276"/>
                  </a:lnTo>
                  <a:lnTo>
                    <a:pt x="92722" y="86601"/>
                  </a:lnTo>
                  <a:lnTo>
                    <a:pt x="87350" y="90614"/>
                  </a:lnTo>
                  <a:lnTo>
                    <a:pt x="72656" y="109080"/>
                  </a:lnTo>
                  <a:lnTo>
                    <a:pt x="33464" y="101892"/>
                  </a:lnTo>
                  <a:lnTo>
                    <a:pt x="10452" y="152958"/>
                  </a:lnTo>
                  <a:lnTo>
                    <a:pt x="37973" y="174828"/>
                  </a:lnTo>
                  <a:lnTo>
                    <a:pt x="33489" y="207175"/>
                  </a:lnTo>
                  <a:lnTo>
                    <a:pt x="0" y="220916"/>
                  </a:lnTo>
                  <a:lnTo>
                    <a:pt x="8153" y="276415"/>
                  </a:lnTo>
                  <a:lnTo>
                    <a:pt x="42392" y="279882"/>
                  </a:lnTo>
                  <a:lnTo>
                    <a:pt x="57213" y="313956"/>
                  </a:lnTo>
                  <a:lnTo>
                    <a:pt x="37122" y="342633"/>
                  </a:lnTo>
                  <a:lnTo>
                    <a:pt x="74066" y="384771"/>
                  </a:lnTo>
                  <a:lnTo>
                    <a:pt x="107937" y="367588"/>
                  </a:lnTo>
                  <a:lnTo>
                    <a:pt x="125933" y="381063"/>
                  </a:lnTo>
                  <a:lnTo>
                    <a:pt x="133096" y="384009"/>
                  </a:lnTo>
                  <a:lnTo>
                    <a:pt x="131699" y="422478"/>
                  </a:lnTo>
                  <a:lnTo>
                    <a:pt x="185521" y="437934"/>
                  </a:lnTo>
                  <a:lnTo>
                    <a:pt x="205181" y="404114"/>
                  </a:lnTo>
                  <a:lnTo>
                    <a:pt x="222123" y="406311"/>
                  </a:lnTo>
                  <a:lnTo>
                    <a:pt x="237286" y="404342"/>
                  </a:lnTo>
                  <a:lnTo>
                    <a:pt x="257048" y="438061"/>
                  </a:lnTo>
                  <a:lnTo>
                    <a:pt x="310883" y="422325"/>
                  </a:lnTo>
                  <a:lnTo>
                    <a:pt x="309384" y="384733"/>
                  </a:lnTo>
                  <a:lnTo>
                    <a:pt x="318325" y="381063"/>
                  </a:lnTo>
                  <a:lnTo>
                    <a:pt x="338213" y="366153"/>
                  </a:lnTo>
                  <a:lnTo>
                    <a:pt x="371284" y="382727"/>
                  </a:lnTo>
                  <a:lnTo>
                    <a:pt x="407962" y="340309"/>
                  </a:lnTo>
                  <a:lnTo>
                    <a:pt x="387896" y="311975"/>
                  </a:lnTo>
                  <a:lnTo>
                    <a:pt x="401853" y="279869"/>
                  </a:lnTo>
                  <a:lnTo>
                    <a:pt x="436092" y="276415"/>
                  </a:lnTo>
                  <a:lnTo>
                    <a:pt x="444246" y="2209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82022" y="4098776"/>
              <a:ext cx="222062" cy="215486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5810504" y="3607384"/>
              <a:ext cx="961390" cy="899794"/>
            </a:xfrm>
            <a:custGeom>
              <a:avLst/>
              <a:gdLst/>
              <a:ahLst/>
              <a:cxnLst/>
              <a:rect l="l" t="t" r="r" b="b"/>
              <a:pathLst>
                <a:path w="961390" h="899795">
                  <a:moveTo>
                    <a:pt x="961313" y="201891"/>
                  </a:moveTo>
                  <a:lnTo>
                    <a:pt x="957389" y="162331"/>
                  </a:lnTo>
                  <a:lnTo>
                    <a:pt x="945921" y="124637"/>
                  </a:lnTo>
                  <a:lnTo>
                    <a:pt x="927354" y="89890"/>
                  </a:lnTo>
                  <a:lnTo>
                    <a:pt x="902131" y="59143"/>
                  </a:lnTo>
                  <a:lnTo>
                    <a:pt x="871347" y="33921"/>
                  </a:lnTo>
                  <a:lnTo>
                    <a:pt x="836574" y="15379"/>
                  </a:lnTo>
                  <a:lnTo>
                    <a:pt x="798855" y="3924"/>
                  </a:lnTo>
                  <a:lnTo>
                    <a:pt x="759244" y="0"/>
                  </a:lnTo>
                  <a:lnTo>
                    <a:pt x="712914" y="5334"/>
                  </a:lnTo>
                  <a:lnTo>
                    <a:pt x="670382" y="20523"/>
                  </a:lnTo>
                  <a:lnTo>
                    <a:pt x="632866" y="44361"/>
                  </a:lnTo>
                  <a:lnTo>
                    <a:pt x="614095" y="63119"/>
                  </a:lnTo>
                  <a:lnTo>
                    <a:pt x="581685" y="49682"/>
                  </a:lnTo>
                  <a:lnTo>
                    <a:pt x="534797" y="36144"/>
                  </a:lnTo>
                  <a:lnTo>
                    <a:pt x="486486" y="27901"/>
                  </a:lnTo>
                  <a:lnTo>
                    <a:pt x="437159" y="25107"/>
                  </a:lnTo>
                  <a:lnTo>
                    <a:pt x="389521" y="27673"/>
                  </a:lnTo>
                  <a:lnTo>
                    <a:pt x="343382" y="35191"/>
                  </a:lnTo>
                  <a:lnTo>
                    <a:pt x="298983" y="47383"/>
                  </a:lnTo>
                  <a:lnTo>
                    <a:pt x="256603" y="64008"/>
                  </a:lnTo>
                  <a:lnTo>
                    <a:pt x="216509" y="84772"/>
                  </a:lnTo>
                  <a:lnTo>
                    <a:pt x="178981" y="109435"/>
                  </a:lnTo>
                  <a:lnTo>
                    <a:pt x="144259" y="137706"/>
                  </a:lnTo>
                  <a:lnTo>
                    <a:pt x="112623" y="169329"/>
                  </a:lnTo>
                  <a:lnTo>
                    <a:pt x="84340" y="204038"/>
                  </a:lnTo>
                  <a:lnTo>
                    <a:pt x="59690" y="241566"/>
                  </a:lnTo>
                  <a:lnTo>
                    <a:pt x="38912" y="281647"/>
                  </a:lnTo>
                  <a:lnTo>
                    <a:pt x="22288" y="324015"/>
                  </a:lnTo>
                  <a:lnTo>
                    <a:pt x="10083" y="368388"/>
                  </a:lnTo>
                  <a:lnTo>
                    <a:pt x="2565" y="414528"/>
                  </a:lnTo>
                  <a:lnTo>
                    <a:pt x="0" y="462153"/>
                  </a:lnTo>
                  <a:lnTo>
                    <a:pt x="2565" y="509765"/>
                  </a:lnTo>
                  <a:lnTo>
                    <a:pt x="10083" y="555904"/>
                  </a:lnTo>
                  <a:lnTo>
                    <a:pt x="22288" y="600290"/>
                  </a:lnTo>
                  <a:lnTo>
                    <a:pt x="38912" y="642658"/>
                  </a:lnTo>
                  <a:lnTo>
                    <a:pt x="59690" y="682739"/>
                  </a:lnTo>
                  <a:lnTo>
                    <a:pt x="84340" y="720255"/>
                  </a:lnTo>
                  <a:lnTo>
                    <a:pt x="112623" y="754976"/>
                  </a:lnTo>
                  <a:lnTo>
                    <a:pt x="144259" y="786599"/>
                  </a:lnTo>
                  <a:lnTo>
                    <a:pt x="178981" y="814870"/>
                  </a:lnTo>
                  <a:lnTo>
                    <a:pt x="216509" y="839520"/>
                  </a:lnTo>
                  <a:lnTo>
                    <a:pt x="256603" y="860298"/>
                  </a:lnTo>
                  <a:lnTo>
                    <a:pt x="298983" y="876909"/>
                  </a:lnTo>
                  <a:lnTo>
                    <a:pt x="343382" y="889114"/>
                  </a:lnTo>
                  <a:lnTo>
                    <a:pt x="389521" y="896632"/>
                  </a:lnTo>
                  <a:lnTo>
                    <a:pt x="437159" y="899198"/>
                  </a:lnTo>
                  <a:lnTo>
                    <a:pt x="484784" y="896632"/>
                  </a:lnTo>
                  <a:lnTo>
                    <a:pt x="530936" y="889114"/>
                  </a:lnTo>
                  <a:lnTo>
                    <a:pt x="575335" y="876909"/>
                  </a:lnTo>
                  <a:lnTo>
                    <a:pt x="617702" y="860298"/>
                  </a:lnTo>
                  <a:lnTo>
                    <a:pt x="657796" y="839520"/>
                  </a:lnTo>
                  <a:lnTo>
                    <a:pt x="695337" y="814870"/>
                  </a:lnTo>
                  <a:lnTo>
                    <a:pt x="730059" y="786599"/>
                  </a:lnTo>
                  <a:lnTo>
                    <a:pt x="761682" y="754976"/>
                  </a:lnTo>
                  <a:lnTo>
                    <a:pt x="789965" y="720255"/>
                  </a:lnTo>
                  <a:lnTo>
                    <a:pt x="814628" y="682739"/>
                  </a:lnTo>
                  <a:lnTo>
                    <a:pt x="835406" y="642658"/>
                  </a:lnTo>
                  <a:lnTo>
                    <a:pt x="852030" y="600290"/>
                  </a:lnTo>
                  <a:lnTo>
                    <a:pt x="864235" y="555904"/>
                  </a:lnTo>
                  <a:lnTo>
                    <a:pt x="871753" y="509765"/>
                  </a:lnTo>
                  <a:lnTo>
                    <a:pt x="874318" y="462153"/>
                  </a:lnTo>
                  <a:lnTo>
                    <a:pt x="871524" y="412838"/>
                  </a:lnTo>
                  <a:lnTo>
                    <a:pt x="864666" y="372757"/>
                  </a:lnTo>
                  <a:lnTo>
                    <a:pt x="885621" y="359435"/>
                  </a:lnTo>
                  <a:lnTo>
                    <a:pt x="916914" y="328168"/>
                  </a:lnTo>
                  <a:lnTo>
                    <a:pt x="940765" y="290690"/>
                  </a:lnTo>
                  <a:lnTo>
                    <a:pt x="955967" y="248196"/>
                  </a:lnTo>
                  <a:lnTo>
                    <a:pt x="961313" y="201891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428039" y="3667711"/>
              <a:ext cx="283845" cy="283210"/>
            </a:xfrm>
            <a:custGeom>
              <a:avLst/>
              <a:gdLst/>
              <a:ahLst/>
              <a:cxnLst/>
              <a:rect l="l" t="t" r="r" b="b"/>
              <a:pathLst>
                <a:path w="283845" h="283210">
                  <a:moveTo>
                    <a:pt x="141710" y="283121"/>
                  </a:moveTo>
                  <a:lnTo>
                    <a:pt x="96919" y="275905"/>
                  </a:lnTo>
                  <a:lnTo>
                    <a:pt x="58018" y="255808"/>
                  </a:lnTo>
                  <a:lnTo>
                    <a:pt x="27341" y="225165"/>
                  </a:lnTo>
                  <a:lnTo>
                    <a:pt x="7224" y="186305"/>
                  </a:lnTo>
                  <a:lnTo>
                    <a:pt x="0" y="141560"/>
                  </a:lnTo>
                  <a:lnTo>
                    <a:pt x="7224" y="96816"/>
                  </a:lnTo>
                  <a:lnTo>
                    <a:pt x="27341" y="57956"/>
                  </a:lnTo>
                  <a:lnTo>
                    <a:pt x="58018" y="27313"/>
                  </a:lnTo>
                  <a:lnTo>
                    <a:pt x="96919" y="7216"/>
                  </a:lnTo>
                  <a:lnTo>
                    <a:pt x="141710" y="0"/>
                  </a:lnTo>
                  <a:lnTo>
                    <a:pt x="169486" y="2745"/>
                  </a:lnTo>
                  <a:lnTo>
                    <a:pt x="220332" y="23783"/>
                  </a:lnTo>
                  <a:lnTo>
                    <a:pt x="259613" y="63022"/>
                  </a:lnTo>
                  <a:lnTo>
                    <a:pt x="280674" y="113814"/>
                  </a:lnTo>
                  <a:lnTo>
                    <a:pt x="283422" y="141560"/>
                  </a:lnTo>
                  <a:lnTo>
                    <a:pt x="276198" y="186305"/>
                  </a:lnTo>
                  <a:lnTo>
                    <a:pt x="256080" y="225165"/>
                  </a:lnTo>
                  <a:lnTo>
                    <a:pt x="225404" y="255808"/>
                  </a:lnTo>
                  <a:lnTo>
                    <a:pt x="186502" y="275905"/>
                  </a:lnTo>
                  <a:lnTo>
                    <a:pt x="141710" y="2831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534875" y="3746131"/>
              <a:ext cx="109855" cy="126364"/>
            </a:xfrm>
            <a:custGeom>
              <a:avLst/>
              <a:gdLst/>
              <a:ahLst/>
              <a:cxnLst/>
              <a:rect l="l" t="t" r="r" b="b"/>
              <a:pathLst>
                <a:path w="109854" h="126364">
                  <a:moveTo>
                    <a:pt x="0" y="126281"/>
                  </a:moveTo>
                  <a:lnTo>
                    <a:pt x="0" y="0"/>
                  </a:lnTo>
                  <a:lnTo>
                    <a:pt x="109233" y="63140"/>
                  </a:lnTo>
                  <a:lnTo>
                    <a:pt x="0" y="126281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13961" y="3832908"/>
              <a:ext cx="220122" cy="220620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6155499" y="3852989"/>
              <a:ext cx="125095" cy="125095"/>
            </a:xfrm>
            <a:custGeom>
              <a:avLst/>
              <a:gdLst/>
              <a:ahLst/>
              <a:cxnLst/>
              <a:rect l="l" t="t" r="r" b="b"/>
              <a:pathLst>
                <a:path w="125095" h="125095">
                  <a:moveTo>
                    <a:pt x="124472" y="69900"/>
                  </a:moveTo>
                  <a:lnTo>
                    <a:pt x="115671" y="65074"/>
                  </a:lnTo>
                  <a:lnTo>
                    <a:pt x="115747" y="58750"/>
                  </a:lnTo>
                  <a:lnTo>
                    <a:pt x="115100" y="55460"/>
                  </a:lnTo>
                  <a:lnTo>
                    <a:pt x="123113" y="50457"/>
                  </a:lnTo>
                  <a:lnTo>
                    <a:pt x="118287" y="35420"/>
                  </a:lnTo>
                  <a:lnTo>
                    <a:pt x="107835" y="36144"/>
                  </a:lnTo>
                  <a:lnTo>
                    <a:pt x="104152" y="30619"/>
                  </a:lnTo>
                  <a:lnTo>
                    <a:pt x="102933" y="29413"/>
                  </a:lnTo>
                  <a:lnTo>
                    <a:pt x="107530" y="19723"/>
                  </a:lnTo>
                  <a:lnTo>
                    <a:pt x="95300" y="9715"/>
                  </a:lnTo>
                  <a:lnTo>
                    <a:pt x="86093" y="16560"/>
                  </a:lnTo>
                  <a:lnTo>
                    <a:pt x="78473" y="13335"/>
                  </a:lnTo>
                  <a:lnTo>
                    <a:pt x="76847" y="1790"/>
                  </a:lnTo>
                  <a:lnTo>
                    <a:pt x="61137" y="0"/>
                  </a:lnTo>
                  <a:lnTo>
                    <a:pt x="56603" y="12077"/>
                  </a:lnTo>
                  <a:lnTo>
                    <a:pt x="50038" y="12611"/>
                  </a:lnTo>
                  <a:lnTo>
                    <a:pt x="42062" y="3200"/>
                  </a:lnTo>
                  <a:lnTo>
                    <a:pt x="27889" y="10198"/>
                  </a:lnTo>
                  <a:lnTo>
                    <a:pt x="30289" y="21196"/>
                  </a:lnTo>
                  <a:lnTo>
                    <a:pt x="28625" y="22021"/>
                  </a:lnTo>
                  <a:lnTo>
                    <a:pt x="24371" y="26860"/>
                  </a:lnTo>
                  <a:lnTo>
                    <a:pt x="13169" y="23456"/>
                  </a:lnTo>
                  <a:lnTo>
                    <a:pt x="5092" y="37033"/>
                  </a:lnTo>
                  <a:lnTo>
                    <a:pt x="12814" y="44754"/>
                  </a:lnTo>
                  <a:lnTo>
                    <a:pt x="10134" y="52870"/>
                  </a:lnTo>
                  <a:lnTo>
                    <a:pt x="0" y="55727"/>
                  </a:lnTo>
                  <a:lnTo>
                    <a:pt x="508" y="71526"/>
                  </a:lnTo>
                  <a:lnTo>
                    <a:pt x="10363" y="73672"/>
                  </a:lnTo>
                  <a:lnTo>
                    <a:pt x="10718" y="77508"/>
                  </a:lnTo>
                  <a:lnTo>
                    <a:pt x="13639" y="82956"/>
                  </a:lnTo>
                  <a:lnTo>
                    <a:pt x="6515" y="91008"/>
                  </a:lnTo>
                  <a:lnTo>
                    <a:pt x="15519" y="103987"/>
                  </a:lnTo>
                  <a:lnTo>
                    <a:pt x="26060" y="100076"/>
                  </a:lnTo>
                  <a:lnTo>
                    <a:pt x="32156" y="105130"/>
                  </a:lnTo>
                  <a:lnTo>
                    <a:pt x="30467" y="116382"/>
                  </a:lnTo>
                  <a:lnTo>
                    <a:pt x="45059" y="122428"/>
                  </a:lnTo>
                  <a:lnTo>
                    <a:pt x="51828" y="113334"/>
                  </a:lnTo>
                  <a:lnTo>
                    <a:pt x="56324" y="114744"/>
                  </a:lnTo>
                  <a:lnTo>
                    <a:pt x="60502" y="114414"/>
                  </a:lnTo>
                  <a:lnTo>
                    <a:pt x="65087" y="124752"/>
                  </a:lnTo>
                  <a:lnTo>
                    <a:pt x="80683" y="122059"/>
                  </a:lnTo>
                  <a:lnTo>
                    <a:pt x="81483" y="111074"/>
                  </a:lnTo>
                  <a:lnTo>
                    <a:pt x="89725" y="106934"/>
                  </a:lnTo>
                  <a:lnTo>
                    <a:pt x="98869" y="112890"/>
                  </a:lnTo>
                  <a:lnTo>
                    <a:pt x="110502" y="102184"/>
                  </a:lnTo>
                  <a:lnTo>
                    <a:pt x="105410" y="92938"/>
                  </a:lnTo>
                  <a:lnTo>
                    <a:pt x="109131" y="88709"/>
                  </a:lnTo>
                  <a:lnTo>
                    <a:pt x="110337" y="85064"/>
                  </a:lnTo>
                  <a:lnTo>
                    <a:pt x="120421" y="85178"/>
                  </a:lnTo>
                  <a:lnTo>
                    <a:pt x="124472" y="69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187680" y="3885622"/>
              <a:ext cx="63500" cy="60960"/>
            </a:xfrm>
            <a:custGeom>
              <a:avLst/>
              <a:gdLst/>
              <a:ahLst/>
              <a:cxnLst/>
              <a:rect l="l" t="t" r="r" b="b"/>
              <a:pathLst>
                <a:path w="63500" h="60960">
                  <a:moveTo>
                    <a:pt x="27672" y="60358"/>
                  </a:moveTo>
                  <a:lnTo>
                    <a:pt x="15833" y="56608"/>
                  </a:lnTo>
                  <a:lnTo>
                    <a:pt x="6681" y="49014"/>
                  </a:lnTo>
                  <a:lnTo>
                    <a:pt x="1106" y="38663"/>
                  </a:lnTo>
                  <a:lnTo>
                    <a:pt x="0" y="26637"/>
                  </a:lnTo>
                  <a:lnTo>
                    <a:pt x="3783" y="15169"/>
                  </a:lnTo>
                  <a:lnTo>
                    <a:pt x="11543" y="6335"/>
                  </a:lnTo>
                  <a:lnTo>
                    <a:pt x="22277" y="938"/>
                  </a:lnTo>
                  <a:lnTo>
                    <a:pt x="22846" y="938"/>
                  </a:lnTo>
                  <a:lnTo>
                    <a:pt x="34548" y="0"/>
                  </a:lnTo>
                  <a:lnTo>
                    <a:pt x="42799" y="938"/>
                  </a:lnTo>
                  <a:lnTo>
                    <a:pt x="50351" y="5019"/>
                  </a:lnTo>
                  <a:lnTo>
                    <a:pt x="60730" y="17666"/>
                  </a:lnTo>
                  <a:lnTo>
                    <a:pt x="63133" y="25715"/>
                  </a:lnTo>
                  <a:lnTo>
                    <a:pt x="62221" y="33719"/>
                  </a:lnTo>
                  <a:lnTo>
                    <a:pt x="58438" y="45188"/>
                  </a:lnTo>
                  <a:lnTo>
                    <a:pt x="50678" y="54022"/>
                  </a:lnTo>
                  <a:lnTo>
                    <a:pt x="40052" y="59364"/>
                  </a:lnTo>
                  <a:lnTo>
                    <a:pt x="27672" y="60358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078525" y="3985107"/>
              <a:ext cx="444500" cy="438150"/>
            </a:xfrm>
            <a:custGeom>
              <a:avLst/>
              <a:gdLst/>
              <a:ahLst/>
              <a:cxnLst/>
              <a:rect l="l" t="t" r="r" b="b"/>
              <a:pathLst>
                <a:path w="444500" h="438150">
                  <a:moveTo>
                    <a:pt x="444246" y="220916"/>
                  </a:moveTo>
                  <a:lnTo>
                    <a:pt x="411289" y="207403"/>
                  </a:lnTo>
                  <a:lnTo>
                    <a:pt x="409028" y="185127"/>
                  </a:lnTo>
                  <a:lnTo>
                    <a:pt x="405460" y="173761"/>
                  </a:lnTo>
                  <a:lnTo>
                    <a:pt x="431647" y="152958"/>
                  </a:lnTo>
                  <a:lnTo>
                    <a:pt x="408622" y="101892"/>
                  </a:lnTo>
                  <a:lnTo>
                    <a:pt x="372071" y="108585"/>
                  </a:lnTo>
                  <a:lnTo>
                    <a:pt x="356895" y="90614"/>
                  </a:lnTo>
                  <a:lnTo>
                    <a:pt x="352145" y="86855"/>
                  </a:lnTo>
                  <a:lnTo>
                    <a:pt x="364413" y="50876"/>
                  </a:lnTo>
                  <a:lnTo>
                    <a:pt x="317322" y="20523"/>
                  </a:lnTo>
                  <a:lnTo>
                    <a:pt x="287616" y="48348"/>
                  </a:lnTo>
                  <a:lnTo>
                    <a:pt x="259486" y="40043"/>
                  </a:lnTo>
                  <a:lnTo>
                    <a:pt x="259118" y="40017"/>
                  </a:lnTo>
                  <a:lnTo>
                    <a:pt x="249123" y="0"/>
                  </a:lnTo>
                  <a:lnTo>
                    <a:pt x="193027" y="0"/>
                  </a:lnTo>
                  <a:lnTo>
                    <a:pt x="182626" y="41605"/>
                  </a:lnTo>
                  <a:lnTo>
                    <a:pt x="171462" y="43053"/>
                  </a:lnTo>
                  <a:lnTo>
                    <a:pt x="158508" y="48361"/>
                  </a:lnTo>
                  <a:lnTo>
                    <a:pt x="127088" y="18923"/>
                  </a:lnTo>
                  <a:lnTo>
                    <a:pt x="80010" y="49276"/>
                  </a:lnTo>
                  <a:lnTo>
                    <a:pt x="92710" y="86588"/>
                  </a:lnTo>
                  <a:lnTo>
                    <a:pt x="87350" y="90614"/>
                  </a:lnTo>
                  <a:lnTo>
                    <a:pt x="72656" y="109067"/>
                  </a:lnTo>
                  <a:lnTo>
                    <a:pt x="33464" y="101892"/>
                  </a:lnTo>
                  <a:lnTo>
                    <a:pt x="10452" y="152958"/>
                  </a:lnTo>
                  <a:lnTo>
                    <a:pt x="37973" y="174840"/>
                  </a:lnTo>
                  <a:lnTo>
                    <a:pt x="33489" y="207175"/>
                  </a:lnTo>
                  <a:lnTo>
                    <a:pt x="0" y="220916"/>
                  </a:lnTo>
                  <a:lnTo>
                    <a:pt x="8153" y="276415"/>
                  </a:lnTo>
                  <a:lnTo>
                    <a:pt x="42392" y="279882"/>
                  </a:lnTo>
                  <a:lnTo>
                    <a:pt x="57213" y="313944"/>
                  </a:lnTo>
                  <a:lnTo>
                    <a:pt x="37109" y="342633"/>
                  </a:lnTo>
                  <a:lnTo>
                    <a:pt x="74066" y="384771"/>
                  </a:lnTo>
                  <a:lnTo>
                    <a:pt x="107937" y="367588"/>
                  </a:lnTo>
                  <a:lnTo>
                    <a:pt x="125933" y="381063"/>
                  </a:lnTo>
                  <a:lnTo>
                    <a:pt x="133096" y="384009"/>
                  </a:lnTo>
                  <a:lnTo>
                    <a:pt x="131699" y="422478"/>
                  </a:lnTo>
                  <a:lnTo>
                    <a:pt x="185521" y="437921"/>
                  </a:lnTo>
                  <a:lnTo>
                    <a:pt x="205168" y="404114"/>
                  </a:lnTo>
                  <a:lnTo>
                    <a:pt x="222123" y="406311"/>
                  </a:lnTo>
                  <a:lnTo>
                    <a:pt x="237286" y="404342"/>
                  </a:lnTo>
                  <a:lnTo>
                    <a:pt x="257048" y="438061"/>
                  </a:lnTo>
                  <a:lnTo>
                    <a:pt x="310870" y="422325"/>
                  </a:lnTo>
                  <a:lnTo>
                    <a:pt x="309372" y="384733"/>
                  </a:lnTo>
                  <a:lnTo>
                    <a:pt x="318325" y="381063"/>
                  </a:lnTo>
                  <a:lnTo>
                    <a:pt x="338213" y="366153"/>
                  </a:lnTo>
                  <a:lnTo>
                    <a:pt x="371284" y="382727"/>
                  </a:lnTo>
                  <a:lnTo>
                    <a:pt x="407949" y="340309"/>
                  </a:lnTo>
                  <a:lnTo>
                    <a:pt x="387883" y="311988"/>
                  </a:lnTo>
                  <a:lnTo>
                    <a:pt x="401853" y="279869"/>
                  </a:lnTo>
                  <a:lnTo>
                    <a:pt x="436092" y="276415"/>
                  </a:lnTo>
                  <a:lnTo>
                    <a:pt x="444246" y="2209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85626" y="4098747"/>
              <a:ext cx="222062" cy="215486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1105141" y="3607358"/>
              <a:ext cx="961390" cy="899794"/>
            </a:xfrm>
            <a:custGeom>
              <a:avLst/>
              <a:gdLst/>
              <a:ahLst/>
              <a:cxnLst/>
              <a:rect l="l" t="t" r="r" b="b"/>
              <a:pathLst>
                <a:path w="961389" h="899795">
                  <a:moveTo>
                    <a:pt x="961313" y="201891"/>
                  </a:moveTo>
                  <a:lnTo>
                    <a:pt x="957402" y="162318"/>
                  </a:lnTo>
                  <a:lnTo>
                    <a:pt x="945934" y="124625"/>
                  </a:lnTo>
                  <a:lnTo>
                    <a:pt x="927366" y="89877"/>
                  </a:lnTo>
                  <a:lnTo>
                    <a:pt x="902131" y="59131"/>
                  </a:lnTo>
                  <a:lnTo>
                    <a:pt x="871359" y="33921"/>
                  </a:lnTo>
                  <a:lnTo>
                    <a:pt x="836574" y="15367"/>
                  </a:lnTo>
                  <a:lnTo>
                    <a:pt x="798855" y="3911"/>
                  </a:lnTo>
                  <a:lnTo>
                    <a:pt x="759256" y="0"/>
                  </a:lnTo>
                  <a:lnTo>
                    <a:pt x="712927" y="5334"/>
                  </a:lnTo>
                  <a:lnTo>
                    <a:pt x="670394" y="20523"/>
                  </a:lnTo>
                  <a:lnTo>
                    <a:pt x="632879" y="44348"/>
                  </a:lnTo>
                  <a:lnTo>
                    <a:pt x="614108" y="63106"/>
                  </a:lnTo>
                  <a:lnTo>
                    <a:pt x="581685" y="49669"/>
                  </a:lnTo>
                  <a:lnTo>
                    <a:pt x="534809" y="36144"/>
                  </a:lnTo>
                  <a:lnTo>
                    <a:pt x="486486" y="27889"/>
                  </a:lnTo>
                  <a:lnTo>
                    <a:pt x="437159" y="25095"/>
                  </a:lnTo>
                  <a:lnTo>
                    <a:pt x="389534" y="27660"/>
                  </a:lnTo>
                  <a:lnTo>
                    <a:pt x="343382" y="35179"/>
                  </a:lnTo>
                  <a:lnTo>
                    <a:pt x="298983" y="47383"/>
                  </a:lnTo>
                  <a:lnTo>
                    <a:pt x="256616" y="63995"/>
                  </a:lnTo>
                  <a:lnTo>
                    <a:pt x="216522" y="84772"/>
                  </a:lnTo>
                  <a:lnTo>
                    <a:pt x="178981" y="109423"/>
                  </a:lnTo>
                  <a:lnTo>
                    <a:pt x="144259" y="137693"/>
                  </a:lnTo>
                  <a:lnTo>
                    <a:pt x="112636" y="169316"/>
                  </a:lnTo>
                  <a:lnTo>
                    <a:pt x="84353" y="204025"/>
                  </a:lnTo>
                  <a:lnTo>
                    <a:pt x="59690" y="241554"/>
                  </a:lnTo>
                  <a:lnTo>
                    <a:pt x="38912" y="281635"/>
                  </a:lnTo>
                  <a:lnTo>
                    <a:pt x="22288" y="324002"/>
                  </a:lnTo>
                  <a:lnTo>
                    <a:pt x="10083" y="368388"/>
                  </a:lnTo>
                  <a:lnTo>
                    <a:pt x="2565" y="414515"/>
                  </a:lnTo>
                  <a:lnTo>
                    <a:pt x="0" y="462140"/>
                  </a:lnTo>
                  <a:lnTo>
                    <a:pt x="2565" y="509765"/>
                  </a:lnTo>
                  <a:lnTo>
                    <a:pt x="10083" y="555891"/>
                  </a:lnTo>
                  <a:lnTo>
                    <a:pt x="22288" y="600278"/>
                  </a:lnTo>
                  <a:lnTo>
                    <a:pt x="38912" y="642645"/>
                  </a:lnTo>
                  <a:lnTo>
                    <a:pt x="59690" y="682726"/>
                  </a:lnTo>
                  <a:lnTo>
                    <a:pt x="84353" y="720255"/>
                  </a:lnTo>
                  <a:lnTo>
                    <a:pt x="112636" y="754964"/>
                  </a:lnTo>
                  <a:lnTo>
                    <a:pt x="144259" y="786587"/>
                  </a:lnTo>
                  <a:lnTo>
                    <a:pt x="178981" y="814857"/>
                  </a:lnTo>
                  <a:lnTo>
                    <a:pt x="216522" y="839508"/>
                  </a:lnTo>
                  <a:lnTo>
                    <a:pt x="256616" y="860285"/>
                  </a:lnTo>
                  <a:lnTo>
                    <a:pt x="298983" y="876896"/>
                  </a:lnTo>
                  <a:lnTo>
                    <a:pt x="343382" y="889101"/>
                  </a:lnTo>
                  <a:lnTo>
                    <a:pt x="389534" y="896620"/>
                  </a:lnTo>
                  <a:lnTo>
                    <a:pt x="437159" y="899185"/>
                  </a:lnTo>
                  <a:lnTo>
                    <a:pt x="484797" y="896620"/>
                  </a:lnTo>
                  <a:lnTo>
                    <a:pt x="530948" y="889101"/>
                  </a:lnTo>
                  <a:lnTo>
                    <a:pt x="575335" y="876896"/>
                  </a:lnTo>
                  <a:lnTo>
                    <a:pt x="617715" y="860285"/>
                  </a:lnTo>
                  <a:lnTo>
                    <a:pt x="657809" y="839508"/>
                  </a:lnTo>
                  <a:lnTo>
                    <a:pt x="695350" y="814857"/>
                  </a:lnTo>
                  <a:lnTo>
                    <a:pt x="730059" y="786587"/>
                  </a:lnTo>
                  <a:lnTo>
                    <a:pt x="761695" y="754964"/>
                  </a:lnTo>
                  <a:lnTo>
                    <a:pt x="789978" y="720255"/>
                  </a:lnTo>
                  <a:lnTo>
                    <a:pt x="814641" y="682726"/>
                  </a:lnTo>
                  <a:lnTo>
                    <a:pt x="835418" y="642645"/>
                  </a:lnTo>
                  <a:lnTo>
                    <a:pt x="852030" y="600278"/>
                  </a:lnTo>
                  <a:lnTo>
                    <a:pt x="864235" y="555891"/>
                  </a:lnTo>
                  <a:lnTo>
                    <a:pt x="871753" y="509765"/>
                  </a:lnTo>
                  <a:lnTo>
                    <a:pt x="874318" y="462140"/>
                  </a:lnTo>
                  <a:lnTo>
                    <a:pt x="871537" y="412826"/>
                  </a:lnTo>
                  <a:lnTo>
                    <a:pt x="864679" y="372745"/>
                  </a:lnTo>
                  <a:lnTo>
                    <a:pt x="885634" y="359422"/>
                  </a:lnTo>
                  <a:lnTo>
                    <a:pt x="916927" y="328168"/>
                  </a:lnTo>
                  <a:lnTo>
                    <a:pt x="940777" y="290677"/>
                  </a:lnTo>
                  <a:lnTo>
                    <a:pt x="955979" y="248183"/>
                  </a:lnTo>
                  <a:lnTo>
                    <a:pt x="961313" y="201891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722683" y="3667676"/>
              <a:ext cx="283845" cy="283210"/>
            </a:xfrm>
            <a:custGeom>
              <a:avLst/>
              <a:gdLst/>
              <a:ahLst/>
              <a:cxnLst/>
              <a:rect l="l" t="t" r="r" b="b"/>
              <a:pathLst>
                <a:path w="283844" h="283210">
                  <a:moveTo>
                    <a:pt x="141711" y="283121"/>
                  </a:moveTo>
                  <a:lnTo>
                    <a:pt x="96919" y="275904"/>
                  </a:lnTo>
                  <a:lnTo>
                    <a:pt x="58018" y="255808"/>
                  </a:lnTo>
                  <a:lnTo>
                    <a:pt x="27342" y="225165"/>
                  </a:lnTo>
                  <a:lnTo>
                    <a:pt x="7224" y="186305"/>
                  </a:lnTo>
                  <a:lnTo>
                    <a:pt x="0" y="141560"/>
                  </a:lnTo>
                  <a:lnTo>
                    <a:pt x="7224" y="96816"/>
                  </a:lnTo>
                  <a:lnTo>
                    <a:pt x="27342" y="57956"/>
                  </a:lnTo>
                  <a:lnTo>
                    <a:pt x="58018" y="27312"/>
                  </a:lnTo>
                  <a:lnTo>
                    <a:pt x="96919" y="7216"/>
                  </a:lnTo>
                  <a:lnTo>
                    <a:pt x="141711" y="0"/>
                  </a:lnTo>
                  <a:lnTo>
                    <a:pt x="169486" y="2745"/>
                  </a:lnTo>
                  <a:lnTo>
                    <a:pt x="220332" y="23783"/>
                  </a:lnTo>
                  <a:lnTo>
                    <a:pt x="259613" y="63022"/>
                  </a:lnTo>
                  <a:lnTo>
                    <a:pt x="280674" y="113814"/>
                  </a:lnTo>
                  <a:lnTo>
                    <a:pt x="283422" y="141560"/>
                  </a:lnTo>
                  <a:lnTo>
                    <a:pt x="276197" y="186305"/>
                  </a:lnTo>
                  <a:lnTo>
                    <a:pt x="256080" y="225165"/>
                  </a:lnTo>
                  <a:lnTo>
                    <a:pt x="225403" y="255808"/>
                  </a:lnTo>
                  <a:lnTo>
                    <a:pt x="186502" y="275904"/>
                  </a:lnTo>
                  <a:lnTo>
                    <a:pt x="141711" y="2831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829519" y="3746097"/>
              <a:ext cx="109855" cy="126364"/>
            </a:xfrm>
            <a:custGeom>
              <a:avLst/>
              <a:gdLst/>
              <a:ahLst/>
              <a:cxnLst/>
              <a:rect l="l" t="t" r="r" b="b"/>
              <a:pathLst>
                <a:path w="109855" h="126364">
                  <a:moveTo>
                    <a:pt x="0" y="126281"/>
                  </a:moveTo>
                  <a:lnTo>
                    <a:pt x="0" y="0"/>
                  </a:lnTo>
                  <a:lnTo>
                    <a:pt x="109233" y="63140"/>
                  </a:lnTo>
                  <a:lnTo>
                    <a:pt x="0" y="126281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08606" y="3832873"/>
              <a:ext cx="220122" cy="220621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1450136" y="3852964"/>
              <a:ext cx="125095" cy="125095"/>
            </a:xfrm>
            <a:custGeom>
              <a:avLst/>
              <a:gdLst/>
              <a:ahLst/>
              <a:cxnLst/>
              <a:rect l="l" t="t" r="r" b="b"/>
              <a:pathLst>
                <a:path w="125094" h="125095">
                  <a:moveTo>
                    <a:pt x="124485" y="69888"/>
                  </a:moveTo>
                  <a:lnTo>
                    <a:pt x="115671" y="65049"/>
                  </a:lnTo>
                  <a:lnTo>
                    <a:pt x="115760" y="58737"/>
                  </a:lnTo>
                  <a:lnTo>
                    <a:pt x="115112" y="55435"/>
                  </a:lnTo>
                  <a:lnTo>
                    <a:pt x="123113" y="50444"/>
                  </a:lnTo>
                  <a:lnTo>
                    <a:pt x="118300" y="35407"/>
                  </a:lnTo>
                  <a:lnTo>
                    <a:pt x="107835" y="36131"/>
                  </a:lnTo>
                  <a:lnTo>
                    <a:pt x="104165" y="30607"/>
                  </a:lnTo>
                  <a:lnTo>
                    <a:pt x="102946" y="29400"/>
                  </a:lnTo>
                  <a:lnTo>
                    <a:pt x="107543" y="19710"/>
                  </a:lnTo>
                  <a:lnTo>
                    <a:pt x="95313" y="9715"/>
                  </a:lnTo>
                  <a:lnTo>
                    <a:pt x="86106" y="16560"/>
                  </a:lnTo>
                  <a:lnTo>
                    <a:pt x="78486" y="13335"/>
                  </a:lnTo>
                  <a:lnTo>
                    <a:pt x="76860" y="1790"/>
                  </a:lnTo>
                  <a:lnTo>
                    <a:pt x="61137" y="0"/>
                  </a:lnTo>
                  <a:lnTo>
                    <a:pt x="56616" y="12065"/>
                  </a:lnTo>
                  <a:lnTo>
                    <a:pt x="50038" y="12598"/>
                  </a:lnTo>
                  <a:lnTo>
                    <a:pt x="42062" y="3200"/>
                  </a:lnTo>
                  <a:lnTo>
                    <a:pt x="27901" y="10198"/>
                  </a:lnTo>
                  <a:lnTo>
                    <a:pt x="30289" y="21183"/>
                  </a:lnTo>
                  <a:lnTo>
                    <a:pt x="28638" y="22009"/>
                  </a:lnTo>
                  <a:lnTo>
                    <a:pt x="24384" y="26847"/>
                  </a:lnTo>
                  <a:lnTo>
                    <a:pt x="13182" y="23444"/>
                  </a:lnTo>
                  <a:lnTo>
                    <a:pt x="5105" y="37020"/>
                  </a:lnTo>
                  <a:lnTo>
                    <a:pt x="12814" y="44742"/>
                  </a:lnTo>
                  <a:lnTo>
                    <a:pt x="10147" y="52857"/>
                  </a:lnTo>
                  <a:lnTo>
                    <a:pt x="0" y="55714"/>
                  </a:lnTo>
                  <a:lnTo>
                    <a:pt x="520" y="71526"/>
                  </a:lnTo>
                  <a:lnTo>
                    <a:pt x="10363" y="73672"/>
                  </a:lnTo>
                  <a:lnTo>
                    <a:pt x="10718" y="77495"/>
                  </a:lnTo>
                  <a:lnTo>
                    <a:pt x="13652" y="82943"/>
                  </a:lnTo>
                  <a:lnTo>
                    <a:pt x="6515" y="90995"/>
                  </a:lnTo>
                  <a:lnTo>
                    <a:pt x="15532" y="103974"/>
                  </a:lnTo>
                  <a:lnTo>
                    <a:pt x="26073" y="100063"/>
                  </a:lnTo>
                  <a:lnTo>
                    <a:pt x="32169" y="105117"/>
                  </a:lnTo>
                  <a:lnTo>
                    <a:pt x="30480" y="116370"/>
                  </a:lnTo>
                  <a:lnTo>
                    <a:pt x="45059" y="122428"/>
                  </a:lnTo>
                  <a:lnTo>
                    <a:pt x="51841" y="113322"/>
                  </a:lnTo>
                  <a:lnTo>
                    <a:pt x="56324" y="114731"/>
                  </a:lnTo>
                  <a:lnTo>
                    <a:pt x="60515" y="114401"/>
                  </a:lnTo>
                  <a:lnTo>
                    <a:pt x="65100" y="124739"/>
                  </a:lnTo>
                  <a:lnTo>
                    <a:pt x="80683" y="122047"/>
                  </a:lnTo>
                  <a:lnTo>
                    <a:pt x="81483" y="111074"/>
                  </a:lnTo>
                  <a:lnTo>
                    <a:pt x="89725" y="106934"/>
                  </a:lnTo>
                  <a:lnTo>
                    <a:pt x="98869" y="112877"/>
                  </a:lnTo>
                  <a:lnTo>
                    <a:pt x="110502" y="102171"/>
                  </a:lnTo>
                  <a:lnTo>
                    <a:pt x="105410" y="92938"/>
                  </a:lnTo>
                  <a:lnTo>
                    <a:pt x="109143" y="88696"/>
                  </a:lnTo>
                  <a:lnTo>
                    <a:pt x="110337" y="85051"/>
                  </a:lnTo>
                  <a:lnTo>
                    <a:pt x="120434" y="85166"/>
                  </a:lnTo>
                  <a:lnTo>
                    <a:pt x="124485" y="698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482324" y="3885588"/>
              <a:ext cx="63500" cy="60960"/>
            </a:xfrm>
            <a:custGeom>
              <a:avLst/>
              <a:gdLst/>
              <a:ahLst/>
              <a:cxnLst/>
              <a:rect l="l" t="t" r="r" b="b"/>
              <a:pathLst>
                <a:path w="63500" h="60960">
                  <a:moveTo>
                    <a:pt x="27673" y="60357"/>
                  </a:moveTo>
                  <a:lnTo>
                    <a:pt x="15833" y="56608"/>
                  </a:lnTo>
                  <a:lnTo>
                    <a:pt x="6681" y="49014"/>
                  </a:lnTo>
                  <a:lnTo>
                    <a:pt x="1106" y="38663"/>
                  </a:lnTo>
                  <a:lnTo>
                    <a:pt x="0" y="26638"/>
                  </a:lnTo>
                  <a:lnTo>
                    <a:pt x="3783" y="15169"/>
                  </a:lnTo>
                  <a:lnTo>
                    <a:pt x="11543" y="6335"/>
                  </a:lnTo>
                  <a:lnTo>
                    <a:pt x="22276" y="939"/>
                  </a:lnTo>
                  <a:lnTo>
                    <a:pt x="22840" y="939"/>
                  </a:lnTo>
                  <a:lnTo>
                    <a:pt x="34548" y="0"/>
                  </a:lnTo>
                  <a:lnTo>
                    <a:pt x="42800" y="939"/>
                  </a:lnTo>
                  <a:lnTo>
                    <a:pt x="50351" y="5019"/>
                  </a:lnTo>
                  <a:lnTo>
                    <a:pt x="60730" y="17666"/>
                  </a:lnTo>
                  <a:lnTo>
                    <a:pt x="63133" y="25715"/>
                  </a:lnTo>
                  <a:lnTo>
                    <a:pt x="62221" y="33719"/>
                  </a:lnTo>
                  <a:lnTo>
                    <a:pt x="58438" y="45188"/>
                  </a:lnTo>
                  <a:lnTo>
                    <a:pt x="50678" y="54022"/>
                  </a:lnTo>
                  <a:lnTo>
                    <a:pt x="40053" y="59364"/>
                  </a:lnTo>
                  <a:lnTo>
                    <a:pt x="27673" y="60357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373174" y="3985069"/>
              <a:ext cx="444500" cy="438150"/>
            </a:xfrm>
            <a:custGeom>
              <a:avLst/>
              <a:gdLst/>
              <a:ahLst/>
              <a:cxnLst/>
              <a:rect l="l" t="t" r="r" b="b"/>
              <a:pathLst>
                <a:path w="444500" h="438150">
                  <a:moveTo>
                    <a:pt x="444233" y="220916"/>
                  </a:moveTo>
                  <a:lnTo>
                    <a:pt x="411276" y="207403"/>
                  </a:lnTo>
                  <a:lnTo>
                    <a:pt x="409016" y="185140"/>
                  </a:lnTo>
                  <a:lnTo>
                    <a:pt x="405447" y="173761"/>
                  </a:lnTo>
                  <a:lnTo>
                    <a:pt x="431634" y="152958"/>
                  </a:lnTo>
                  <a:lnTo>
                    <a:pt x="408622" y="101892"/>
                  </a:lnTo>
                  <a:lnTo>
                    <a:pt x="372071" y="108597"/>
                  </a:lnTo>
                  <a:lnTo>
                    <a:pt x="356895" y="90614"/>
                  </a:lnTo>
                  <a:lnTo>
                    <a:pt x="352145" y="86842"/>
                  </a:lnTo>
                  <a:lnTo>
                    <a:pt x="364401" y="50876"/>
                  </a:lnTo>
                  <a:lnTo>
                    <a:pt x="317322" y="20535"/>
                  </a:lnTo>
                  <a:lnTo>
                    <a:pt x="287616" y="48348"/>
                  </a:lnTo>
                  <a:lnTo>
                    <a:pt x="259473" y="40043"/>
                  </a:lnTo>
                  <a:lnTo>
                    <a:pt x="259105" y="40017"/>
                  </a:lnTo>
                  <a:lnTo>
                    <a:pt x="249110" y="0"/>
                  </a:lnTo>
                  <a:lnTo>
                    <a:pt x="193027" y="0"/>
                  </a:lnTo>
                  <a:lnTo>
                    <a:pt x="182613" y="41617"/>
                  </a:lnTo>
                  <a:lnTo>
                    <a:pt x="171450" y="43065"/>
                  </a:lnTo>
                  <a:lnTo>
                    <a:pt x="158508" y="48374"/>
                  </a:lnTo>
                  <a:lnTo>
                    <a:pt x="127088" y="18923"/>
                  </a:lnTo>
                  <a:lnTo>
                    <a:pt x="80010" y="49276"/>
                  </a:lnTo>
                  <a:lnTo>
                    <a:pt x="92710" y="86601"/>
                  </a:lnTo>
                  <a:lnTo>
                    <a:pt x="87350" y="90614"/>
                  </a:lnTo>
                  <a:lnTo>
                    <a:pt x="72644" y="109080"/>
                  </a:lnTo>
                  <a:lnTo>
                    <a:pt x="33464" y="101892"/>
                  </a:lnTo>
                  <a:lnTo>
                    <a:pt x="10439" y="152958"/>
                  </a:lnTo>
                  <a:lnTo>
                    <a:pt x="37960" y="174828"/>
                  </a:lnTo>
                  <a:lnTo>
                    <a:pt x="33477" y="207187"/>
                  </a:lnTo>
                  <a:lnTo>
                    <a:pt x="0" y="220916"/>
                  </a:lnTo>
                  <a:lnTo>
                    <a:pt x="8140" y="276415"/>
                  </a:lnTo>
                  <a:lnTo>
                    <a:pt x="42379" y="279882"/>
                  </a:lnTo>
                  <a:lnTo>
                    <a:pt x="57200" y="313956"/>
                  </a:lnTo>
                  <a:lnTo>
                    <a:pt x="37109" y="342633"/>
                  </a:lnTo>
                  <a:lnTo>
                    <a:pt x="74053" y="384771"/>
                  </a:lnTo>
                  <a:lnTo>
                    <a:pt x="107924" y="367588"/>
                  </a:lnTo>
                  <a:lnTo>
                    <a:pt x="125920" y="381063"/>
                  </a:lnTo>
                  <a:lnTo>
                    <a:pt x="133083" y="384009"/>
                  </a:lnTo>
                  <a:lnTo>
                    <a:pt x="131686" y="422478"/>
                  </a:lnTo>
                  <a:lnTo>
                    <a:pt x="185508" y="437934"/>
                  </a:lnTo>
                  <a:lnTo>
                    <a:pt x="205168" y="404114"/>
                  </a:lnTo>
                  <a:lnTo>
                    <a:pt x="222123" y="406311"/>
                  </a:lnTo>
                  <a:lnTo>
                    <a:pt x="237274" y="404342"/>
                  </a:lnTo>
                  <a:lnTo>
                    <a:pt x="257035" y="438073"/>
                  </a:lnTo>
                  <a:lnTo>
                    <a:pt x="310870" y="422325"/>
                  </a:lnTo>
                  <a:lnTo>
                    <a:pt x="309372" y="384733"/>
                  </a:lnTo>
                  <a:lnTo>
                    <a:pt x="318312" y="381063"/>
                  </a:lnTo>
                  <a:lnTo>
                    <a:pt x="338213" y="366153"/>
                  </a:lnTo>
                  <a:lnTo>
                    <a:pt x="371284" y="382727"/>
                  </a:lnTo>
                  <a:lnTo>
                    <a:pt x="407949" y="340309"/>
                  </a:lnTo>
                  <a:lnTo>
                    <a:pt x="387883" y="311975"/>
                  </a:lnTo>
                  <a:lnTo>
                    <a:pt x="401840" y="279882"/>
                  </a:lnTo>
                  <a:lnTo>
                    <a:pt x="436092" y="276415"/>
                  </a:lnTo>
                  <a:lnTo>
                    <a:pt x="444233" y="2209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80270" y="4098713"/>
              <a:ext cx="222062" cy="215487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3225498" y="1221459"/>
              <a:ext cx="2537460" cy="796290"/>
            </a:xfrm>
            <a:custGeom>
              <a:avLst/>
              <a:gdLst/>
              <a:ahLst/>
              <a:cxnLst/>
              <a:rect l="l" t="t" r="r" b="b"/>
              <a:pathLst>
                <a:path w="2537460" h="796289">
                  <a:moveTo>
                    <a:pt x="909973" y="8756"/>
                  </a:moveTo>
                  <a:lnTo>
                    <a:pt x="0" y="8756"/>
                  </a:lnTo>
                  <a:lnTo>
                    <a:pt x="0" y="796031"/>
                  </a:lnTo>
                  <a:lnTo>
                    <a:pt x="2537439" y="796031"/>
                  </a:lnTo>
                  <a:lnTo>
                    <a:pt x="2537439" y="0"/>
                  </a:lnTo>
                  <a:lnTo>
                    <a:pt x="1636205" y="0"/>
                  </a:lnTo>
                </a:path>
              </a:pathLst>
            </a:custGeom>
            <a:ln w="114299">
              <a:solidFill>
                <a:srgbClr val="D8443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24577" y="1369345"/>
              <a:ext cx="2139268" cy="500255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1526872" y="2741296"/>
              <a:ext cx="1058545" cy="451484"/>
            </a:xfrm>
            <a:custGeom>
              <a:avLst/>
              <a:gdLst/>
              <a:ahLst/>
              <a:cxnLst/>
              <a:rect l="l" t="t" r="r" b="b"/>
              <a:pathLst>
                <a:path w="1058545" h="451485">
                  <a:moveTo>
                    <a:pt x="1047600" y="0"/>
                  </a:moveTo>
                  <a:lnTo>
                    <a:pt x="1047600" y="451199"/>
                  </a:lnTo>
                </a:path>
                <a:path w="1058545" h="451485">
                  <a:moveTo>
                    <a:pt x="0" y="444337"/>
                  </a:moveTo>
                  <a:lnTo>
                    <a:pt x="1058100" y="444337"/>
                  </a:lnTo>
                </a:path>
              </a:pathLst>
            </a:custGeom>
            <a:ln w="38099">
              <a:solidFill>
                <a:srgbClr val="98989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59488" y="3183778"/>
              <a:ext cx="163448" cy="397799"/>
            </a:xfrm>
            <a:prstGeom prst="rect">
              <a:avLst/>
            </a:prstGeom>
          </p:spPr>
        </p:pic>
      </p:grpSp>
      <p:sp>
        <p:nvSpPr>
          <p:cNvPr id="32" name="object 32" descr=""/>
          <p:cNvSpPr txBox="1"/>
          <p:nvPr/>
        </p:nvSpPr>
        <p:spPr>
          <a:xfrm>
            <a:off x="53975" y="1599023"/>
            <a:ext cx="94297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4285F4"/>
                </a:solidFill>
                <a:latin typeface="Roboto"/>
                <a:cs typeface="Roboto"/>
              </a:rPr>
              <a:t>ReplicaSet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57919" y="1827623"/>
            <a:ext cx="9969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 b="1">
                <a:solidFill>
                  <a:srgbClr val="4285F4"/>
                </a:solidFill>
                <a:latin typeface="Roboto"/>
                <a:cs typeface="Roboto"/>
              </a:rPr>
              <a:t>-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500" spc="-50" b="1">
                <a:solidFill>
                  <a:srgbClr val="4285F4"/>
                </a:solidFill>
                <a:latin typeface="Roboto"/>
                <a:cs typeface="Roboto"/>
              </a:rPr>
              <a:t>-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500" spc="-50" b="1">
                <a:solidFill>
                  <a:srgbClr val="4285F4"/>
                </a:solidFill>
                <a:latin typeface="Roboto"/>
                <a:cs typeface="Roboto"/>
              </a:rPr>
              <a:t>-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396875" y="1827623"/>
            <a:ext cx="153289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4285F4"/>
                </a:solidFill>
                <a:latin typeface="Roboto"/>
                <a:cs typeface="Roboto"/>
              </a:rPr>
              <a:t>name:</a:t>
            </a:r>
            <a:r>
              <a:rPr dirty="0" sz="1500" spc="20" b="1">
                <a:solidFill>
                  <a:srgbClr val="4285F4"/>
                </a:solidFill>
                <a:latin typeface="Roboto"/>
                <a:cs typeface="Roboto"/>
              </a:rPr>
              <a:t> </a:t>
            </a:r>
            <a:r>
              <a:rPr dirty="0" sz="1500" spc="-20" b="1">
                <a:solidFill>
                  <a:srgbClr val="4285F4"/>
                </a:solidFill>
                <a:latin typeface="Roboto"/>
                <a:cs typeface="Roboto"/>
              </a:rPr>
              <a:t>my-app-</a:t>
            </a:r>
            <a:r>
              <a:rPr dirty="0" sz="1500" spc="-25" b="1">
                <a:solidFill>
                  <a:srgbClr val="4285F4"/>
                </a:solidFill>
                <a:latin typeface="Roboto"/>
                <a:cs typeface="Roboto"/>
              </a:rPr>
              <a:t>v1 </a:t>
            </a:r>
            <a:r>
              <a:rPr dirty="0" sz="1500" spc="-10" b="1">
                <a:solidFill>
                  <a:srgbClr val="4285F4"/>
                </a:solidFill>
                <a:latin typeface="Roboto"/>
                <a:cs typeface="Roboto"/>
              </a:rPr>
              <a:t>replicas:</a:t>
            </a:r>
            <a:r>
              <a:rPr dirty="0" sz="1500" spc="-15" b="1">
                <a:solidFill>
                  <a:srgbClr val="4285F4"/>
                </a:solidFill>
                <a:latin typeface="Roboto"/>
                <a:cs typeface="Roboto"/>
              </a:rPr>
              <a:t> </a:t>
            </a:r>
            <a:r>
              <a:rPr dirty="0" sz="1500" spc="-50" b="1">
                <a:solidFill>
                  <a:srgbClr val="4285F4"/>
                </a:solidFill>
                <a:latin typeface="Roboto"/>
                <a:cs typeface="Roboto"/>
              </a:rPr>
              <a:t>1 </a:t>
            </a:r>
            <a:r>
              <a:rPr dirty="0" sz="1500" spc="-10" b="1">
                <a:solidFill>
                  <a:srgbClr val="4285F4"/>
                </a:solidFill>
                <a:latin typeface="Roboto"/>
                <a:cs typeface="Roboto"/>
              </a:rPr>
              <a:t>selector: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500819" y="2513423"/>
            <a:ext cx="128651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1460" indent="-238760">
              <a:lnSpc>
                <a:spcPct val="100000"/>
              </a:lnSpc>
              <a:spcBef>
                <a:spcPts val="100"/>
              </a:spcBef>
              <a:buChar char="-"/>
              <a:tabLst>
                <a:tab pos="251460" algn="l"/>
              </a:tabLst>
            </a:pPr>
            <a:r>
              <a:rPr dirty="0" sz="1500" b="1">
                <a:solidFill>
                  <a:srgbClr val="4285F4"/>
                </a:solidFill>
                <a:latin typeface="Roboto"/>
                <a:cs typeface="Roboto"/>
              </a:rPr>
              <a:t>app:</a:t>
            </a:r>
            <a:r>
              <a:rPr dirty="0" sz="1500" spc="-50" b="1">
                <a:solidFill>
                  <a:srgbClr val="4285F4"/>
                </a:solidFill>
                <a:latin typeface="Roboto"/>
                <a:cs typeface="Roboto"/>
              </a:rPr>
              <a:t> </a:t>
            </a:r>
            <a:r>
              <a:rPr dirty="0" sz="1500" spc="-10" b="1">
                <a:solidFill>
                  <a:srgbClr val="4285F4"/>
                </a:solidFill>
                <a:latin typeface="Roboto"/>
                <a:cs typeface="Roboto"/>
              </a:rPr>
              <a:t>MyApp</a:t>
            </a:r>
            <a:endParaRPr sz="1500">
              <a:latin typeface="Roboto"/>
              <a:cs typeface="Roboto"/>
            </a:endParaRPr>
          </a:p>
          <a:p>
            <a:pPr marL="251460" indent="-238760">
              <a:lnSpc>
                <a:spcPct val="100000"/>
              </a:lnSpc>
              <a:buChar char="-"/>
              <a:tabLst>
                <a:tab pos="251460" algn="l"/>
              </a:tabLst>
            </a:pPr>
            <a:r>
              <a:rPr dirty="0" sz="1500" spc="-10" b="1">
                <a:solidFill>
                  <a:srgbClr val="4285F4"/>
                </a:solidFill>
                <a:latin typeface="Roboto"/>
                <a:cs typeface="Roboto"/>
              </a:rPr>
              <a:t>version:</a:t>
            </a:r>
            <a:r>
              <a:rPr dirty="0" sz="1500" spc="-15" b="1">
                <a:solidFill>
                  <a:srgbClr val="4285F4"/>
                </a:solidFill>
                <a:latin typeface="Roboto"/>
                <a:cs typeface="Roboto"/>
              </a:rPr>
              <a:t> </a:t>
            </a:r>
            <a:r>
              <a:rPr dirty="0" sz="1500" spc="-25" b="1">
                <a:solidFill>
                  <a:srgbClr val="4285F4"/>
                </a:solidFill>
                <a:latin typeface="Roboto"/>
                <a:cs typeface="Roboto"/>
              </a:rPr>
              <a:t>v1</a:t>
            </a:r>
            <a:endParaRPr sz="1500">
              <a:latin typeface="Roboto"/>
              <a:cs typeface="Roboto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1461389" y="1857488"/>
            <a:ext cx="5374005" cy="2937510"/>
            <a:chOff x="1461389" y="1857488"/>
            <a:chExt cx="5374005" cy="2937510"/>
          </a:xfrm>
        </p:grpSpPr>
        <p:sp>
          <p:nvSpPr>
            <p:cNvPr id="37" name="object 37" descr=""/>
            <p:cNvSpPr/>
            <p:nvPr/>
          </p:nvSpPr>
          <p:spPr>
            <a:xfrm>
              <a:off x="6291334" y="2741296"/>
              <a:ext cx="0" cy="695960"/>
            </a:xfrm>
            <a:custGeom>
              <a:avLst/>
              <a:gdLst/>
              <a:ahLst/>
              <a:cxnLst/>
              <a:rect l="l" t="t" r="r" b="b"/>
              <a:pathLst>
                <a:path w="0" h="695960">
                  <a:moveTo>
                    <a:pt x="0" y="0"/>
                  </a:moveTo>
                  <a:lnTo>
                    <a:pt x="0" y="695900"/>
                  </a:lnTo>
                </a:path>
              </a:pathLst>
            </a:custGeom>
            <a:ln w="38099">
              <a:solidFill>
                <a:srgbClr val="98989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09610" y="3418147"/>
              <a:ext cx="163449" cy="163448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5243734" y="3185634"/>
              <a:ext cx="1045844" cy="0"/>
            </a:xfrm>
            <a:custGeom>
              <a:avLst/>
              <a:gdLst/>
              <a:ahLst/>
              <a:cxnLst/>
              <a:rect l="l" t="t" r="r" b="b"/>
              <a:pathLst>
                <a:path w="1045845" h="0">
                  <a:moveTo>
                    <a:pt x="0" y="0"/>
                  </a:moveTo>
                  <a:lnTo>
                    <a:pt x="1045499" y="0"/>
                  </a:lnTo>
                </a:path>
              </a:pathLst>
            </a:custGeom>
            <a:ln w="38099">
              <a:solidFill>
                <a:srgbClr val="98989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176350" y="3183778"/>
              <a:ext cx="163449" cy="397799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179488" y="4532568"/>
              <a:ext cx="163449" cy="230399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61389" y="4532512"/>
              <a:ext cx="163449" cy="236099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209320" y="4532568"/>
              <a:ext cx="163449" cy="230399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2062403" y="1857489"/>
              <a:ext cx="1066800" cy="1005840"/>
            </a:xfrm>
            <a:custGeom>
              <a:avLst/>
              <a:gdLst/>
              <a:ahLst/>
              <a:cxnLst/>
              <a:rect l="l" t="t" r="r" b="b"/>
              <a:pathLst>
                <a:path w="1066800" h="1005839">
                  <a:moveTo>
                    <a:pt x="1066419" y="238569"/>
                  </a:moveTo>
                  <a:lnTo>
                    <a:pt x="1061923" y="193027"/>
                  </a:lnTo>
                  <a:lnTo>
                    <a:pt x="1048791" y="149656"/>
                  </a:lnTo>
                  <a:lnTo>
                    <a:pt x="1027518" y="109664"/>
                  </a:lnTo>
                  <a:lnTo>
                    <a:pt x="998601" y="74282"/>
                  </a:lnTo>
                  <a:lnTo>
                    <a:pt x="963333" y="45262"/>
                  </a:lnTo>
                  <a:lnTo>
                    <a:pt x="923467" y="23914"/>
                  </a:lnTo>
                  <a:lnTo>
                    <a:pt x="880249" y="10731"/>
                  </a:lnTo>
                  <a:lnTo>
                    <a:pt x="834859" y="6235"/>
                  </a:lnTo>
                  <a:lnTo>
                    <a:pt x="788187" y="10947"/>
                  </a:lnTo>
                  <a:lnTo>
                    <a:pt x="744728" y="24485"/>
                  </a:lnTo>
                  <a:lnTo>
                    <a:pt x="706882" y="45110"/>
                  </a:lnTo>
                  <a:lnTo>
                    <a:pt x="692505" y="38277"/>
                  </a:lnTo>
                  <a:lnTo>
                    <a:pt x="646493" y="21742"/>
                  </a:lnTo>
                  <a:lnTo>
                    <a:pt x="599008" y="9753"/>
                  </a:lnTo>
                  <a:lnTo>
                    <a:pt x="550341" y="2463"/>
                  </a:lnTo>
                  <a:lnTo>
                    <a:pt x="500837" y="0"/>
                  </a:lnTo>
                  <a:lnTo>
                    <a:pt x="452602" y="2311"/>
                  </a:lnTo>
                  <a:lnTo>
                    <a:pt x="405663" y="9067"/>
                  </a:lnTo>
                  <a:lnTo>
                    <a:pt x="360235" y="20091"/>
                  </a:lnTo>
                  <a:lnTo>
                    <a:pt x="316522" y="35140"/>
                  </a:lnTo>
                  <a:lnTo>
                    <a:pt x="274739" y="54025"/>
                  </a:lnTo>
                  <a:lnTo>
                    <a:pt x="235089" y="76530"/>
                  </a:lnTo>
                  <a:lnTo>
                    <a:pt x="197789" y="102450"/>
                  </a:lnTo>
                  <a:lnTo>
                    <a:pt x="163042" y="131559"/>
                  </a:lnTo>
                  <a:lnTo>
                    <a:pt x="131064" y="163664"/>
                  </a:lnTo>
                  <a:lnTo>
                    <a:pt x="102057" y="198539"/>
                  </a:lnTo>
                  <a:lnTo>
                    <a:pt x="76238" y="235978"/>
                  </a:lnTo>
                  <a:lnTo>
                    <a:pt x="53822" y="275780"/>
                  </a:lnTo>
                  <a:lnTo>
                    <a:pt x="35001" y="317715"/>
                  </a:lnTo>
                  <a:lnTo>
                    <a:pt x="20002" y="361594"/>
                  </a:lnTo>
                  <a:lnTo>
                    <a:pt x="9029" y="407200"/>
                  </a:lnTo>
                  <a:lnTo>
                    <a:pt x="2298" y="454317"/>
                  </a:lnTo>
                  <a:lnTo>
                    <a:pt x="0" y="502729"/>
                  </a:lnTo>
                  <a:lnTo>
                    <a:pt x="2298" y="551141"/>
                  </a:lnTo>
                  <a:lnTo>
                    <a:pt x="9029" y="598258"/>
                  </a:lnTo>
                  <a:lnTo>
                    <a:pt x="20002" y="643864"/>
                  </a:lnTo>
                  <a:lnTo>
                    <a:pt x="35001" y="687730"/>
                  </a:lnTo>
                  <a:lnTo>
                    <a:pt x="53822" y="729678"/>
                  </a:lnTo>
                  <a:lnTo>
                    <a:pt x="76238" y="769480"/>
                  </a:lnTo>
                  <a:lnTo>
                    <a:pt x="102057" y="806919"/>
                  </a:lnTo>
                  <a:lnTo>
                    <a:pt x="131064" y="841794"/>
                  </a:lnTo>
                  <a:lnTo>
                    <a:pt x="163042" y="873899"/>
                  </a:lnTo>
                  <a:lnTo>
                    <a:pt x="197789" y="903008"/>
                  </a:lnTo>
                  <a:lnTo>
                    <a:pt x="235089" y="928928"/>
                  </a:lnTo>
                  <a:lnTo>
                    <a:pt x="274739" y="951433"/>
                  </a:lnTo>
                  <a:lnTo>
                    <a:pt x="316522" y="970318"/>
                  </a:lnTo>
                  <a:lnTo>
                    <a:pt x="360235" y="985367"/>
                  </a:lnTo>
                  <a:lnTo>
                    <a:pt x="405663" y="996391"/>
                  </a:lnTo>
                  <a:lnTo>
                    <a:pt x="452602" y="1003147"/>
                  </a:lnTo>
                  <a:lnTo>
                    <a:pt x="500837" y="1005446"/>
                  </a:lnTo>
                  <a:lnTo>
                    <a:pt x="549071" y="1003147"/>
                  </a:lnTo>
                  <a:lnTo>
                    <a:pt x="596011" y="996391"/>
                  </a:lnTo>
                  <a:lnTo>
                    <a:pt x="641438" y="985367"/>
                  </a:lnTo>
                  <a:lnTo>
                    <a:pt x="685152" y="970318"/>
                  </a:lnTo>
                  <a:lnTo>
                    <a:pt x="726935" y="951433"/>
                  </a:lnTo>
                  <a:lnTo>
                    <a:pt x="766584" y="928928"/>
                  </a:lnTo>
                  <a:lnTo>
                    <a:pt x="803884" y="903008"/>
                  </a:lnTo>
                  <a:lnTo>
                    <a:pt x="838631" y="873899"/>
                  </a:lnTo>
                  <a:lnTo>
                    <a:pt x="870610" y="841794"/>
                  </a:lnTo>
                  <a:lnTo>
                    <a:pt x="899617" y="806919"/>
                  </a:lnTo>
                  <a:lnTo>
                    <a:pt x="925436" y="769480"/>
                  </a:lnTo>
                  <a:lnTo>
                    <a:pt x="947851" y="729678"/>
                  </a:lnTo>
                  <a:lnTo>
                    <a:pt x="966673" y="687730"/>
                  </a:lnTo>
                  <a:lnTo>
                    <a:pt x="981671" y="643864"/>
                  </a:lnTo>
                  <a:lnTo>
                    <a:pt x="992644" y="598258"/>
                  </a:lnTo>
                  <a:lnTo>
                    <a:pt x="999388" y="551141"/>
                  </a:lnTo>
                  <a:lnTo>
                    <a:pt x="1001674" y="502729"/>
                  </a:lnTo>
                  <a:lnTo>
                    <a:pt x="999223" y="453047"/>
                  </a:lnTo>
                  <a:lnTo>
                    <a:pt x="992505" y="407898"/>
                  </a:lnTo>
                  <a:lnTo>
                    <a:pt x="998601" y="402856"/>
                  </a:lnTo>
                  <a:lnTo>
                    <a:pt x="1026871" y="368465"/>
                  </a:lnTo>
                  <a:lnTo>
                    <a:pt x="1048219" y="329006"/>
                  </a:lnTo>
                  <a:lnTo>
                    <a:pt x="1061707" y="285394"/>
                  </a:lnTo>
                  <a:lnTo>
                    <a:pt x="1066419" y="23856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2223274" y="2016505"/>
              <a:ext cx="751840" cy="683260"/>
            </a:xfrm>
            <a:custGeom>
              <a:avLst/>
              <a:gdLst/>
              <a:ahLst/>
              <a:cxnLst/>
              <a:rect l="l" t="t" r="r" b="b"/>
              <a:pathLst>
                <a:path w="751839" h="683260">
                  <a:moveTo>
                    <a:pt x="751624" y="155054"/>
                  </a:moveTo>
                  <a:lnTo>
                    <a:pt x="739851" y="95719"/>
                  </a:lnTo>
                  <a:lnTo>
                    <a:pt x="706335" y="45415"/>
                  </a:lnTo>
                  <a:lnTo>
                    <a:pt x="656183" y="11798"/>
                  </a:lnTo>
                  <a:lnTo>
                    <a:pt x="597027" y="0"/>
                  </a:lnTo>
                  <a:lnTo>
                    <a:pt x="548157" y="7899"/>
                  </a:lnTo>
                  <a:lnTo>
                    <a:pt x="505726" y="29908"/>
                  </a:lnTo>
                  <a:lnTo>
                    <a:pt x="496265" y="39408"/>
                  </a:lnTo>
                  <a:lnTo>
                    <a:pt x="494233" y="38150"/>
                  </a:lnTo>
                  <a:lnTo>
                    <a:pt x="445236" y="17792"/>
                  </a:lnTo>
                  <a:lnTo>
                    <a:pt x="393522" y="5295"/>
                  </a:lnTo>
                  <a:lnTo>
                    <a:pt x="340017" y="1041"/>
                  </a:lnTo>
                  <a:lnTo>
                    <a:pt x="293878" y="4152"/>
                  </a:lnTo>
                  <a:lnTo>
                    <a:pt x="249618" y="13233"/>
                  </a:lnTo>
                  <a:lnTo>
                    <a:pt x="207670" y="27851"/>
                  </a:lnTo>
                  <a:lnTo>
                    <a:pt x="168402" y="47612"/>
                  </a:lnTo>
                  <a:lnTo>
                    <a:pt x="132245" y="72123"/>
                  </a:lnTo>
                  <a:lnTo>
                    <a:pt x="99593" y="100952"/>
                  </a:lnTo>
                  <a:lnTo>
                    <a:pt x="70853" y="133705"/>
                  </a:lnTo>
                  <a:lnTo>
                    <a:pt x="46418" y="169989"/>
                  </a:lnTo>
                  <a:lnTo>
                    <a:pt x="26720" y="209372"/>
                  </a:lnTo>
                  <a:lnTo>
                    <a:pt x="12153" y="251460"/>
                  </a:lnTo>
                  <a:lnTo>
                    <a:pt x="3111" y="295859"/>
                  </a:lnTo>
                  <a:lnTo>
                    <a:pt x="0" y="342138"/>
                  </a:lnTo>
                  <a:lnTo>
                    <a:pt x="3111" y="388429"/>
                  </a:lnTo>
                  <a:lnTo>
                    <a:pt x="12153" y="432816"/>
                  </a:lnTo>
                  <a:lnTo>
                    <a:pt x="26720" y="474916"/>
                  </a:lnTo>
                  <a:lnTo>
                    <a:pt x="46418" y="514299"/>
                  </a:lnTo>
                  <a:lnTo>
                    <a:pt x="70853" y="550583"/>
                  </a:lnTo>
                  <a:lnTo>
                    <a:pt x="99593" y="583336"/>
                  </a:lnTo>
                  <a:lnTo>
                    <a:pt x="132245" y="612165"/>
                  </a:lnTo>
                  <a:lnTo>
                    <a:pt x="168402" y="636676"/>
                  </a:lnTo>
                  <a:lnTo>
                    <a:pt x="207670" y="656437"/>
                  </a:lnTo>
                  <a:lnTo>
                    <a:pt x="249618" y="671055"/>
                  </a:lnTo>
                  <a:lnTo>
                    <a:pt x="293878" y="680123"/>
                  </a:lnTo>
                  <a:lnTo>
                    <a:pt x="340017" y="683234"/>
                  </a:lnTo>
                  <a:lnTo>
                    <a:pt x="386143" y="680123"/>
                  </a:lnTo>
                  <a:lnTo>
                    <a:pt x="430403" y="671055"/>
                  </a:lnTo>
                  <a:lnTo>
                    <a:pt x="472363" y="656437"/>
                  </a:lnTo>
                  <a:lnTo>
                    <a:pt x="511619" y="636676"/>
                  </a:lnTo>
                  <a:lnTo>
                    <a:pt x="547776" y="612165"/>
                  </a:lnTo>
                  <a:lnTo>
                    <a:pt x="580440" y="583336"/>
                  </a:lnTo>
                  <a:lnTo>
                    <a:pt x="609180" y="550583"/>
                  </a:lnTo>
                  <a:lnTo>
                    <a:pt x="633603" y="514299"/>
                  </a:lnTo>
                  <a:lnTo>
                    <a:pt x="653300" y="474916"/>
                  </a:lnTo>
                  <a:lnTo>
                    <a:pt x="667880" y="432816"/>
                  </a:lnTo>
                  <a:lnTo>
                    <a:pt x="676922" y="388429"/>
                  </a:lnTo>
                  <a:lnTo>
                    <a:pt x="680021" y="342138"/>
                  </a:lnTo>
                  <a:lnTo>
                    <a:pt x="675792" y="288455"/>
                  </a:lnTo>
                  <a:lnTo>
                    <a:pt x="675411" y="286905"/>
                  </a:lnTo>
                  <a:lnTo>
                    <a:pt x="688327" y="280200"/>
                  </a:lnTo>
                  <a:lnTo>
                    <a:pt x="721791" y="246634"/>
                  </a:lnTo>
                  <a:lnTo>
                    <a:pt x="743737" y="204063"/>
                  </a:lnTo>
                  <a:lnTo>
                    <a:pt x="751624" y="1550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2272795" y="2067365"/>
              <a:ext cx="581025" cy="582930"/>
            </a:xfrm>
            <a:custGeom>
              <a:avLst/>
              <a:gdLst/>
              <a:ahLst/>
              <a:cxnLst/>
              <a:rect l="l" t="t" r="r" b="b"/>
              <a:pathLst>
                <a:path w="581025" h="582930">
                  <a:moveTo>
                    <a:pt x="290498" y="582525"/>
                  </a:moveTo>
                  <a:lnTo>
                    <a:pt x="243378" y="578713"/>
                  </a:lnTo>
                  <a:lnTo>
                    <a:pt x="198678" y="567676"/>
                  </a:lnTo>
                  <a:lnTo>
                    <a:pt x="156997" y="550015"/>
                  </a:lnTo>
                  <a:lnTo>
                    <a:pt x="118933" y="526328"/>
                  </a:lnTo>
                  <a:lnTo>
                    <a:pt x="85085" y="497216"/>
                  </a:lnTo>
                  <a:lnTo>
                    <a:pt x="56049" y="463278"/>
                  </a:lnTo>
                  <a:lnTo>
                    <a:pt x="32424" y="425114"/>
                  </a:lnTo>
                  <a:lnTo>
                    <a:pt x="14809" y="383324"/>
                  </a:lnTo>
                  <a:lnTo>
                    <a:pt x="3802" y="338507"/>
                  </a:lnTo>
                  <a:lnTo>
                    <a:pt x="0" y="291262"/>
                  </a:lnTo>
                  <a:lnTo>
                    <a:pt x="3689" y="245424"/>
                  </a:lnTo>
                  <a:lnTo>
                    <a:pt x="14809" y="199201"/>
                  </a:lnTo>
                  <a:lnTo>
                    <a:pt x="32424" y="157410"/>
                  </a:lnTo>
                  <a:lnTo>
                    <a:pt x="56049" y="119246"/>
                  </a:lnTo>
                  <a:lnTo>
                    <a:pt x="85085" y="85308"/>
                  </a:lnTo>
                  <a:lnTo>
                    <a:pt x="118933" y="56196"/>
                  </a:lnTo>
                  <a:lnTo>
                    <a:pt x="156997" y="32510"/>
                  </a:lnTo>
                  <a:lnTo>
                    <a:pt x="198678" y="14848"/>
                  </a:lnTo>
                  <a:lnTo>
                    <a:pt x="243378" y="3812"/>
                  </a:lnTo>
                  <a:lnTo>
                    <a:pt x="290498" y="0"/>
                  </a:lnTo>
                  <a:lnTo>
                    <a:pt x="336216" y="3628"/>
                  </a:lnTo>
                  <a:lnTo>
                    <a:pt x="380397" y="14297"/>
                  </a:lnTo>
                  <a:lnTo>
                    <a:pt x="422260" y="31683"/>
                  </a:lnTo>
                  <a:lnTo>
                    <a:pt x="461025" y="55461"/>
                  </a:lnTo>
                  <a:lnTo>
                    <a:pt x="495912" y="85308"/>
                  </a:lnTo>
                  <a:lnTo>
                    <a:pt x="525681" y="120287"/>
                  </a:lnTo>
                  <a:lnTo>
                    <a:pt x="549397" y="159154"/>
                  </a:lnTo>
                  <a:lnTo>
                    <a:pt x="566737" y="201127"/>
                  </a:lnTo>
                  <a:lnTo>
                    <a:pt x="577378" y="245424"/>
                  </a:lnTo>
                  <a:lnTo>
                    <a:pt x="580997" y="291262"/>
                  </a:lnTo>
                  <a:lnTo>
                    <a:pt x="577194" y="338507"/>
                  </a:lnTo>
                  <a:lnTo>
                    <a:pt x="566187" y="383324"/>
                  </a:lnTo>
                  <a:lnTo>
                    <a:pt x="548572" y="425114"/>
                  </a:lnTo>
                  <a:lnTo>
                    <a:pt x="524947" y="463278"/>
                  </a:lnTo>
                  <a:lnTo>
                    <a:pt x="495912" y="497216"/>
                  </a:lnTo>
                  <a:lnTo>
                    <a:pt x="462063" y="526328"/>
                  </a:lnTo>
                  <a:lnTo>
                    <a:pt x="423999" y="550015"/>
                  </a:lnTo>
                  <a:lnTo>
                    <a:pt x="382318" y="567676"/>
                  </a:lnTo>
                  <a:lnTo>
                    <a:pt x="337618" y="578713"/>
                  </a:lnTo>
                  <a:lnTo>
                    <a:pt x="290498" y="582525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714352" y="2065001"/>
              <a:ext cx="212190" cy="213143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2412669" y="2207272"/>
              <a:ext cx="301625" cy="300990"/>
            </a:xfrm>
            <a:custGeom>
              <a:avLst/>
              <a:gdLst/>
              <a:ahLst/>
              <a:cxnLst/>
              <a:rect l="l" t="t" r="r" b="b"/>
              <a:pathLst>
                <a:path w="301625" h="300989">
                  <a:moveTo>
                    <a:pt x="301231" y="120650"/>
                  </a:moveTo>
                  <a:lnTo>
                    <a:pt x="180682" y="120650"/>
                  </a:lnTo>
                  <a:lnTo>
                    <a:pt x="180682" y="0"/>
                  </a:lnTo>
                  <a:lnTo>
                    <a:pt x="120561" y="0"/>
                  </a:lnTo>
                  <a:lnTo>
                    <a:pt x="120561" y="120650"/>
                  </a:lnTo>
                  <a:lnTo>
                    <a:pt x="0" y="120650"/>
                  </a:lnTo>
                  <a:lnTo>
                    <a:pt x="0" y="180340"/>
                  </a:lnTo>
                  <a:lnTo>
                    <a:pt x="120561" y="180340"/>
                  </a:lnTo>
                  <a:lnTo>
                    <a:pt x="120561" y="300990"/>
                  </a:lnTo>
                  <a:lnTo>
                    <a:pt x="180682" y="300990"/>
                  </a:lnTo>
                  <a:lnTo>
                    <a:pt x="180682" y="180340"/>
                  </a:lnTo>
                  <a:lnTo>
                    <a:pt x="301231" y="180340"/>
                  </a:lnTo>
                  <a:lnTo>
                    <a:pt x="301231" y="1206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5768442" y="1857501"/>
              <a:ext cx="1066800" cy="1005840"/>
            </a:xfrm>
            <a:custGeom>
              <a:avLst/>
              <a:gdLst/>
              <a:ahLst/>
              <a:cxnLst/>
              <a:rect l="l" t="t" r="r" b="b"/>
              <a:pathLst>
                <a:path w="1066800" h="1005839">
                  <a:moveTo>
                    <a:pt x="1066406" y="238556"/>
                  </a:moveTo>
                  <a:lnTo>
                    <a:pt x="1061923" y="193014"/>
                  </a:lnTo>
                  <a:lnTo>
                    <a:pt x="1048778" y="149644"/>
                  </a:lnTo>
                  <a:lnTo>
                    <a:pt x="1027506" y="109651"/>
                  </a:lnTo>
                  <a:lnTo>
                    <a:pt x="998588" y="74269"/>
                  </a:lnTo>
                  <a:lnTo>
                    <a:pt x="963320" y="45250"/>
                  </a:lnTo>
                  <a:lnTo>
                    <a:pt x="923467" y="23901"/>
                  </a:lnTo>
                  <a:lnTo>
                    <a:pt x="880237" y="10731"/>
                  </a:lnTo>
                  <a:lnTo>
                    <a:pt x="834859" y="6223"/>
                  </a:lnTo>
                  <a:lnTo>
                    <a:pt x="788187" y="10934"/>
                  </a:lnTo>
                  <a:lnTo>
                    <a:pt x="744715" y="24472"/>
                  </a:lnTo>
                  <a:lnTo>
                    <a:pt x="706869" y="45097"/>
                  </a:lnTo>
                  <a:lnTo>
                    <a:pt x="692492" y="38265"/>
                  </a:lnTo>
                  <a:lnTo>
                    <a:pt x="646493" y="21729"/>
                  </a:lnTo>
                  <a:lnTo>
                    <a:pt x="598995" y="9740"/>
                  </a:lnTo>
                  <a:lnTo>
                    <a:pt x="550329" y="2451"/>
                  </a:lnTo>
                  <a:lnTo>
                    <a:pt x="500837" y="0"/>
                  </a:lnTo>
                  <a:lnTo>
                    <a:pt x="452602" y="2298"/>
                  </a:lnTo>
                  <a:lnTo>
                    <a:pt x="405663" y="9055"/>
                  </a:lnTo>
                  <a:lnTo>
                    <a:pt x="360235" y="20078"/>
                  </a:lnTo>
                  <a:lnTo>
                    <a:pt x="316522" y="35128"/>
                  </a:lnTo>
                  <a:lnTo>
                    <a:pt x="274739" y="54013"/>
                  </a:lnTo>
                  <a:lnTo>
                    <a:pt x="235089" y="76517"/>
                  </a:lnTo>
                  <a:lnTo>
                    <a:pt x="197777" y="102438"/>
                  </a:lnTo>
                  <a:lnTo>
                    <a:pt x="163029" y="131546"/>
                  </a:lnTo>
                  <a:lnTo>
                    <a:pt x="131051" y="163652"/>
                  </a:lnTo>
                  <a:lnTo>
                    <a:pt x="102057" y="198526"/>
                  </a:lnTo>
                  <a:lnTo>
                    <a:pt x="76238" y="235966"/>
                  </a:lnTo>
                  <a:lnTo>
                    <a:pt x="53809" y="275767"/>
                  </a:lnTo>
                  <a:lnTo>
                    <a:pt x="35001" y="317715"/>
                  </a:lnTo>
                  <a:lnTo>
                    <a:pt x="20002" y="361581"/>
                  </a:lnTo>
                  <a:lnTo>
                    <a:pt x="9029" y="407187"/>
                  </a:lnTo>
                  <a:lnTo>
                    <a:pt x="2286" y="454304"/>
                  </a:lnTo>
                  <a:lnTo>
                    <a:pt x="0" y="502716"/>
                  </a:lnTo>
                  <a:lnTo>
                    <a:pt x="2286" y="551129"/>
                  </a:lnTo>
                  <a:lnTo>
                    <a:pt x="9029" y="598246"/>
                  </a:lnTo>
                  <a:lnTo>
                    <a:pt x="20002" y="643851"/>
                  </a:lnTo>
                  <a:lnTo>
                    <a:pt x="35001" y="687730"/>
                  </a:lnTo>
                  <a:lnTo>
                    <a:pt x="53809" y="729665"/>
                  </a:lnTo>
                  <a:lnTo>
                    <a:pt x="76238" y="769467"/>
                  </a:lnTo>
                  <a:lnTo>
                    <a:pt x="102057" y="806907"/>
                  </a:lnTo>
                  <a:lnTo>
                    <a:pt x="131051" y="841781"/>
                  </a:lnTo>
                  <a:lnTo>
                    <a:pt x="163029" y="873887"/>
                  </a:lnTo>
                  <a:lnTo>
                    <a:pt x="197777" y="902995"/>
                  </a:lnTo>
                  <a:lnTo>
                    <a:pt x="235089" y="928916"/>
                  </a:lnTo>
                  <a:lnTo>
                    <a:pt x="274739" y="951420"/>
                  </a:lnTo>
                  <a:lnTo>
                    <a:pt x="316522" y="970305"/>
                  </a:lnTo>
                  <a:lnTo>
                    <a:pt x="360235" y="985354"/>
                  </a:lnTo>
                  <a:lnTo>
                    <a:pt x="405663" y="996378"/>
                  </a:lnTo>
                  <a:lnTo>
                    <a:pt x="452602" y="1003134"/>
                  </a:lnTo>
                  <a:lnTo>
                    <a:pt x="500837" y="1005446"/>
                  </a:lnTo>
                  <a:lnTo>
                    <a:pt x="549071" y="1003134"/>
                  </a:lnTo>
                  <a:lnTo>
                    <a:pt x="595998" y="996378"/>
                  </a:lnTo>
                  <a:lnTo>
                    <a:pt x="641426" y="985354"/>
                  </a:lnTo>
                  <a:lnTo>
                    <a:pt x="685139" y="970305"/>
                  </a:lnTo>
                  <a:lnTo>
                    <a:pt x="726935" y="951420"/>
                  </a:lnTo>
                  <a:lnTo>
                    <a:pt x="766584" y="928916"/>
                  </a:lnTo>
                  <a:lnTo>
                    <a:pt x="803884" y="902995"/>
                  </a:lnTo>
                  <a:lnTo>
                    <a:pt x="838631" y="873887"/>
                  </a:lnTo>
                  <a:lnTo>
                    <a:pt x="870610" y="841781"/>
                  </a:lnTo>
                  <a:lnTo>
                    <a:pt x="899604" y="806907"/>
                  </a:lnTo>
                  <a:lnTo>
                    <a:pt x="925423" y="769467"/>
                  </a:lnTo>
                  <a:lnTo>
                    <a:pt x="947851" y="729665"/>
                  </a:lnTo>
                  <a:lnTo>
                    <a:pt x="966660" y="687730"/>
                  </a:lnTo>
                  <a:lnTo>
                    <a:pt x="981659" y="643851"/>
                  </a:lnTo>
                  <a:lnTo>
                    <a:pt x="992632" y="598246"/>
                  </a:lnTo>
                  <a:lnTo>
                    <a:pt x="999375" y="551129"/>
                  </a:lnTo>
                  <a:lnTo>
                    <a:pt x="1001661" y="502716"/>
                  </a:lnTo>
                  <a:lnTo>
                    <a:pt x="999210" y="453034"/>
                  </a:lnTo>
                  <a:lnTo>
                    <a:pt x="992505" y="407885"/>
                  </a:lnTo>
                  <a:lnTo>
                    <a:pt x="998588" y="402844"/>
                  </a:lnTo>
                  <a:lnTo>
                    <a:pt x="1026858" y="368452"/>
                  </a:lnTo>
                  <a:lnTo>
                    <a:pt x="1048207" y="328993"/>
                  </a:lnTo>
                  <a:lnTo>
                    <a:pt x="1061707" y="285381"/>
                  </a:lnTo>
                  <a:lnTo>
                    <a:pt x="1066406" y="238556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5929312" y="2016505"/>
              <a:ext cx="751840" cy="683260"/>
            </a:xfrm>
            <a:custGeom>
              <a:avLst/>
              <a:gdLst/>
              <a:ahLst/>
              <a:cxnLst/>
              <a:rect l="l" t="t" r="r" b="b"/>
              <a:pathLst>
                <a:path w="751840" h="683260">
                  <a:moveTo>
                    <a:pt x="751611" y="155054"/>
                  </a:moveTo>
                  <a:lnTo>
                    <a:pt x="739838" y="95719"/>
                  </a:lnTo>
                  <a:lnTo>
                    <a:pt x="706335" y="45415"/>
                  </a:lnTo>
                  <a:lnTo>
                    <a:pt x="656183" y="11798"/>
                  </a:lnTo>
                  <a:lnTo>
                    <a:pt x="597014" y="0"/>
                  </a:lnTo>
                  <a:lnTo>
                    <a:pt x="548157" y="7899"/>
                  </a:lnTo>
                  <a:lnTo>
                    <a:pt x="505714" y="29908"/>
                  </a:lnTo>
                  <a:lnTo>
                    <a:pt x="496252" y="39408"/>
                  </a:lnTo>
                  <a:lnTo>
                    <a:pt x="494220" y="38150"/>
                  </a:lnTo>
                  <a:lnTo>
                    <a:pt x="445223" y="17792"/>
                  </a:lnTo>
                  <a:lnTo>
                    <a:pt x="393509" y="5295"/>
                  </a:lnTo>
                  <a:lnTo>
                    <a:pt x="340004" y="1041"/>
                  </a:lnTo>
                  <a:lnTo>
                    <a:pt x="293865" y="4165"/>
                  </a:lnTo>
                  <a:lnTo>
                    <a:pt x="249618" y="13233"/>
                  </a:lnTo>
                  <a:lnTo>
                    <a:pt x="207657" y="27851"/>
                  </a:lnTo>
                  <a:lnTo>
                    <a:pt x="168402" y="47612"/>
                  </a:lnTo>
                  <a:lnTo>
                    <a:pt x="132232" y="72123"/>
                  </a:lnTo>
                  <a:lnTo>
                    <a:pt x="99580" y="100952"/>
                  </a:lnTo>
                  <a:lnTo>
                    <a:pt x="70840" y="133705"/>
                  </a:lnTo>
                  <a:lnTo>
                    <a:pt x="46418" y="169989"/>
                  </a:lnTo>
                  <a:lnTo>
                    <a:pt x="26720" y="209372"/>
                  </a:lnTo>
                  <a:lnTo>
                    <a:pt x="12141" y="251472"/>
                  </a:lnTo>
                  <a:lnTo>
                    <a:pt x="3098" y="295859"/>
                  </a:lnTo>
                  <a:lnTo>
                    <a:pt x="0" y="342138"/>
                  </a:lnTo>
                  <a:lnTo>
                    <a:pt x="3098" y="388429"/>
                  </a:lnTo>
                  <a:lnTo>
                    <a:pt x="12141" y="432816"/>
                  </a:lnTo>
                  <a:lnTo>
                    <a:pt x="26720" y="474916"/>
                  </a:lnTo>
                  <a:lnTo>
                    <a:pt x="46418" y="514299"/>
                  </a:lnTo>
                  <a:lnTo>
                    <a:pt x="70840" y="550583"/>
                  </a:lnTo>
                  <a:lnTo>
                    <a:pt x="99580" y="583336"/>
                  </a:lnTo>
                  <a:lnTo>
                    <a:pt x="132232" y="612165"/>
                  </a:lnTo>
                  <a:lnTo>
                    <a:pt x="168402" y="636676"/>
                  </a:lnTo>
                  <a:lnTo>
                    <a:pt x="207657" y="656437"/>
                  </a:lnTo>
                  <a:lnTo>
                    <a:pt x="249618" y="671055"/>
                  </a:lnTo>
                  <a:lnTo>
                    <a:pt x="293865" y="680123"/>
                  </a:lnTo>
                  <a:lnTo>
                    <a:pt x="340004" y="683247"/>
                  </a:lnTo>
                  <a:lnTo>
                    <a:pt x="386143" y="680123"/>
                  </a:lnTo>
                  <a:lnTo>
                    <a:pt x="430390" y="671055"/>
                  </a:lnTo>
                  <a:lnTo>
                    <a:pt x="472351" y="656437"/>
                  </a:lnTo>
                  <a:lnTo>
                    <a:pt x="511619" y="636676"/>
                  </a:lnTo>
                  <a:lnTo>
                    <a:pt x="547776" y="612165"/>
                  </a:lnTo>
                  <a:lnTo>
                    <a:pt x="580428" y="583336"/>
                  </a:lnTo>
                  <a:lnTo>
                    <a:pt x="609168" y="550583"/>
                  </a:lnTo>
                  <a:lnTo>
                    <a:pt x="633590" y="514299"/>
                  </a:lnTo>
                  <a:lnTo>
                    <a:pt x="653300" y="474916"/>
                  </a:lnTo>
                  <a:lnTo>
                    <a:pt x="667867" y="432816"/>
                  </a:lnTo>
                  <a:lnTo>
                    <a:pt x="676910" y="388429"/>
                  </a:lnTo>
                  <a:lnTo>
                    <a:pt x="680008" y="342138"/>
                  </a:lnTo>
                  <a:lnTo>
                    <a:pt x="675779" y="288467"/>
                  </a:lnTo>
                  <a:lnTo>
                    <a:pt x="675398" y="286905"/>
                  </a:lnTo>
                  <a:lnTo>
                    <a:pt x="688314" y="280200"/>
                  </a:lnTo>
                  <a:lnTo>
                    <a:pt x="721779" y="246634"/>
                  </a:lnTo>
                  <a:lnTo>
                    <a:pt x="743724" y="204063"/>
                  </a:lnTo>
                  <a:lnTo>
                    <a:pt x="751611" y="1550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5978826" y="2067366"/>
              <a:ext cx="581025" cy="582930"/>
            </a:xfrm>
            <a:custGeom>
              <a:avLst/>
              <a:gdLst/>
              <a:ahLst/>
              <a:cxnLst/>
              <a:rect l="l" t="t" r="r" b="b"/>
              <a:pathLst>
                <a:path w="581025" h="582930">
                  <a:moveTo>
                    <a:pt x="290498" y="582525"/>
                  </a:moveTo>
                  <a:lnTo>
                    <a:pt x="243377" y="578713"/>
                  </a:lnTo>
                  <a:lnTo>
                    <a:pt x="198678" y="567676"/>
                  </a:lnTo>
                  <a:lnTo>
                    <a:pt x="156997" y="550015"/>
                  </a:lnTo>
                  <a:lnTo>
                    <a:pt x="118933" y="526328"/>
                  </a:lnTo>
                  <a:lnTo>
                    <a:pt x="85084" y="497216"/>
                  </a:lnTo>
                  <a:lnTo>
                    <a:pt x="56049" y="463278"/>
                  </a:lnTo>
                  <a:lnTo>
                    <a:pt x="32424" y="425114"/>
                  </a:lnTo>
                  <a:lnTo>
                    <a:pt x="14809" y="383324"/>
                  </a:lnTo>
                  <a:lnTo>
                    <a:pt x="3802" y="338507"/>
                  </a:lnTo>
                  <a:lnTo>
                    <a:pt x="0" y="291262"/>
                  </a:lnTo>
                  <a:lnTo>
                    <a:pt x="3688" y="245424"/>
                  </a:lnTo>
                  <a:lnTo>
                    <a:pt x="14809" y="199201"/>
                  </a:lnTo>
                  <a:lnTo>
                    <a:pt x="32424" y="157410"/>
                  </a:lnTo>
                  <a:lnTo>
                    <a:pt x="56049" y="119246"/>
                  </a:lnTo>
                  <a:lnTo>
                    <a:pt x="85084" y="85308"/>
                  </a:lnTo>
                  <a:lnTo>
                    <a:pt x="118933" y="56196"/>
                  </a:lnTo>
                  <a:lnTo>
                    <a:pt x="156997" y="32510"/>
                  </a:lnTo>
                  <a:lnTo>
                    <a:pt x="198678" y="14848"/>
                  </a:lnTo>
                  <a:lnTo>
                    <a:pt x="243377" y="3812"/>
                  </a:lnTo>
                  <a:lnTo>
                    <a:pt x="290498" y="0"/>
                  </a:lnTo>
                  <a:lnTo>
                    <a:pt x="336216" y="3628"/>
                  </a:lnTo>
                  <a:lnTo>
                    <a:pt x="380397" y="14297"/>
                  </a:lnTo>
                  <a:lnTo>
                    <a:pt x="422260" y="31683"/>
                  </a:lnTo>
                  <a:lnTo>
                    <a:pt x="461025" y="55461"/>
                  </a:lnTo>
                  <a:lnTo>
                    <a:pt x="495911" y="85308"/>
                  </a:lnTo>
                  <a:lnTo>
                    <a:pt x="525680" y="120287"/>
                  </a:lnTo>
                  <a:lnTo>
                    <a:pt x="549396" y="159154"/>
                  </a:lnTo>
                  <a:lnTo>
                    <a:pt x="566737" y="201127"/>
                  </a:lnTo>
                  <a:lnTo>
                    <a:pt x="577378" y="245424"/>
                  </a:lnTo>
                  <a:lnTo>
                    <a:pt x="580997" y="291262"/>
                  </a:lnTo>
                  <a:lnTo>
                    <a:pt x="577195" y="338507"/>
                  </a:lnTo>
                  <a:lnTo>
                    <a:pt x="566187" y="383324"/>
                  </a:lnTo>
                  <a:lnTo>
                    <a:pt x="548572" y="425114"/>
                  </a:lnTo>
                  <a:lnTo>
                    <a:pt x="524947" y="463278"/>
                  </a:lnTo>
                  <a:lnTo>
                    <a:pt x="495911" y="497216"/>
                  </a:lnTo>
                  <a:lnTo>
                    <a:pt x="462063" y="526328"/>
                  </a:lnTo>
                  <a:lnTo>
                    <a:pt x="423999" y="550015"/>
                  </a:lnTo>
                  <a:lnTo>
                    <a:pt x="382318" y="567676"/>
                  </a:lnTo>
                  <a:lnTo>
                    <a:pt x="337618" y="578713"/>
                  </a:lnTo>
                  <a:lnTo>
                    <a:pt x="290498" y="582525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420383" y="2065002"/>
              <a:ext cx="212190" cy="213143"/>
            </a:xfrm>
            <a:prstGeom prst="rect">
              <a:avLst/>
            </a:prstGeom>
          </p:spPr>
        </p:pic>
        <p:sp>
          <p:nvSpPr>
            <p:cNvPr id="53" name="object 53" descr=""/>
            <p:cNvSpPr/>
            <p:nvPr/>
          </p:nvSpPr>
          <p:spPr>
            <a:xfrm>
              <a:off x="6118695" y="2207272"/>
              <a:ext cx="301625" cy="300990"/>
            </a:xfrm>
            <a:custGeom>
              <a:avLst/>
              <a:gdLst/>
              <a:ahLst/>
              <a:cxnLst/>
              <a:rect l="l" t="t" r="r" b="b"/>
              <a:pathLst>
                <a:path w="301625" h="300989">
                  <a:moveTo>
                    <a:pt x="301244" y="120650"/>
                  </a:moveTo>
                  <a:lnTo>
                    <a:pt x="180682" y="120650"/>
                  </a:lnTo>
                  <a:lnTo>
                    <a:pt x="180682" y="0"/>
                  </a:lnTo>
                  <a:lnTo>
                    <a:pt x="120561" y="0"/>
                  </a:lnTo>
                  <a:lnTo>
                    <a:pt x="120561" y="120650"/>
                  </a:lnTo>
                  <a:lnTo>
                    <a:pt x="0" y="120650"/>
                  </a:lnTo>
                  <a:lnTo>
                    <a:pt x="0" y="180340"/>
                  </a:lnTo>
                  <a:lnTo>
                    <a:pt x="120561" y="180340"/>
                  </a:lnTo>
                  <a:lnTo>
                    <a:pt x="120561" y="300990"/>
                  </a:lnTo>
                  <a:lnTo>
                    <a:pt x="180682" y="300990"/>
                  </a:lnTo>
                  <a:lnTo>
                    <a:pt x="180682" y="180340"/>
                  </a:lnTo>
                  <a:lnTo>
                    <a:pt x="301244" y="180340"/>
                  </a:lnTo>
                  <a:lnTo>
                    <a:pt x="301244" y="1206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528504" y="2177850"/>
              <a:ext cx="2995295" cy="2597785"/>
            </a:xfrm>
            <a:custGeom>
              <a:avLst/>
              <a:gdLst/>
              <a:ahLst/>
              <a:cxnLst/>
              <a:rect l="l" t="t" r="r" b="b"/>
              <a:pathLst>
                <a:path w="2995295" h="2597785">
                  <a:moveTo>
                    <a:pt x="2995124" y="0"/>
                  </a:moveTo>
                  <a:lnTo>
                    <a:pt x="2995124" y="2597632"/>
                  </a:lnTo>
                  <a:lnTo>
                    <a:pt x="0" y="2597632"/>
                  </a:lnTo>
                </a:path>
              </a:pathLst>
            </a:custGeom>
            <a:ln w="38099">
              <a:solidFill>
                <a:srgbClr val="E473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 descr=""/>
          <p:cNvSpPr txBox="1"/>
          <p:nvPr/>
        </p:nvSpPr>
        <p:spPr>
          <a:xfrm>
            <a:off x="6936380" y="1599023"/>
            <a:ext cx="94297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0F9D58"/>
                </a:solidFill>
                <a:latin typeface="Roboto"/>
                <a:cs typeface="Roboto"/>
              </a:rPr>
              <a:t>ReplicaSet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61" name="object 6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56" name="object 56" descr=""/>
          <p:cNvSpPr txBox="1"/>
          <p:nvPr/>
        </p:nvSpPr>
        <p:spPr>
          <a:xfrm>
            <a:off x="7040324" y="1827623"/>
            <a:ext cx="177165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1460" indent="-238760">
              <a:lnSpc>
                <a:spcPct val="100000"/>
              </a:lnSpc>
              <a:spcBef>
                <a:spcPts val="100"/>
              </a:spcBef>
              <a:buChar char="-"/>
              <a:tabLst>
                <a:tab pos="251460" algn="l"/>
              </a:tabLst>
            </a:pPr>
            <a:r>
              <a:rPr dirty="0" sz="1500" b="1">
                <a:solidFill>
                  <a:srgbClr val="0F9D58"/>
                </a:solidFill>
                <a:latin typeface="Roboto"/>
                <a:cs typeface="Roboto"/>
              </a:rPr>
              <a:t>name:</a:t>
            </a:r>
            <a:r>
              <a:rPr dirty="0" sz="1500" spc="20" b="1">
                <a:solidFill>
                  <a:srgbClr val="0F9D58"/>
                </a:solidFill>
                <a:latin typeface="Roboto"/>
                <a:cs typeface="Roboto"/>
              </a:rPr>
              <a:t> </a:t>
            </a:r>
            <a:r>
              <a:rPr dirty="0" sz="1500" spc="-20" b="1">
                <a:solidFill>
                  <a:srgbClr val="0F9D58"/>
                </a:solidFill>
                <a:latin typeface="Roboto"/>
                <a:cs typeface="Roboto"/>
              </a:rPr>
              <a:t>my-app-</a:t>
            </a:r>
            <a:r>
              <a:rPr dirty="0" sz="1500" spc="-25" b="1">
                <a:solidFill>
                  <a:srgbClr val="0F9D58"/>
                </a:solidFill>
                <a:latin typeface="Roboto"/>
                <a:cs typeface="Roboto"/>
              </a:rPr>
              <a:t>v2</a:t>
            </a:r>
            <a:endParaRPr sz="1500">
              <a:latin typeface="Roboto"/>
              <a:cs typeface="Roboto"/>
            </a:endParaRPr>
          </a:p>
          <a:p>
            <a:pPr marL="251460" indent="-238760">
              <a:lnSpc>
                <a:spcPct val="100000"/>
              </a:lnSpc>
              <a:buChar char="-"/>
              <a:tabLst>
                <a:tab pos="251460" algn="l"/>
              </a:tabLst>
            </a:pPr>
            <a:r>
              <a:rPr dirty="0" sz="1500" spc="-10" b="1">
                <a:solidFill>
                  <a:srgbClr val="0F9D58"/>
                </a:solidFill>
                <a:latin typeface="Roboto"/>
                <a:cs typeface="Roboto"/>
              </a:rPr>
              <a:t>replicas:</a:t>
            </a:r>
            <a:r>
              <a:rPr dirty="0" sz="1500" spc="-15" b="1">
                <a:solidFill>
                  <a:srgbClr val="0F9D58"/>
                </a:solidFill>
                <a:latin typeface="Roboto"/>
                <a:cs typeface="Roboto"/>
              </a:rPr>
              <a:t> </a:t>
            </a:r>
            <a:r>
              <a:rPr dirty="0" sz="1500" spc="-50" b="1">
                <a:solidFill>
                  <a:srgbClr val="0F9D58"/>
                </a:solidFill>
                <a:latin typeface="Roboto"/>
                <a:cs typeface="Roboto"/>
              </a:rPr>
              <a:t>2</a:t>
            </a:r>
            <a:endParaRPr sz="1500">
              <a:latin typeface="Roboto"/>
              <a:cs typeface="Roboto"/>
            </a:endParaRPr>
          </a:p>
          <a:p>
            <a:pPr marL="251460" indent="-238760">
              <a:lnSpc>
                <a:spcPct val="100000"/>
              </a:lnSpc>
              <a:buChar char="-"/>
              <a:tabLst>
                <a:tab pos="251460" algn="l"/>
              </a:tabLst>
            </a:pPr>
            <a:r>
              <a:rPr dirty="0" sz="1500" spc="-10" b="1">
                <a:solidFill>
                  <a:srgbClr val="0F9D58"/>
                </a:solidFill>
                <a:latin typeface="Roboto"/>
                <a:cs typeface="Roboto"/>
              </a:rPr>
              <a:t>selector: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7383224" y="2513423"/>
            <a:ext cx="128651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1460" indent="-238760">
              <a:lnSpc>
                <a:spcPct val="100000"/>
              </a:lnSpc>
              <a:spcBef>
                <a:spcPts val="100"/>
              </a:spcBef>
              <a:buChar char="-"/>
              <a:tabLst>
                <a:tab pos="251460" algn="l"/>
              </a:tabLst>
            </a:pPr>
            <a:r>
              <a:rPr dirty="0" sz="1500" b="1">
                <a:solidFill>
                  <a:srgbClr val="0F9D58"/>
                </a:solidFill>
                <a:latin typeface="Roboto"/>
                <a:cs typeface="Roboto"/>
              </a:rPr>
              <a:t>app:</a:t>
            </a:r>
            <a:r>
              <a:rPr dirty="0" sz="1500" spc="-50" b="1">
                <a:solidFill>
                  <a:srgbClr val="0F9D58"/>
                </a:solidFill>
                <a:latin typeface="Roboto"/>
                <a:cs typeface="Roboto"/>
              </a:rPr>
              <a:t> </a:t>
            </a:r>
            <a:r>
              <a:rPr dirty="0" sz="1500" spc="-10" b="1">
                <a:solidFill>
                  <a:srgbClr val="0F9D58"/>
                </a:solidFill>
                <a:latin typeface="Roboto"/>
                <a:cs typeface="Roboto"/>
              </a:rPr>
              <a:t>MyApp</a:t>
            </a:r>
            <a:endParaRPr sz="1500">
              <a:latin typeface="Roboto"/>
              <a:cs typeface="Roboto"/>
            </a:endParaRPr>
          </a:p>
          <a:p>
            <a:pPr marL="251460" indent="-238760">
              <a:lnSpc>
                <a:spcPct val="100000"/>
              </a:lnSpc>
              <a:buChar char="-"/>
              <a:tabLst>
                <a:tab pos="251460" algn="l"/>
              </a:tabLst>
            </a:pPr>
            <a:r>
              <a:rPr dirty="0" sz="1500" spc="-10" b="1">
                <a:solidFill>
                  <a:srgbClr val="0F9D58"/>
                </a:solidFill>
                <a:latin typeface="Roboto"/>
                <a:cs typeface="Roboto"/>
              </a:rPr>
              <a:t>version:</a:t>
            </a:r>
            <a:r>
              <a:rPr dirty="0" sz="1500" spc="-15" b="1">
                <a:solidFill>
                  <a:srgbClr val="0F9D58"/>
                </a:solidFill>
                <a:latin typeface="Roboto"/>
                <a:cs typeface="Roboto"/>
              </a:rPr>
              <a:t> </a:t>
            </a:r>
            <a:r>
              <a:rPr dirty="0" sz="1500" spc="-25" b="1">
                <a:solidFill>
                  <a:srgbClr val="0F9D58"/>
                </a:solidFill>
                <a:latin typeface="Roboto"/>
                <a:cs typeface="Roboto"/>
              </a:rPr>
              <a:t>v2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3495168" y="617854"/>
            <a:ext cx="139065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D84437"/>
                </a:solidFill>
                <a:latin typeface="Roboto"/>
                <a:cs typeface="Roboto"/>
              </a:rPr>
              <a:t>Service</a:t>
            </a:r>
            <a:endParaRPr sz="1500">
              <a:latin typeface="Roboto"/>
              <a:cs typeface="Roboto"/>
            </a:endParaRPr>
          </a:p>
          <a:p>
            <a:pPr marL="116205">
              <a:lnSpc>
                <a:spcPct val="100000"/>
              </a:lnSpc>
              <a:tabLst>
                <a:tab pos="354965" algn="l"/>
              </a:tabLst>
            </a:pPr>
            <a:r>
              <a:rPr dirty="0" sz="1500" spc="-50" b="1">
                <a:solidFill>
                  <a:srgbClr val="D84437"/>
                </a:solidFill>
                <a:latin typeface="Roboto"/>
                <a:cs typeface="Roboto"/>
              </a:rPr>
              <a:t>-</a:t>
            </a:r>
            <a:r>
              <a:rPr dirty="0" sz="1500" b="1">
                <a:solidFill>
                  <a:srgbClr val="D84437"/>
                </a:solidFill>
                <a:latin typeface="Roboto"/>
                <a:cs typeface="Roboto"/>
              </a:rPr>
              <a:t>	app:</a:t>
            </a:r>
            <a:r>
              <a:rPr dirty="0" sz="1500" spc="-50" b="1">
                <a:solidFill>
                  <a:srgbClr val="D84437"/>
                </a:solidFill>
                <a:latin typeface="Roboto"/>
                <a:cs typeface="Roboto"/>
              </a:rPr>
              <a:t> </a:t>
            </a:r>
            <a:r>
              <a:rPr dirty="0" sz="1500" spc="-10" b="1">
                <a:solidFill>
                  <a:srgbClr val="D84437"/>
                </a:solidFill>
                <a:latin typeface="Roboto"/>
                <a:cs typeface="Roboto"/>
              </a:rPr>
              <a:t>MyApp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59" name="object 5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Rolling</a:t>
            </a:r>
            <a:r>
              <a:rPr dirty="0" spc="-35"/>
              <a:t> </a:t>
            </a:r>
            <a:r>
              <a:rPr dirty="0" spc="-10"/>
              <a:t>Update</a:t>
            </a:r>
          </a:p>
        </p:txBody>
      </p:sp>
      <p:sp>
        <p:nvSpPr>
          <p:cNvPr id="60" name="object 60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459489" y="1164309"/>
            <a:ext cx="6316345" cy="3623310"/>
            <a:chOff x="1459489" y="1164309"/>
            <a:chExt cx="6316345" cy="3623310"/>
          </a:xfrm>
        </p:grpSpPr>
        <p:sp>
          <p:nvSpPr>
            <p:cNvPr id="3" name="object 3" descr=""/>
            <p:cNvSpPr/>
            <p:nvPr/>
          </p:nvSpPr>
          <p:spPr>
            <a:xfrm>
              <a:off x="4525157" y="2170911"/>
              <a:ext cx="2809875" cy="2597785"/>
            </a:xfrm>
            <a:custGeom>
              <a:avLst/>
              <a:gdLst/>
              <a:ahLst/>
              <a:cxnLst/>
              <a:rect l="l" t="t" r="r" b="b"/>
              <a:pathLst>
                <a:path w="2809875" h="2597785">
                  <a:moveTo>
                    <a:pt x="0" y="0"/>
                  </a:moveTo>
                  <a:lnTo>
                    <a:pt x="0" y="2597632"/>
                  </a:lnTo>
                  <a:lnTo>
                    <a:pt x="2809821" y="2597632"/>
                  </a:lnTo>
                </a:path>
              </a:pathLst>
            </a:custGeom>
            <a:ln w="38099">
              <a:solidFill>
                <a:srgbClr val="E473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4806899" y="3607422"/>
              <a:ext cx="961390" cy="899794"/>
            </a:xfrm>
            <a:custGeom>
              <a:avLst/>
              <a:gdLst/>
              <a:ahLst/>
              <a:cxnLst/>
              <a:rect l="l" t="t" r="r" b="b"/>
              <a:pathLst>
                <a:path w="961389" h="899795">
                  <a:moveTo>
                    <a:pt x="961313" y="201891"/>
                  </a:moveTo>
                  <a:lnTo>
                    <a:pt x="957389" y="162318"/>
                  </a:lnTo>
                  <a:lnTo>
                    <a:pt x="945934" y="124625"/>
                  </a:lnTo>
                  <a:lnTo>
                    <a:pt x="927366" y="89877"/>
                  </a:lnTo>
                  <a:lnTo>
                    <a:pt x="902131" y="59131"/>
                  </a:lnTo>
                  <a:lnTo>
                    <a:pt x="871347" y="33921"/>
                  </a:lnTo>
                  <a:lnTo>
                    <a:pt x="836574" y="15367"/>
                  </a:lnTo>
                  <a:lnTo>
                    <a:pt x="798855" y="3911"/>
                  </a:lnTo>
                  <a:lnTo>
                    <a:pt x="759244" y="0"/>
                  </a:lnTo>
                  <a:lnTo>
                    <a:pt x="712914" y="5321"/>
                  </a:lnTo>
                  <a:lnTo>
                    <a:pt x="670394" y="20510"/>
                  </a:lnTo>
                  <a:lnTo>
                    <a:pt x="632866" y="44348"/>
                  </a:lnTo>
                  <a:lnTo>
                    <a:pt x="614095" y="63106"/>
                  </a:lnTo>
                  <a:lnTo>
                    <a:pt x="581685" y="49669"/>
                  </a:lnTo>
                  <a:lnTo>
                    <a:pt x="534809" y="36144"/>
                  </a:lnTo>
                  <a:lnTo>
                    <a:pt x="486486" y="27889"/>
                  </a:lnTo>
                  <a:lnTo>
                    <a:pt x="437159" y="25095"/>
                  </a:lnTo>
                  <a:lnTo>
                    <a:pt x="389521" y="27660"/>
                  </a:lnTo>
                  <a:lnTo>
                    <a:pt x="343382" y="35179"/>
                  </a:lnTo>
                  <a:lnTo>
                    <a:pt x="298983" y="47383"/>
                  </a:lnTo>
                  <a:lnTo>
                    <a:pt x="256603" y="63995"/>
                  </a:lnTo>
                  <a:lnTo>
                    <a:pt x="216522" y="84772"/>
                  </a:lnTo>
                  <a:lnTo>
                    <a:pt x="178981" y="109423"/>
                  </a:lnTo>
                  <a:lnTo>
                    <a:pt x="144259" y="137693"/>
                  </a:lnTo>
                  <a:lnTo>
                    <a:pt x="112623" y="169316"/>
                  </a:lnTo>
                  <a:lnTo>
                    <a:pt x="84340" y="204025"/>
                  </a:lnTo>
                  <a:lnTo>
                    <a:pt x="59690" y="241554"/>
                  </a:lnTo>
                  <a:lnTo>
                    <a:pt x="38912" y="281635"/>
                  </a:lnTo>
                  <a:lnTo>
                    <a:pt x="22288" y="324002"/>
                  </a:lnTo>
                  <a:lnTo>
                    <a:pt x="10083" y="368388"/>
                  </a:lnTo>
                  <a:lnTo>
                    <a:pt x="2565" y="414515"/>
                  </a:lnTo>
                  <a:lnTo>
                    <a:pt x="0" y="462140"/>
                  </a:lnTo>
                  <a:lnTo>
                    <a:pt x="2565" y="509765"/>
                  </a:lnTo>
                  <a:lnTo>
                    <a:pt x="10083" y="555891"/>
                  </a:lnTo>
                  <a:lnTo>
                    <a:pt x="22288" y="600278"/>
                  </a:lnTo>
                  <a:lnTo>
                    <a:pt x="38912" y="642645"/>
                  </a:lnTo>
                  <a:lnTo>
                    <a:pt x="59690" y="682726"/>
                  </a:lnTo>
                  <a:lnTo>
                    <a:pt x="84340" y="720255"/>
                  </a:lnTo>
                  <a:lnTo>
                    <a:pt x="112623" y="754964"/>
                  </a:lnTo>
                  <a:lnTo>
                    <a:pt x="144259" y="786587"/>
                  </a:lnTo>
                  <a:lnTo>
                    <a:pt x="178981" y="814857"/>
                  </a:lnTo>
                  <a:lnTo>
                    <a:pt x="216522" y="839508"/>
                  </a:lnTo>
                  <a:lnTo>
                    <a:pt x="256603" y="860285"/>
                  </a:lnTo>
                  <a:lnTo>
                    <a:pt x="298983" y="876896"/>
                  </a:lnTo>
                  <a:lnTo>
                    <a:pt x="343382" y="889101"/>
                  </a:lnTo>
                  <a:lnTo>
                    <a:pt x="389521" y="896620"/>
                  </a:lnTo>
                  <a:lnTo>
                    <a:pt x="437159" y="899185"/>
                  </a:lnTo>
                  <a:lnTo>
                    <a:pt x="484797" y="896620"/>
                  </a:lnTo>
                  <a:lnTo>
                    <a:pt x="530936" y="889101"/>
                  </a:lnTo>
                  <a:lnTo>
                    <a:pt x="575335" y="876896"/>
                  </a:lnTo>
                  <a:lnTo>
                    <a:pt x="617715" y="860285"/>
                  </a:lnTo>
                  <a:lnTo>
                    <a:pt x="657796" y="839508"/>
                  </a:lnTo>
                  <a:lnTo>
                    <a:pt x="695337" y="814857"/>
                  </a:lnTo>
                  <a:lnTo>
                    <a:pt x="730059" y="786587"/>
                  </a:lnTo>
                  <a:lnTo>
                    <a:pt x="761695" y="754964"/>
                  </a:lnTo>
                  <a:lnTo>
                    <a:pt x="789965" y="720255"/>
                  </a:lnTo>
                  <a:lnTo>
                    <a:pt x="814628" y="682726"/>
                  </a:lnTo>
                  <a:lnTo>
                    <a:pt x="835406" y="642645"/>
                  </a:lnTo>
                  <a:lnTo>
                    <a:pt x="852030" y="600278"/>
                  </a:lnTo>
                  <a:lnTo>
                    <a:pt x="864235" y="555891"/>
                  </a:lnTo>
                  <a:lnTo>
                    <a:pt x="871753" y="509765"/>
                  </a:lnTo>
                  <a:lnTo>
                    <a:pt x="874318" y="462140"/>
                  </a:lnTo>
                  <a:lnTo>
                    <a:pt x="871524" y="412826"/>
                  </a:lnTo>
                  <a:lnTo>
                    <a:pt x="864666" y="372745"/>
                  </a:lnTo>
                  <a:lnTo>
                    <a:pt x="885621" y="359422"/>
                  </a:lnTo>
                  <a:lnTo>
                    <a:pt x="916914" y="328168"/>
                  </a:lnTo>
                  <a:lnTo>
                    <a:pt x="940765" y="290677"/>
                  </a:lnTo>
                  <a:lnTo>
                    <a:pt x="955967" y="248183"/>
                  </a:lnTo>
                  <a:lnTo>
                    <a:pt x="961313" y="201891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424436" y="3667739"/>
              <a:ext cx="283845" cy="283210"/>
            </a:xfrm>
            <a:custGeom>
              <a:avLst/>
              <a:gdLst/>
              <a:ahLst/>
              <a:cxnLst/>
              <a:rect l="l" t="t" r="r" b="b"/>
              <a:pathLst>
                <a:path w="283845" h="283210">
                  <a:moveTo>
                    <a:pt x="141711" y="283121"/>
                  </a:moveTo>
                  <a:lnTo>
                    <a:pt x="96919" y="275904"/>
                  </a:lnTo>
                  <a:lnTo>
                    <a:pt x="58018" y="255808"/>
                  </a:lnTo>
                  <a:lnTo>
                    <a:pt x="27341" y="225165"/>
                  </a:lnTo>
                  <a:lnTo>
                    <a:pt x="7224" y="186305"/>
                  </a:lnTo>
                  <a:lnTo>
                    <a:pt x="0" y="141560"/>
                  </a:lnTo>
                  <a:lnTo>
                    <a:pt x="7224" y="96816"/>
                  </a:lnTo>
                  <a:lnTo>
                    <a:pt x="27341" y="57956"/>
                  </a:lnTo>
                  <a:lnTo>
                    <a:pt x="58018" y="27312"/>
                  </a:lnTo>
                  <a:lnTo>
                    <a:pt x="96919" y="7216"/>
                  </a:lnTo>
                  <a:lnTo>
                    <a:pt x="141711" y="0"/>
                  </a:lnTo>
                  <a:lnTo>
                    <a:pt x="169486" y="2745"/>
                  </a:lnTo>
                  <a:lnTo>
                    <a:pt x="220332" y="23783"/>
                  </a:lnTo>
                  <a:lnTo>
                    <a:pt x="259613" y="63022"/>
                  </a:lnTo>
                  <a:lnTo>
                    <a:pt x="280674" y="113814"/>
                  </a:lnTo>
                  <a:lnTo>
                    <a:pt x="283422" y="141560"/>
                  </a:lnTo>
                  <a:lnTo>
                    <a:pt x="276197" y="186305"/>
                  </a:lnTo>
                  <a:lnTo>
                    <a:pt x="256080" y="225165"/>
                  </a:lnTo>
                  <a:lnTo>
                    <a:pt x="225403" y="255808"/>
                  </a:lnTo>
                  <a:lnTo>
                    <a:pt x="186502" y="275904"/>
                  </a:lnTo>
                  <a:lnTo>
                    <a:pt x="141711" y="2831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531271" y="3746159"/>
              <a:ext cx="109855" cy="126364"/>
            </a:xfrm>
            <a:custGeom>
              <a:avLst/>
              <a:gdLst/>
              <a:ahLst/>
              <a:cxnLst/>
              <a:rect l="l" t="t" r="r" b="b"/>
              <a:pathLst>
                <a:path w="109854" h="126364">
                  <a:moveTo>
                    <a:pt x="0" y="126281"/>
                  </a:moveTo>
                  <a:lnTo>
                    <a:pt x="0" y="0"/>
                  </a:lnTo>
                  <a:lnTo>
                    <a:pt x="109232" y="63140"/>
                  </a:lnTo>
                  <a:lnTo>
                    <a:pt x="0" y="126281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10358" y="3832936"/>
              <a:ext cx="220122" cy="220621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5151895" y="3853027"/>
              <a:ext cx="125095" cy="125095"/>
            </a:xfrm>
            <a:custGeom>
              <a:avLst/>
              <a:gdLst/>
              <a:ahLst/>
              <a:cxnLst/>
              <a:rect l="l" t="t" r="r" b="b"/>
              <a:pathLst>
                <a:path w="125095" h="125095">
                  <a:moveTo>
                    <a:pt x="124472" y="69888"/>
                  </a:moveTo>
                  <a:lnTo>
                    <a:pt x="115671" y="65062"/>
                  </a:lnTo>
                  <a:lnTo>
                    <a:pt x="115747" y="58737"/>
                  </a:lnTo>
                  <a:lnTo>
                    <a:pt x="115100" y="55448"/>
                  </a:lnTo>
                  <a:lnTo>
                    <a:pt x="123113" y="50444"/>
                  </a:lnTo>
                  <a:lnTo>
                    <a:pt x="118300" y="35407"/>
                  </a:lnTo>
                  <a:lnTo>
                    <a:pt x="107835" y="36131"/>
                  </a:lnTo>
                  <a:lnTo>
                    <a:pt x="104165" y="30607"/>
                  </a:lnTo>
                  <a:lnTo>
                    <a:pt x="102946" y="29400"/>
                  </a:lnTo>
                  <a:lnTo>
                    <a:pt x="107530" y="19710"/>
                  </a:lnTo>
                  <a:lnTo>
                    <a:pt x="95313" y="9715"/>
                  </a:lnTo>
                  <a:lnTo>
                    <a:pt x="86093" y="16560"/>
                  </a:lnTo>
                  <a:lnTo>
                    <a:pt x="78473" y="13335"/>
                  </a:lnTo>
                  <a:lnTo>
                    <a:pt x="76847" y="1790"/>
                  </a:lnTo>
                  <a:lnTo>
                    <a:pt x="61137" y="0"/>
                  </a:lnTo>
                  <a:lnTo>
                    <a:pt x="56616" y="12065"/>
                  </a:lnTo>
                  <a:lnTo>
                    <a:pt x="50038" y="12598"/>
                  </a:lnTo>
                  <a:lnTo>
                    <a:pt x="42062" y="3187"/>
                  </a:lnTo>
                  <a:lnTo>
                    <a:pt x="27889" y="10198"/>
                  </a:lnTo>
                  <a:lnTo>
                    <a:pt x="30289" y="21183"/>
                  </a:lnTo>
                  <a:lnTo>
                    <a:pt x="28638" y="22009"/>
                  </a:lnTo>
                  <a:lnTo>
                    <a:pt x="24384" y="26847"/>
                  </a:lnTo>
                  <a:lnTo>
                    <a:pt x="13169" y="23444"/>
                  </a:lnTo>
                  <a:lnTo>
                    <a:pt x="5092" y="37020"/>
                  </a:lnTo>
                  <a:lnTo>
                    <a:pt x="12814" y="44742"/>
                  </a:lnTo>
                  <a:lnTo>
                    <a:pt x="10134" y="52857"/>
                  </a:lnTo>
                  <a:lnTo>
                    <a:pt x="0" y="55714"/>
                  </a:lnTo>
                  <a:lnTo>
                    <a:pt x="508" y="71526"/>
                  </a:lnTo>
                  <a:lnTo>
                    <a:pt x="10363" y="73672"/>
                  </a:lnTo>
                  <a:lnTo>
                    <a:pt x="10718" y="77495"/>
                  </a:lnTo>
                  <a:lnTo>
                    <a:pt x="13652" y="82943"/>
                  </a:lnTo>
                  <a:lnTo>
                    <a:pt x="6515" y="90995"/>
                  </a:lnTo>
                  <a:lnTo>
                    <a:pt x="15519" y="103974"/>
                  </a:lnTo>
                  <a:lnTo>
                    <a:pt x="26060" y="100050"/>
                  </a:lnTo>
                  <a:lnTo>
                    <a:pt x="32156" y="105117"/>
                  </a:lnTo>
                  <a:lnTo>
                    <a:pt x="30467" y="116370"/>
                  </a:lnTo>
                  <a:lnTo>
                    <a:pt x="45059" y="122415"/>
                  </a:lnTo>
                  <a:lnTo>
                    <a:pt x="51841" y="113322"/>
                  </a:lnTo>
                  <a:lnTo>
                    <a:pt x="56324" y="114731"/>
                  </a:lnTo>
                  <a:lnTo>
                    <a:pt x="60502" y="114401"/>
                  </a:lnTo>
                  <a:lnTo>
                    <a:pt x="65087" y="124739"/>
                  </a:lnTo>
                  <a:lnTo>
                    <a:pt x="80683" y="122047"/>
                  </a:lnTo>
                  <a:lnTo>
                    <a:pt x="81483" y="111061"/>
                  </a:lnTo>
                  <a:lnTo>
                    <a:pt x="89725" y="106921"/>
                  </a:lnTo>
                  <a:lnTo>
                    <a:pt x="98869" y="112877"/>
                  </a:lnTo>
                  <a:lnTo>
                    <a:pt x="110502" y="102171"/>
                  </a:lnTo>
                  <a:lnTo>
                    <a:pt x="105410" y="92925"/>
                  </a:lnTo>
                  <a:lnTo>
                    <a:pt x="109131" y="88696"/>
                  </a:lnTo>
                  <a:lnTo>
                    <a:pt x="110337" y="85051"/>
                  </a:lnTo>
                  <a:lnTo>
                    <a:pt x="120421" y="85166"/>
                  </a:lnTo>
                  <a:lnTo>
                    <a:pt x="124472" y="698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184077" y="3885650"/>
              <a:ext cx="63500" cy="60960"/>
            </a:xfrm>
            <a:custGeom>
              <a:avLst/>
              <a:gdLst/>
              <a:ahLst/>
              <a:cxnLst/>
              <a:rect l="l" t="t" r="r" b="b"/>
              <a:pathLst>
                <a:path w="63500" h="60960">
                  <a:moveTo>
                    <a:pt x="27672" y="60357"/>
                  </a:moveTo>
                  <a:lnTo>
                    <a:pt x="15833" y="56607"/>
                  </a:lnTo>
                  <a:lnTo>
                    <a:pt x="6681" y="49014"/>
                  </a:lnTo>
                  <a:lnTo>
                    <a:pt x="1106" y="38663"/>
                  </a:lnTo>
                  <a:lnTo>
                    <a:pt x="0" y="26637"/>
                  </a:lnTo>
                  <a:lnTo>
                    <a:pt x="3782" y="15169"/>
                  </a:lnTo>
                  <a:lnTo>
                    <a:pt x="11543" y="6335"/>
                  </a:lnTo>
                  <a:lnTo>
                    <a:pt x="22276" y="938"/>
                  </a:lnTo>
                  <a:lnTo>
                    <a:pt x="22846" y="938"/>
                  </a:lnTo>
                  <a:lnTo>
                    <a:pt x="34548" y="0"/>
                  </a:lnTo>
                  <a:lnTo>
                    <a:pt x="42799" y="938"/>
                  </a:lnTo>
                  <a:lnTo>
                    <a:pt x="50350" y="5019"/>
                  </a:lnTo>
                  <a:lnTo>
                    <a:pt x="60730" y="17666"/>
                  </a:lnTo>
                  <a:lnTo>
                    <a:pt x="63133" y="25715"/>
                  </a:lnTo>
                  <a:lnTo>
                    <a:pt x="62221" y="33719"/>
                  </a:lnTo>
                  <a:lnTo>
                    <a:pt x="58438" y="45188"/>
                  </a:lnTo>
                  <a:lnTo>
                    <a:pt x="50678" y="54022"/>
                  </a:lnTo>
                  <a:lnTo>
                    <a:pt x="40052" y="59364"/>
                  </a:lnTo>
                  <a:lnTo>
                    <a:pt x="27672" y="60357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074920" y="3985132"/>
              <a:ext cx="444500" cy="438150"/>
            </a:xfrm>
            <a:custGeom>
              <a:avLst/>
              <a:gdLst/>
              <a:ahLst/>
              <a:cxnLst/>
              <a:rect l="l" t="t" r="r" b="b"/>
              <a:pathLst>
                <a:path w="444500" h="438150">
                  <a:moveTo>
                    <a:pt x="444246" y="220916"/>
                  </a:moveTo>
                  <a:lnTo>
                    <a:pt x="411289" y="207403"/>
                  </a:lnTo>
                  <a:lnTo>
                    <a:pt x="409028" y="185140"/>
                  </a:lnTo>
                  <a:lnTo>
                    <a:pt x="405460" y="173761"/>
                  </a:lnTo>
                  <a:lnTo>
                    <a:pt x="431647" y="152958"/>
                  </a:lnTo>
                  <a:lnTo>
                    <a:pt x="408622" y="101892"/>
                  </a:lnTo>
                  <a:lnTo>
                    <a:pt x="372071" y="108597"/>
                  </a:lnTo>
                  <a:lnTo>
                    <a:pt x="356895" y="90614"/>
                  </a:lnTo>
                  <a:lnTo>
                    <a:pt x="352145" y="86855"/>
                  </a:lnTo>
                  <a:lnTo>
                    <a:pt x="364413" y="50876"/>
                  </a:lnTo>
                  <a:lnTo>
                    <a:pt x="317322" y="20535"/>
                  </a:lnTo>
                  <a:lnTo>
                    <a:pt x="287629" y="48348"/>
                  </a:lnTo>
                  <a:lnTo>
                    <a:pt x="259486" y="40043"/>
                  </a:lnTo>
                  <a:lnTo>
                    <a:pt x="259118" y="40017"/>
                  </a:lnTo>
                  <a:lnTo>
                    <a:pt x="249123" y="0"/>
                  </a:lnTo>
                  <a:lnTo>
                    <a:pt x="193040" y="0"/>
                  </a:lnTo>
                  <a:lnTo>
                    <a:pt x="182626" y="41617"/>
                  </a:lnTo>
                  <a:lnTo>
                    <a:pt x="171462" y="43065"/>
                  </a:lnTo>
                  <a:lnTo>
                    <a:pt x="158521" y="48374"/>
                  </a:lnTo>
                  <a:lnTo>
                    <a:pt x="127101" y="18923"/>
                  </a:lnTo>
                  <a:lnTo>
                    <a:pt x="80010" y="49276"/>
                  </a:lnTo>
                  <a:lnTo>
                    <a:pt x="92722" y="86601"/>
                  </a:lnTo>
                  <a:lnTo>
                    <a:pt x="87350" y="90614"/>
                  </a:lnTo>
                  <a:lnTo>
                    <a:pt x="72656" y="109080"/>
                  </a:lnTo>
                  <a:lnTo>
                    <a:pt x="33464" y="101892"/>
                  </a:lnTo>
                  <a:lnTo>
                    <a:pt x="10452" y="152958"/>
                  </a:lnTo>
                  <a:lnTo>
                    <a:pt x="37973" y="174828"/>
                  </a:lnTo>
                  <a:lnTo>
                    <a:pt x="33489" y="207175"/>
                  </a:lnTo>
                  <a:lnTo>
                    <a:pt x="0" y="220916"/>
                  </a:lnTo>
                  <a:lnTo>
                    <a:pt x="8153" y="276415"/>
                  </a:lnTo>
                  <a:lnTo>
                    <a:pt x="42392" y="279882"/>
                  </a:lnTo>
                  <a:lnTo>
                    <a:pt x="57213" y="313956"/>
                  </a:lnTo>
                  <a:lnTo>
                    <a:pt x="37122" y="342633"/>
                  </a:lnTo>
                  <a:lnTo>
                    <a:pt x="74066" y="384771"/>
                  </a:lnTo>
                  <a:lnTo>
                    <a:pt x="107937" y="367588"/>
                  </a:lnTo>
                  <a:lnTo>
                    <a:pt x="125933" y="381063"/>
                  </a:lnTo>
                  <a:lnTo>
                    <a:pt x="133096" y="384009"/>
                  </a:lnTo>
                  <a:lnTo>
                    <a:pt x="131699" y="422478"/>
                  </a:lnTo>
                  <a:lnTo>
                    <a:pt x="185521" y="437934"/>
                  </a:lnTo>
                  <a:lnTo>
                    <a:pt x="205181" y="404114"/>
                  </a:lnTo>
                  <a:lnTo>
                    <a:pt x="222123" y="406311"/>
                  </a:lnTo>
                  <a:lnTo>
                    <a:pt x="237286" y="404342"/>
                  </a:lnTo>
                  <a:lnTo>
                    <a:pt x="257048" y="438061"/>
                  </a:lnTo>
                  <a:lnTo>
                    <a:pt x="310883" y="422325"/>
                  </a:lnTo>
                  <a:lnTo>
                    <a:pt x="309384" y="384733"/>
                  </a:lnTo>
                  <a:lnTo>
                    <a:pt x="318325" y="381063"/>
                  </a:lnTo>
                  <a:lnTo>
                    <a:pt x="338213" y="366153"/>
                  </a:lnTo>
                  <a:lnTo>
                    <a:pt x="371284" y="382727"/>
                  </a:lnTo>
                  <a:lnTo>
                    <a:pt x="407962" y="340309"/>
                  </a:lnTo>
                  <a:lnTo>
                    <a:pt x="387896" y="311975"/>
                  </a:lnTo>
                  <a:lnTo>
                    <a:pt x="401853" y="279869"/>
                  </a:lnTo>
                  <a:lnTo>
                    <a:pt x="436092" y="276415"/>
                  </a:lnTo>
                  <a:lnTo>
                    <a:pt x="444246" y="2209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82022" y="4098776"/>
              <a:ext cx="222062" cy="215486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5810504" y="3607384"/>
              <a:ext cx="961390" cy="899794"/>
            </a:xfrm>
            <a:custGeom>
              <a:avLst/>
              <a:gdLst/>
              <a:ahLst/>
              <a:cxnLst/>
              <a:rect l="l" t="t" r="r" b="b"/>
              <a:pathLst>
                <a:path w="961390" h="899795">
                  <a:moveTo>
                    <a:pt x="961313" y="201891"/>
                  </a:moveTo>
                  <a:lnTo>
                    <a:pt x="957389" y="162331"/>
                  </a:lnTo>
                  <a:lnTo>
                    <a:pt x="945921" y="124637"/>
                  </a:lnTo>
                  <a:lnTo>
                    <a:pt x="927354" y="89890"/>
                  </a:lnTo>
                  <a:lnTo>
                    <a:pt x="902131" y="59143"/>
                  </a:lnTo>
                  <a:lnTo>
                    <a:pt x="871347" y="33921"/>
                  </a:lnTo>
                  <a:lnTo>
                    <a:pt x="836574" y="15379"/>
                  </a:lnTo>
                  <a:lnTo>
                    <a:pt x="798855" y="3924"/>
                  </a:lnTo>
                  <a:lnTo>
                    <a:pt x="759244" y="0"/>
                  </a:lnTo>
                  <a:lnTo>
                    <a:pt x="712914" y="5334"/>
                  </a:lnTo>
                  <a:lnTo>
                    <a:pt x="670382" y="20523"/>
                  </a:lnTo>
                  <a:lnTo>
                    <a:pt x="632866" y="44361"/>
                  </a:lnTo>
                  <a:lnTo>
                    <a:pt x="614095" y="63119"/>
                  </a:lnTo>
                  <a:lnTo>
                    <a:pt x="581685" y="49682"/>
                  </a:lnTo>
                  <a:lnTo>
                    <a:pt x="534797" y="36144"/>
                  </a:lnTo>
                  <a:lnTo>
                    <a:pt x="486486" y="27901"/>
                  </a:lnTo>
                  <a:lnTo>
                    <a:pt x="437159" y="25107"/>
                  </a:lnTo>
                  <a:lnTo>
                    <a:pt x="389521" y="27673"/>
                  </a:lnTo>
                  <a:lnTo>
                    <a:pt x="343382" y="35191"/>
                  </a:lnTo>
                  <a:lnTo>
                    <a:pt x="298983" y="47383"/>
                  </a:lnTo>
                  <a:lnTo>
                    <a:pt x="256603" y="64008"/>
                  </a:lnTo>
                  <a:lnTo>
                    <a:pt x="216509" y="84772"/>
                  </a:lnTo>
                  <a:lnTo>
                    <a:pt x="178981" y="109435"/>
                  </a:lnTo>
                  <a:lnTo>
                    <a:pt x="144259" y="137706"/>
                  </a:lnTo>
                  <a:lnTo>
                    <a:pt x="112623" y="169329"/>
                  </a:lnTo>
                  <a:lnTo>
                    <a:pt x="84340" y="204038"/>
                  </a:lnTo>
                  <a:lnTo>
                    <a:pt x="59690" y="241566"/>
                  </a:lnTo>
                  <a:lnTo>
                    <a:pt x="38912" y="281647"/>
                  </a:lnTo>
                  <a:lnTo>
                    <a:pt x="22288" y="324015"/>
                  </a:lnTo>
                  <a:lnTo>
                    <a:pt x="10083" y="368388"/>
                  </a:lnTo>
                  <a:lnTo>
                    <a:pt x="2565" y="414528"/>
                  </a:lnTo>
                  <a:lnTo>
                    <a:pt x="0" y="462153"/>
                  </a:lnTo>
                  <a:lnTo>
                    <a:pt x="2565" y="509765"/>
                  </a:lnTo>
                  <a:lnTo>
                    <a:pt x="10083" y="555904"/>
                  </a:lnTo>
                  <a:lnTo>
                    <a:pt x="22288" y="600290"/>
                  </a:lnTo>
                  <a:lnTo>
                    <a:pt x="38912" y="642658"/>
                  </a:lnTo>
                  <a:lnTo>
                    <a:pt x="59690" y="682739"/>
                  </a:lnTo>
                  <a:lnTo>
                    <a:pt x="84340" y="720255"/>
                  </a:lnTo>
                  <a:lnTo>
                    <a:pt x="112623" y="754976"/>
                  </a:lnTo>
                  <a:lnTo>
                    <a:pt x="144259" y="786599"/>
                  </a:lnTo>
                  <a:lnTo>
                    <a:pt x="178981" y="814870"/>
                  </a:lnTo>
                  <a:lnTo>
                    <a:pt x="216509" y="839520"/>
                  </a:lnTo>
                  <a:lnTo>
                    <a:pt x="256603" y="860298"/>
                  </a:lnTo>
                  <a:lnTo>
                    <a:pt x="298983" y="876909"/>
                  </a:lnTo>
                  <a:lnTo>
                    <a:pt x="343382" y="889114"/>
                  </a:lnTo>
                  <a:lnTo>
                    <a:pt x="389521" y="896632"/>
                  </a:lnTo>
                  <a:lnTo>
                    <a:pt x="437159" y="899198"/>
                  </a:lnTo>
                  <a:lnTo>
                    <a:pt x="484784" y="896632"/>
                  </a:lnTo>
                  <a:lnTo>
                    <a:pt x="530936" y="889114"/>
                  </a:lnTo>
                  <a:lnTo>
                    <a:pt x="575335" y="876909"/>
                  </a:lnTo>
                  <a:lnTo>
                    <a:pt x="617702" y="860298"/>
                  </a:lnTo>
                  <a:lnTo>
                    <a:pt x="657796" y="839520"/>
                  </a:lnTo>
                  <a:lnTo>
                    <a:pt x="695337" y="814870"/>
                  </a:lnTo>
                  <a:lnTo>
                    <a:pt x="730059" y="786599"/>
                  </a:lnTo>
                  <a:lnTo>
                    <a:pt x="761682" y="754976"/>
                  </a:lnTo>
                  <a:lnTo>
                    <a:pt x="789965" y="720255"/>
                  </a:lnTo>
                  <a:lnTo>
                    <a:pt x="814628" y="682739"/>
                  </a:lnTo>
                  <a:lnTo>
                    <a:pt x="835406" y="642658"/>
                  </a:lnTo>
                  <a:lnTo>
                    <a:pt x="852030" y="600290"/>
                  </a:lnTo>
                  <a:lnTo>
                    <a:pt x="864235" y="555904"/>
                  </a:lnTo>
                  <a:lnTo>
                    <a:pt x="871753" y="509765"/>
                  </a:lnTo>
                  <a:lnTo>
                    <a:pt x="874318" y="462153"/>
                  </a:lnTo>
                  <a:lnTo>
                    <a:pt x="871524" y="412838"/>
                  </a:lnTo>
                  <a:lnTo>
                    <a:pt x="864666" y="372757"/>
                  </a:lnTo>
                  <a:lnTo>
                    <a:pt x="885621" y="359435"/>
                  </a:lnTo>
                  <a:lnTo>
                    <a:pt x="916914" y="328168"/>
                  </a:lnTo>
                  <a:lnTo>
                    <a:pt x="940765" y="290690"/>
                  </a:lnTo>
                  <a:lnTo>
                    <a:pt x="955967" y="248196"/>
                  </a:lnTo>
                  <a:lnTo>
                    <a:pt x="961313" y="201891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428038" y="3667711"/>
              <a:ext cx="283845" cy="283210"/>
            </a:xfrm>
            <a:custGeom>
              <a:avLst/>
              <a:gdLst/>
              <a:ahLst/>
              <a:cxnLst/>
              <a:rect l="l" t="t" r="r" b="b"/>
              <a:pathLst>
                <a:path w="283845" h="283210">
                  <a:moveTo>
                    <a:pt x="141710" y="283121"/>
                  </a:moveTo>
                  <a:lnTo>
                    <a:pt x="96919" y="275905"/>
                  </a:lnTo>
                  <a:lnTo>
                    <a:pt x="58018" y="255808"/>
                  </a:lnTo>
                  <a:lnTo>
                    <a:pt x="27341" y="225165"/>
                  </a:lnTo>
                  <a:lnTo>
                    <a:pt x="7224" y="186305"/>
                  </a:lnTo>
                  <a:lnTo>
                    <a:pt x="0" y="141560"/>
                  </a:lnTo>
                  <a:lnTo>
                    <a:pt x="7224" y="96816"/>
                  </a:lnTo>
                  <a:lnTo>
                    <a:pt x="27341" y="57956"/>
                  </a:lnTo>
                  <a:lnTo>
                    <a:pt x="58018" y="27313"/>
                  </a:lnTo>
                  <a:lnTo>
                    <a:pt x="96919" y="7216"/>
                  </a:lnTo>
                  <a:lnTo>
                    <a:pt x="141710" y="0"/>
                  </a:lnTo>
                  <a:lnTo>
                    <a:pt x="169486" y="2745"/>
                  </a:lnTo>
                  <a:lnTo>
                    <a:pt x="220332" y="23783"/>
                  </a:lnTo>
                  <a:lnTo>
                    <a:pt x="259613" y="63022"/>
                  </a:lnTo>
                  <a:lnTo>
                    <a:pt x="280674" y="113814"/>
                  </a:lnTo>
                  <a:lnTo>
                    <a:pt x="283422" y="141560"/>
                  </a:lnTo>
                  <a:lnTo>
                    <a:pt x="276198" y="186305"/>
                  </a:lnTo>
                  <a:lnTo>
                    <a:pt x="256080" y="225165"/>
                  </a:lnTo>
                  <a:lnTo>
                    <a:pt x="225404" y="255808"/>
                  </a:lnTo>
                  <a:lnTo>
                    <a:pt x="186502" y="275905"/>
                  </a:lnTo>
                  <a:lnTo>
                    <a:pt x="141710" y="2831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534874" y="3746131"/>
              <a:ext cx="109855" cy="126364"/>
            </a:xfrm>
            <a:custGeom>
              <a:avLst/>
              <a:gdLst/>
              <a:ahLst/>
              <a:cxnLst/>
              <a:rect l="l" t="t" r="r" b="b"/>
              <a:pathLst>
                <a:path w="109854" h="126364">
                  <a:moveTo>
                    <a:pt x="0" y="126281"/>
                  </a:moveTo>
                  <a:lnTo>
                    <a:pt x="0" y="0"/>
                  </a:lnTo>
                  <a:lnTo>
                    <a:pt x="109233" y="63140"/>
                  </a:lnTo>
                  <a:lnTo>
                    <a:pt x="0" y="126281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13962" y="3832908"/>
              <a:ext cx="220122" cy="220620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6155499" y="3852989"/>
              <a:ext cx="125095" cy="125095"/>
            </a:xfrm>
            <a:custGeom>
              <a:avLst/>
              <a:gdLst/>
              <a:ahLst/>
              <a:cxnLst/>
              <a:rect l="l" t="t" r="r" b="b"/>
              <a:pathLst>
                <a:path w="125095" h="125095">
                  <a:moveTo>
                    <a:pt x="124472" y="69900"/>
                  </a:moveTo>
                  <a:lnTo>
                    <a:pt x="115671" y="65074"/>
                  </a:lnTo>
                  <a:lnTo>
                    <a:pt x="115747" y="58750"/>
                  </a:lnTo>
                  <a:lnTo>
                    <a:pt x="115100" y="55460"/>
                  </a:lnTo>
                  <a:lnTo>
                    <a:pt x="123113" y="50457"/>
                  </a:lnTo>
                  <a:lnTo>
                    <a:pt x="118287" y="35420"/>
                  </a:lnTo>
                  <a:lnTo>
                    <a:pt x="107835" y="36144"/>
                  </a:lnTo>
                  <a:lnTo>
                    <a:pt x="104152" y="30619"/>
                  </a:lnTo>
                  <a:lnTo>
                    <a:pt x="102933" y="29413"/>
                  </a:lnTo>
                  <a:lnTo>
                    <a:pt x="107530" y="19723"/>
                  </a:lnTo>
                  <a:lnTo>
                    <a:pt x="95300" y="9715"/>
                  </a:lnTo>
                  <a:lnTo>
                    <a:pt x="86093" y="16560"/>
                  </a:lnTo>
                  <a:lnTo>
                    <a:pt x="78473" y="13335"/>
                  </a:lnTo>
                  <a:lnTo>
                    <a:pt x="76847" y="1790"/>
                  </a:lnTo>
                  <a:lnTo>
                    <a:pt x="61137" y="0"/>
                  </a:lnTo>
                  <a:lnTo>
                    <a:pt x="56603" y="12077"/>
                  </a:lnTo>
                  <a:lnTo>
                    <a:pt x="50038" y="12611"/>
                  </a:lnTo>
                  <a:lnTo>
                    <a:pt x="42062" y="3200"/>
                  </a:lnTo>
                  <a:lnTo>
                    <a:pt x="27889" y="10198"/>
                  </a:lnTo>
                  <a:lnTo>
                    <a:pt x="30289" y="21196"/>
                  </a:lnTo>
                  <a:lnTo>
                    <a:pt x="28625" y="22021"/>
                  </a:lnTo>
                  <a:lnTo>
                    <a:pt x="24371" y="26860"/>
                  </a:lnTo>
                  <a:lnTo>
                    <a:pt x="13169" y="23456"/>
                  </a:lnTo>
                  <a:lnTo>
                    <a:pt x="5092" y="37033"/>
                  </a:lnTo>
                  <a:lnTo>
                    <a:pt x="12814" y="44754"/>
                  </a:lnTo>
                  <a:lnTo>
                    <a:pt x="10134" y="52870"/>
                  </a:lnTo>
                  <a:lnTo>
                    <a:pt x="0" y="55727"/>
                  </a:lnTo>
                  <a:lnTo>
                    <a:pt x="508" y="71526"/>
                  </a:lnTo>
                  <a:lnTo>
                    <a:pt x="10363" y="73672"/>
                  </a:lnTo>
                  <a:lnTo>
                    <a:pt x="10718" y="77508"/>
                  </a:lnTo>
                  <a:lnTo>
                    <a:pt x="13639" y="82956"/>
                  </a:lnTo>
                  <a:lnTo>
                    <a:pt x="6515" y="91008"/>
                  </a:lnTo>
                  <a:lnTo>
                    <a:pt x="15519" y="103987"/>
                  </a:lnTo>
                  <a:lnTo>
                    <a:pt x="26060" y="100076"/>
                  </a:lnTo>
                  <a:lnTo>
                    <a:pt x="32156" y="105130"/>
                  </a:lnTo>
                  <a:lnTo>
                    <a:pt x="30467" y="116382"/>
                  </a:lnTo>
                  <a:lnTo>
                    <a:pt x="45059" y="122428"/>
                  </a:lnTo>
                  <a:lnTo>
                    <a:pt x="51828" y="113334"/>
                  </a:lnTo>
                  <a:lnTo>
                    <a:pt x="56324" y="114744"/>
                  </a:lnTo>
                  <a:lnTo>
                    <a:pt x="60502" y="114414"/>
                  </a:lnTo>
                  <a:lnTo>
                    <a:pt x="65087" y="124752"/>
                  </a:lnTo>
                  <a:lnTo>
                    <a:pt x="80683" y="122059"/>
                  </a:lnTo>
                  <a:lnTo>
                    <a:pt x="81483" y="111074"/>
                  </a:lnTo>
                  <a:lnTo>
                    <a:pt x="89725" y="106934"/>
                  </a:lnTo>
                  <a:lnTo>
                    <a:pt x="98869" y="112890"/>
                  </a:lnTo>
                  <a:lnTo>
                    <a:pt x="110502" y="102184"/>
                  </a:lnTo>
                  <a:lnTo>
                    <a:pt x="105410" y="92938"/>
                  </a:lnTo>
                  <a:lnTo>
                    <a:pt x="109131" y="88709"/>
                  </a:lnTo>
                  <a:lnTo>
                    <a:pt x="110337" y="85064"/>
                  </a:lnTo>
                  <a:lnTo>
                    <a:pt x="120421" y="85178"/>
                  </a:lnTo>
                  <a:lnTo>
                    <a:pt x="124472" y="69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187679" y="3885622"/>
              <a:ext cx="63500" cy="60960"/>
            </a:xfrm>
            <a:custGeom>
              <a:avLst/>
              <a:gdLst/>
              <a:ahLst/>
              <a:cxnLst/>
              <a:rect l="l" t="t" r="r" b="b"/>
              <a:pathLst>
                <a:path w="63500" h="60960">
                  <a:moveTo>
                    <a:pt x="27672" y="60358"/>
                  </a:moveTo>
                  <a:lnTo>
                    <a:pt x="15833" y="56608"/>
                  </a:lnTo>
                  <a:lnTo>
                    <a:pt x="6681" y="49014"/>
                  </a:lnTo>
                  <a:lnTo>
                    <a:pt x="1106" y="38663"/>
                  </a:lnTo>
                  <a:lnTo>
                    <a:pt x="0" y="26637"/>
                  </a:lnTo>
                  <a:lnTo>
                    <a:pt x="3783" y="15169"/>
                  </a:lnTo>
                  <a:lnTo>
                    <a:pt x="11543" y="6335"/>
                  </a:lnTo>
                  <a:lnTo>
                    <a:pt x="22277" y="938"/>
                  </a:lnTo>
                  <a:lnTo>
                    <a:pt x="22846" y="938"/>
                  </a:lnTo>
                  <a:lnTo>
                    <a:pt x="34548" y="0"/>
                  </a:lnTo>
                  <a:lnTo>
                    <a:pt x="42799" y="938"/>
                  </a:lnTo>
                  <a:lnTo>
                    <a:pt x="50351" y="5019"/>
                  </a:lnTo>
                  <a:lnTo>
                    <a:pt x="60730" y="17666"/>
                  </a:lnTo>
                  <a:lnTo>
                    <a:pt x="63133" y="25715"/>
                  </a:lnTo>
                  <a:lnTo>
                    <a:pt x="62221" y="33719"/>
                  </a:lnTo>
                  <a:lnTo>
                    <a:pt x="58438" y="45188"/>
                  </a:lnTo>
                  <a:lnTo>
                    <a:pt x="50678" y="54022"/>
                  </a:lnTo>
                  <a:lnTo>
                    <a:pt x="40052" y="59364"/>
                  </a:lnTo>
                  <a:lnTo>
                    <a:pt x="27672" y="60358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078525" y="3985107"/>
              <a:ext cx="444500" cy="438150"/>
            </a:xfrm>
            <a:custGeom>
              <a:avLst/>
              <a:gdLst/>
              <a:ahLst/>
              <a:cxnLst/>
              <a:rect l="l" t="t" r="r" b="b"/>
              <a:pathLst>
                <a:path w="444500" h="438150">
                  <a:moveTo>
                    <a:pt x="444246" y="220916"/>
                  </a:moveTo>
                  <a:lnTo>
                    <a:pt x="411289" y="207403"/>
                  </a:lnTo>
                  <a:lnTo>
                    <a:pt x="409028" y="185127"/>
                  </a:lnTo>
                  <a:lnTo>
                    <a:pt x="405460" y="173761"/>
                  </a:lnTo>
                  <a:lnTo>
                    <a:pt x="431647" y="152958"/>
                  </a:lnTo>
                  <a:lnTo>
                    <a:pt x="408622" y="101892"/>
                  </a:lnTo>
                  <a:lnTo>
                    <a:pt x="372071" y="108585"/>
                  </a:lnTo>
                  <a:lnTo>
                    <a:pt x="356895" y="90614"/>
                  </a:lnTo>
                  <a:lnTo>
                    <a:pt x="352145" y="86855"/>
                  </a:lnTo>
                  <a:lnTo>
                    <a:pt x="364413" y="50876"/>
                  </a:lnTo>
                  <a:lnTo>
                    <a:pt x="317322" y="20523"/>
                  </a:lnTo>
                  <a:lnTo>
                    <a:pt x="287616" y="48348"/>
                  </a:lnTo>
                  <a:lnTo>
                    <a:pt x="259486" y="40043"/>
                  </a:lnTo>
                  <a:lnTo>
                    <a:pt x="259118" y="40017"/>
                  </a:lnTo>
                  <a:lnTo>
                    <a:pt x="249123" y="0"/>
                  </a:lnTo>
                  <a:lnTo>
                    <a:pt x="193027" y="0"/>
                  </a:lnTo>
                  <a:lnTo>
                    <a:pt x="182626" y="41605"/>
                  </a:lnTo>
                  <a:lnTo>
                    <a:pt x="171462" y="43053"/>
                  </a:lnTo>
                  <a:lnTo>
                    <a:pt x="158508" y="48361"/>
                  </a:lnTo>
                  <a:lnTo>
                    <a:pt x="127088" y="18923"/>
                  </a:lnTo>
                  <a:lnTo>
                    <a:pt x="80010" y="49276"/>
                  </a:lnTo>
                  <a:lnTo>
                    <a:pt x="92710" y="86588"/>
                  </a:lnTo>
                  <a:lnTo>
                    <a:pt x="87350" y="90614"/>
                  </a:lnTo>
                  <a:lnTo>
                    <a:pt x="72656" y="109067"/>
                  </a:lnTo>
                  <a:lnTo>
                    <a:pt x="33464" y="101892"/>
                  </a:lnTo>
                  <a:lnTo>
                    <a:pt x="10452" y="152958"/>
                  </a:lnTo>
                  <a:lnTo>
                    <a:pt x="37973" y="174840"/>
                  </a:lnTo>
                  <a:lnTo>
                    <a:pt x="33489" y="207175"/>
                  </a:lnTo>
                  <a:lnTo>
                    <a:pt x="0" y="220916"/>
                  </a:lnTo>
                  <a:lnTo>
                    <a:pt x="8153" y="276415"/>
                  </a:lnTo>
                  <a:lnTo>
                    <a:pt x="42392" y="279882"/>
                  </a:lnTo>
                  <a:lnTo>
                    <a:pt x="57213" y="313944"/>
                  </a:lnTo>
                  <a:lnTo>
                    <a:pt x="37109" y="342633"/>
                  </a:lnTo>
                  <a:lnTo>
                    <a:pt x="74066" y="384771"/>
                  </a:lnTo>
                  <a:lnTo>
                    <a:pt x="107937" y="367588"/>
                  </a:lnTo>
                  <a:lnTo>
                    <a:pt x="125933" y="381063"/>
                  </a:lnTo>
                  <a:lnTo>
                    <a:pt x="133096" y="384009"/>
                  </a:lnTo>
                  <a:lnTo>
                    <a:pt x="131699" y="422478"/>
                  </a:lnTo>
                  <a:lnTo>
                    <a:pt x="185521" y="437921"/>
                  </a:lnTo>
                  <a:lnTo>
                    <a:pt x="205168" y="404114"/>
                  </a:lnTo>
                  <a:lnTo>
                    <a:pt x="222123" y="406311"/>
                  </a:lnTo>
                  <a:lnTo>
                    <a:pt x="237286" y="404342"/>
                  </a:lnTo>
                  <a:lnTo>
                    <a:pt x="257048" y="438061"/>
                  </a:lnTo>
                  <a:lnTo>
                    <a:pt x="310870" y="422325"/>
                  </a:lnTo>
                  <a:lnTo>
                    <a:pt x="309372" y="384733"/>
                  </a:lnTo>
                  <a:lnTo>
                    <a:pt x="318325" y="381063"/>
                  </a:lnTo>
                  <a:lnTo>
                    <a:pt x="338213" y="366153"/>
                  </a:lnTo>
                  <a:lnTo>
                    <a:pt x="371284" y="382727"/>
                  </a:lnTo>
                  <a:lnTo>
                    <a:pt x="407949" y="340309"/>
                  </a:lnTo>
                  <a:lnTo>
                    <a:pt x="387883" y="311988"/>
                  </a:lnTo>
                  <a:lnTo>
                    <a:pt x="401853" y="279869"/>
                  </a:lnTo>
                  <a:lnTo>
                    <a:pt x="436092" y="276415"/>
                  </a:lnTo>
                  <a:lnTo>
                    <a:pt x="444246" y="2209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85626" y="4098747"/>
              <a:ext cx="222062" cy="215486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6814109" y="3607384"/>
              <a:ext cx="961390" cy="899794"/>
            </a:xfrm>
            <a:custGeom>
              <a:avLst/>
              <a:gdLst/>
              <a:ahLst/>
              <a:cxnLst/>
              <a:rect l="l" t="t" r="r" b="b"/>
              <a:pathLst>
                <a:path w="961390" h="899795">
                  <a:moveTo>
                    <a:pt x="961301" y="201891"/>
                  </a:moveTo>
                  <a:lnTo>
                    <a:pt x="957389" y="162331"/>
                  </a:lnTo>
                  <a:lnTo>
                    <a:pt x="945921" y="124637"/>
                  </a:lnTo>
                  <a:lnTo>
                    <a:pt x="927354" y="89890"/>
                  </a:lnTo>
                  <a:lnTo>
                    <a:pt x="902119" y="59143"/>
                  </a:lnTo>
                  <a:lnTo>
                    <a:pt x="871347" y="33921"/>
                  </a:lnTo>
                  <a:lnTo>
                    <a:pt x="836574" y="15379"/>
                  </a:lnTo>
                  <a:lnTo>
                    <a:pt x="798842" y="3924"/>
                  </a:lnTo>
                  <a:lnTo>
                    <a:pt x="759244" y="0"/>
                  </a:lnTo>
                  <a:lnTo>
                    <a:pt x="712914" y="5334"/>
                  </a:lnTo>
                  <a:lnTo>
                    <a:pt x="670382" y="20523"/>
                  </a:lnTo>
                  <a:lnTo>
                    <a:pt x="632866" y="44361"/>
                  </a:lnTo>
                  <a:lnTo>
                    <a:pt x="614095" y="63119"/>
                  </a:lnTo>
                  <a:lnTo>
                    <a:pt x="581672" y="49682"/>
                  </a:lnTo>
                  <a:lnTo>
                    <a:pt x="534797" y="36144"/>
                  </a:lnTo>
                  <a:lnTo>
                    <a:pt x="486486" y="27901"/>
                  </a:lnTo>
                  <a:lnTo>
                    <a:pt x="437146" y="25107"/>
                  </a:lnTo>
                  <a:lnTo>
                    <a:pt x="389521" y="27673"/>
                  </a:lnTo>
                  <a:lnTo>
                    <a:pt x="343369" y="35191"/>
                  </a:lnTo>
                  <a:lnTo>
                    <a:pt x="298983" y="47383"/>
                  </a:lnTo>
                  <a:lnTo>
                    <a:pt x="256603" y="64008"/>
                  </a:lnTo>
                  <a:lnTo>
                    <a:pt x="216509" y="84772"/>
                  </a:lnTo>
                  <a:lnTo>
                    <a:pt x="178968" y="109435"/>
                  </a:lnTo>
                  <a:lnTo>
                    <a:pt x="144259" y="137706"/>
                  </a:lnTo>
                  <a:lnTo>
                    <a:pt x="112623" y="169329"/>
                  </a:lnTo>
                  <a:lnTo>
                    <a:pt x="84340" y="204038"/>
                  </a:lnTo>
                  <a:lnTo>
                    <a:pt x="59677" y="241566"/>
                  </a:lnTo>
                  <a:lnTo>
                    <a:pt x="38900" y="281647"/>
                  </a:lnTo>
                  <a:lnTo>
                    <a:pt x="22275" y="324015"/>
                  </a:lnTo>
                  <a:lnTo>
                    <a:pt x="10083" y="368388"/>
                  </a:lnTo>
                  <a:lnTo>
                    <a:pt x="2565" y="414528"/>
                  </a:lnTo>
                  <a:lnTo>
                    <a:pt x="0" y="462153"/>
                  </a:lnTo>
                  <a:lnTo>
                    <a:pt x="2565" y="509765"/>
                  </a:lnTo>
                  <a:lnTo>
                    <a:pt x="10083" y="555904"/>
                  </a:lnTo>
                  <a:lnTo>
                    <a:pt x="22275" y="600290"/>
                  </a:lnTo>
                  <a:lnTo>
                    <a:pt x="38900" y="642658"/>
                  </a:lnTo>
                  <a:lnTo>
                    <a:pt x="59677" y="682739"/>
                  </a:lnTo>
                  <a:lnTo>
                    <a:pt x="84340" y="720255"/>
                  </a:lnTo>
                  <a:lnTo>
                    <a:pt x="112623" y="754976"/>
                  </a:lnTo>
                  <a:lnTo>
                    <a:pt x="144259" y="786599"/>
                  </a:lnTo>
                  <a:lnTo>
                    <a:pt x="178968" y="814870"/>
                  </a:lnTo>
                  <a:lnTo>
                    <a:pt x="216509" y="839520"/>
                  </a:lnTo>
                  <a:lnTo>
                    <a:pt x="256603" y="860298"/>
                  </a:lnTo>
                  <a:lnTo>
                    <a:pt x="298983" y="876909"/>
                  </a:lnTo>
                  <a:lnTo>
                    <a:pt x="343369" y="889114"/>
                  </a:lnTo>
                  <a:lnTo>
                    <a:pt x="389521" y="896632"/>
                  </a:lnTo>
                  <a:lnTo>
                    <a:pt x="437146" y="899198"/>
                  </a:lnTo>
                  <a:lnTo>
                    <a:pt x="484784" y="896632"/>
                  </a:lnTo>
                  <a:lnTo>
                    <a:pt x="530936" y="889114"/>
                  </a:lnTo>
                  <a:lnTo>
                    <a:pt x="575322" y="876909"/>
                  </a:lnTo>
                  <a:lnTo>
                    <a:pt x="617702" y="860298"/>
                  </a:lnTo>
                  <a:lnTo>
                    <a:pt x="657796" y="839520"/>
                  </a:lnTo>
                  <a:lnTo>
                    <a:pt x="695337" y="814870"/>
                  </a:lnTo>
                  <a:lnTo>
                    <a:pt x="730046" y="786599"/>
                  </a:lnTo>
                  <a:lnTo>
                    <a:pt x="761682" y="754976"/>
                  </a:lnTo>
                  <a:lnTo>
                    <a:pt x="789965" y="720255"/>
                  </a:lnTo>
                  <a:lnTo>
                    <a:pt x="814628" y="682739"/>
                  </a:lnTo>
                  <a:lnTo>
                    <a:pt x="835406" y="642658"/>
                  </a:lnTo>
                  <a:lnTo>
                    <a:pt x="852030" y="600290"/>
                  </a:lnTo>
                  <a:lnTo>
                    <a:pt x="864222" y="555904"/>
                  </a:lnTo>
                  <a:lnTo>
                    <a:pt x="871740" y="509765"/>
                  </a:lnTo>
                  <a:lnTo>
                    <a:pt x="874306" y="462153"/>
                  </a:lnTo>
                  <a:lnTo>
                    <a:pt x="871524" y="412838"/>
                  </a:lnTo>
                  <a:lnTo>
                    <a:pt x="864666" y="372757"/>
                  </a:lnTo>
                  <a:lnTo>
                    <a:pt x="885621" y="359435"/>
                  </a:lnTo>
                  <a:lnTo>
                    <a:pt x="916914" y="328168"/>
                  </a:lnTo>
                  <a:lnTo>
                    <a:pt x="940765" y="290690"/>
                  </a:lnTo>
                  <a:lnTo>
                    <a:pt x="955967" y="248196"/>
                  </a:lnTo>
                  <a:lnTo>
                    <a:pt x="961301" y="201891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431639" y="3667711"/>
              <a:ext cx="283845" cy="283210"/>
            </a:xfrm>
            <a:custGeom>
              <a:avLst/>
              <a:gdLst/>
              <a:ahLst/>
              <a:cxnLst/>
              <a:rect l="l" t="t" r="r" b="b"/>
              <a:pathLst>
                <a:path w="283845" h="283210">
                  <a:moveTo>
                    <a:pt x="141710" y="283121"/>
                  </a:moveTo>
                  <a:lnTo>
                    <a:pt x="96919" y="275905"/>
                  </a:lnTo>
                  <a:lnTo>
                    <a:pt x="58018" y="255808"/>
                  </a:lnTo>
                  <a:lnTo>
                    <a:pt x="27341" y="225165"/>
                  </a:lnTo>
                  <a:lnTo>
                    <a:pt x="7224" y="186305"/>
                  </a:lnTo>
                  <a:lnTo>
                    <a:pt x="0" y="141560"/>
                  </a:lnTo>
                  <a:lnTo>
                    <a:pt x="7224" y="96816"/>
                  </a:lnTo>
                  <a:lnTo>
                    <a:pt x="27341" y="57956"/>
                  </a:lnTo>
                  <a:lnTo>
                    <a:pt x="58018" y="27313"/>
                  </a:lnTo>
                  <a:lnTo>
                    <a:pt x="96919" y="7216"/>
                  </a:lnTo>
                  <a:lnTo>
                    <a:pt x="141710" y="0"/>
                  </a:lnTo>
                  <a:lnTo>
                    <a:pt x="169486" y="2745"/>
                  </a:lnTo>
                  <a:lnTo>
                    <a:pt x="220332" y="23783"/>
                  </a:lnTo>
                  <a:lnTo>
                    <a:pt x="259613" y="63022"/>
                  </a:lnTo>
                  <a:lnTo>
                    <a:pt x="280674" y="113814"/>
                  </a:lnTo>
                  <a:lnTo>
                    <a:pt x="283422" y="141560"/>
                  </a:lnTo>
                  <a:lnTo>
                    <a:pt x="276197" y="186305"/>
                  </a:lnTo>
                  <a:lnTo>
                    <a:pt x="256080" y="225165"/>
                  </a:lnTo>
                  <a:lnTo>
                    <a:pt x="225403" y="255808"/>
                  </a:lnTo>
                  <a:lnTo>
                    <a:pt x="186502" y="275905"/>
                  </a:lnTo>
                  <a:lnTo>
                    <a:pt x="141710" y="2831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538475" y="3746131"/>
              <a:ext cx="109855" cy="126364"/>
            </a:xfrm>
            <a:custGeom>
              <a:avLst/>
              <a:gdLst/>
              <a:ahLst/>
              <a:cxnLst/>
              <a:rect l="l" t="t" r="r" b="b"/>
              <a:pathLst>
                <a:path w="109854" h="126364">
                  <a:moveTo>
                    <a:pt x="0" y="126281"/>
                  </a:moveTo>
                  <a:lnTo>
                    <a:pt x="0" y="0"/>
                  </a:lnTo>
                  <a:lnTo>
                    <a:pt x="109233" y="63140"/>
                  </a:lnTo>
                  <a:lnTo>
                    <a:pt x="0" y="126281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17562" y="3832908"/>
              <a:ext cx="220122" cy="220620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7159104" y="3852989"/>
              <a:ext cx="125095" cy="125095"/>
            </a:xfrm>
            <a:custGeom>
              <a:avLst/>
              <a:gdLst/>
              <a:ahLst/>
              <a:cxnLst/>
              <a:rect l="l" t="t" r="r" b="b"/>
              <a:pathLst>
                <a:path w="125095" h="125095">
                  <a:moveTo>
                    <a:pt x="124472" y="69900"/>
                  </a:moveTo>
                  <a:lnTo>
                    <a:pt x="115658" y="65062"/>
                  </a:lnTo>
                  <a:lnTo>
                    <a:pt x="115747" y="58750"/>
                  </a:lnTo>
                  <a:lnTo>
                    <a:pt x="115100" y="55460"/>
                  </a:lnTo>
                  <a:lnTo>
                    <a:pt x="123113" y="50457"/>
                  </a:lnTo>
                  <a:lnTo>
                    <a:pt x="118287" y="35420"/>
                  </a:lnTo>
                  <a:lnTo>
                    <a:pt x="107823" y="36144"/>
                  </a:lnTo>
                  <a:lnTo>
                    <a:pt x="104152" y="30619"/>
                  </a:lnTo>
                  <a:lnTo>
                    <a:pt x="102933" y="29413"/>
                  </a:lnTo>
                  <a:lnTo>
                    <a:pt x="107530" y="19723"/>
                  </a:lnTo>
                  <a:lnTo>
                    <a:pt x="95300" y="9715"/>
                  </a:lnTo>
                  <a:lnTo>
                    <a:pt x="86093" y="16560"/>
                  </a:lnTo>
                  <a:lnTo>
                    <a:pt x="78473" y="13335"/>
                  </a:lnTo>
                  <a:lnTo>
                    <a:pt x="76847" y="1790"/>
                  </a:lnTo>
                  <a:lnTo>
                    <a:pt x="61125" y="0"/>
                  </a:lnTo>
                  <a:lnTo>
                    <a:pt x="56603" y="12077"/>
                  </a:lnTo>
                  <a:lnTo>
                    <a:pt x="50025" y="12611"/>
                  </a:lnTo>
                  <a:lnTo>
                    <a:pt x="42049" y="3200"/>
                  </a:lnTo>
                  <a:lnTo>
                    <a:pt x="27889" y="10198"/>
                  </a:lnTo>
                  <a:lnTo>
                    <a:pt x="30289" y="21196"/>
                  </a:lnTo>
                  <a:lnTo>
                    <a:pt x="28625" y="22021"/>
                  </a:lnTo>
                  <a:lnTo>
                    <a:pt x="24371" y="26860"/>
                  </a:lnTo>
                  <a:lnTo>
                    <a:pt x="13169" y="23456"/>
                  </a:lnTo>
                  <a:lnTo>
                    <a:pt x="5092" y="37033"/>
                  </a:lnTo>
                  <a:lnTo>
                    <a:pt x="12801" y="44754"/>
                  </a:lnTo>
                  <a:lnTo>
                    <a:pt x="10134" y="52870"/>
                  </a:lnTo>
                  <a:lnTo>
                    <a:pt x="0" y="55727"/>
                  </a:lnTo>
                  <a:lnTo>
                    <a:pt x="508" y="71526"/>
                  </a:lnTo>
                  <a:lnTo>
                    <a:pt x="10363" y="73672"/>
                  </a:lnTo>
                  <a:lnTo>
                    <a:pt x="10718" y="77508"/>
                  </a:lnTo>
                  <a:lnTo>
                    <a:pt x="13639" y="82956"/>
                  </a:lnTo>
                  <a:lnTo>
                    <a:pt x="6515" y="91008"/>
                  </a:lnTo>
                  <a:lnTo>
                    <a:pt x="15519" y="103987"/>
                  </a:lnTo>
                  <a:lnTo>
                    <a:pt x="26060" y="100076"/>
                  </a:lnTo>
                  <a:lnTo>
                    <a:pt x="32156" y="105130"/>
                  </a:lnTo>
                  <a:lnTo>
                    <a:pt x="30467" y="116382"/>
                  </a:lnTo>
                  <a:lnTo>
                    <a:pt x="45046" y="122428"/>
                  </a:lnTo>
                  <a:lnTo>
                    <a:pt x="51816" y="113322"/>
                  </a:lnTo>
                  <a:lnTo>
                    <a:pt x="56324" y="114744"/>
                  </a:lnTo>
                  <a:lnTo>
                    <a:pt x="60502" y="114414"/>
                  </a:lnTo>
                  <a:lnTo>
                    <a:pt x="65087" y="124752"/>
                  </a:lnTo>
                  <a:lnTo>
                    <a:pt x="80683" y="122059"/>
                  </a:lnTo>
                  <a:lnTo>
                    <a:pt x="81483" y="111086"/>
                  </a:lnTo>
                  <a:lnTo>
                    <a:pt x="89712" y="106934"/>
                  </a:lnTo>
                  <a:lnTo>
                    <a:pt x="98869" y="112890"/>
                  </a:lnTo>
                  <a:lnTo>
                    <a:pt x="110490" y="102184"/>
                  </a:lnTo>
                  <a:lnTo>
                    <a:pt x="105410" y="92951"/>
                  </a:lnTo>
                  <a:lnTo>
                    <a:pt x="109131" y="88709"/>
                  </a:lnTo>
                  <a:lnTo>
                    <a:pt x="110324" y="85064"/>
                  </a:lnTo>
                  <a:lnTo>
                    <a:pt x="120421" y="85178"/>
                  </a:lnTo>
                  <a:lnTo>
                    <a:pt x="124472" y="69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191280" y="3885622"/>
              <a:ext cx="63500" cy="60960"/>
            </a:xfrm>
            <a:custGeom>
              <a:avLst/>
              <a:gdLst/>
              <a:ahLst/>
              <a:cxnLst/>
              <a:rect l="l" t="t" r="r" b="b"/>
              <a:pathLst>
                <a:path w="63500" h="60960">
                  <a:moveTo>
                    <a:pt x="27673" y="60358"/>
                  </a:moveTo>
                  <a:lnTo>
                    <a:pt x="15833" y="56608"/>
                  </a:lnTo>
                  <a:lnTo>
                    <a:pt x="6681" y="49014"/>
                  </a:lnTo>
                  <a:lnTo>
                    <a:pt x="1106" y="38663"/>
                  </a:lnTo>
                  <a:lnTo>
                    <a:pt x="0" y="26637"/>
                  </a:lnTo>
                  <a:lnTo>
                    <a:pt x="3783" y="15169"/>
                  </a:lnTo>
                  <a:lnTo>
                    <a:pt x="11543" y="6335"/>
                  </a:lnTo>
                  <a:lnTo>
                    <a:pt x="22277" y="938"/>
                  </a:lnTo>
                  <a:lnTo>
                    <a:pt x="22847" y="938"/>
                  </a:lnTo>
                  <a:lnTo>
                    <a:pt x="34549" y="0"/>
                  </a:lnTo>
                  <a:lnTo>
                    <a:pt x="42800" y="938"/>
                  </a:lnTo>
                  <a:lnTo>
                    <a:pt x="50351" y="5019"/>
                  </a:lnTo>
                  <a:lnTo>
                    <a:pt x="60731" y="17666"/>
                  </a:lnTo>
                  <a:lnTo>
                    <a:pt x="63134" y="25715"/>
                  </a:lnTo>
                  <a:lnTo>
                    <a:pt x="62222" y="33719"/>
                  </a:lnTo>
                  <a:lnTo>
                    <a:pt x="58439" y="45188"/>
                  </a:lnTo>
                  <a:lnTo>
                    <a:pt x="50679" y="54022"/>
                  </a:lnTo>
                  <a:lnTo>
                    <a:pt x="40053" y="59364"/>
                  </a:lnTo>
                  <a:lnTo>
                    <a:pt x="27673" y="60358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7082129" y="3985107"/>
              <a:ext cx="444500" cy="438150"/>
            </a:xfrm>
            <a:custGeom>
              <a:avLst/>
              <a:gdLst/>
              <a:ahLst/>
              <a:cxnLst/>
              <a:rect l="l" t="t" r="r" b="b"/>
              <a:pathLst>
                <a:path w="444500" h="438150">
                  <a:moveTo>
                    <a:pt x="444246" y="220916"/>
                  </a:moveTo>
                  <a:lnTo>
                    <a:pt x="411276" y="207403"/>
                  </a:lnTo>
                  <a:lnTo>
                    <a:pt x="409016" y="185127"/>
                  </a:lnTo>
                  <a:lnTo>
                    <a:pt x="405447" y="173761"/>
                  </a:lnTo>
                  <a:lnTo>
                    <a:pt x="431634" y="152958"/>
                  </a:lnTo>
                  <a:lnTo>
                    <a:pt x="408622" y="101892"/>
                  </a:lnTo>
                  <a:lnTo>
                    <a:pt x="372071" y="108585"/>
                  </a:lnTo>
                  <a:lnTo>
                    <a:pt x="356895" y="90614"/>
                  </a:lnTo>
                  <a:lnTo>
                    <a:pt x="352145" y="86842"/>
                  </a:lnTo>
                  <a:lnTo>
                    <a:pt x="364401" y="50876"/>
                  </a:lnTo>
                  <a:lnTo>
                    <a:pt x="317322" y="20523"/>
                  </a:lnTo>
                  <a:lnTo>
                    <a:pt x="287604" y="48348"/>
                  </a:lnTo>
                  <a:lnTo>
                    <a:pt x="259473" y="40043"/>
                  </a:lnTo>
                  <a:lnTo>
                    <a:pt x="259105" y="40017"/>
                  </a:lnTo>
                  <a:lnTo>
                    <a:pt x="249110" y="0"/>
                  </a:lnTo>
                  <a:lnTo>
                    <a:pt x="193027" y="0"/>
                  </a:lnTo>
                  <a:lnTo>
                    <a:pt x="182626" y="41605"/>
                  </a:lnTo>
                  <a:lnTo>
                    <a:pt x="171450" y="43053"/>
                  </a:lnTo>
                  <a:lnTo>
                    <a:pt x="158496" y="48361"/>
                  </a:lnTo>
                  <a:lnTo>
                    <a:pt x="127088" y="18923"/>
                  </a:lnTo>
                  <a:lnTo>
                    <a:pt x="80010" y="49276"/>
                  </a:lnTo>
                  <a:lnTo>
                    <a:pt x="92710" y="86601"/>
                  </a:lnTo>
                  <a:lnTo>
                    <a:pt x="87350" y="90614"/>
                  </a:lnTo>
                  <a:lnTo>
                    <a:pt x="72644" y="109067"/>
                  </a:lnTo>
                  <a:lnTo>
                    <a:pt x="33464" y="101892"/>
                  </a:lnTo>
                  <a:lnTo>
                    <a:pt x="10452" y="152958"/>
                  </a:lnTo>
                  <a:lnTo>
                    <a:pt x="37960" y="174828"/>
                  </a:lnTo>
                  <a:lnTo>
                    <a:pt x="33477" y="207187"/>
                  </a:lnTo>
                  <a:lnTo>
                    <a:pt x="0" y="220916"/>
                  </a:lnTo>
                  <a:lnTo>
                    <a:pt x="8153" y="276415"/>
                  </a:lnTo>
                  <a:lnTo>
                    <a:pt x="42379" y="279882"/>
                  </a:lnTo>
                  <a:lnTo>
                    <a:pt x="57200" y="313956"/>
                  </a:lnTo>
                  <a:lnTo>
                    <a:pt x="37109" y="342633"/>
                  </a:lnTo>
                  <a:lnTo>
                    <a:pt x="74066" y="384771"/>
                  </a:lnTo>
                  <a:lnTo>
                    <a:pt x="107937" y="367588"/>
                  </a:lnTo>
                  <a:lnTo>
                    <a:pt x="125920" y="381063"/>
                  </a:lnTo>
                  <a:lnTo>
                    <a:pt x="133083" y="384009"/>
                  </a:lnTo>
                  <a:lnTo>
                    <a:pt x="131699" y="422478"/>
                  </a:lnTo>
                  <a:lnTo>
                    <a:pt x="185508" y="437921"/>
                  </a:lnTo>
                  <a:lnTo>
                    <a:pt x="205155" y="404101"/>
                  </a:lnTo>
                  <a:lnTo>
                    <a:pt x="222123" y="406311"/>
                  </a:lnTo>
                  <a:lnTo>
                    <a:pt x="237274" y="404342"/>
                  </a:lnTo>
                  <a:lnTo>
                    <a:pt x="257035" y="438061"/>
                  </a:lnTo>
                  <a:lnTo>
                    <a:pt x="310870" y="422325"/>
                  </a:lnTo>
                  <a:lnTo>
                    <a:pt x="309372" y="384733"/>
                  </a:lnTo>
                  <a:lnTo>
                    <a:pt x="318312" y="381063"/>
                  </a:lnTo>
                  <a:lnTo>
                    <a:pt x="338213" y="366153"/>
                  </a:lnTo>
                  <a:lnTo>
                    <a:pt x="371284" y="382727"/>
                  </a:lnTo>
                  <a:lnTo>
                    <a:pt x="407949" y="340309"/>
                  </a:lnTo>
                  <a:lnTo>
                    <a:pt x="387883" y="311975"/>
                  </a:lnTo>
                  <a:lnTo>
                    <a:pt x="401840" y="279882"/>
                  </a:lnTo>
                  <a:lnTo>
                    <a:pt x="436092" y="276415"/>
                  </a:lnTo>
                  <a:lnTo>
                    <a:pt x="444246" y="2209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89226" y="4098747"/>
              <a:ext cx="222063" cy="215486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3225498" y="1221459"/>
              <a:ext cx="2537460" cy="796290"/>
            </a:xfrm>
            <a:custGeom>
              <a:avLst/>
              <a:gdLst/>
              <a:ahLst/>
              <a:cxnLst/>
              <a:rect l="l" t="t" r="r" b="b"/>
              <a:pathLst>
                <a:path w="2537460" h="796289">
                  <a:moveTo>
                    <a:pt x="909973" y="8756"/>
                  </a:moveTo>
                  <a:lnTo>
                    <a:pt x="0" y="8756"/>
                  </a:lnTo>
                  <a:lnTo>
                    <a:pt x="0" y="796031"/>
                  </a:lnTo>
                  <a:lnTo>
                    <a:pt x="2537439" y="796031"/>
                  </a:lnTo>
                  <a:lnTo>
                    <a:pt x="2537439" y="0"/>
                  </a:lnTo>
                  <a:lnTo>
                    <a:pt x="1636205" y="0"/>
                  </a:lnTo>
                </a:path>
              </a:pathLst>
            </a:custGeom>
            <a:ln w="114299">
              <a:solidFill>
                <a:srgbClr val="D8443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24577" y="1369345"/>
              <a:ext cx="2139268" cy="500255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1526872" y="2741296"/>
              <a:ext cx="1062355" cy="451484"/>
            </a:xfrm>
            <a:custGeom>
              <a:avLst/>
              <a:gdLst/>
              <a:ahLst/>
              <a:cxnLst/>
              <a:rect l="l" t="t" r="r" b="b"/>
              <a:pathLst>
                <a:path w="1062355" h="451485">
                  <a:moveTo>
                    <a:pt x="1047600" y="0"/>
                  </a:moveTo>
                  <a:lnTo>
                    <a:pt x="1047600" y="451199"/>
                  </a:lnTo>
                </a:path>
                <a:path w="1062355" h="451485">
                  <a:moveTo>
                    <a:pt x="0" y="444337"/>
                  </a:moveTo>
                  <a:lnTo>
                    <a:pt x="1062000" y="444337"/>
                  </a:lnTo>
                </a:path>
              </a:pathLst>
            </a:custGeom>
            <a:ln w="38099">
              <a:solidFill>
                <a:srgbClr val="98989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59489" y="3183778"/>
              <a:ext cx="163448" cy="397799"/>
            </a:xfrm>
            <a:prstGeom prst="rect">
              <a:avLst/>
            </a:prstGeom>
          </p:spPr>
        </p:pic>
      </p:grpSp>
      <p:sp>
        <p:nvSpPr>
          <p:cNvPr id="32" name="object 32" descr=""/>
          <p:cNvSpPr txBox="1"/>
          <p:nvPr/>
        </p:nvSpPr>
        <p:spPr>
          <a:xfrm>
            <a:off x="53975" y="1599023"/>
            <a:ext cx="94297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4285F4"/>
                </a:solidFill>
                <a:latin typeface="Roboto"/>
                <a:cs typeface="Roboto"/>
              </a:rPr>
              <a:t>ReplicaSet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57919" y="1827623"/>
            <a:ext cx="9969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 b="1">
                <a:solidFill>
                  <a:srgbClr val="4285F4"/>
                </a:solidFill>
                <a:latin typeface="Roboto"/>
                <a:cs typeface="Roboto"/>
              </a:rPr>
              <a:t>-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500" spc="-50" b="1">
                <a:solidFill>
                  <a:srgbClr val="4285F4"/>
                </a:solidFill>
                <a:latin typeface="Roboto"/>
                <a:cs typeface="Roboto"/>
              </a:rPr>
              <a:t>-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500" spc="-50" b="1">
                <a:solidFill>
                  <a:srgbClr val="4285F4"/>
                </a:solidFill>
                <a:latin typeface="Roboto"/>
                <a:cs typeface="Roboto"/>
              </a:rPr>
              <a:t>-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396875" y="1827623"/>
            <a:ext cx="153289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4285F4"/>
                </a:solidFill>
                <a:latin typeface="Roboto"/>
                <a:cs typeface="Roboto"/>
              </a:rPr>
              <a:t>name:</a:t>
            </a:r>
            <a:r>
              <a:rPr dirty="0" sz="1500" spc="20" b="1">
                <a:solidFill>
                  <a:srgbClr val="4285F4"/>
                </a:solidFill>
                <a:latin typeface="Roboto"/>
                <a:cs typeface="Roboto"/>
              </a:rPr>
              <a:t> </a:t>
            </a:r>
            <a:r>
              <a:rPr dirty="0" sz="1500" spc="-20" b="1">
                <a:solidFill>
                  <a:srgbClr val="4285F4"/>
                </a:solidFill>
                <a:latin typeface="Roboto"/>
                <a:cs typeface="Roboto"/>
              </a:rPr>
              <a:t>my-app-</a:t>
            </a:r>
            <a:r>
              <a:rPr dirty="0" sz="1500" spc="-25" b="1">
                <a:solidFill>
                  <a:srgbClr val="4285F4"/>
                </a:solidFill>
                <a:latin typeface="Roboto"/>
                <a:cs typeface="Roboto"/>
              </a:rPr>
              <a:t>v1 </a:t>
            </a:r>
            <a:r>
              <a:rPr dirty="0" sz="1500" spc="-10" b="1">
                <a:solidFill>
                  <a:srgbClr val="4285F4"/>
                </a:solidFill>
                <a:latin typeface="Roboto"/>
                <a:cs typeface="Roboto"/>
              </a:rPr>
              <a:t>replicas:</a:t>
            </a:r>
            <a:r>
              <a:rPr dirty="0" sz="1500" spc="-15" b="1">
                <a:solidFill>
                  <a:srgbClr val="4285F4"/>
                </a:solidFill>
                <a:latin typeface="Roboto"/>
                <a:cs typeface="Roboto"/>
              </a:rPr>
              <a:t> </a:t>
            </a:r>
            <a:r>
              <a:rPr dirty="0" sz="1500" spc="-50" b="1">
                <a:solidFill>
                  <a:srgbClr val="4285F4"/>
                </a:solidFill>
                <a:latin typeface="Roboto"/>
                <a:cs typeface="Roboto"/>
              </a:rPr>
              <a:t>1 </a:t>
            </a:r>
            <a:r>
              <a:rPr dirty="0" sz="1500" spc="-10" b="1">
                <a:solidFill>
                  <a:srgbClr val="4285F4"/>
                </a:solidFill>
                <a:latin typeface="Roboto"/>
                <a:cs typeface="Roboto"/>
              </a:rPr>
              <a:t>selector: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500819" y="2513423"/>
            <a:ext cx="128651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1460" indent="-238760">
              <a:lnSpc>
                <a:spcPct val="100000"/>
              </a:lnSpc>
              <a:spcBef>
                <a:spcPts val="100"/>
              </a:spcBef>
              <a:buChar char="-"/>
              <a:tabLst>
                <a:tab pos="251460" algn="l"/>
              </a:tabLst>
            </a:pPr>
            <a:r>
              <a:rPr dirty="0" sz="1500" b="1">
                <a:solidFill>
                  <a:srgbClr val="4285F4"/>
                </a:solidFill>
                <a:latin typeface="Roboto"/>
                <a:cs typeface="Roboto"/>
              </a:rPr>
              <a:t>app:</a:t>
            </a:r>
            <a:r>
              <a:rPr dirty="0" sz="1500" spc="-50" b="1">
                <a:solidFill>
                  <a:srgbClr val="4285F4"/>
                </a:solidFill>
                <a:latin typeface="Roboto"/>
                <a:cs typeface="Roboto"/>
              </a:rPr>
              <a:t> </a:t>
            </a:r>
            <a:r>
              <a:rPr dirty="0" sz="1500" spc="-10" b="1">
                <a:solidFill>
                  <a:srgbClr val="4285F4"/>
                </a:solidFill>
                <a:latin typeface="Roboto"/>
                <a:cs typeface="Roboto"/>
              </a:rPr>
              <a:t>MyApp</a:t>
            </a:r>
            <a:endParaRPr sz="1500">
              <a:latin typeface="Roboto"/>
              <a:cs typeface="Roboto"/>
            </a:endParaRPr>
          </a:p>
          <a:p>
            <a:pPr marL="251460" indent="-238760">
              <a:lnSpc>
                <a:spcPct val="100000"/>
              </a:lnSpc>
              <a:buChar char="-"/>
              <a:tabLst>
                <a:tab pos="251460" algn="l"/>
              </a:tabLst>
            </a:pPr>
            <a:r>
              <a:rPr dirty="0" sz="1500" spc="-10" b="1">
                <a:solidFill>
                  <a:srgbClr val="4285F4"/>
                </a:solidFill>
                <a:latin typeface="Roboto"/>
                <a:cs typeface="Roboto"/>
              </a:rPr>
              <a:t>version:</a:t>
            </a:r>
            <a:r>
              <a:rPr dirty="0" sz="1500" spc="-15" b="1">
                <a:solidFill>
                  <a:srgbClr val="4285F4"/>
                </a:solidFill>
                <a:latin typeface="Roboto"/>
                <a:cs typeface="Roboto"/>
              </a:rPr>
              <a:t> </a:t>
            </a:r>
            <a:r>
              <a:rPr dirty="0" sz="1500" spc="-25" b="1">
                <a:solidFill>
                  <a:srgbClr val="4285F4"/>
                </a:solidFill>
                <a:latin typeface="Roboto"/>
                <a:cs typeface="Roboto"/>
              </a:rPr>
              <a:t>v1</a:t>
            </a:r>
            <a:endParaRPr sz="1500">
              <a:latin typeface="Roboto"/>
              <a:cs typeface="Roboto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1105153" y="1857488"/>
            <a:ext cx="6299200" cy="2937510"/>
            <a:chOff x="1105153" y="1857488"/>
            <a:chExt cx="6299200" cy="2937510"/>
          </a:xfrm>
        </p:grpSpPr>
        <p:sp>
          <p:nvSpPr>
            <p:cNvPr id="37" name="object 37" descr=""/>
            <p:cNvSpPr/>
            <p:nvPr/>
          </p:nvSpPr>
          <p:spPr>
            <a:xfrm>
              <a:off x="6291334" y="2741296"/>
              <a:ext cx="0" cy="695960"/>
            </a:xfrm>
            <a:custGeom>
              <a:avLst/>
              <a:gdLst/>
              <a:ahLst/>
              <a:cxnLst/>
              <a:rect l="l" t="t" r="r" b="b"/>
              <a:pathLst>
                <a:path w="0" h="695960">
                  <a:moveTo>
                    <a:pt x="0" y="0"/>
                  </a:moveTo>
                  <a:lnTo>
                    <a:pt x="0" y="695900"/>
                  </a:lnTo>
                </a:path>
              </a:pathLst>
            </a:custGeom>
            <a:ln w="38099">
              <a:solidFill>
                <a:srgbClr val="98989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09610" y="3418147"/>
              <a:ext cx="163449" cy="163448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5243734" y="3185634"/>
              <a:ext cx="2091689" cy="0"/>
            </a:xfrm>
            <a:custGeom>
              <a:avLst/>
              <a:gdLst/>
              <a:ahLst/>
              <a:cxnLst/>
              <a:rect l="l" t="t" r="r" b="b"/>
              <a:pathLst>
                <a:path w="2091690" h="0">
                  <a:moveTo>
                    <a:pt x="0" y="0"/>
                  </a:moveTo>
                  <a:lnTo>
                    <a:pt x="2091299" y="0"/>
                  </a:lnTo>
                </a:path>
              </a:pathLst>
            </a:custGeom>
            <a:ln w="38099">
              <a:solidFill>
                <a:srgbClr val="98989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76350" y="3183778"/>
              <a:ext cx="163449" cy="397799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179488" y="4532568"/>
              <a:ext cx="163449" cy="230399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61389" y="4532512"/>
              <a:ext cx="163449" cy="236099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09320" y="4532568"/>
              <a:ext cx="163449" cy="230399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240377" y="3191109"/>
              <a:ext cx="163448" cy="390300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240377" y="4532642"/>
              <a:ext cx="163448" cy="230399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1105141" y="3607358"/>
              <a:ext cx="961390" cy="899794"/>
            </a:xfrm>
            <a:custGeom>
              <a:avLst/>
              <a:gdLst/>
              <a:ahLst/>
              <a:cxnLst/>
              <a:rect l="l" t="t" r="r" b="b"/>
              <a:pathLst>
                <a:path w="961389" h="899795">
                  <a:moveTo>
                    <a:pt x="961313" y="201891"/>
                  </a:moveTo>
                  <a:lnTo>
                    <a:pt x="957402" y="162318"/>
                  </a:lnTo>
                  <a:lnTo>
                    <a:pt x="945934" y="124625"/>
                  </a:lnTo>
                  <a:lnTo>
                    <a:pt x="927366" y="89877"/>
                  </a:lnTo>
                  <a:lnTo>
                    <a:pt x="902131" y="59131"/>
                  </a:lnTo>
                  <a:lnTo>
                    <a:pt x="871359" y="33921"/>
                  </a:lnTo>
                  <a:lnTo>
                    <a:pt x="836574" y="15367"/>
                  </a:lnTo>
                  <a:lnTo>
                    <a:pt x="798855" y="3911"/>
                  </a:lnTo>
                  <a:lnTo>
                    <a:pt x="759256" y="0"/>
                  </a:lnTo>
                  <a:lnTo>
                    <a:pt x="712927" y="5334"/>
                  </a:lnTo>
                  <a:lnTo>
                    <a:pt x="670394" y="20523"/>
                  </a:lnTo>
                  <a:lnTo>
                    <a:pt x="632879" y="44348"/>
                  </a:lnTo>
                  <a:lnTo>
                    <a:pt x="614108" y="63106"/>
                  </a:lnTo>
                  <a:lnTo>
                    <a:pt x="581685" y="49669"/>
                  </a:lnTo>
                  <a:lnTo>
                    <a:pt x="534809" y="36144"/>
                  </a:lnTo>
                  <a:lnTo>
                    <a:pt x="486486" y="27889"/>
                  </a:lnTo>
                  <a:lnTo>
                    <a:pt x="437159" y="25095"/>
                  </a:lnTo>
                  <a:lnTo>
                    <a:pt x="389534" y="27660"/>
                  </a:lnTo>
                  <a:lnTo>
                    <a:pt x="343382" y="35179"/>
                  </a:lnTo>
                  <a:lnTo>
                    <a:pt x="298983" y="47383"/>
                  </a:lnTo>
                  <a:lnTo>
                    <a:pt x="256616" y="63995"/>
                  </a:lnTo>
                  <a:lnTo>
                    <a:pt x="216522" y="84772"/>
                  </a:lnTo>
                  <a:lnTo>
                    <a:pt x="178981" y="109423"/>
                  </a:lnTo>
                  <a:lnTo>
                    <a:pt x="144259" y="137693"/>
                  </a:lnTo>
                  <a:lnTo>
                    <a:pt x="112636" y="169316"/>
                  </a:lnTo>
                  <a:lnTo>
                    <a:pt x="84353" y="204025"/>
                  </a:lnTo>
                  <a:lnTo>
                    <a:pt x="59690" y="241554"/>
                  </a:lnTo>
                  <a:lnTo>
                    <a:pt x="38912" y="281635"/>
                  </a:lnTo>
                  <a:lnTo>
                    <a:pt x="22288" y="324002"/>
                  </a:lnTo>
                  <a:lnTo>
                    <a:pt x="10083" y="368388"/>
                  </a:lnTo>
                  <a:lnTo>
                    <a:pt x="2565" y="414515"/>
                  </a:lnTo>
                  <a:lnTo>
                    <a:pt x="0" y="462140"/>
                  </a:lnTo>
                  <a:lnTo>
                    <a:pt x="2565" y="509765"/>
                  </a:lnTo>
                  <a:lnTo>
                    <a:pt x="10083" y="555891"/>
                  </a:lnTo>
                  <a:lnTo>
                    <a:pt x="22288" y="600278"/>
                  </a:lnTo>
                  <a:lnTo>
                    <a:pt x="38912" y="642645"/>
                  </a:lnTo>
                  <a:lnTo>
                    <a:pt x="59690" y="682726"/>
                  </a:lnTo>
                  <a:lnTo>
                    <a:pt x="84353" y="720255"/>
                  </a:lnTo>
                  <a:lnTo>
                    <a:pt x="112636" y="754964"/>
                  </a:lnTo>
                  <a:lnTo>
                    <a:pt x="144259" y="786587"/>
                  </a:lnTo>
                  <a:lnTo>
                    <a:pt x="178981" y="814857"/>
                  </a:lnTo>
                  <a:lnTo>
                    <a:pt x="216522" y="839508"/>
                  </a:lnTo>
                  <a:lnTo>
                    <a:pt x="256616" y="860285"/>
                  </a:lnTo>
                  <a:lnTo>
                    <a:pt x="298983" y="876896"/>
                  </a:lnTo>
                  <a:lnTo>
                    <a:pt x="343382" y="889101"/>
                  </a:lnTo>
                  <a:lnTo>
                    <a:pt x="389534" y="896620"/>
                  </a:lnTo>
                  <a:lnTo>
                    <a:pt x="437159" y="899185"/>
                  </a:lnTo>
                  <a:lnTo>
                    <a:pt x="484797" y="896620"/>
                  </a:lnTo>
                  <a:lnTo>
                    <a:pt x="530948" y="889101"/>
                  </a:lnTo>
                  <a:lnTo>
                    <a:pt x="575335" y="876896"/>
                  </a:lnTo>
                  <a:lnTo>
                    <a:pt x="617715" y="860285"/>
                  </a:lnTo>
                  <a:lnTo>
                    <a:pt x="657809" y="839508"/>
                  </a:lnTo>
                  <a:lnTo>
                    <a:pt x="695350" y="814857"/>
                  </a:lnTo>
                  <a:lnTo>
                    <a:pt x="730059" y="786587"/>
                  </a:lnTo>
                  <a:lnTo>
                    <a:pt x="761695" y="754964"/>
                  </a:lnTo>
                  <a:lnTo>
                    <a:pt x="789978" y="720255"/>
                  </a:lnTo>
                  <a:lnTo>
                    <a:pt x="814641" y="682726"/>
                  </a:lnTo>
                  <a:lnTo>
                    <a:pt x="835418" y="642645"/>
                  </a:lnTo>
                  <a:lnTo>
                    <a:pt x="852030" y="600278"/>
                  </a:lnTo>
                  <a:lnTo>
                    <a:pt x="864235" y="555891"/>
                  </a:lnTo>
                  <a:lnTo>
                    <a:pt x="871753" y="509765"/>
                  </a:lnTo>
                  <a:lnTo>
                    <a:pt x="874318" y="462140"/>
                  </a:lnTo>
                  <a:lnTo>
                    <a:pt x="871537" y="412826"/>
                  </a:lnTo>
                  <a:lnTo>
                    <a:pt x="864679" y="372745"/>
                  </a:lnTo>
                  <a:lnTo>
                    <a:pt x="885634" y="359422"/>
                  </a:lnTo>
                  <a:lnTo>
                    <a:pt x="916927" y="328168"/>
                  </a:lnTo>
                  <a:lnTo>
                    <a:pt x="940777" y="290677"/>
                  </a:lnTo>
                  <a:lnTo>
                    <a:pt x="955979" y="248183"/>
                  </a:lnTo>
                  <a:lnTo>
                    <a:pt x="961313" y="201891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722683" y="3667677"/>
              <a:ext cx="283845" cy="283210"/>
            </a:xfrm>
            <a:custGeom>
              <a:avLst/>
              <a:gdLst/>
              <a:ahLst/>
              <a:cxnLst/>
              <a:rect l="l" t="t" r="r" b="b"/>
              <a:pathLst>
                <a:path w="283844" h="283210">
                  <a:moveTo>
                    <a:pt x="141711" y="283121"/>
                  </a:moveTo>
                  <a:lnTo>
                    <a:pt x="96919" y="275904"/>
                  </a:lnTo>
                  <a:lnTo>
                    <a:pt x="58018" y="255808"/>
                  </a:lnTo>
                  <a:lnTo>
                    <a:pt x="27342" y="225165"/>
                  </a:lnTo>
                  <a:lnTo>
                    <a:pt x="7224" y="186305"/>
                  </a:lnTo>
                  <a:lnTo>
                    <a:pt x="0" y="141560"/>
                  </a:lnTo>
                  <a:lnTo>
                    <a:pt x="7224" y="96816"/>
                  </a:lnTo>
                  <a:lnTo>
                    <a:pt x="27342" y="57956"/>
                  </a:lnTo>
                  <a:lnTo>
                    <a:pt x="58018" y="27312"/>
                  </a:lnTo>
                  <a:lnTo>
                    <a:pt x="96919" y="7216"/>
                  </a:lnTo>
                  <a:lnTo>
                    <a:pt x="141711" y="0"/>
                  </a:lnTo>
                  <a:lnTo>
                    <a:pt x="169486" y="2745"/>
                  </a:lnTo>
                  <a:lnTo>
                    <a:pt x="220332" y="23783"/>
                  </a:lnTo>
                  <a:lnTo>
                    <a:pt x="259613" y="63022"/>
                  </a:lnTo>
                  <a:lnTo>
                    <a:pt x="280674" y="113814"/>
                  </a:lnTo>
                  <a:lnTo>
                    <a:pt x="283422" y="141560"/>
                  </a:lnTo>
                  <a:lnTo>
                    <a:pt x="276197" y="186305"/>
                  </a:lnTo>
                  <a:lnTo>
                    <a:pt x="256080" y="225165"/>
                  </a:lnTo>
                  <a:lnTo>
                    <a:pt x="225403" y="255808"/>
                  </a:lnTo>
                  <a:lnTo>
                    <a:pt x="186502" y="275904"/>
                  </a:lnTo>
                  <a:lnTo>
                    <a:pt x="141711" y="2831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829519" y="3746097"/>
              <a:ext cx="109855" cy="126364"/>
            </a:xfrm>
            <a:custGeom>
              <a:avLst/>
              <a:gdLst/>
              <a:ahLst/>
              <a:cxnLst/>
              <a:rect l="l" t="t" r="r" b="b"/>
              <a:pathLst>
                <a:path w="109855" h="126364">
                  <a:moveTo>
                    <a:pt x="0" y="126281"/>
                  </a:moveTo>
                  <a:lnTo>
                    <a:pt x="0" y="0"/>
                  </a:lnTo>
                  <a:lnTo>
                    <a:pt x="109233" y="63140"/>
                  </a:lnTo>
                  <a:lnTo>
                    <a:pt x="0" y="126281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08606" y="3832873"/>
              <a:ext cx="220122" cy="220621"/>
            </a:xfrm>
            <a:prstGeom prst="rect">
              <a:avLst/>
            </a:prstGeom>
          </p:spPr>
        </p:pic>
        <p:sp>
          <p:nvSpPr>
            <p:cNvPr id="50" name="object 50" descr=""/>
            <p:cNvSpPr/>
            <p:nvPr/>
          </p:nvSpPr>
          <p:spPr>
            <a:xfrm>
              <a:off x="1450136" y="3852964"/>
              <a:ext cx="125095" cy="125095"/>
            </a:xfrm>
            <a:custGeom>
              <a:avLst/>
              <a:gdLst/>
              <a:ahLst/>
              <a:cxnLst/>
              <a:rect l="l" t="t" r="r" b="b"/>
              <a:pathLst>
                <a:path w="125094" h="125095">
                  <a:moveTo>
                    <a:pt x="124485" y="69888"/>
                  </a:moveTo>
                  <a:lnTo>
                    <a:pt x="115671" y="65049"/>
                  </a:lnTo>
                  <a:lnTo>
                    <a:pt x="115760" y="58737"/>
                  </a:lnTo>
                  <a:lnTo>
                    <a:pt x="115112" y="55435"/>
                  </a:lnTo>
                  <a:lnTo>
                    <a:pt x="123113" y="50444"/>
                  </a:lnTo>
                  <a:lnTo>
                    <a:pt x="118300" y="35407"/>
                  </a:lnTo>
                  <a:lnTo>
                    <a:pt x="107835" y="36131"/>
                  </a:lnTo>
                  <a:lnTo>
                    <a:pt x="104165" y="30607"/>
                  </a:lnTo>
                  <a:lnTo>
                    <a:pt x="102946" y="29400"/>
                  </a:lnTo>
                  <a:lnTo>
                    <a:pt x="107543" y="19710"/>
                  </a:lnTo>
                  <a:lnTo>
                    <a:pt x="95313" y="9715"/>
                  </a:lnTo>
                  <a:lnTo>
                    <a:pt x="86106" y="16560"/>
                  </a:lnTo>
                  <a:lnTo>
                    <a:pt x="78486" y="13335"/>
                  </a:lnTo>
                  <a:lnTo>
                    <a:pt x="76860" y="1790"/>
                  </a:lnTo>
                  <a:lnTo>
                    <a:pt x="61137" y="0"/>
                  </a:lnTo>
                  <a:lnTo>
                    <a:pt x="56616" y="12065"/>
                  </a:lnTo>
                  <a:lnTo>
                    <a:pt x="50038" y="12598"/>
                  </a:lnTo>
                  <a:lnTo>
                    <a:pt x="42062" y="3200"/>
                  </a:lnTo>
                  <a:lnTo>
                    <a:pt x="27901" y="10198"/>
                  </a:lnTo>
                  <a:lnTo>
                    <a:pt x="30289" y="21183"/>
                  </a:lnTo>
                  <a:lnTo>
                    <a:pt x="28638" y="22009"/>
                  </a:lnTo>
                  <a:lnTo>
                    <a:pt x="24384" y="26847"/>
                  </a:lnTo>
                  <a:lnTo>
                    <a:pt x="13182" y="23444"/>
                  </a:lnTo>
                  <a:lnTo>
                    <a:pt x="5105" y="37020"/>
                  </a:lnTo>
                  <a:lnTo>
                    <a:pt x="12814" y="44742"/>
                  </a:lnTo>
                  <a:lnTo>
                    <a:pt x="10147" y="52857"/>
                  </a:lnTo>
                  <a:lnTo>
                    <a:pt x="0" y="55714"/>
                  </a:lnTo>
                  <a:lnTo>
                    <a:pt x="520" y="71526"/>
                  </a:lnTo>
                  <a:lnTo>
                    <a:pt x="10363" y="73672"/>
                  </a:lnTo>
                  <a:lnTo>
                    <a:pt x="10718" y="77495"/>
                  </a:lnTo>
                  <a:lnTo>
                    <a:pt x="13652" y="82943"/>
                  </a:lnTo>
                  <a:lnTo>
                    <a:pt x="6515" y="90995"/>
                  </a:lnTo>
                  <a:lnTo>
                    <a:pt x="15532" y="103974"/>
                  </a:lnTo>
                  <a:lnTo>
                    <a:pt x="26073" y="100063"/>
                  </a:lnTo>
                  <a:lnTo>
                    <a:pt x="32169" y="105117"/>
                  </a:lnTo>
                  <a:lnTo>
                    <a:pt x="30480" y="116370"/>
                  </a:lnTo>
                  <a:lnTo>
                    <a:pt x="45059" y="122428"/>
                  </a:lnTo>
                  <a:lnTo>
                    <a:pt x="51841" y="113322"/>
                  </a:lnTo>
                  <a:lnTo>
                    <a:pt x="56324" y="114731"/>
                  </a:lnTo>
                  <a:lnTo>
                    <a:pt x="60515" y="114401"/>
                  </a:lnTo>
                  <a:lnTo>
                    <a:pt x="65100" y="124739"/>
                  </a:lnTo>
                  <a:lnTo>
                    <a:pt x="80683" y="122047"/>
                  </a:lnTo>
                  <a:lnTo>
                    <a:pt x="81483" y="111074"/>
                  </a:lnTo>
                  <a:lnTo>
                    <a:pt x="89725" y="106934"/>
                  </a:lnTo>
                  <a:lnTo>
                    <a:pt x="98869" y="112877"/>
                  </a:lnTo>
                  <a:lnTo>
                    <a:pt x="110502" y="102171"/>
                  </a:lnTo>
                  <a:lnTo>
                    <a:pt x="105410" y="92938"/>
                  </a:lnTo>
                  <a:lnTo>
                    <a:pt x="109143" y="88696"/>
                  </a:lnTo>
                  <a:lnTo>
                    <a:pt x="110337" y="85051"/>
                  </a:lnTo>
                  <a:lnTo>
                    <a:pt x="120434" y="85166"/>
                  </a:lnTo>
                  <a:lnTo>
                    <a:pt x="124485" y="698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482324" y="3885588"/>
              <a:ext cx="63500" cy="60960"/>
            </a:xfrm>
            <a:custGeom>
              <a:avLst/>
              <a:gdLst/>
              <a:ahLst/>
              <a:cxnLst/>
              <a:rect l="l" t="t" r="r" b="b"/>
              <a:pathLst>
                <a:path w="63500" h="60960">
                  <a:moveTo>
                    <a:pt x="27673" y="60357"/>
                  </a:moveTo>
                  <a:lnTo>
                    <a:pt x="15833" y="56608"/>
                  </a:lnTo>
                  <a:lnTo>
                    <a:pt x="6681" y="49014"/>
                  </a:lnTo>
                  <a:lnTo>
                    <a:pt x="1106" y="38663"/>
                  </a:lnTo>
                  <a:lnTo>
                    <a:pt x="0" y="26638"/>
                  </a:lnTo>
                  <a:lnTo>
                    <a:pt x="3783" y="15169"/>
                  </a:lnTo>
                  <a:lnTo>
                    <a:pt x="11543" y="6335"/>
                  </a:lnTo>
                  <a:lnTo>
                    <a:pt x="22276" y="939"/>
                  </a:lnTo>
                  <a:lnTo>
                    <a:pt x="22840" y="939"/>
                  </a:lnTo>
                  <a:lnTo>
                    <a:pt x="34548" y="0"/>
                  </a:lnTo>
                  <a:lnTo>
                    <a:pt x="42800" y="939"/>
                  </a:lnTo>
                  <a:lnTo>
                    <a:pt x="50351" y="5019"/>
                  </a:lnTo>
                  <a:lnTo>
                    <a:pt x="60730" y="17666"/>
                  </a:lnTo>
                  <a:lnTo>
                    <a:pt x="63133" y="25715"/>
                  </a:lnTo>
                  <a:lnTo>
                    <a:pt x="62221" y="33719"/>
                  </a:lnTo>
                  <a:lnTo>
                    <a:pt x="58438" y="45188"/>
                  </a:lnTo>
                  <a:lnTo>
                    <a:pt x="50678" y="54022"/>
                  </a:lnTo>
                  <a:lnTo>
                    <a:pt x="40053" y="59364"/>
                  </a:lnTo>
                  <a:lnTo>
                    <a:pt x="27673" y="60357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373174" y="3985069"/>
              <a:ext cx="444500" cy="438150"/>
            </a:xfrm>
            <a:custGeom>
              <a:avLst/>
              <a:gdLst/>
              <a:ahLst/>
              <a:cxnLst/>
              <a:rect l="l" t="t" r="r" b="b"/>
              <a:pathLst>
                <a:path w="444500" h="438150">
                  <a:moveTo>
                    <a:pt x="444233" y="220916"/>
                  </a:moveTo>
                  <a:lnTo>
                    <a:pt x="411276" y="207403"/>
                  </a:lnTo>
                  <a:lnTo>
                    <a:pt x="409016" y="185140"/>
                  </a:lnTo>
                  <a:lnTo>
                    <a:pt x="405447" y="173761"/>
                  </a:lnTo>
                  <a:lnTo>
                    <a:pt x="431634" y="152958"/>
                  </a:lnTo>
                  <a:lnTo>
                    <a:pt x="408622" y="101892"/>
                  </a:lnTo>
                  <a:lnTo>
                    <a:pt x="372071" y="108597"/>
                  </a:lnTo>
                  <a:lnTo>
                    <a:pt x="356895" y="90614"/>
                  </a:lnTo>
                  <a:lnTo>
                    <a:pt x="352145" y="86842"/>
                  </a:lnTo>
                  <a:lnTo>
                    <a:pt x="364401" y="50876"/>
                  </a:lnTo>
                  <a:lnTo>
                    <a:pt x="317322" y="20535"/>
                  </a:lnTo>
                  <a:lnTo>
                    <a:pt x="287616" y="48348"/>
                  </a:lnTo>
                  <a:lnTo>
                    <a:pt x="259473" y="40043"/>
                  </a:lnTo>
                  <a:lnTo>
                    <a:pt x="259105" y="40017"/>
                  </a:lnTo>
                  <a:lnTo>
                    <a:pt x="249110" y="0"/>
                  </a:lnTo>
                  <a:lnTo>
                    <a:pt x="193027" y="0"/>
                  </a:lnTo>
                  <a:lnTo>
                    <a:pt x="182613" y="41617"/>
                  </a:lnTo>
                  <a:lnTo>
                    <a:pt x="171450" y="43065"/>
                  </a:lnTo>
                  <a:lnTo>
                    <a:pt x="158508" y="48374"/>
                  </a:lnTo>
                  <a:lnTo>
                    <a:pt x="127088" y="18923"/>
                  </a:lnTo>
                  <a:lnTo>
                    <a:pt x="80010" y="49276"/>
                  </a:lnTo>
                  <a:lnTo>
                    <a:pt x="92710" y="86601"/>
                  </a:lnTo>
                  <a:lnTo>
                    <a:pt x="87350" y="90614"/>
                  </a:lnTo>
                  <a:lnTo>
                    <a:pt x="72644" y="109080"/>
                  </a:lnTo>
                  <a:lnTo>
                    <a:pt x="33464" y="101892"/>
                  </a:lnTo>
                  <a:lnTo>
                    <a:pt x="10439" y="152958"/>
                  </a:lnTo>
                  <a:lnTo>
                    <a:pt x="37960" y="174828"/>
                  </a:lnTo>
                  <a:lnTo>
                    <a:pt x="33477" y="207187"/>
                  </a:lnTo>
                  <a:lnTo>
                    <a:pt x="0" y="220916"/>
                  </a:lnTo>
                  <a:lnTo>
                    <a:pt x="8140" y="276415"/>
                  </a:lnTo>
                  <a:lnTo>
                    <a:pt x="42379" y="279882"/>
                  </a:lnTo>
                  <a:lnTo>
                    <a:pt x="57200" y="313956"/>
                  </a:lnTo>
                  <a:lnTo>
                    <a:pt x="37109" y="342633"/>
                  </a:lnTo>
                  <a:lnTo>
                    <a:pt x="74053" y="384771"/>
                  </a:lnTo>
                  <a:lnTo>
                    <a:pt x="107924" y="367588"/>
                  </a:lnTo>
                  <a:lnTo>
                    <a:pt x="125920" y="381063"/>
                  </a:lnTo>
                  <a:lnTo>
                    <a:pt x="133083" y="384009"/>
                  </a:lnTo>
                  <a:lnTo>
                    <a:pt x="131686" y="422478"/>
                  </a:lnTo>
                  <a:lnTo>
                    <a:pt x="185508" y="437934"/>
                  </a:lnTo>
                  <a:lnTo>
                    <a:pt x="205168" y="404114"/>
                  </a:lnTo>
                  <a:lnTo>
                    <a:pt x="222123" y="406311"/>
                  </a:lnTo>
                  <a:lnTo>
                    <a:pt x="237274" y="404342"/>
                  </a:lnTo>
                  <a:lnTo>
                    <a:pt x="257035" y="438073"/>
                  </a:lnTo>
                  <a:lnTo>
                    <a:pt x="310870" y="422325"/>
                  </a:lnTo>
                  <a:lnTo>
                    <a:pt x="309372" y="384733"/>
                  </a:lnTo>
                  <a:lnTo>
                    <a:pt x="318312" y="381063"/>
                  </a:lnTo>
                  <a:lnTo>
                    <a:pt x="338213" y="366153"/>
                  </a:lnTo>
                  <a:lnTo>
                    <a:pt x="371284" y="382727"/>
                  </a:lnTo>
                  <a:lnTo>
                    <a:pt x="407949" y="340309"/>
                  </a:lnTo>
                  <a:lnTo>
                    <a:pt x="387883" y="311975"/>
                  </a:lnTo>
                  <a:lnTo>
                    <a:pt x="401840" y="279882"/>
                  </a:lnTo>
                  <a:lnTo>
                    <a:pt x="436092" y="276415"/>
                  </a:lnTo>
                  <a:lnTo>
                    <a:pt x="444233" y="2209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80270" y="4098713"/>
              <a:ext cx="222062" cy="215487"/>
            </a:xfrm>
            <a:prstGeom prst="rect">
              <a:avLst/>
            </a:prstGeom>
          </p:spPr>
        </p:pic>
        <p:sp>
          <p:nvSpPr>
            <p:cNvPr id="54" name="object 54" descr=""/>
            <p:cNvSpPr/>
            <p:nvPr/>
          </p:nvSpPr>
          <p:spPr>
            <a:xfrm>
              <a:off x="2062403" y="1857489"/>
              <a:ext cx="1066800" cy="1005840"/>
            </a:xfrm>
            <a:custGeom>
              <a:avLst/>
              <a:gdLst/>
              <a:ahLst/>
              <a:cxnLst/>
              <a:rect l="l" t="t" r="r" b="b"/>
              <a:pathLst>
                <a:path w="1066800" h="1005839">
                  <a:moveTo>
                    <a:pt x="1066419" y="238569"/>
                  </a:moveTo>
                  <a:lnTo>
                    <a:pt x="1061923" y="193027"/>
                  </a:lnTo>
                  <a:lnTo>
                    <a:pt x="1048791" y="149656"/>
                  </a:lnTo>
                  <a:lnTo>
                    <a:pt x="1027518" y="109664"/>
                  </a:lnTo>
                  <a:lnTo>
                    <a:pt x="998601" y="74282"/>
                  </a:lnTo>
                  <a:lnTo>
                    <a:pt x="963333" y="45262"/>
                  </a:lnTo>
                  <a:lnTo>
                    <a:pt x="923467" y="23914"/>
                  </a:lnTo>
                  <a:lnTo>
                    <a:pt x="880249" y="10731"/>
                  </a:lnTo>
                  <a:lnTo>
                    <a:pt x="834859" y="6235"/>
                  </a:lnTo>
                  <a:lnTo>
                    <a:pt x="788187" y="10947"/>
                  </a:lnTo>
                  <a:lnTo>
                    <a:pt x="744728" y="24485"/>
                  </a:lnTo>
                  <a:lnTo>
                    <a:pt x="706882" y="45110"/>
                  </a:lnTo>
                  <a:lnTo>
                    <a:pt x="692505" y="38277"/>
                  </a:lnTo>
                  <a:lnTo>
                    <a:pt x="646493" y="21742"/>
                  </a:lnTo>
                  <a:lnTo>
                    <a:pt x="599008" y="9753"/>
                  </a:lnTo>
                  <a:lnTo>
                    <a:pt x="550341" y="2463"/>
                  </a:lnTo>
                  <a:lnTo>
                    <a:pt x="500837" y="0"/>
                  </a:lnTo>
                  <a:lnTo>
                    <a:pt x="452602" y="2311"/>
                  </a:lnTo>
                  <a:lnTo>
                    <a:pt x="405663" y="9067"/>
                  </a:lnTo>
                  <a:lnTo>
                    <a:pt x="360235" y="20091"/>
                  </a:lnTo>
                  <a:lnTo>
                    <a:pt x="316522" y="35140"/>
                  </a:lnTo>
                  <a:lnTo>
                    <a:pt x="274739" y="54025"/>
                  </a:lnTo>
                  <a:lnTo>
                    <a:pt x="235089" y="76530"/>
                  </a:lnTo>
                  <a:lnTo>
                    <a:pt x="197789" y="102450"/>
                  </a:lnTo>
                  <a:lnTo>
                    <a:pt x="163042" y="131559"/>
                  </a:lnTo>
                  <a:lnTo>
                    <a:pt x="131064" y="163664"/>
                  </a:lnTo>
                  <a:lnTo>
                    <a:pt x="102057" y="198539"/>
                  </a:lnTo>
                  <a:lnTo>
                    <a:pt x="76238" y="235978"/>
                  </a:lnTo>
                  <a:lnTo>
                    <a:pt x="53822" y="275780"/>
                  </a:lnTo>
                  <a:lnTo>
                    <a:pt x="35001" y="317715"/>
                  </a:lnTo>
                  <a:lnTo>
                    <a:pt x="20002" y="361594"/>
                  </a:lnTo>
                  <a:lnTo>
                    <a:pt x="9029" y="407200"/>
                  </a:lnTo>
                  <a:lnTo>
                    <a:pt x="2298" y="454317"/>
                  </a:lnTo>
                  <a:lnTo>
                    <a:pt x="0" y="502729"/>
                  </a:lnTo>
                  <a:lnTo>
                    <a:pt x="2298" y="551141"/>
                  </a:lnTo>
                  <a:lnTo>
                    <a:pt x="9029" y="598258"/>
                  </a:lnTo>
                  <a:lnTo>
                    <a:pt x="20002" y="643864"/>
                  </a:lnTo>
                  <a:lnTo>
                    <a:pt x="35001" y="687730"/>
                  </a:lnTo>
                  <a:lnTo>
                    <a:pt x="53822" y="729678"/>
                  </a:lnTo>
                  <a:lnTo>
                    <a:pt x="76238" y="769480"/>
                  </a:lnTo>
                  <a:lnTo>
                    <a:pt x="102057" y="806919"/>
                  </a:lnTo>
                  <a:lnTo>
                    <a:pt x="131064" y="841794"/>
                  </a:lnTo>
                  <a:lnTo>
                    <a:pt x="163042" y="873899"/>
                  </a:lnTo>
                  <a:lnTo>
                    <a:pt x="197789" y="903008"/>
                  </a:lnTo>
                  <a:lnTo>
                    <a:pt x="235089" y="928928"/>
                  </a:lnTo>
                  <a:lnTo>
                    <a:pt x="274739" y="951433"/>
                  </a:lnTo>
                  <a:lnTo>
                    <a:pt x="316522" y="970318"/>
                  </a:lnTo>
                  <a:lnTo>
                    <a:pt x="360235" y="985367"/>
                  </a:lnTo>
                  <a:lnTo>
                    <a:pt x="405663" y="996391"/>
                  </a:lnTo>
                  <a:lnTo>
                    <a:pt x="452602" y="1003147"/>
                  </a:lnTo>
                  <a:lnTo>
                    <a:pt x="500837" y="1005446"/>
                  </a:lnTo>
                  <a:lnTo>
                    <a:pt x="549071" y="1003147"/>
                  </a:lnTo>
                  <a:lnTo>
                    <a:pt x="596011" y="996391"/>
                  </a:lnTo>
                  <a:lnTo>
                    <a:pt x="641438" y="985367"/>
                  </a:lnTo>
                  <a:lnTo>
                    <a:pt x="685152" y="970318"/>
                  </a:lnTo>
                  <a:lnTo>
                    <a:pt x="726935" y="951433"/>
                  </a:lnTo>
                  <a:lnTo>
                    <a:pt x="766584" y="928928"/>
                  </a:lnTo>
                  <a:lnTo>
                    <a:pt x="803884" y="903008"/>
                  </a:lnTo>
                  <a:lnTo>
                    <a:pt x="838631" y="873899"/>
                  </a:lnTo>
                  <a:lnTo>
                    <a:pt x="870610" y="841794"/>
                  </a:lnTo>
                  <a:lnTo>
                    <a:pt x="899617" y="806919"/>
                  </a:lnTo>
                  <a:lnTo>
                    <a:pt x="925436" y="769480"/>
                  </a:lnTo>
                  <a:lnTo>
                    <a:pt x="947851" y="729678"/>
                  </a:lnTo>
                  <a:lnTo>
                    <a:pt x="966673" y="687730"/>
                  </a:lnTo>
                  <a:lnTo>
                    <a:pt x="981671" y="643864"/>
                  </a:lnTo>
                  <a:lnTo>
                    <a:pt x="992644" y="598258"/>
                  </a:lnTo>
                  <a:lnTo>
                    <a:pt x="999388" y="551141"/>
                  </a:lnTo>
                  <a:lnTo>
                    <a:pt x="1001674" y="502729"/>
                  </a:lnTo>
                  <a:lnTo>
                    <a:pt x="999223" y="453047"/>
                  </a:lnTo>
                  <a:lnTo>
                    <a:pt x="992505" y="407898"/>
                  </a:lnTo>
                  <a:lnTo>
                    <a:pt x="998601" y="402856"/>
                  </a:lnTo>
                  <a:lnTo>
                    <a:pt x="1026871" y="368465"/>
                  </a:lnTo>
                  <a:lnTo>
                    <a:pt x="1048219" y="329006"/>
                  </a:lnTo>
                  <a:lnTo>
                    <a:pt x="1061707" y="285394"/>
                  </a:lnTo>
                  <a:lnTo>
                    <a:pt x="1066419" y="23856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2223274" y="2016505"/>
              <a:ext cx="751840" cy="683260"/>
            </a:xfrm>
            <a:custGeom>
              <a:avLst/>
              <a:gdLst/>
              <a:ahLst/>
              <a:cxnLst/>
              <a:rect l="l" t="t" r="r" b="b"/>
              <a:pathLst>
                <a:path w="751839" h="683260">
                  <a:moveTo>
                    <a:pt x="751624" y="155054"/>
                  </a:moveTo>
                  <a:lnTo>
                    <a:pt x="739851" y="95719"/>
                  </a:lnTo>
                  <a:lnTo>
                    <a:pt x="706335" y="45415"/>
                  </a:lnTo>
                  <a:lnTo>
                    <a:pt x="656183" y="11798"/>
                  </a:lnTo>
                  <a:lnTo>
                    <a:pt x="597027" y="0"/>
                  </a:lnTo>
                  <a:lnTo>
                    <a:pt x="548157" y="7899"/>
                  </a:lnTo>
                  <a:lnTo>
                    <a:pt x="505726" y="29908"/>
                  </a:lnTo>
                  <a:lnTo>
                    <a:pt x="496265" y="39408"/>
                  </a:lnTo>
                  <a:lnTo>
                    <a:pt x="494233" y="38150"/>
                  </a:lnTo>
                  <a:lnTo>
                    <a:pt x="445236" y="17792"/>
                  </a:lnTo>
                  <a:lnTo>
                    <a:pt x="393522" y="5295"/>
                  </a:lnTo>
                  <a:lnTo>
                    <a:pt x="340017" y="1041"/>
                  </a:lnTo>
                  <a:lnTo>
                    <a:pt x="293878" y="4152"/>
                  </a:lnTo>
                  <a:lnTo>
                    <a:pt x="249618" y="13233"/>
                  </a:lnTo>
                  <a:lnTo>
                    <a:pt x="207670" y="27851"/>
                  </a:lnTo>
                  <a:lnTo>
                    <a:pt x="168402" y="47612"/>
                  </a:lnTo>
                  <a:lnTo>
                    <a:pt x="132245" y="72123"/>
                  </a:lnTo>
                  <a:lnTo>
                    <a:pt x="99593" y="100952"/>
                  </a:lnTo>
                  <a:lnTo>
                    <a:pt x="70853" y="133705"/>
                  </a:lnTo>
                  <a:lnTo>
                    <a:pt x="46418" y="169989"/>
                  </a:lnTo>
                  <a:lnTo>
                    <a:pt x="26720" y="209372"/>
                  </a:lnTo>
                  <a:lnTo>
                    <a:pt x="12153" y="251460"/>
                  </a:lnTo>
                  <a:lnTo>
                    <a:pt x="3111" y="295859"/>
                  </a:lnTo>
                  <a:lnTo>
                    <a:pt x="0" y="342138"/>
                  </a:lnTo>
                  <a:lnTo>
                    <a:pt x="3111" y="388429"/>
                  </a:lnTo>
                  <a:lnTo>
                    <a:pt x="12153" y="432816"/>
                  </a:lnTo>
                  <a:lnTo>
                    <a:pt x="26720" y="474916"/>
                  </a:lnTo>
                  <a:lnTo>
                    <a:pt x="46418" y="514299"/>
                  </a:lnTo>
                  <a:lnTo>
                    <a:pt x="70853" y="550583"/>
                  </a:lnTo>
                  <a:lnTo>
                    <a:pt x="99593" y="583336"/>
                  </a:lnTo>
                  <a:lnTo>
                    <a:pt x="132245" y="612165"/>
                  </a:lnTo>
                  <a:lnTo>
                    <a:pt x="168402" y="636676"/>
                  </a:lnTo>
                  <a:lnTo>
                    <a:pt x="207670" y="656437"/>
                  </a:lnTo>
                  <a:lnTo>
                    <a:pt x="249618" y="671055"/>
                  </a:lnTo>
                  <a:lnTo>
                    <a:pt x="293878" y="680123"/>
                  </a:lnTo>
                  <a:lnTo>
                    <a:pt x="340017" y="683234"/>
                  </a:lnTo>
                  <a:lnTo>
                    <a:pt x="386143" y="680123"/>
                  </a:lnTo>
                  <a:lnTo>
                    <a:pt x="430403" y="671055"/>
                  </a:lnTo>
                  <a:lnTo>
                    <a:pt x="472363" y="656437"/>
                  </a:lnTo>
                  <a:lnTo>
                    <a:pt x="511619" y="636676"/>
                  </a:lnTo>
                  <a:lnTo>
                    <a:pt x="547776" y="612165"/>
                  </a:lnTo>
                  <a:lnTo>
                    <a:pt x="580440" y="583336"/>
                  </a:lnTo>
                  <a:lnTo>
                    <a:pt x="609180" y="550583"/>
                  </a:lnTo>
                  <a:lnTo>
                    <a:pt x="633603" y="514299"/>
                  </a:lnTo>
                  <a:lnTo>
                    <a:pt x="653300" y="474916"/>
                  </a:lnTo>
                  <a:lnTo>
                    <a:pt x="667880" y="432816"/>
                  </a:lnTo>
                  <a:lnTo>
                    <a:pt x="676922" y="388429"/>
                  </a:lnTo>
                  <a:lnTo>
                    <a:pt x="680021" y="342138"/>
                  </a:lnTo>
                  <a:lnTo>
                    <a:pt x="675792" y="288455"/>
                  </a:lnTo>
                  <a:lnTo>
                    <a:pt x="675411" y="286905"/>
                  </a:lnTo>
                  <a:lnTo>
                    <a:pt x="688327" y="280200"/>
                  </a:lnTo>
                  <a:lnTo>
                    <a:pt x="721791" y="246634"/>
                  </a:lnTo>
                  <a:lnTo>
                    <a:pt x="743737" y="204063"/>
                  </a:lnTo>
                  <a:lnTo>
                    <a:pt x="751624" y="1550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2272795" y="2067365"/>
              <a:ext cx="581025" cy="582930"/>
            </a:xfrm>
            <a:custGeom>
              <a:avLst/>
              <a:gdLst/>
              <a:ahLst/>
              <a:cxnLst/>
              <a:rect l="l" t="t" r="r" b="b"/>
              <a:pathLst>
                <a:path w="581025" h="582930">
                  <a:moveTo>
                    <a:pt x="290498" y="582525"/>
                  </a:moveTo>
                  <a:lnTo>
                    <a:pt x="243378" y="578713"/>
                  </a:lnTo>
                  <a:lnTo>
                    <a:pt x="198678" y="567676"/>
                  </a:lnTo>
                  <a:lnTo>
                    <a:pt x="156997" y="550015"/>
                  </a:lnTo>
                  <a:lnTo>
                    <a:pt x="118933" y="526328"/>
                  </a:lnTo>
                  <a:lnTo>
                    <a:pt x="85085" y="497216"/>
                  </a:lnTo>
                  <a:lnTo>
                    <a:pt x="56049" y="463278"/>
                  </a:lnTo>
                  <a:lnTo>
                    <a:pt x="32424" y="425114"/>
                  </a:lnTo>
                  <a:lnTo>
                    <a:pt x="14809" y="383324"/>
                  </a:lnTo>
                  <a:lnTo>
                    <a:pt x="3802" y="338507"/>
                  </a:lnTo>
                  <a:lnTo>
                    <a:pt x="0" y="291262"/>
                  </a:lnTo>
                  <a:lnTo>
                    <a:pt x="3689" y="245424"/>
                  </a:lnTo>
                  <a:lnTo>
                    <a:pt x="14809" y="199201"/>
                  </a:lnTo>
                  <a:lnTo>
                    <a:pt x="32424" y="157410"/>
                  </a:lnTo>
                  <a:lnTo>
                    <a:pt x="56049" y="119246"/>
                  </a:lnTo>
                  <a:lnTo>
                    <a:pt x="85085" y="85308"/>
                  </a:lnTo>
                  <a:lnTo>
                    <a:pt x="118933" y="56196"/>
                  </a:lnTo>
                  <a:lnTo>
                    <a:pt x="156997" y="32510"/>
                  </a:lnTo>
                  <a:lnTo>
                    <a:pt x="198678" y="14848"/>
                  </a:lnTo>
                  <a:lnTo>
                    <a:pt x="243378" y="3812"/>
                  </a:lnTo>
                  <a:lnTo>
                    <a:pt x="290498" y="0"/>
                  </a:lnTo>
                  <a:lnTo>
                    <a:pt x="336216" y="3628"/>
                  </a:lnTo>
                  <a:lnTo>
                    <a:pt x="380397" y="14297"/>
                  </a:lnTo>
                  <a:lnTo>
                    <a:pt x="422260" y="31683"/>
                  </a:lnTo>
                  <a:lnTo>
                    <a:pt x="461025" y="55461"/>
                  </a:lnTo>
                  <a:lnTo>
                    <a:pt x="495912" y="85308"/>
                  </a:lnTo>
                  <a:lnTo>
                    <a:pt x="525681" y="120287"/>
                  </a:lnTo>
                  <a:lnTo>
                    <a:pt x="549397" y="159154"/>
                  </a:lnTo>
                  <a:lnTo>
                    <a:pt x="566737" y="201127"/>
                  </a:lnTo>
                  <a:lnTo>
                    <a:pt x="577378" y="245424"/>
                  </a:lnTo>
                  <a:lnTo>
                    <a:pt x="580997" y="291262"/>
                  </a:lnTo>
                  <a:lnTo>
                    <a:pt x="577194" y="338507"/>
                  </a:lnTo>
                  <a:lnTo>
                    <a:pt x="566187" y="383324"/>
                  </a:lnTo>
                  <a:lnTo>
                    <a:pt x="548572" y="425114"/>
                  </a:lnTo>
                  <a:lnTo>
                    <a:pt x="524947" y="463278"/>
                  </a:lnTo>
                  <a:lnTo>
                    <a:pt x="495912" y="497216"/>
                  </a:lnTo>
                  <a:lnTo>
                    <a:pt x="462063" y="526328"/>
                  </a:lnTo>
                  <a:lnTo>
                    <a:pt x="423999" y="550015"/>
                  </a:lnTo>
                  <a:lnTo>
                    <a:pt x="382318" y="567676"/>
                  </a:lnTo>
                  <a:lnTo>
                    <a:pt x="337618" y="578713"/>
                  </a:lnTo>
                  <a:lnTo>
                    <a:pt x="290498" y="582525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714352" y="2065001"/>
              <a:ext cx="212190" cy="213143"/>
            </a:xfrm>
            <a:prstGeom prst="rect">
              <a:avLst/>
            </a:prstGeom>
          </p:spPr>
        </p:pic>
        <p:sp>
          <p:nvSpPr>
            <p:cNvPr id="58" name="object 58" descr=""/>
            <p:cNvSpPr/>
            <p:nvPr/>
          </p:nvSpPr>
          <p:spPr>
            <a:xfrm>
              <a:off x="2412669" y="2207272"/>
              <a:ext cx="301625" cy="300990"/>
            </a:xfrm>
            <a:custGeom>
              <a:avLst/>
              <a:gdLst/>
              <a:ahLst/>
              <a:cxnLst/>
              <a:rect l="l" t="t" r="r" b="b"/>
              <a:pathLst>
                <a:path w="301625" h="300989">
                  <a:moveTo>
                    <a:pt x="301231" y="120650"/>
                  </a:moveTo>
                  <a:lnTo>
                    <a:pt x="180682" y="120650"/>
                  </a:lnTo>
                  <a:lnTo>
                    <a:pt x="180682" y="0"/>
                  </a:lnTo>
                  <a:lnTo>
                    <a:pt x="120561" y="0"/>
                  </a:lnTo>
                  <a:lnTo>
                    <a:pt x="120561" y="120650"/>
                  </a:lnTo>
                  <a:lnTo>
                    <a:pt x="0" y="120650"/>
                  </a:lnTo>
                  <a:lnTo>
                    <a:pt x="0" y="180340"/>
                  </a:lnTo>
                  <a:lnTo>
                    <a:pt x="120561" y="180340"/>
                  </a:lnTo>
                  <a:lnTo>
                    <a:pt x="120561" y="300990"/>
                  </a:lnTo>
                  <a:lnTo>
                    <a:pt x="180682" y="300990"/>
                  </a:lnTo>
                  <a:lnTo>
                    <a:pt x="180682" y="180340"/>
                  </a:lnTo>
                  <a:lnTo>
                    <a:pt x="301231" y="180340"/>
                  </a:lnTo>
                  <a:lnTo>
                    <a:pt x="301231" y="1206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5768441" y="1857501"/>
              <a:ext cx="1066800" cy="1005840"/>
            </a:xfrm>
            <a:custGeom>
              <a:avLst/>
              <a:gdLst/>
              <a:ahLst/>
              <a:cxnLst/>
              <a:rect l="l" t="t" r="r" b="b"/>
              <a:pathLst>
                <a:path w="1066800" h="1005839">
                  <a:moveTo>
                    <a:pt x="1066406" y="238556"/>
                  </a:moveTo>
                  <a:lnTo>
                    <a:pt x="1061923" y="193014"/>
                  </a:lnTo>
                  <a:lnTo>
                    <a:pt x="1048778" y="149644"/>
                  </a:lnTo>
                  <a:lnTo>
                    <a:pt x="1027506" y="109651"/>
                  </a:lnTo>
                  <a:lnTo>
                    <a:pt x="998588" y="74269"/>
                  </a:lnTo>
                  <a:lnTo>
                    <a:pt x="963320" y="45250"/>
                  </a:lnTo>
                  <a:lnTo>
                    <a:pt x="923467" y="23901"/>
                  </a:lnTo>
                  <a:lnTo>
                    <a:pt x="880237" y="10731"/>
                  </a:lnTo>
                  <a:lnTo>
                    <a:pt x="834859" y="6223"/>
                  </a:lnTo>
                  <a:lnTo>
                    <a:pt x="788187" y="10934"/>
                  </a:lnTo>
                  <a:lnTo>
                    <a:pt x="744715" y="24472"/>
                  </a:lnTo>
                  <a:lnTo>
                    <a:pt x="706869" y="45097"/>
                  </a:lnTo>
                  <a:lnTo>
                    <a:pt x="692492" y="38265"/>
                  </a:lnTo>
                  <a:lnTo>
                    <a:pt x="646493" y="21729"/>
                  </a:lnTo>
                  <a:lnTo>
                    <a:pt x="598995" y="9740"/>
                  </a:lnTo>
                  <a:lnTo>
                    <a:pt x="550329" y="2451"/>
                  </a:lnTo>
                  <a:lnTo>
                    <a:pt x="500837" y="0"/>
                  </a:lnTo>
                  <a:lnTo>
                    <a:pt x="452602" y="2298"/>
                  </a:lnTo>
                  <a:lnTo>
                    <a:pt x="405663" y="9055"/>
                  </a:lnTo>
                  <a:lnTo>
                    <a:pt x="360235" y="20078"/>
                  </a:lnTo>
                  <a:lnTo>
                    <a:pt x="316522" y="35128"/>
                  </a:lnTo>
                  <a:lnTo>
                    <a:pt x="274739" y="54013"/>
                  </a:lnTo>
                  <a:lnTo>
                    <a:pt x="235089" y="76517"/>
                  </a:lnTo>
                  <a:lnTo>
                    <a:pt x="197777" y="102438"/>
                  </a:lnTo>
                  <a:lnTo>
                    <a:pt x="163029" y="131546"/>
                  </a:lnTo>
                  <a:lnTo>
                    <a:pt x="131051" y="163652"/>
                  </a:lnTo>
                  <a:lnTo>
                    <a:pt x="102057" y="198526"/>
                  </a:lnTo>
                  <a:lnTo>
                    <a:pt x="76238" y="235966"/>
                  </a:lnTo>
                  <a:lnTo>
                    <a:pt x="53809" y="275767"/>
                  </a:lnTo>
                  <a:lnTo>
                    <a:pt x="35001" y="317715"/>
                  </a:lnTo>
                  <a:lnTo>
                    <a:pt x="20002" y="361581"/>
                  </a:lnTo>
                  <a:lnTo>
                    <a:pt x="9029" y="407187"/>
                  </a:lnTo>
                  <a:lnTo>
                    <a:pt x="2286" y="454304"/>
                  </a:lnTo>
                  <a:lnTo>
                    <a:pt x="0" y="502716"/>
                  </a:lnTo>
                  <a:lnTo>
                    <a:pt x="2286" y="551129"/>
                  </a:lnTo>
                  <a:lnTo>
                    <a:pt x="9029" y="598246"/>
                  </a:lnTo>
                  <a:lnTo>
                    <a:pt x="20002" y="643851"/>
                  </a:lnTo>
                  <a:lnTo>
                    <a:pt x="35001" y="687730"/>
                  </a:lnTo>
                  <a:lnTo>
                    <a:pt x="53809" y="729665"/>
                  </a:lnTo>
                  <a:lnTo>
                    <a:pt x="76238" y="769467"/>
                  </a:lnTo>
                  <a:lnTo>
                    <a:pt x="102057" y="806907"/>
                  </a:lnTo>
                  <a:lnTo>
                    <a:pt x="131051" y="841781"/>
                  </a:lnTo>
                  <a:lnTo>
                    <a:pt x="163029" y="873887"/>
                  </a:lnTo>
                  <a:lnTo>
                    <a:pt x="197777" y="902995"/>
                  </a:lnTo>
                  <a:lnTo>
                    <a:pt x="235089" y="928916"/>
                  </a:lnTo>
                  <a:lnTo>
                    <a:pt x="274739" y="951420"/>
                  </a:lnTo>
                  <a:lnTo>
                    <a:pt x="316522" y="970305"/>
                  </a:lnTo>
                  <a:lnTo>
                    <a:pt x="360235" y="985354"/>
                  </a:lnTo>
                  <a:lnTo>
                    <a:pt x="405663" y="996378"/>
                  </a:lnTo>
                  <a:lnTo>
                    <a:pt x="452602" y="1003134"/>
                  </a:lnTo>
                  <a:lnTo>
                    <a:pt x="500837" y="1005446"/>
                  </a:lnTo>
                  <a:lnTo>
                    <a:pt x="549071" y="1003134"/>
                  </a:lnTo>
                  <a:lnTo>
                    <a:pt x="595998" y="996378"/>
                  </a:lnTo>
                  <a:lnTo>
                    <a:pt x="641426" y="985354"/>
                  </a:lnTo>
                  <a:lnTo>
                    <a:pt x="685139" y="970305"/>
                  </a:lnTo>
                  <a:lnTo>
                    <a:pt x="726935" y="951420"/>
                  </a:lnTo>
                  <a:lnTo>
                    <a:pt x="766584" y="928916"/>
                  </a:lnTo>
                  <a:lnTo>
                    <a:pt x="803884" y="902995"/>
                  </a:lnTo>
                  <a:lnTo>
                    <a:pt x="838631" y="873887"/>
                  </a:lnTo>
                  <a:lnTo>
                    <a:pt x="870610" y="841781"/>
                  </a:lnTo>
                  <a:lnTo>
                    <a:pt x="899604" y="806907"/>
                  </a:lnTo>
                  <a:lnTo>
                    <a:pt x="925423" y="769467"/>
                  </a:lnTo>
                  <a:lnTo>
                    <a:pt x="947851" y="729665"/>
                  </a:lnTo>
                  <a:lnTo>
                    <a:pt x="966660" y="687730"/>
                  </a:lnTo>
                  <a:lnTo>
                    <a:pt x="981659" y="643851"/>
                  </a:lnTo>
                  <a:lnTo>
                    <a:pt x="992632" y="598246"/>
                  </a:lnTo>
                  <a:lnTo>
                    <a:pt x="999375" y="551129"/>
                  </a:lnTo>
                  <a:lnTo>
                    <a:pt x="1001661" y="502716"/>
                  </a:lnTo>
                  <a:lnTo>
                    <a:pt x="999210" y="453034"/>
                  </a:lnTo>
                  <a:lnTo>
                    <a:pt x="992505" y="407885"/>
                  </a:lnTo>
                  <a:lnTo>
                    <a:pt x="998588" y="402844"/>
                  </a:lnTo>
                  <a:lnTo>
                    <a:pt x="1026858" y="368452"/>
                  </a:lnTo>
                  <a:lnTo>
                    <a:pt x="1048207" y="328993"/>
                  </a:lnTo>
                  <a:lnTo>
                    <a:pt x="1061707" y="285381"/>
                  </a:lnTo>
                  <a:lnTo>
                    <a:pt x="1066406" y="238556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5929312" y="2016505"/>
              <a:ext cx="751840" cy="683260"/>
            </a:xfrm>
            <a:custGeom>
              <a:avLst/>
              <a:gdLst/>
              <a:ahLst/>
              <a:cxnLst/>
              <a:rect l="l" t="t" r="r" b="b"/>
              <a:pathLst>
                <a:path w="751840" h="683260">
                  <a:moveTo>
                    <a:pt x="751611" y="155054"/>
                  </a:moveTo>
                  <a:lnTo>
                    <a:pt x="739838" y="95719"/>
                  </a:lnTo>
                  <a:lnTo>
                    <a:pt x="706335" y="45415"/>
                  </a:lnTo>
                  <a:lnTo>
                    <a:pt x="656183" y="11798"/>
                  </a:lnTo>
                  <a:lnTo>
                    <a:pt x="597014" y="0"/>
                  </a:lnTo>
                  <a:lnTo>
                    <a:pt x="548157" y="7899"/>
                  </a:lnTo>
                  <a:lnTo>
                    <a:pt x="505714" y="29908"/>
                  </a:lnTo>
                  <a:lnTo>
                    <a:pt x="496252" y="39408"/>
                  </a:lnTo>
                  <a:lnTo>
                    <a:pt x="494220" y="38150"/>
                  </a:lnTo>
                  <a:lnTo>
                    <a:pt x="445223" y="17792"/>
                  </a:lnTo>
                  <a:lnTo>
                    <a:pt x="393509" y="5295"/>
                  </a:lnTo>
                  <a:lnTo>
                    <a:pt x="340004" y="1041"/>
                  </a:lnTo>
                  <a:lnTo>
                    <a:pt x="293865" y="4165"/>
                  </a:lnTo>
                  <a:lnTo>
                    <a:pt x="249618" y="13233"/>
                  </a:lnTo>
                  <a:lnTo>
                    <a:pt x="207657" y="27851"/>
                  </a:lnTo>
                  <a:lnTo>
                    <a:pt x="168402" y="47612"/>
                  </a:lnTo>
                  <a:lnTo>
                    <a:pt x="132232" y="72123"/>
                  </a:lnTo>
                  <a:lnTo>
                    <a:pt x="99580" y="100952"/>
                  </a:lnTo>
                  <a:lnTo>
                    <a:pt x="70840" y="133705"/>
                  </a:lnTo>
                  <a:lnTo>
                    <a:pt x="46418" y="169989"/>
                  </a:lnTo>
                  <a:lnTo>
                    <a:pt x="26720" y="209372"/>
                  </a:lnTo>
                  <a:lnTo>
                    <a:pt x="12141" y="251472"/>
                  </a:lnTo>
                  <a:lnTo>
                    <a:pt x="3098" y="295859"/>
                  </a:lnTo>
                  <a:lnTo>
                    <a:pt x="0" y="342138"/>
                  </a:lnTo>
                  <a:lnTo>
                    <a:pt x="3098" y="388429"/>
                  </a:lnTo>
                  <a:lnTo>
                    <a:pt x="12141" y="432816"/>
                  </a:lnTo>
                  <a:lnTo>
                    <a:pt x="26720" y="474916"/>
                  </a:lnTo>
                  <a:lnTo>
                    <a:pt x="46418" y="514299"/>
                  </a:lnTo>
                  <a:lnTo>
                    <a:pt x="70840" y="550583"/>
                  </a:lnTo>
                  <a:lnTo>
                    <a:pt x="99580" y="583336"/>
                  </a:lnTo>
                  <a:lnTo>
                    <a:pt x="132232" y="612165"/>
                  </a:lnTo>
                  <a:lnTo>
                    <a:pt x="168402" y="636676"/>
                  </a:lnTo>
                  <a:lnTo>
                    <a:pt x="207657" y="656437"/>
                  </a:lnTo>
                  <a:lnTo>
                    <a:pt x="249618" y="671055"/>
                  </a:lnTo>
                  <a:lnTo>
                    <a:pt x="293865" y="680123"/>
                  </a:lnTo>
                  <a:lnTo>
                    <a:pt x="340004" y="683247"/>
                  </a:lnTo>
                  <a:lnTo>
                    <a:pt x="386143" y="680123"/>
                  </a:lnTo>
                  <a:lnTo>
                    <a:pt x="430390" y="671055"/>
                  </a:lnTo>
                  <a:lnTo>
                    <a:pt x="472351" y="656437"/>
                  </a:lnTo>
                  <a:lnTo>
                    <a:pt x="511619" y="636676"/>
                  </a:lnTo>
                  <a:lnTo>
                    <a:pt x="547776" y="612165"/>
                  </a:lnTo>
                  <a:lnTo>
                    <a:pt x="580428" y="583336"/>
                  </a:lnTo>
                  <a:lnTo>
                    <a:pt x="609168" y="550583"/>
                  </a:lnTo>
                  <a:lnTo>
                    <a:pt x="633590" y="514299"/>
                  </a:lnTo>
                  <a:lnTo>
                    <a:pt x="653300" y="474916"/>
                  </a:lnTo>
                  <a:lnTo>
                    <a:pt x="667867" y="432816"/>
                  </a:lnTo>
                  <a:lnTo>
                    <a:pt x="676910" y="388429"/>
                  </a:lnTo>
                  <a:lnTo>
                    <a:pt x="680008" y="342138"/>
                  </a:lnTo>
                  <a:lnTo>
                    <a:pt x="675779" y="288467"/>
                  </a:lnTo>
                  <a:lnTo>
                    <a:pt x="675398" y="286905"/>
                  </a:lnTo>
                  <a:lnTo>
                    <a:pt x="688314" y="280200"/>
                  </a:lnTo>
                  <a:lnTo>
                    <a:pt x="721779" y="246634"/>
                  </a:lnTo>
                  <a:lnTo>
                    <a:pt x="743724" y="204063"/>
                  </a:lnTo>
                  <a:lnTo>
                    <a:pt x="751611" y="1550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5978826" y="2067366"/>
              <a:ext cx="581025" cy="582930"/>
            </a:xfrm>
            <a:custGeom>
              <a:avLst/>
              <a:gdLst/>
              <a:ahLst/>
              <a:cxnLst/>
              <a:rect l="l" t="t" r="r" b="b"/>
              <a:pathLst>
                <a:path w="581025" h="582930">
                  <a:moveTo>
                    <a:pt x="290498" y="582525"/>
                  </a:moveTo>
                  <a:lnTo>
                    <a:pt x="243377" y="578713"/>
                  </a:lnTo>
                  <a:lnTo>
                    <a:pt x="198678" y="567676"/>
                  </a:lnTo>
                  <a:lnTo>
                    <a:pt x="156997" y="550015"/>
                  </a:lnTo>
                  <a:lnTo>
                    <a:pt x="118933" y="526328"/>
                  </a:lnTo>
                  <a:lnTo>
                    <a:pt x="85084" y="497216"/>
                  </a:lnTo>
                  <a:lnTo>
                    <a:pt x="56049" y="463278"/>
                  </a:lnTo>
                  <a:lnTo>
                    <a:pt x="32424" y="425114"/>
                  </a:lnTo>
                  <a:lnTo>
                    <a:pt x="14809" y="383324"/>
                  </a:lnTo>
                  <a:lnTo>
                    <a:pt x="3802" y="338507"/>
                  </a:lnTo>
                  <a:lnTo>
                    <a:pt x="0" y="291262"/>
                  </a:lnTo>
                  <a:lnTo>
                    <a:pt x="3688" y="245424"/>
                  </a:lnTo>
                  <a:lnTo>
                    <a:pt x="14809" y="199201"/>
                  </a:lnTo>
                  <a:lnTo>
                    <a:pt x="32424" y="157410"/>
                  </a:lnTo>
                  <a:lnTo>
                    <a:pt x="56049" y="119246"/>
                  </a:lnTo>
                  <a:lnTo>
                    <a:pt x="85084" y="85308"/>
                  </a:lnTo>
                  <a:lnTo>
                    <a:pt x="118933" y="56196"/>
                  </a:lnTo>
                  <a:lnTo>
                    <a:pt x="156997" y="32510"/>
                  </a:lnTo>
                  <a:lnTo>
                    <a:pt x="198678" y="14848"/>
                  </a:lnTo>
                  <a:lnTo>
                    <a:pt x="243377" y="3812"/>
                  </a:lnTo>
                  <a:lnTo>
                    <a:pt x="290498" y="0"/>
                  </a:lnTo>
                  <a:lnTo>
                    <a:pt x="336216" y="3628"/>
                  </a:lnTo>
                  <a:lnTo>
                    <a:pt x="380397" y="14297"/>
                  </a:lnTo>
                  <a:lnTo>
                    <a:pt x="422260" y="31683"/>
                  </a:lnTo>
                  <a:lnTo>
                    <a:pt x="461025" y="55461"/>
                  </a:lnTo>
                  <a:lnTo>
                    <a:pt x="495911" y="85308"/>
                  </a:lnTo>
                  <a:lnTo>
                    <a:pt x="525680" y="120287"/>
                  </a:lnTo>
                  <a:lnTo>
                    <a:pt x="549396" y="159154"/>
                  </a:lnTo>
                  <a:lnTo>
                    <a:pt x="566737" y="201127"/>
                  </a:lnTo>
                  <a:lnTo>
                    <a:pt x="577378" y="245424"/>
                  </a:lnTo>
                  <a:lnTo>
                    <a:pt x="580997" y="291262"/>
                  </a:lnTo>
                  <a:lnTo>
                    <a:pt x="577195" y="338507"/>
                  </a:lnTo>
                  <a:lnTo>
                    <a:pt x="566187" y="383324"/>
                  </a:lnTo>
                  <a:lnTo>
                    <a:pt x="548572" y="425114"/>
                  </a:lnTo>
                  <a:lnTo>
                    <a:pt x="524947" y="463278"/>
                  </a:lnTo>
                  <a:lnTo>
                    <a:pt x="495911" y="497216"/>
                  </a:lnTo>
                  <a:lnTo>
                    <a:pt x="462063" y="526328"/>
                  </a:lnTo>
                  <a:lnTo>
                    <a:pt x="423999" y="550015"/>
                  </a:lnTo>
                  <a:lnTo>
                    <a:pt x="382318" y="567676"/>
                  </a:lnTo>
                  <a:lnTo>
                    <a:pt x="337618" y="578713"/>
                  </a:lnTo>
                  <a:lnTo>
                    <a:pt x="290498" y="582525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420383" y="2065002"/>
              <a:ext cx="212190" cy="213143"/>
            </a:xfrm>
            <a:prstGeom prst="rect">
              <a:avLst/>
            </a:prstGeom>
          </p:spPr>
        </p:pic>
        <p:sp>
          <p:nvSpPr>
            <p:cNvPr id="63" name="object 63" descr=""/>
            <p:cNvSpPr/>
            <p:nvPr/>
          </p:nvSpPr>
          <p:spPr>
            <a:xfrm>
              <a:off x="6118695" y="2207272"/>
              <a:ext cx="301625" cy="300990"/>
            </a:xfrm>
            <a:custGeom>
              <a:avLst/>
              <a:gdLst/>
              <a:ahLst/>
              <a:cxnLst/>
              <a:rect l="l" t="t" r="r" b="b"/>
              <a:pathLst>
                <a:path w="301625" h="300989">
                  <a:moveTo>
                    <a:pt x="301244" y="120650"/>
                  </a:moveTo>
                  <a:lnTo>
                    <a:pt x="180682" y="120650"/>
                  </a:lnTo>
                  <a:lnTo>
                    <a:pt x="180682" y="0"/>
                  </a:lnTo>
                  <a:lnTo>
                    <a:pt x="120561" y="0"/>
                  </a:lnTo>
                  <a:lnTo>
                    <a:pt x="120561" y="120650"/>
                  </a:lnTo>
                  <a:lnTo>
                    <a:pt x="0" y="120650"/>
                  </a:lnTo>
                  <a:lnTo>
                    <a:pt x="0" y="180340"/>
                  </a:lnTo>
                  <a:lnTo>
                    <a:pt x="120561" y="180340"/>
                  </a:lnTo>
                  <a:lnTo>
                    <a:pt x="120561" y="300990"/>
                  </a:lnTo>
                  <a:lnTo>
                    <a:pt x="180682" y="300990"/>
                  </a:lnTo>
                  <a:lnTo>
                    <a:pt x="180682" y="180340"/>
                  </a:lnTo>
                  <a:lnTo>
                    <a:pt x="301244" y="180340"/>
                  </a:lnTo>
                  <a:lnTo>
                    <a:pt x="301244" y="1206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528504" y="2177850"/>
              <a:ext cx="2995295" cy="2597785"/>
            </a:xfrm>
            <a:custGeom>
              <a:avLst/>
              <a:gdLst/>
              <a:ahLst/>
              <a:cxnLst/>
              <a:rect l="l" t="t" r="r" b="b"/>
              <a:pathLst>
                <a:path w="2995295" h="2597785">
                  <a:moveTo>
                    <a:pt x="2995124" y="0"/>
                  </a:moveTo>
                  <a:lnTo>
                    <a:pt x="2995124" y="2597632"/>
                  </a:lnTo>
                  <a:lnTo>
                    <a:pt x="0" y="2597632"/>
                  </a:lnTo>
                </a:path>
              </a:pathLst>
            </a:custGeom>
            <a:ln w="38099">
              <a:solidFill>
                <a:srgbClr val="E473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 descr=""/>
          <p:cNvSpPr txBox="1"/>
          <p:nvPr/>
        </p:nvSpPr>
        <p:spPr>
          <a:xfrm>
            <a:off x="6936380" y="1599023"/>
            <a:ext cx="94297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0F9D58"/>
                </a:solidFill>
                <a:latin typeface="Roboto"/>
                <a:cs typeface="Roboto"/>
              </a:rPr>
              <a:t>ReplicaSet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1" name="object 7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66" name="object 66" descr=""/>
          <p:cNvSpPr txBox="1"/>
          <p:nvPr/>
        </p:nvSpPr>
        <p:spPr>
          <a:xfrm>
            <a:off x="7040324" y="1827623"/>
            <a:ext cx="177165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1460" indent="-238760">
              <a:lnSpc>
                <a:spcPct val="100000"/>
              </a:lnSpc>
              <a:spcBef>
                <a:spcPts val="100"/>
              </a:spcBef>
              <a:buChar char="-"/>
              <a:tabLst>
                <a:tab pos="251460" algn="l"/>
              </a:tabLst>
            </a:pPr>
            <a:r>
              <a:rPr dirty="0" sz="1500" b="1">
                <a:solidFill>
                  <a:srgbClr val="0F9D58"/>
                </a:solidFill>
                <a:latin typeface="Roboto"/>
                <a:cs typeface="Roboto"/>
              </a:rPr>
              <a:t>name:</a:t>
            </a:r>
            <a:r>
              <a:rPr dirty="0" sz="1500" spc="20" b="1">
                <a:solidFill>
                  <a:srgbClr val="0F9D58"/>
                </a:solidFill>
                <a:latin typeface="Roboto"/>
                <a:cs typeface="Roboto"/>
              </a:rPr>
              <a:t> </a:t>
            </a:r>
            <a:r>
              <a:rPr dirty="0" sz="1500" spc="-20" b="1">
                <a:solidFill>
                  <a:srgbClr val="0F9D58"/>
                </a:solidFill>
                <a:latin typeface="Roboto"/>
                <a:cs typeface="Roboto"/>
              </a:rPr>
              <a:t>my-app-</a:t>
            </a:r>
            <a:r>
              <a:rPr dirty="0" sz="1500" spc="-25" b="1">
                <a:solidFill>
                  <a:srgbClr val="0F9D58"/>
                </a:solidFill>
                <a:latin typeface="Roboto"/>
                <a:cs typeface="Roboto"/>
              </a:rPr>
              <a:t>v2</a:t>
            </a:r>
            <a:endParaRPr sz="1500">
              <a:latin typeface="Roboto"/>
              <a:cs typeface="Roboto"/>
            </a:endParaRPr>
          </a:p>
          <a:p>
            <a:pPr marL="251460" indent="-238760">
              <a:lnSpc>
                <a:spcPct val="100000"/>
              </a:lnSpc>
              <a:buChar char="-"/>
              <a:tabLst>
                <a:tab pos="251460" algn="l"/>
              </a:tabLst>
            </a:pPr>
            <a:r>
              <a:rPr dirty="0" sz="1500" spc="-10" b="1">
                <a:solidFill>
                  <a:srgbClr val="0F9D58"/>
                </a:solidFill>
                <a:latin typeface="Roboto"/>
                <a:cs typeface="Roboto"/>
              </a:rPr>
              <a:t>replicas:</a:t>
            </a:r>
            <a:r>
              <a:rPr dirty="0" sz="1500" spc="-15" b="1">
                <a:solidFill>
                  <a:srgbClr val="0F9D58"/>
                </a:solidFill>
                <a:latin typeface="Roboto"/>
                <a:cs typeface="Roboto"/>
              </a:rPr>
              <a:t> </a:t>
            </a:r>
            <a:r>
              <a:rPr dirty="0" sz="1500" spc="-50" b="1">
                <a:solidFill>
                  <a:srgbClr val="0F9D58"/>
                </a:solidFill>
                <a:latin typeface="Roboto"/>
                <a:cs typeface="Roboto"/>
              </a:rPr>
              <a:t>3</a:t>
            </a:r>
            <a:endParaRPr sz="1500">
              <a:latin typeface="Roboto"/>
              <a:cs typeface="Roboto"/>
            </a:endParaRPr>
          </a:p>
          <a:p>
            <a:pPr marL="251460" indent="-238760">
              <a:lnSpc>
                <a:spcPct val="100000"/>
              </a:lnSpc>
              <a:buChar char="-"/>
              <a:tabLst>
                <a:tab pos="251460" algn="l"/>
              </a:tabLst>
            </a:pPr>
            <a:r>
              <a:rPr dirty="0" sz="1500" spc="-10" b="1">
                <a:solidFill>
                  <a:srgbClr val="0F9D58"/>
                </a:solidFill>
                <a:latin typeface="Roboto"/>
                <a:cs typeface="Roboto"/>
              </a:rPr>
              <a:t>selector: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7383224" y="2513423"/>
            <a:ext cx="128651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1460" indent="-238760">
              <a:lnSpc>
                <a:spcPct val="100000"/>
              </a:lnSpc>
              <a:spcBef>
                <a:spcPts val="100"/>
              </a:spcBef>
              <a:buChar char="-"/>
              <a:tabLst>
                <a:tab pos="251460" algn="l"/>
              </a:tabLst>
            </a:pPr>
            <a:r>
              <a:rPr dirty="0" sz="1500" b="1">
                <a:solidFill>
                  <a:srgbClr val="0F9D58"/>
                </a:solidFill>
                <a:latin typeface="Roboto"/>
                <a:cs typeface="Roboto"/>
              </a:rPr>
              <a:t>app:</a:t>
            </a:r>
            <a:r>
              <a:rPr dirty="0" sz="1500" spc="-50" b="1">
                <a:solidFill>
                  <a:srgbClr val="0F9D58"/>
                </a:solidFill>
                <a:latin typeface="Roboto"/>
                <a:cs typeface="Roboto"/>
              </a:rPr>
              <a:t> </a:t>
            </a:r>
            <a:r>
              <a:rPr dirty="0" sz="1500" spc="-10" b="1">
                <a:solidFill>
                  <a:srgbClr val="0F9D58"/>
                </a:solidFill>
                <a:latin typeface="Roboto"/>
                <a:cs typeface="Roboto"/>
              </a:rPr>
              <a:t>MyApp</a:t>
            </a:r>
            <a:endParaRPr sz="1500">
              <a:latin typeface="Roboto"/>
              <a:cs typeface="Roboto"/>
            </a:endParaRPr>
          </a:p>
          <a:p>
            <a:pPr marL="251460" indent="-238760">
              <a:lnSpc>
                <a:spcPct val="100000"/>
              </a:lnSpc>
              <a:buChar char="-"/>
              <a:tabLst>
                <a:tab pos="251460" algn="l"/>
              </a:tabLst>
            </a:pPr>
            <a:r>
              <a:rPr dirty="0" sz="1500" spc="-10" b="1">
                <a:solidFill>
                  <a:srgbClr val="0F9D58"/>
                </a:solidFill>
                <a:latin typeface="Roboto"/>
                <a:cs typeface="Roboto"/>
              </a:rPr>
              <a:t>version:</a:t>
            </a:r>
            <a:r>
              <a:rPr dirty="0" sz="1500" spc="-15" b="1">
                <a:solidFill>
                  <a:srgbClr val="0F9D58"/>
                </a:solidFill>
                <a:latin typeface="Roboto"/>
                <a:cs typeface="Roboto"/>
              </a:rPr>
              <a:t> </a:t>
            </a:r>
            <a:r>
              <a:rPr dirty="0" sz="1500" spc="-25" b="1">
                <a:solidFill>
                  <a:srgbClr val="0F9D58"/>
                </a:solidFill>
                <a:latin typeface="Roboto"/>
                <a:cs typeface="Roboto"/>
              </a:rPr>
              <a:t>v2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3495168" y="617854"/>
            <a:ext cx="139065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D84437"/>
                </a:solidFill>
                <a:latin typeface="Roboto"/>
                <a:cs typeface="Roboto"/>
              </a:rPr>
              <a:t>Service</a:t>
            </a:r>
            <a:endParaRPr sz="1500">
              <a:latin typeface="Roboto"/>
              <a:cs typeface="Roboto"/>
            </a:endParaRPr>
          </a:p>
          <a:p>
            <a:pPr marL="116205">
              <a:lnSpc>
                <a:spcPct val="100000"/>
              </a:lnSpc>
              <a:tabLst>
                <a:tab pos="354965" algn="l"/>
              </a:tabLst>
            </a:pPr>
            <a:r>
              <a:rPr dirty="0" sz="1500" spc="-50" b="1">
                <a:solidFill>
                  <a:srgbClr val="D84437"/>
                </a:solidFill>
                <a:latin typeface="Roboto"/>
                <a:cs typeface="Roboto"/>
              </a:rPr>
              <a:t>-</a:t>
            </a:r>
            <a:r>
              <a:rPr dirty="0" sz="1500" b="1">
                <a:solidFill>
                  <a:srgbClr val="D84437"/>
                </a:solidFill>
                <a:latin typeface="Roboto"/>
                <a:cs typeface="Roboto"/>
              </a:rPr>
              <a:t>	app:</a:t>
            </a:r>
            <a:r>
              <a:rPr dirty="0" sz="1500" spc="-50" b="1">
                <a:solidFill>
                  <a:srgbClr val="D84437"/>
                </a:solidFill>
                <a:latin typeface="Roboto"/>
                <a:cs typeface="Roboto"/>
              </a:rPr>
              <a:t> </a:t>
            </a:r>
            <a:r>
              <a:rPr dirty="0" sz="1500" spc="-10" b="1">
                <a:solidFill>
                  <a:srgbClr val="D84437"/>
                </a:solidFill>
                <a:latin typeface="Roboto"/>
                <a:cs typeface="Roboto"/>
              </a:rPr>
              <a:t>MyApp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69" name="object 6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Rolling</a:t>
            </a:r>
            <a:r>
              <a:rPr dirty="0" spc="-35"/>
              <a:t> </a:t>
            </a:r>
            <a:r>
              <a:rPr dirty="0" spc="-10"/>
              <a:t>Update</a:t>
            </a:r>
          </a:p>
        </p:txBody>
      </p:sp>
      <p:sp>
        <p:nvSpPr>
          <p:cNvPr id="70" name="object 70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168348" y="1164309"/>
            <a:ext cx="4607560" cy="3623310"/>
            <a:chOff x="3168348" y="1164309"/>
            <a:chExt cx="4607560" cy="3623310"/>
          </a:xfrm>
        </p:grpSpPr>
        <p:sp>
          <p:nvSpPr>
            <p:cNvPr id="3" name="object 3" descr=""/>
            <p:cNvSpPr/>
            <p:nvPr/>
          </p:nvSpPr>
          <p:spPr>
            <a:xfrm>
              <a:off x="4525157" y="2170911"/>
              <a:ext cx="2809875" cy="2597785"/>
            </a:xfrm>
            <a:custGeom>
              <a:avLst/>
              <a:gdLst/>
              <a:ahLst/>
              <a:cxnLst/>
              <a:rect l="l" t="t" r="r" b="b"/>
              <a:pathLst>
                <a:path w="2809875" h="2597785">
                  <a:moveTo>
                    <a:pt x="0" y="0"/>
                  </a:moveTo>
                  <a:lnTo>
                    <a:pt x="0" y="2597632"/>
                  </a:lnTo>
                  <a:lnTo>
                    <a:pt x="2809821" y="2597632"/>
                  </a:lnTo>
                </a:path>
              </a:pathLst>
            </a:custGeom>
            <a:ln w="38099">
              <a:solidFill>
                <a:srgbClr val="E473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4806899" y="3607422"/>
              <a:ext cx="961390" cy="899794"/>
            </a:xfrm>
            <a:custGeom>
              <a:avLst/>
              <a:gdLst/>
              <a:ahLst/>
              <a:cxnLst/>
              <a:rect l="l" t="t" r="r" b="b"/>
              <a:pathLst>
                <a:path w="961389" h="899795">
                  <a:moveTo>
                    <a:pt x="961313" y="201891"/>
                  </a:moveTo>
                  <a:lnTo>
                    <a:pt x="957389" y="162318"/>
                  </a:lnTo>
                  <a:lnTo>
                    <a:pt x="945934" y="124625"/>
                  </a:lnTo>
                  <a:lnTo>
                    <a:pt x="927366" y="89877"/>
                  </a:lnTo>
                  <a:lnTo>
                    <a:pt x="902131" y="59131"/>
                  </a:lnTo>
                  <a:lnTo>
                    <a:pt x="871347" y="33921"/>
                  </a:lnTo>
                  <a:lnTo>
                    <a:pt x="836574" y="15367"/>
                  </a:lnTo>
                  <a:lnTo>
                    <a:pt x="798855" y="3911"/>
                  </a:lnTo>
                  <a:lnTo>
                    <a:pt x="759244" y="0"/>
                  </a:lnTo>
                  <a:lnTo>
                    <a:pt x="712914" y="5321"/>
                  </a:lnTo>
                  <a:lnTo>
                    <a:pt x="670394" y="20510"/>
                  </a:lnTo>
                  <a:lnTo>
                    <a:pt x="632866" y="44348"/>
                  </a:lnTo>
                  <a:lnTo>
                    <a:pt x="614095" y="63106"/>
                  </a:lnTo>
                  <a:lnTo>
                    <a:pt x="581685" y="49669"/>
                  </a:lnTo>
                  <a:lnTo>
                    <a:pt x="534809" y="36144"/>
                  </a:lnTo>
                  <a:lnTo>
                    <a:pt x="486486" y="27889"/>
                  </a:lnTo>
                  <a:lnTo>
                    <a:pt x="437159" y="25095"/>
                  </a:lnTo>
                  <a:lnTo>
                    <a:pt x="389521" y="27660"/>
                  </a:lnTo>
                  <a:lnTo>
                    <a:pt x="343382" y="35179"/>
                  </a:lnTo>
                  <a:lnTo>
                    <a:pt x="298983" y="47383"/>
                  </a:lnTo>
                  <a:lnTo>
                    <a:pt x="256603" y="63995"/>
                  </a:lnTo>
                  <a:lnTo>
                    <a:pt x="216522" y="84772"/>
                  </a:lnTo>
                  <a:lnTo>
                    <a:pt x="178981" y="109423"/>
                  </a:lnTo>
                  <a:lnTo>
                    <a:pt x="144259" y="137693"/>
                  </a:lnTo>
                  <a:lnTo>
                    <a:pt x="112623" y="169316"/>
                  </a:lnTo>
                  <a:lnTo>
                    <a:pt x="84340" y="204025"/>
                  </a:lnTo>
                  <a:lnTo>
                    <a:pt x="59690" y="241554"/>
                  </a:lnTo>
                  <a:lnTo>
                    <a:pt x="38912" y="281635"/>
                  </a:lnTo>
                  <a:lnTo>
                    <a:pt x="22288" y="324002"/>
                  </a:lnTo>
                  <a:lnTo>
                    <a:pt x="10083" y="368388"/>
                  </a:lnTo>
                  <a:lnTo>
                    <a:pt x="2565" y="414515"/>
                  </a:lnTo>
                  <a:lnTo>
                    <a:pt x="0" y="462140"/>
                  </a:lnTo>
                  <a:lnTo>
                    <a:pt x="2565" y="509765"/>
                  </a:lnTo>
                  <a:lnTo>
                    <a:pt x="10083" y="555891"/>
                  </a:lnTo>
                  <a:lnTo>
                    <a:pt x="22288" y="600278"/>
                  </a:lnTo>
                  <a:lnTo>
                    <a:pt x="38912" y="642645"/>
                  </a:lnTo>
                  <a:lnTo>
                    <a:pt x="59690" y="682726"/>
                  </a:lnTo>
                  <a:lnTo>
                    <a:pt x="84340" y="720255"/>
                  </a:lnTo>
                  <a:lnTo>
                    <a:pt x="112623" y="754964"/>
                  </a:lnTo>
                  <a:lnTo>
                    <a:pt x="144259" y="786587"/>
                  </a:lnTo>
                  <a:lnTo>
                    <a:pt x="178981" y="814857"/>
                  </a:lnTo>
                  <a:lnTo>
                    <a:pt x="216522" y="839508"/>
                  </a:lnTo>
                  <a:lnTo>
                    <a:pt x="256603" y="860285"/>
                  </a:lnTo>
                  <a:lnTo>
                    <a:pt x="298983" y="876896"/>
                  </a:lnTo>
                  <a:lnTo>
                    <a:pt x="343382" y="889101"/>
                  </a:lnTo>
                  <a:lnTo>
                    <a:pt x="389521" y="896620"/>
                  </a:lnTo>
                  <a:lnTo>
                    <a:pt x="437159" y="899185"/>
                  </a:lnTo>
                  <a:lnTo>
                    <a:pt x="484797" y="896620"/>
                  </a:lnTo>
                  <a:lnTo>
                    <a:pt x="530936" y="889101"/>
                  </a:lnTo>
                  <a:lnTo>
                    <a:pt x="575335" y="876896"/>
                  </a:lnTo>
                  <a:lnTo>
                    <a:pt x="617715" y="860285"/>
                  </a:lnTo>
                  <a:lnTo>
                    <a:pt x="657796" y="839508"/>
                  </a:lnTo>
                  <a:lnTo>
                    <a:pt x="695337" y="814857"/>
                  </a:lnTo>
                  <a:lnTo>
                    <a:pt x="730059" y="786587"/>
                  </a:lnTo>
                  <a:lnTo>
                    <a:pt x="761695" y="754964"/>
                  </a:lnTo>
                  <a:lnTo>
                    <a:pt x="789965" y="720255"/>
                  </a:lnTo>
                  <a:lnTo>
                    <a:pt x="814628" y="682726"/>
                  </a:lnTo>
                  <a:lnTo>
                    <a:pt x="835406" y="642645"/>
                  </a:lnTo>
                  <a:lnTo>
                    <a:pt x="852030" y="600278"/>
                  </a:lnTo>
                  <a:lnTo>
                    <a:pt x="864235" y="555891"/>
                  </a:lnTo>
                  <a:lnTo>
                    <a:pt x="871753" y="509765"/>
                  </a:lnTo>
                  <a:lnTo>
                    <a:pt x="874318" y="462140"/>
                  </a:lnTo>
                  <a:lnTo>
                    <a:pt x="871524" y="412826"/>
                  </a:lnTo>
                  <a:lnTo>
                    <a:pt x="864666" y="372745"/>
                  </a:lnTo>
                  <a:lnTo>
                    <a:pt x="885621" y="359422"/>
                  </a:lnTo>
                  <a:lnTo>
                    <a:pt x="916914" y="328168"/>
                  </a:lnTo>
                  <a:lnTo>
                    <a:pt x="940765" y="290677"/>
                  </a:lnTo>
                  <a:lnTo>
                    <a:pt x="955967" y="248183"/>
                  </a:lnTo>
                  <a:lnTo>
                    <a:pt x="961313" y="201891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424435" y="3667739"/>
              <a:ext cx="283845" cy="283210"/>
            </a:xfrm>
            <a:custGeom>
              <a:avLst/>
              <a:gdLst/>
              <a:ahLst/>
              <a:cxnLst/>
              <a:rect l="l" t="t" r="r" b="b"/>
              <a:pathLst>
                <a:path w="283845" h="283210">
                  <a:moveTo>
                    <a:pt x="141711" y="283121"/>
                  </a:moveTo>
                  <a:lnTo>
                    <a:pt x="96919" y="275904"/>
                  </a:lnTo>
                  <a:lnTo>
                    <a:pt x="58018" y="255808"/>
                  </a:lnTo>
                  <a:lnTo>
                    <a:pt x="27341" y="225165"/>
                  </a:lnTo>
                  <a:lnTo>
                    <a:pt x="7224" y="186305"/>
                  </a:lnTo>
                  <a:lnTo>
                    <a:pt x="0" y="141560"/>
                  </a:lnTo>
                  <a:lnTo>
                    <a:pt x="7224" y="96816"/>
                  </a:lnTo>
                  <a:lnTo>
                    <a:pt x="27341" y="57956"/>
                  </a:lnTo>
                  <a:lnTo>
                    <a:pt x="58018" y="27312"/>
                  </a:lnTo>
                  <a:lnTo>
                    <a:pt x="96919" y="7216"/>
                  </a:lnTo>
                  <a:lnTo>
                    <a:pt x="141711" y="0"/>
                  </a:lnTo>
                  <a:lnTo>
                    <a:pt x="169486" y="2745"/>
                  </a:lnTo>
                  <a:lnTo>
                    <a:pt x="220332" y="23783"/>
                  </a:lnTo>
                  <a:lnTo>
                    <a:pt x="259613" y="63022"/>
                  </a:lnTo>
                  <a:lnTo>
                    <a:pt x="280674" y="113814"/>
                  </a:lnTo>
                  <a:lnTo>
                    <a:pt x="283422" y="141560"/>
                  </a:lnTo>
                  <a:lnTo>
                    <a:pt x="276197" y="186305"/>
                  </a:lnTo>
                  <a:lnTo>
                    <a:pt x="256080" y="225165"/>
                  </a:lnTo>
                  <a:lnTo>
                    <a:pt x="225403" y="255808"/>
                  </a:lnTo>
                  <a:lnTo>
                    <a:pt x="186502" y="275904"/>
                  </a:lnTo>
                  <a:lnTo>
                    <a:pt x="141711" y="2831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531271" y="3746159"/>
              <a:ext cx="109855" cy="126364"/>
            </a:xfrm>
            <a:custGeom>
              <a:avLst/>
              <a:gdLst/>
              <a:ahLst/>
              <a:cxnLst/>
              <a:rect l="l" t="t" r="r" b="b"/>
              <a:pathLst>
                <a:path w="109854" h="126364">
                  <a:moveTo>
                    <a:pt x="0" y="126281"/>
                  </a:moveTo>
                  <a:lnTo>
                    <a:pt x="0" y="0"/>
                  </a:lnTo>
                  <a:lnTo>
                    <a:pt x="109232" y="63140"/>
                  </a:lnTo>
                  <a:lnTo>
                    <a:pt x="0" y="126281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10358" y="3832936"/>
              <a:ext cx="220122" cy="220621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5151894" y="3853027"/>
              <a:ext cx="125095" cy="125095"/>
            </a:xfrm>
            <a:custGeom>
              <a:avLst/>
              <a:gdLst/>
              <a:ahLst/>
              <a:cxnLst/>
              <a:rect l="l" t="t" r="r" b="b"/>
              <a:pathLst>
                <a:path w="125095" h="125095">
                  <a:moveTo>
                    <a:pt x="124472" y="69888"/>
                  </a:moveTo>
                  <a:lnTo>
                    <a:pt x="115671" y="65062"/>
                  </a:lnTo>
                  <a:lnTo>
                    <a:pt x="115747" y="58737"/>
                  </a:lnTo>
                  <a:lnTo>
                    <a:pt x="115100" y="55448"/>
                  </a:lnTo>
                  <a:lnTo>
                    <a:pt x="123113" y="50444"/>
                  </a:lnTo>
                  <a:lnTo>
                    <a:pt x="118300" y="35407"/>
                  </a:lnTo>
                  <a:lnTo>
                    <a:pt x="107835" y="36131"/>
                  </a:lnTo>
                  <a:lnTo>
                    <a:pt x="104165" y="30607"/>
                  </a:lnTo>
                  <a:lnTo>
                    <a:pt x="102946" y="29400"/>
                  </a:lnTo>
                  <a:lnTo>
                    <a:pt x="107530" y="19710"/>
                  </a:lnTo>
                  <a:lnTo>
                    <a:pt x="95313" y="9715"/>
                  </a:lnTo>
                  <a:lnTo>
                    <a:pt x="86093" y="16560"/>
                  </a:lnTo>
                  <a:lnTo>
                    <a:pt x="78473" y="13335"/>
                  </a:lnTo>
                  <a:lnTo>
                    <a:pt x="76847" y="1790"/>
                  </a:lnTo>
                  <a:lnTo>
                    <a:pt x="61137" y="0"/>
                  </a:lnTo>
                  <a:lnTo>
                    <a:pt x="56616" y="12065"/>
                  </a:lnTo>
                  <a:lnTo>
                    <a:pt x="50038" y="12598"/>
                  </a:lnTo>
                  <a:lnTo>
                    <a:pt x="42062" y="3187"/>
                  </a:lnTo>
                  <a:lnTo>
                    <a:pt x="27889" y="10198"/>
                  </a:lnTo>
                  <a:lnTo>
                    <a:pt x="30289" y="21183"/>
                  </a:lnTo>
                  <a:lnTo>
                    <a:pt x="28638" y="22009"/>
                  </a:lnTo>
                  <a:lnTo>
                    <a:pt x="24384" y="26847"/>
                  </a:lnTo>
                  <a:lnTo>
                    <a:pt x="13169" y="23444"/>
                  </a:lnTo>
                  <a:lnTo>
                    <a:pt x="5092" y="37020"/>
                  </a:lnTo>
                  <a:lnTo>
                    <a:pt x="12814" y="44742"/>
                  </a:lnTo>
                  <a:lnTo>
                    <a:pt x="10134" y="52857"/>
                  </a:lnTo>
                  <a:lnTo>
                    <a:pt x="0" y="55714"/>
                  </a:lnTo>
                  <a:lnTo>
                    <a:pt x="508" y="71526"/>
                  </a:lnTo>
                  <a:lnTo>
                    <a:pt x="10363" y="73672"/>
                  </a:lnTo>
                  <a:lnTo>
                    <a:pt x="10718" y="77495"/>
                  </a:lnTo>
                  <a:lnTo>
                    <a:pt x="13652" y="82943"/>
                  </a:lnTo>
                  <a:lnTo>
                    <a:pt x="6515" y="90995"/>
                  </a:lnTo>
                  <a:lnTo>
                    <a:pt x="15519" y="103974"/>
                  </a:lnTo>
                  <a:lnTo>
                    <a:pt x="26060" y="100050"/>
                  </a:lnTo>
                  <a:lnTo>
                    <a:pt x="32156" y="105117"/>
                  </a:lnTo>
                  <a:lnTo>
                    <a:pt x="30467" y="116370"/>
                  </a:lnTo>
                  <a:lnTo>
                    <a:pt x="45059" y="122415"/>
                  </a:lnTo>
                  <a:lnTo>
                    <a:pt x="51841" y="113322"/>
                  </a:lnTo>
                  <a:lnTo>
                    <a:pt x="56324" y="114731"/>
                  </a:lnTo>
                  <a:lnTo>
                    <a:pt x="60502" y="114401"/>
                  </a:lnTo>
                  <a:lnTo>
                    <a:pt x="65087" y="124739"/>
                  </a:lnTo>
                  <a:lnTo>
                    <a:pt x="80683" y="122047"/>
                  </a:lnTo>
                  <a:lnTo>
                    <a:pt x="81483" y="111061"/>
                  </a:lnTo>
                  <a:lnTo>
                    <a:pt x="89725" y="106921"/>
                  </a:lnTo>
                  <a:lnTo>
                    <a:pt x="98869" y="112877"/>
                  </a:lnTo>
                  <a:lnTo>
                    <a:pt x="110502" y="102171"/>
                  </a:lnTo>
                  <a:lnTo>
                    <a:pt x="105410" y="92925"/>
                  </a:lnTo>
                  <a:lnTo>
                    <a:pt x="109131" y="88696"/>
                  </a:lnTo>
                  <a:lnTo>
                    <a:pt x="110337" y="85051"/>
                  </a:lnTo>
                  <a:lnTo>
                    <a:pt x="120421" y="85166"/>
                  </a:lnTo>
                  <a:lnTo>
                    <a:pt x="124472" y="698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184076" y="3885650"/>
              <a:ext cx="63500" cy="60960"/>
            </a:xfrm>
            <a:custGeom>
              <a:avLst/>
              <a:gdLst/>
              <a:ahLst/>
              <a:cxnLst/>
              <a:rect l="l" t="t" r="r" b="b"/>
              <a:pathLst>
                <a:path w="63500" h="60960">
                  <a:moveTo>
                    <a:pt x="27672" y="60357"/>
                  </a:moveTo>
                  <a:lnTo>
                    <a:pt x="15833" y="56607"/>
                  </a:lnTo>
                  <a:lnTo>
                    <a:pt x="6681" y="49014"/>
                  </a:lnTo>
                  <a:lnTo>
                    <a:pt x="1106" y="38663"/>
                  </a:lnTo>
                  <a:lnTo>
                    <a:pt x="0" y="26637"/>
                  </a:lnTo>
                  <a:lnTo>
                    <a:pt x="3782" y="15169"/>
                  </a:lnTo>
                  <a:lnTo>
                    <a:pt x="11543" y="6335"/>
                  </a:lnTo>
                  <a:lnTo>
                    <a:pt x="22276" y="938"/>
                  </a:lnTo>
                  <a:lnTo>
                    <a:pt x="22846" y="938"/>
                  </a:lnTo>
                  <a:lnTo>
                    <a:pt x="34548" y="0"/>
                  </a:lnTo>
                  <a:lnTo>
                    <a:pt x="42799" y="938"/>
                  </a:lnTo>
                  <a:lnTo>
                    <a:pt x="50350" y="5019"/>
                  </a:lnTo>
                  <a:lnTo>
                    <a:pt x="60730" y="17666"/>
                  </a:lnTo>
                  <a:lnTo>
                    <a:pt x="63133" y="25715"/>
                  </a:lnTo>
                  <a:lnTo>
                    <a:pt x="62221" y="33719"/>
                  </a:lnTo>
                  <a:lnTo>
                    <a:pt x="58438" y="45188"/>
                  </a:lnTo>
                  <a:lnTo>
                    <a:pt x="50678" y="54022"/>
                  </a:lnTo>
                  <a:lnTo>
                    <a:pt x="40052" y="59364"/>
                  </a:lnTo>
                  <a:lnTo>
                    <a:pt x="27672" y="60357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074920" y="3985132"/>
              <a:ext cx="444500" cy="438150"/>
            </a:xfrm>
            <a:custGeom>
              <a:avLst/>
              <a:gdLst/>
              <a:ahLst/>
              <a:cxnLst/>
              <a:rect l="l" t="t" r="r" b="b"/>
              <a:pathLst>
                <a:path w="444500" h="438150">
                  <a:moveTo>
                    <a:pt x="444246" y="220916"/>
                  </a:moveTo>
                  <a:lnTo>
                    <a:pt x="411289" y="207403"/>
                  </a:lnTo>
                  <a:lnTo>
                    <a:pt x="409028" y="185140"/>
                  </a:lnTo>
                  <a:lnTo>
                    <a:pt x="405460" y="173761"/>
                  </a:lnTo>
                  <a:lnTo>
                    <a:pt x="431647" y="152958"/>
                  </a:lnTo>
                  <a:lnTo>
                    <a:pt x="408622" y="101892"/>
                  </a:lnTo>
                  <a:lnTo>
                    <a:pt x="372071" y="108597"/>
                  </a:lnTo>
                  <a:lnTo>
                    <a:pt x="356895" y="90614"/>
                  </a:lnTo>
                  <a:lnTo>
                    <a:pt x="352145" y="86855"/>
                  </a:lnTo>
                  <a:lnTo>
                    <a:pt x="364413" y="50876"/>
                  </a:lnTo>
                  <a:lnTo>
                    <a:pt x="317322" y="20535"/>
                  </a:lnTo>
                  <a:lnTo>
                    <a:pt x="287629" y="48348"/>
                  </a:lnTo>
                  <a:lnTo>
                    <a:pt x="259486" y="40043"/>
                  </a:lnTo>
                  <a:lnTo>
                    <a:pt x="259118" y="40017"/>
                  </a:lnTo>
                  <a:lnTo>
                    <a:pt x="249123" y="0"/>
                  </a:lnTo>
                  <a:lnTo>
                    <a:pt x="193040" y="0"/>
                  </a:lnTo>
                  <a:lnTo>
                    <a:pt x="182626" y="41617"/>
                  </a:lnTo>
                  <a:lnTo>
                    <a:pt x="171462" y="43065"/>
                  </a:lnTo>
                  <a:lnTo>
                    <a:pt x="158521" y="48374"/>
                  </a:lnTo>
                  <a:lnTo>
                    <a:pt x="127101" y="18923"/>
                  </a:lnTo>
                  <a:lnTo>
                    <a:pt x="80010" y="49276"/>
                  </a:lnTo>
                  <a:lnTo>
                    <a:pt x="92722" y="86601"/>
                  </a:lnTo>
                  <a:lnTo>
                    <a:pt x="87350" y="90614"/>
                  </a:lnTo>
                  <a:lnTo>
                    <a:pt x="72656" y="109080"/>
                  </a:lnTo>
                  <a:lnTo>
                    <a:pt x="33464" y="101892"/>
                  </a:lnTo>
                  <a:lnTo>
                    <a:pt x="10452" y="152958"/>
                  </a:lnTo>
                  <a:lnTo>
                    <a:pt x="37973" y="174828"/>
                  </a:lnTo>
                  <a:lnTo>
                    <a:pt x="33489" y="207175"/>
                  </a:lnTo>
                  <a:lnTo>
                    <a:pt x="0" y="220916"/>
                  </a:lnTo>
                  <a:lnTo>
                    <a:pt x="8153" y="276415"/>
                  </a:lnTo>
                  <a:lnTo>
                    <a:pt x="42392" y="279882"/>
                  </a:lnTo>
                  <a:lnTo>
                    <a:pt x="57213" y="313956"/>
                  </a:lnTo>
                  <a:lnTo>
                    <a:pt x="37122" y="342633"/>
                  </a:lnTo>
                  <a:lnTo>
                    <a:pt x="74066" y="384771"/>
                  </a:lnTo>
                  <a:lnTo>
                    <a:pt x="107937" y="367588"/>
                  </a:lnTo>
                  <a:lnTo>
                    <a:pt x="125933" y="381063"/>
                  </a:lnTo>
                  <a:lnTo>
                    <a:pt x="133096" y="384009"/>
                  </a:lnTo>
                  <a:lnTo>
                    <a:pt x="131699" y="422478"/>
                  </a:lnTo>
                  <a:lnTo>
                    <a:pt x="185521" y="437934"/>
                  </a:lnTo>
                  <a:lnTo>
                    <a:pt x="205181" y="404114"/>
                  </a:lnTo>
                  <a:lnTo>
                    <a:pt x="222123" y="406311"/>
                  </a:lnTo>
                  <a:lnTo>
                    <a:pt x="237286" y="404342"/>
                  </a:lnTo>
                  <a:lnTo>
                    <a:pt x="257048" y="438061"/>
                  </a:lnTo>
                  <a:lnTo>
                    <a:pt x="310883" y="422325"/>
                  </a:lnTo>
                  <a:lnTo>
                    <a:pt x="309384" y="384733"/>
                  </a:lnTo>
                  <a:lnTo>
                    <a:pt x="318325" y="381063"/>
                  </a:lnTo>
                  <a:lnTo>
                    <a:pt x="338213" y="366153"/>
                  </a:lnTo>
                  <a:lnTo>
                    <a:pt x="371284" y="382727"/>
                  </a:lnTo>
                  <a:lnTo>
                    <a:pt x="407962" y="340309"/>
                  </a:lnTo>
                  <a:lnTo>
                    <a:pt x="387896" y="311975"/>
                  </a:lnTo>
                  <a:lnTo>
                    <a:pt x="401853" y="279869"/>
                  </a:lnTo>
                  <a:lnTo>
                    <a:pt x="436092" y="276415"/>
                  </a:lnTo>
                  <a:lnTo>
                    <a:pt x="444246" y="2209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82022" y="4098776"/>
              <a:ext cx="222062" cy="215486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6814109" y="3607384"/>
              <a:ext cx="961390" cy="899794"/>
            </a:xfrm>
            <a:custGeom>
              <a:avLst/>
              <a:gdLst/>
              <a:ahLst/>
              <a:cxnLst/>
              <a:rect l="l" t="t" r="r" b="b"/>
              <a:pathLst>
                <a:path w="961390" h="899795">
                  <a:moveTo>
                    <a:pt x="961301" y="201891"/>
                  </a:moveTo>
                  <a:lnTo>
                    <a:pt x="957389" y="162331"/>
                  </a:lnTo>
                  <a:lnTo>
                    <a:pt x="945921" y="124637"/>
                  </a:lnTo>
                  <a:lnTo>
                    <a:pt x="927354" y="89890"/>
                  </a:lnTo>
                  <a:lnTo>
                    <a:pt x="902119" y="59143"/>
                  </a:lnTo>
                  <a:lnTo>
                    <a:pt x="871347" y="33921"/>
                  </a:lnTo>
                  <a:lnTo>
                    <a:pt x="836574" y="15379"/>
                  </a:lnTo>
                  <a:lnTo>
                    <a:pt x="798842" y="3924"/>
                  </a:lnTo>
                  <a:lnTo>
                    <a:pt x="759244" y="0"/>
                  </a:lnTo>
                  <a:lnTo>
                    <a:pt x="712914" y="5334"/>
                  </a:lnTo>
                  <a:lnTo>
                    <a:pt x="670382" y="20523"/>
                  </a:lnTo>
                  <a:lnTo>
                    <a:pt x="632866" y="44361"/>
                  </a:lnTo>
                  <a:lnTo>
                    <a:pt x="614095" y="63119"/>
                  </a:lnTo>
                  <a:lnTo>
                    <a:pt x="581672" y="49682"/>
                  </a:lnTo>
                  <a:lnTo>
                    <a:pt x="534797" y="36144"/>
                  </a:lnTo>
                  <a:lnTo>
                    <a:pt x="486486" y="27901"/>
                  </a:lnTo>
                  <a:lnTo>
                    <a:pt x="437146" y="25107"/>
                  </a:lnTo>
                  <a:lnTo>
                    <a:pt x="389521" y="27673"/>
                  </a:lnTo>
                  <a:lnTo>
                    <a:pt x="343369" y="35191"/>
                  </a:lnTo>
                  <a:lnTo>
                    <a:pt x="298983" y="47383"/>
                  </a:lnTo>
                  <a:lnTo>
                    <a:pt x="256603" y="64008"/>
                  </a:lnTo>
                  <a:lnTo>
                    <a:pt x="216509" y="84772"/>
                  </a:lnTo>
                  <a:lnTo>
                    <a:pt x="178968" y="109435"/>
                  </a:lnTo>
                  <a:lnTo>
                    <a:pt x="144259" y="137706"/>
                  </a:lnTo>
                  <a:lnTo>
                    <a:pt x="112623" y="169329"/>
                  </a:lnTo>
                  <a:lnTo>
                    <a:pt x="84340" y="204038"/>
                  </a:lnTo>
                  <a:lnTo>
                    <a:pt x="59677" y="241566"/>
                  </a:lnTo>
                  <a:lnTo>
                    <a:pt x="38900" y="281647"/>
                  </a:lnTo>
                  <a:lnTo>
                    <a:pt x="22275" y="324015"/>
                  </a:lnTo>
                  <a:lnTo>
                    <a:pt x="10083" y="368388"/>
                  </a:lnTo>
                  <a:lnTo>
                    <a:pt x="2565" y="414528"/>
                  </a:lnTo>
                  <a:lnTo>
                    <a:pt x="0" y="462153"/>
                  </a:lnTo>
                  <a:lnTo>
                    <a:pt x="2565" y="509765"/>
                  </a:lnTo>
                  <a:lnTo>
                    <a:pt x="10083" y="555904"/>
                  </a:lnTo>
                  <a:lnTo>
                    <a:pt x="22275" y="600290"/>
                  </a:lnTo>
                  <a:lnTo>
                    <a:pt x="38900" y="642658"/>
                  </a:lnTo>
                  <a:lnTo>
                    <a:pt x="59677" y="682739"/>
                  </a:lnTo>
                  <a:lnTo>
                    <a:pt x="84340" y="720255"/>
                  </a:lnTo>
                  <a:lnTo>
                    <a:pt x="112623" y="754976"/>
                  </a:lnTo>
                  <a:lnTo>
                    <a:pt x="144259" y="786599"/>
                  </a:lnTo>
                  <a:lnTo>
                    <a:pt x="178968" y="814870"/>
                  </a:lnTo>
                  <a:lnTo>
                    <a:pt x="216509" y="839520"/>
                  </a:lnTo>
                  <a:lnTo>
                    <a:pt x="256603" y="860298"/>
                  </a:lnTo>
                  <a:lnTo>
                    <a:pt x="298983" y="876909"/>
                  </a:lnTo>
                  <a:lnTo>
                    <a:pt x="343369" y="889114"/>
                  </a:lnTo>
                  <a:lnTo>
                    <a:pt x="389521" y="896632"/>
                  </a:lnTo>
                  <a:lnTo>
                    <a:pt x="437146" y="899198"/>
                  </a:lnTo>
                  <a:lnTo>
                    <a:pt x="484784" y="896632"/>
                  </a:lnTo>
                  <a:lnTo>
                    <a:pt x="530936" y="889114"/>
                  </a:lnTo>
                  <a:lnTo>
                    <a:pt x="575322" y="876909"/>
                  </a:lnTo>
                  <a:lnTo>
                    <a:pt x="617702" y="860298"/>
                  </a:lnTo>
                  <a:lnTo>
                    <a:pt x="657796" y="839520"/>
                  </a:lnTo>
                  <a:lnTo>
                    <a:pt x="695337" y="814870"/>
                  </a:lnTo>
                  <a:lnTo>
                    <a:pt x="730046" y="786599"/>
                  </a:lnTo>
                  <a:lnTo>
                    <a:pt x="761682" y="754976"/>
                  </a:lnTo>
                  <a:lnTo>
                    <a:pt x="789965" y="720255"/>
                  </a:lnTo>
                  <a:lnTo>
                    <a:pt x="814628" y="682739"/>
                  </a:lnTo>
                  <a:lnTo>
                    <a:pt x="835406" y="642658"/>
                  </a:lnTo>
                  <a:lnTo>
                    <a:pt x="852030" y="600290"/>
                  </a:lnTo>
                  <a:lnTo>
                    <a:pt x="864222" y="555904"/>
                  </a:lnTo>
                  <a:lnTo>
                    <a:pt x="871740" y="509765"/>
                  </a:lnTo>
                  <a:lnTo>
                    <a:pt x="874306" y="462153"/>
                  </a:lnTo>
                  <a:lnTo>
                    <a:pt x="871524" y="412838"/>
                  </a:lnTo>
                  <a:lnTo>
                    <a:pt x="864666" y="372757"/>
                  </a:lnTo>
                  <a:lnTo>
                    <a:pt x="885621" y="359435"/>
                  </a:lnTo>
                  <a:lnTo>
                    <a:pt x="916914" y="328168"/>
                  </a:lnTo>
                  <a:lnTo>
                    <a:pt x="940765" y="290690"/>
                  </a:lnTo>
                  <a:lnTo>
                    <a:pt x="955967" y="248196"/>
                  </a:lnTo>
                  <a:lnTo>
                    <a:pt x="961301" y="201891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431639" y="3667711"/>
              <a:ext cx="283845" cy="283210"/>
            </a:xfrm>
            <a:custGeom>
              <a:avLst/>
              <a:gdLst/>
              <a:ahLst/>
              <a:cxnLst/>
              <a:rect l="l" t="t" r="r" b="b"/>
              <a:pathLst>
                <a:path w="283845" h="283210">
                  <a:moveTo>
                    <a:pt x="141710" y="283121"/>
                  </a:moveTo>
                  <a:lnTo>
                    <a:pt x="96919" y="275905"/>
                  </a:lnTo>
                  <a:lnTo>
                    <a:pt x="58018" y="255808"/>
                  </a:lnTo>
                  <a:lnTo>
                    <a:pt x="27341" y="225165"/>
                  </a:lnTo>
                  <a:lnTo>
                    <a:pt x="7224" y="186305"/>
                  </a:lnTo>
                  <a:lnTo>
                    <a:pt x="0" y="141560"/>
                  </a:lnTo>
                  <a:lnTo>
                    <a:pt x="7224" y="96816"/>
                  </a:lnTo>
                  <a:lnTo>
                    <a:pt x="27341" y="57956"/>
                  </a:lnTo>
                  <a:lnTo>
                    <a:pt x="58018" y="27313"/>
                  </a:lnTo>
                  <a:lnTo>
                    <a:pt x="96919" y="7216"/>
                  </a:lnTo>
                  <a:lnTo>
                    <a:pt x="141710" y="0"/>
                  </a:lnTo>
                  <a:lnTo>
                    <a:pt x="169486" y="2745"/>
                  </a:lnTo>
                  <a:lnTo>
                    <a:pt x="220332" y="23783"/>
                  </a:lnTo>
                  <a:lnTo>
                    <a:pt x="259613" y="63022"/>
                  </a:lnTo>
                  <a:lnTo>
                    <a:pt x="280674" y="113814"/>
                  </a:lnTo>
                  <a:lnTo>
                    <a:pt x="283422" y="141560"/>
                  </a:lnTo>
                  <a:lnTo>
                    <a:pt x="276197" y="186305"/>
                  </a:lnTo>
                  <a:lnTo>
                    <a:pt x="256080" y="225165"/>
                  </a:lnTo>
                  <a:lnTo>
                    <a:pt x="225403" y="255808"/>
                  </a:lnTo>
                  <a:lnTo>
                    <a:pt x="186502" y="275905"/>
                  </a:lnTo>
                  <a:lnTo>
                    <a:pt x="141710" y="2831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538475" y="3746131"/>
              <a:ext cx="109855" cy="126364"/>
            </a:xfrm>
            <a:custGeom>
              <a:avLst/>
              <a:gdLst/>
              <a:ahLst/>
              <a:cxnLst/>
              <a:rect l="l" t="t" r="r" b="b"/>
              <a:pathLst>
                <a:path w="109854" h="126364">
                  <a:moveTo>
                    <a:pt x="0" y="126281"/>
                  </a:moveTo>
                  <a:lnTo>
                    <a:pt x="0" y="0"/>
                  </a:lnTo>
                  <a:lnTo>
                    <a:pt x="109233" y="63140"/>
                  </a:lnTo>
                  <a:lnTo>
                    <a:pt x="0" y="126281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17562" y="3832908"/>
              <a:ext cx="220122" cy="220620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7159104" y="3852989"/>
              <a:ext cx="125095" cy="125095"/>
            </a:xfrm>
            <a:custGeom>
              <a:avLst/>
              <a:gdLst/>
              <a:ahLst/>
              <a:cxnLst/>
              <a:rect l="l" t="t" r="r" b="b"/>
              <a:pathLst>
                <a:path w="125095" h="125095">
                  <a:moveTo>
                    <a:pt x="124472" y="69900"/>
                  </a:moveTo>
                  <a:lnTo>
                    <a:pt x="115658" y="65062"/>
                  </a:lnTo>
                  <a:lnTo>
                    <a:pt x="115747" y="58750"/>
                  </a:lnTo>
                  <a:lnTo>
                    <a:pt x="115100" y="55460"/>
                  </a:lnTo>
                  <a:lnTo>
                    <a:pt x="123113" y="50457"/>
                  </a:lnTo>
                  <a:lnTo>
                    <a:pt x="118287" y="35420"/>
                  </a:lnTo>
                  <a:lnTo>
                    <a:pt x="107823" y="36144"/>
                  </a:lnTo>
                  <a:lnTo>
                    <a:pt x="104152" y="30619"/>
                  </a:lnTo>
                  <a:lnTo>
                    <a:pt x="102933" y="29413"/>
                  </a:lnTo>
                  <a:lnTo>
                    <a:pt x="107530" y="19723"/>
                  </a:lnTo>
                  <a:lnTo>
                    <a:pt x="95300" y="9715"/>
                  </a:lnTo>
                  <a:lnTo>
                    <a:pt x="86093" y="16560"/>
                  </a:lnTo>
                  <a:lnTo>
                    <a:pt x="78473" y="13335"/>
                  </a:lnTo>
                  <a:lnTo>
                    <a:pt x="76847" y="1790"/>
                  </a:lnTo>
                  <a:lnTo>
                    <a:pt x="61125" y="0"/>
                  </a:lnTo>
                  <a:lnTo>
                    <a:pt x="56603" y="12077"/>
                  </a:lnTo>
                  <a:lnTo>
                    <a:pt x="50025" y="12611"/>
                  </a:lnTo>
                  <a:lnTo>
                    <a:pt x="42049" y="3200"/>
                  </a:lnTo>
                  <a:lnTo>
                    <a:pt x="27889" y="10198"/>
                  </a:lnTo>
                  <a:lnTo>
                    <a:pt x="30289" y="21196"/>
                  </a:lnTo>
                  <a:lnTo>
                    <a:pt x="28625" y="22021"/>
                  </a:lnTo>
                  <a:lnTo>
                    <a:pt x="24371" y="26860"/>
                  </a:lnTo>
                  <a:lnTo>
                    <a:pt x="13169" y="23456"/>
                  </a:lnTo>
                  <a:lnTo>
                    <a:pt x="5092" y="37033"/>
                  </a:lnTo>
                  <a:lnTo>
                    <a:pt x="12801" y="44754"/>
                  </a:lnTo>
                  <a:lnTo>
                    <a:pt x="10134" y="52870"/>
                  </a:lnTo>
                  <a:lnTo>
                    <a:pt x="0" y="55727"/>
                  </a:lnTo>
                  <a:lnTo>
                    <a:pt x="508" y="71526"/>
                  </a:lnTo>
                  <a:lnTo>
                    <a:pt x="10363" y="73672"/>
                  </a:lnTo>
                  <a:lnTo>
                    <a:pt x="10718" y="77508"/>
                  </a:lnTo>
                  <a:lnTo>
                    <a:pt x="13639" y="82956"/>
                  </a:lnTo>
                  <a:lnTo>
                    <a:pt x="6515" y="91008"/>
                  </a:lnTo>
                  <a:lnTo>
                    <a:pt x="15519" y="103987"/>
                  </a:lnTo>
                  <a:lnTo>
                    <a:pt x="26060" y="100076"/>
                  </a:lnTo>
                  <a:lnTo>
                    <a:pt x="32156" y="105130"/>
                  </a:lnTo>
                  <a:lnTo>
                    <a:pt x="30467" y="116382"/>
                  </a:lnTo>
                  <a:lnTo>
                    <a:pt x="45046" y="122428"/>
                  </a:lnTo>
                  <a:lnTo>
                    <a:pt x="51816" y="113322"/>
                  </a:lnTo>
                  <a:lnTo>
                    <a:pt x="56324" y="114744"/>
                  </a:lnTo>
                  <a:lnTo>
                    <a:pt x="60502" y="114414"/>
                  </a:lnTo>
                  <a:lnTo>
                    <a:pt x="65087" y="124752"/>
                  </a:lnTo>
                  <a:lnTo>
                    <a:pt x="80683" y="122059"/>
                  </a:lnTo>
                  <a:lnTo>
                    <a:pt x="81483" y="111086"/>
                  </a:lnTo>
                  <a:lnTo>
                    <a:pt x="89712" y="106934"/>
                  </a:lnTo>
                  <a:lnTo>
                    <a:pt x="98869" y="112890"/>
                  </a:lnTo>
                  <a:lnTo>
                    <a:pt x="110490" y="102184"/>
                  </a:lnTo>
                  <a:lnTo>
                    <a:pt x="105410" y="92951"/>
                  </a:lnTo>
                  <a:lnTo>
                    <a:pt x="109131" y="88709"/>
                  </a:lnTo>
                  <a:lnTo>
                    <a:pt x="110324" y="85064"/>
                  </a:lnTo>
                  <a:lnTo>
                    <a:pt x="120421" y="85178"/>
                  </a:lnTo>
                  <a:lnTo>
                    <a:pt x="124472" y="69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191280" y="3885622"/>
              <a:ext cx="63500" cy="60960"/>
            </a:xfrm>
            <a:custGeom>
              <a:avLst/>
              <a:gdLst/>
              <a:ahLst/>
              <a:cxnLst/>
              <a:rect l="l" t="t" r="r" b="b"/>
              <a:pathLst>
                <a:path w="63500" h="60960">
                  <a:moveTo>
                    <a:pt x="27673" y="60358"/>
                  </a:moveTo>
                  <a:lnTo>
                    <a:pt x="15833" y="56608"/>
                  </a:lnTo>
                  <a:lnTo>
                    <a:pt x="6681" y="49014"/>
                  </a:lnTo>
                  <a:lnTo>
                    <a:pt x="1106" y="38663"/>
                  </a:lnTo>
                  <a:lnTo>
                    <a:pt x="0" y="26637"/>
                  </a:lnTo>
                  <a:lnTo>
                    <a:pt x="3783" y="15169"/>
                  </a:lnTo>
                  <a:lnTo>
                    <a:pt x="11543" y="6335"/>
                  </a:lnTo>
                  <a:lnTo>
                    <a:pt x="22277" y="938"/>
                  </a:lnTo>
                  <a:lnTo>
                    <a:pt x="22847" y="938"/>
                  </a:lnTo>
                  <a:lnTo>
                    <a:pt x="34549" y="0"/>
                  </a:lnTo>
                  <a:lnTo>
                    <a:pt x="42800" y="938"/>
                  </a:lnTo>
                  <a:lnTo>
                    <a:pt x="50351" y="5019"/>
                  </a:lnTo>
                  <a:lnTo>
                    <a:pt x="60731" y="17666"/>
                  </a:lnTo>
                  <a:lnTo>
                    <a:pt x="63134" y="25715"/>
                  </a:lnTo>
                  <a:lnTo>
                    <a:pt x="62222" y="33719"/>
                  </a:lnTo>
                  <a:lnTo>
                    <a:pt x="58439" y="45188"/>
                  </a:lnTo>
                  <a:lnTo>
                    <a:pt x="50679" y="54022"/>
                  </a:lnTo>
                  <a:lnTo>
                    <a:pt x="40053" y="59364"/>
                  </a:lnTo>
                  <a:lnTo>
                    <a:pt x="27673" y="60358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082129" y="3985107"/>
              <a:ext cx="444500" cy="438150"/>
            </a:xfrm>
            <a:custGeom>
              <a:avLst/>
              <a:gdLst/>
              <a:ahLst/>
              <a:cxnLst/>
              <a:rect l="l" t="t" r="r" b="b"/>
              <a:pathLst>
                <a:path w="444500" h="438150">
                  <a:moveTo>
                    <a:pt x="444246" y="220916"/>
                  </a:moveTo>
                  <a:lnTo>
                    <a:pt x="411276" y="207403"/>
                  </a:lnTo>
                  <a:lnTo>
                    <a:pt x="409016" y="185127"/>
                  </a:lnTo>
                  <a:lnTo>
                    <a:pt x="405447" y="173761"/>
                  </a:lnTo>
                  <a:lnTo>
                    <a:pt x="431634" y="152958"/>
                  </a:lnTo>
                  <a:lnTo>
                    <a:pt x="408622" y="101892"/>
                  </a:lnTo>
                  <a:lnTo>
                    <a:pt x="372071" y="108585"/>
                  </a:lnTo>
                  <a:lnTo>
                    <a:pt x="356895" y="90614"/>
                  </a:lnTo>
                  <a:lnTo>
                    <a:pt x="352145" y="86842"/>
                  </a:lnTo>
                  <a:lnTo>
                    <a:pt x="364401" y="50876"/>
                  </a:lnTo>
                  <a:lnTo>
                    <a:pt x="317322" y="20523"/>
                  </a:lnTo>
                  <a:lnTo>
                    <a:pt x="287604" y="48348"/>
                  </a:lnTo>
                  <a:lnTo>
                    <a:pt x="259473" y="40043"/>
                  </a:lnTo>
                  <a:lnTo>
                    <a:pt x="259105" y="40017"/>
                  </a:lnTo>
                  <a:lnTo>
                    <a:pt x="249110" y="0"/>
                  </a:lnTo>
                  <a:lnTo>
                    <a:pt x="193027" y="0"/>
                  </a:lnTo>
                  <a:lnTo>
                    <a:pt x="182626" y="41605"/>
                  </a:lnTo>
                  <a:lnTo>
                    <a:pt x="171450" y="43053"/>
                  </a:lnTo>
                  <a:lnTo>
                    <a:pt x="158496" y="48361"/>
                  </a:lnTo>
                  <a:lnTo>
                    <a:pt x="127088" y="18923"/>
                  </a:lnTo>
                  <a:lnTo>
                    <a:pt x="80010" y="49276"/>
                  </a:lnTo>
                  <a:lnTo>
                    <a:pt x="92710" y="86601"/>
                  </a:lnTo>
                  <a:lnTo>
                    <a:pt x="87350" y="90614"/>
                  </a:lnTo>
                  <a:lnTo>
                    <a:pt x="72644" y="109067"/>
                  </a:lnTo>
                  <a:lnTo>
                    <a:pt x="33464" y="101892"/>
                  </a:lnTo>
                  <a:lnTo>
                    <a:pt x="10452" y="152958"/>
                  </a:lnTo>
                  <a:lnTo>
                    <a:pt x="37960" y="174828"/>
                  </a:lnTo>
                  <a:lnTo>
                    <a:pt x="33477" y="207187"/>
                  </a:lnTo>
                  <a:lnTo>
                    <a:pt x="0" y="220916"/>
                  </a:lnTo>
                  <a:lnTo>
                    <a:pt x="8153" y="276415"/>
                  </a:lnTo>
                  <a:lnTo>
                    <a:pt x="42379" y="279882"/>
                  </a:lnTo>
                  <a:lnTo>
                    <a:pt x="57200" y="313956"/>
                  </a:lnTo>
                  <a:lnTo>
                    <a:pt x="37109" y="342633"/>
                  </a:lnTo>
                  <a:lnTo>
                    <a:pt x="74066" y="384771"/>
                  </a:lnTo>
                  <a:lnTo>
                    <a:pt x="107937" y="367588"/>
                  </a:lnTo>
                  <a:lnTo>
                    <a:pt x="125920" y="381063"/>
                  </a:lnTo>
                  <a:lnTo>
                    <a:pt x="133083" y="384009"/>
                  </a:lnTo>
                  <a:lnTo>
                    <a:pt x="131699" y="422478"/>
                  </a:lnTo>
                  <a:lnTo>
                    <a:pt x="185508" y="437921"/>
                  </a:lnTo>
                  <a:lnTo>
                    <a:pt x="205155" y="404101"/>
                  </a:lnTo>
                  <a:lnTo>
                    <a:pt x="222123" y="406311"/>
                  </a:lnTo>
                  <a:lnTo>
                    <a:pt x="237274" y="404342"/>
                  </a:lnTo>
                  <a:lnTo>
                    <a:pt x="257035" y="438061"/>
                  </a:lnTo>
                  <a:lnTo>
                    <a:pt x="310870" y="422325"/>
                  </a:lnTo>
                  <a:lnTo>
                    <a:pt x="309372" y="384733"/>
                  </a:lnTo>
                  <a:lnTo>
                    <a:pt x="318312" y="381063"/>
                  </a:lnTo>
                  <a:lnTo>
                    <a:pt x="338213" y="366153"/>
                  </a:lnTo>
                  <a:lnTo>
                    <a:pt x="371284" y="382727"/>
                  </a:lnTo>
                  <a:lnTo>
                    <a:pt x="407949" y="340309"/>
                  </a:lnTo>
                  <a:lnTo>
                    <a:pt x="387883" y="311975"/>
                  </a:lnTo>
                  <a:lnTo>
                    <a:pt x="401840" y="279882"/>
                  </a:lnTo>
                  <a:lnTo>
                    <a:pt x="436092" y="276415"/>
                  </a:lnTo>
                  <a:lnTo>
                    <a:pt x="444246" y="2209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89226" y="4098747"/>
              <a:ext cx="222063" cy="215486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3225498" y="1221459"/>
              <a:ext cx="2537460" cy="796290"/>
            </a:xfrm>
            <a:custGeom>
              <a:avLst/>
              <a:gdLst/>
              <a:ahLst/>
              <a:cxnLst/>
              <a:rect l="l" t="t" r="r" b="b"/>
              <a:pathLst>
                <a:path w="2537460" h="796289">
                  <a:moveTo>
                    <a:pt x="909973" y="8756"/>
                  </a:moveTo>
                  <a:lnTo>
                    <a:pt x="0" y="8756"/>
                  </a:lnTo>
                  <a:lnTo>
                    <a:pt x="0" y="796031"/>
                  </a:lnTo>
                  <a:lnTo>
                    <a:pt x="2537439" y="796031"/>
                  </a:lnTo>
                  <a:lnTo>
                    <a:pt x="2537439" y="0"/>
                  </a:lnTo>
                  <a:lnTo>
                    <a:pt x="1636205" y="0"/>
                  </a:lnTo>
                </a:path>
              </a:pathLst>
            </a:custGeom>
            <a:ln w="114299">
              <a:solidFill>
                <a:srgbClr val="D8443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24577" y="1369345"/>
              <a:ext cx="2139268" cy="500255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6291332" y="2741334"/>
              <a:ext cx="0" cy="695960"/>
            </a:xfrm>
            <a:custGeom>
              <a:avLst/>
              <a:gdLst/>
              <a:ahLst/>
              <a:cxnLst/>
              <a:rect l="l" t="t" r="r" b="b"/>
              <a:pathLst>
                <a:path w="0" h="695960">
                  <a:moveTo>
                    <a:pt x="0" y="0"/>
                  </a:moveTo>
                  <a:lnTo>
                    <a:pt x="0" y="695901"/>
                  </a:lnTo>
                </a:path>
              </a:pathLst>
            </a:custGeom>
            <a:ln w="38099">
              <a:solidFill>
                <a:srgbClr val="98989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09608" y="3418185"/>
              <a:ext cx="163449" cy="163448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5243734" y="3185634"/>
              <a:ext cx="2091689" cy="0"/>
            </a:xfrm>
            <a:custGeom>
              <a:avLst/>
              <a:gdLst/>
              <a:ahLst/>
              <a:cxnLst/>
              <a:rect l="l" t="t" r="r" b="b"/>
              <a:pathLst>
                <a:path w="2091690" h="0">
                  <a:moveTo>
                    <a:pt x="0" y="0"/>
                  </a:moveTo>
                  <a:lnTo>
                    <a:pt x="2091299" y="0"/>
                  </a:lnTo>
                </a:path>
              </a:pathLst>
            </a:custGeom>
            <a:ln w="38099">
              <a:solidFill>
                <a:srgbClr val="98989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76350" y="3183778"/>
              <a:ext cx="163449" cy="397799"/>
            </a:xfrm>
            <a:prstGeom prst="rect">
              <a:avLst/>
            </a:prstGeom>
          </p:spPr>
        </p:pic>
      </p:grpSp>
      <p:sp>
        <p:nvSpPr>
          <p:cNvPr id="26" name="object 26" descr=""/>
          <p:cNvSpPr txBox="1"/>
          <p:nvPr/>
        </p:nvSpPr>
        <p:spPr>
          <a:xfrm>
            <a:off x="53975" y="1599023"/>
            <a:ext cx="94297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4285F4"/>
                </a:solidFill>
                <a:latin typeface="Roboto"/>
                <a:cs typeface="Roboto"/>
              </a:rPr>
              <a:t>ReplicaSet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57919" y="1827623"/>
            <a:ext cx="9969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50" b="1">
                <a:solidFill>
                  <a:srgbClr val="4285F4"/>
                </a:solidFill>
                <a:latin typeface="Roboto"/>
                <a:cs typeface="Roboto"/>
              </a:rPr>
              <a:t>-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500" spc="-50" b="1">
                <a:solidFill>
                  <a:srgbClr val="4285F4"/>
                </a:solidFill>
                <a:latin typeface="Roboto"/>
                <a:cs typeface="Roboto"/>
              </a:rPr>
              <a:t>-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500" spc="-50" b="1">
                <a:solidFill>
                  <a:srgbClr val="4285F4"/>
                </a:solidFill>
                <a:latin typeface="Roboto"/>
                <a:cs typeface="Roboto"/>
              </a:rPr>
              <a:t>-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396875" y="1827623"/>
            <a:ext cx="153289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4285F4"/>
                </a:solidFill>
                <a:latin typeface="Roboto"/>
                <a:cs typeface="Roboto"/>
              </a:rPr>
              <a:t>name:</a:t>
            </a:r>
            <a:r>
              <a:rPr dirty="0" sz="1500" spc="20" b="1">
                <a:solidFill>
                  <a:srgbClr val="4285F4"/>
                </a:solidFill>
                <a:latin typeface="Roboto"/>
                <a:cs typeface="Roboto"/>
              </a:rPr>
              <a:t> </a:t>
            </a:r>
            <a:r>
              <a:rPr dirty="0" sz="1500" spc="-20" b="1">
                <a:solidFill>
                  <a:srgbClr val="4285F4"/>
                </a:solidFill>
                <a:latin typeface="Roboto"/>
                <a:cs typeface="Roboto"/>
              </a:rPr>
              <a:t>my-app-</a:t>
            </a:r>
            <a:r>
              <a:rPr dirty="0" sz="1500" spc="-25" b="1">
                <a:solidFill>
                  <a:srgbClr val="4285F4"/>
                </a:solidFill>
                <a:latin typeface="Roboto"/>
                <a:cs typeface="Roboto"/>
              </a:rPr>
              <a:t>v1 </a:t>
            </a:r>
            <a:r>
              <a:rPr dirty="0" sz="1500" spc="-10" b="1">
                <a:solidFill>
                  <a:srgbClr val="4285F4"/>
                </a:solidFill>
                <a:latin typeface="Roboto"/>
                <a:cs typeface="Roboto"/>
              </a:rPr>
              <a:t>replicas:</a:t>
            </a:r>
            <a:r>
              <a:rPr dirty="0" sz="1500" spc="-15" b="1">
                <a:solidFill>
                  <a:srgbClr val="4285F4"/>
                </a:solidFill>
                <a:latin typeface="Roboto"/>
                <a:cs typeface="Roboto"/>
              </a:rPr>
              <a:t> </a:t>
            </a:r>
            <a:r>
              <a:rPr dirty="0" sz="1500" spc="-50" b="1">
                <a:solidFill>
                  <a:srgbClr val="4285F4"/>
                </a:solidFill>
                <a:latin typeface="Roboto"/>
                <a:cs typeface="Roboto"/>
              </a:rPr>
              <a:t>0 </a:t>
            </a:r>
            <a:r>
              <a:rPr dirty="0" sz="1500" spc="-10" b="1">
                <a:solidFill>
                  <a:srgbClr val="4285F4"/>
                </a:solidFill>
                <a:latin typeface="Roboto"/>
                <a:cs typeface="Roboto"/>
              </a:rPr>
              <a:t>selector: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500819" y="2513423"/>
            <a:ext cx="128651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1460" indent="-238760">
              <a:lnSpc>
                <a:spcPct val="100000"/>
              </a:lnSpc>
              <a:spcBef>
                <a:spcPts val="100"/>
              </a:spcBef>
              <a:buChar char="-"/>
              <a:tabLst>
                <a:tab pos="251460" algn="l"/>
              </a:tabLst>
            </a:pPr>
            <a:r>
              <a:rPr dirty="0" sz="1500" b="1">
                <a:solidFill>
                  <a:srgbClr val="4285F4"/>
                </a:solidFill>
                <a:latin typeface="Roboto"/>
                <a:cs typeface="Roboto"/>
              </a:rPr>
              <a:t>app:</a:t>
            </a:r>
            <a:r>
              <a:rPr dirty="0" sz="1500" spc="-50" b="1">
                <a:solidFill>
                  <a:srgbClr val="4285F4"/>
                </a:solidFill>
                <a:latin typeface="Roboto"/>
                <a:cs typeface="Roboto"/>
              </a:rPr>
              <a:t> </a:t>
            </a:r>
            <a:r>
              <a:rPr dirty="0" sz="1500" spc="-10" b="1">
                <a:solidFill>
                  <a:srgbClr val="4285F4"/>
                </a:solidFill>
                <a:latin typeface="Roboto"/>
                <a:cs typeface="Roboto"/>
              </a:rPr>
              <a:t>MyApp</a:t>
            </a:r>
            <a:endParaRPr sz="1500">
              <a:latin typeface="Roboto"/>
              <a:cs typeface="Roboto"/>
            </a:endParaRPr>
          </a:p>
          <a:p>
            <a:pPr marL="251460" indent="-238760">
              <a:lnSpc>
                <a:spcPct val="100000"/>
              </a:lnSpc>
              <a:buChar char="-"/>
              <a:tabLst>
                <a:tab pos="251460" algn="l"/>
              </a:tabLst>
            </a:pPr>
            <a:r>
              <a:rPr dirty="0" sz="1500" spc="-10" b="1">
                <a:solidFill>
                  <a:srgbClr val="4285F4"/>
                </a:solidFill>
                <a:latin typeface="Roboto"/>
                <a:cs typeface="Roboto"/>
              </a:rPr>
              <a:t>version:</a:t>
            </a:r>
            <a:r>
              <a:rPr dirty="0" sz="1500" spc="-15" b="1">
                <a:solidFill>
                  <a:srgbClr val="4285F4"/>
                </a:solidFill>
                <a:latin typeface="Roboto"/>
                <a:cs typeface="Roboto"/>
              </a:rPr>
              <a:t> </a:t>
            </a:r>
            <a:r>
              <a:rPr dirty="0" sz="1500" spc="-25" b="1">
                <a:solidFill>
                  <a:srgbClr val="4285F4"/>
                </a:solidFill>
                <a:latin typeface="Roboto"/>
                <a:cs typeface="Roboto"/>
              </a:rPr>
              <a:t>v1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6936380" y="1599023"/>
            <a:ext cx="94297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0F9D58"/>
                </a:solidFill>
                <a:latin typeface="Roboto"/>
                <a:cs typeface="Roboto"/>
              </a:rPr>
              <a:t>ReplicaSet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7040324" y="1827623"/>
            <a:ext cx="177165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1460" indent="-238760">
              <a:lnSpc>
                <a:spcPct val="100000"/>
              </a:lnSpc>
              <a:spcBef>
                <a:spcPts val="100"/>
              </a:spcBef>
              <a:buChar char="-"/>
              <a:tabLst>
                <a:tab pos="251460" algn="l"/>
              </a:tabLst>
            </a:pPr>
            <a:r>
              <a:rPr dirty="0" sz="1500" b="1">
                <a:solidFill>
                  <a:srgbClr val="0F9D58"/>
                </a:solidFill>
                <a:latin typeface="Roboto"/>
                <a:cs typeface="Roboto"/>
              </a:rPr>
              <a:t>name:</a:t>
            </a:r>
            <a:r>
              <a:rPr dirty="0" sz="1500" spc="20" b="1">
                <a:solidFill>
                  <a:srgbClr val="0F9D58"/>
                </a:solidFill>
                <a:latin typeface="Roboto"/>
                <a:cs typeface="Roboto"/>
              </a:rPr>
              <a:t> </a:t>
            </a:r>
            <a:r>
              <a:rPr dirty="0" sz="1500" spc="-20" b="1">
                <a:solidFill>
                  <a:srgbClr val="0F9D58"/>
                </a:solidFill>
                <a:latin typeface="Roboto"/>
                <a:cs typeface="Roboto"/>
              </a:rPr>
              <a:t>my-app-</a:t>
            </a:r>
            <a:r>
              <a:rPr dirty="0" sz="1500" spc="-25" b="1">
                <a:solidFill>
                  <a:srgbClr val="0F9D58"/>
                </a:solidFill>
                <a:latin typeface="Roboto"/>
                <a:cs typeface="Roboto"/>
              </a:rPr>
              <a:t>v2</a:t>
            </a:r>
            <a:endParaRPr sz="1500">
              <a:latin typeface="Roboto"/>
              <a:cs typeface="Roboto"/>
            </a:endParaRPr>
          </a:p>
          <a:p>
            <a:pPr marL="251460" indent="-238760">
              <a:lnSpc>
                <a:spcPct val="100000"/>
              </a:lnSpc>
              <a:buChar char="-"/>
              <a:tabLst>
                <a:tab pos="251460" algn="l"/>
              </a:tabLst>
            </a:pPr>
            <a:r>
              <a:rPr dirty="0" sz="1500" spc="-10" b="1">
                <a:solidFill>
                  <a:srgbClr val="0F9D58"/>
                </a:solidFill>
                <a:latin typeface="Roboto"/>
                <a:cs typeface="Roboto"/>
              </a:rPr>
              <a:t>replicas:</a:t>
            </a:r>
            <a:r>
              <a:rPr dirty="0" sz="1500" spc="-15" b="1">
                <a:solidFill>
                  <a:srgbClr val="0F9D58"/>
                </a:solidFill>
                <a:latin typeface="Roboto"/>
                <a:cs typeface="Roboto"/>
              </a:rPr>
              <a:t> </a:t>
            </a:r>
            <a:r>
              <a:rPr dirty="0" sz="1500" spc="-50" b="1">
                <a:solidFill>
                  <a:srgbClr val="0F9D58"/>
                </a:solidFill>
                <a:latin typeface="Roboto"/>
                <a:cs typeface="Roboto"/>
              </a:rPr>
              <a:t>3</a:t>
            </a:r>
            <a:endParaRPr sz="1500">
              <a:latin typeface="Roboto"/>
              <a:cs typeface="Roboto"/>
            </a:endParaRPr>
          </a:p>
          <a:p>
            <a:pPr marL="251460" indent="-238760">
              <a:lnSpc>
                <a:spcPct val="100000"/>
              </a:lnSpc>
              <a:buChar char="-"/>
              <a:tabLst>
                <a:tab pos="251460" algn="l"/>
              </a:tabLst>
            </a:pPr>
            <a:r>
              <a:rPr dirty="0" sz="1500" spc="-10" b="1">
                <a:solidFill>
                  <a:srgbClr val="0F9D58"/>
                </a:solidFill>
                <a:latin typeface="Roboto"/>
                <a:cs typeface="Roboto"/>
              </a:rPr>
              <a:t>selector: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7383224" y="2513423"/>
            <a:ext cx="128651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1460" indent="-238760">
              <a:lnSpc>
                <a:spcPct val="100000"/>
              </a:lnSpc>
              <a:spcBef>
                <a:spcPts val="100"/>
              </a:spcBef>
              <a:buChar char="-"/>
              <a:tabLst>
                <a:tab pos="251460" algn="l"/>
              </a:tabLst>
            </a:pPr>
            <a:r>
              <a:rPr dirty="0" sz="1500" b="1">
                <a:solidFill>
                  <a:srgbClr val="0F9D58"/>
                </a:solidFill>
                <a:latin typeface="Roboto"/>
                <a:cs typeface="Roboto"/>
              </a:rPr>
              <a:t>app:</a:t>
            </a:r>
            <a:r>
              <a:rPr dirty="0" sz="1500" spc="-50" b="1">
                <a:solidFill>
                  <a:srgbClr val="0F9D58"/>
                </a:solidFill>
                <a:latin typeface="Roboto"/>
                <a:cs typeface="Roboto"/>
              </a:rPr>
              <a:t> </a:t>
            </a:r>
            <a:r>
              <a:rPr dirty="0" sz="1500" spc="-10" b="1">
                <a:solidFill>
                  <a:srgbClr val="0F9D58"/>
                </a:solidFill>
                <a:latin typeface="Roboto"/>
                <a:cs typeface="Roboto"/>
              </a:rPr>
              <a:t>MyApp</a:t>
            </a:r>
            <a:endParaRPr sz="1500">
              <a:latin typeface="Roboto"/>
              <a:cs typeface="Roboto"/>
            </a:endParaRPr>
          </a:p>
          <a:p>
            <a:pPr marL="251460" indent="-238760">
              <a:lnSpc>
                <a:spcPct val="100000"/>
              </a:lnSpc>
              <a:buChar char="-"/>
              <a:tabLst>
                <a:tab pos="251460" algn="l"/>
              </a:tabLst>
            </a:pPr>
            <a:r>
              <a:rPr dirty="0" sz="1500" spc="-10" b="1">
                <a:solidFill>
                  <a:srgbClr val="0F9D58"/>
                </a:solidFill>
                <a:latin typeface="Roboto"/>
                <a:cs typeface="Roboto"/>
              </a:rPr>
              <a:t>version:</a:t>
            </a:r>
            <a:r>
              <a:rPr dirty="0" sz="1500" spc="-15" b="1">
                <a:solidFill>
                  <a:srgbClr val="0F9D58"/>
                </a:solidFill>
                <a:latin typeface="Roboto"/>
                <a:cs typeface="Roboto"/>
              </a:rPr>
              <a:t> </a:t>
            </a:r>
            <a:r>
              <a:rPr dirty="0" sz="1500" spc="-25" b="1">
                <a:solidFill>
                  <a:srgbClr val="0F9D58"/>
                </a:solidFill>
                <a:latin typeface="Roboto"/>
                <a:cs typeface="Roboto"/>
              </a:rPr>
              <a:t>v2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3495168" y="617854"/>
            <a:ext cx="139065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D84437"/>
                </a:solidFill>
                <a:latin typeface="Roboto"/>
                <a:cs typeface="Roboto"/>
              </a:rPr>
              <a:t>Service</a:t>
            </a:r>
            <a:endParaRPr sz="1500">
              <a:latin typeface="Roboto"/>
              <a:cs typeface="Roboto"/>
            </a:endParaRPr>
          </a:p>
          <a:p>
            <a:pPr marL="116205">
              <a:lnSpc>
                <a:spcPct val="100000"/>
              </a:lnSpc>
              <a:tabLst>
                <a:tab pos="354965" algn="l"/>
              </a:tabLst>
            </a:pPr>
            <a:r>
              <a:rPr dirty="0" sz="1500" spc="-50" b="1">
                <a:solidFill>
                  <a:srgbClr val="D84437"/>
                </a:solidFill>
                <a:latin typeface="Roboto"/>
                <a:cs typeface="Roboto"/>
              </a:rPr>
              <a:t>-</a:t>
            </a:r>
            <a:r>
              <a:rPr dirty="0" sz="1500" b="1">
                <a:solidFill>
                  <a:srgbClr val="D84437"/>
                </a:solidFill>
                <a:latin typeface="Roboto"/>
                <a:cs typeface="Roboto"/>
              </a:rPr>
              <a:t>	app:</a:t>
            </a:r>
            <a:r>
              <a:rPr dirty="0" sz="1500" spc="-50" b="1">
                <a:solidFill>
                  <a:srgbClr val="D84437"/>
                </a:solidFill>
                <a:latin typeface="Roboto"/>
                <a:cs typeface="Roboto"/>
              </a:rPr>
              <a:t> </a:t>
            </a:r>
            <a:r>
              <a:rPr dirty="0" sz="1500" spc="-10" b="1">
                <a:solidFill>
                  <a:srgbClr val="D84437"/>
                </a:solidFill>
                <a:latin typeface="Roboto"/>
                <a:cs typeface="Roboto"/>
              </a:rPr>
              <a:t>MyApp</a:t>
            </a:r>
            <a:endParaRPr sz="1500">
              <a:latin typeface="Roboto"/>
              <a:cs typeface="Roboto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2062412" y="1857488"/>
            <a:ext cx="5341620" cy="2905760"/>
            <a:chOff x="2062412" y="1857488"/>
            <a:chExt cx="5341620" cy="2905760"/>
          </a:xfrm>
        </p:grpSpPr>
        <p:pic>
          <p:nvPicPr>
            <p:cNvPr id="35" name="object 3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79489" y="4532568"/>
              <a:ext cx="163449" cy="230399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09320" y="4532568"/>
              <a:ext cx="163449" cy="230399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40377" y="3191109"/>
              <a:ext cx="163448" cy="390300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240377" y="4532642"/>
              <a:ext cx="163448" cy="230399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5810504" y="3607384"/>
              <a:ext cx="961390" cy="899794"/>
            </a:xfrm>
            <a:custGeom>
              <a:avLst/>
              <a:gdLst/>
              <a:ahLst/>
              <a:cxnLst/>
              <a:rect l="l" t="t" r="r" b="b"/>
              <a:pathLst>
                <a:path w="961390" h="899795">
                  <a:moveTo>
                    <a:pt x="961313" y="201891"/>
                  </a:moveTo>
                  <a:lnTo>
                    <a:pt x="957389" y="162331"/>
                  </a:lnTo>
                  <a:lnTo>
                    <a:pt x="945921" y="124637"/>
                  </a:lnTo>
                  <a:lnTo>
                    <a:pt x="927354" y="89890"/>
                  </a:lnTo>
                  <a:lnTo>
                    <a:pt x="902131" y="59143"/>
                  </a:lnTo>
                  <a:lnTo>
                    <a:pt x="871347" y="33921"/>
                  </a:lnTo>
                  <a:lnTo>
                    <a:pt x="836574" y="15379"/>
                  </a:lnTo>
                  <a:lnTo>
                    <a:pt x="798855" y="3924"/>
                  </a:lnTo>
                  <a:lnTo>
                    <a:pt x="759244" y="0"/>
                  </a:lnTo>
                  <a:lnTo>
                    <a:pt x="712914" y="5334"/>
                  </a:lnTo>
                  <a:lnTo>
                    <a:pt x="670382" y="20523"/>
                  </a:lnTo>
                  <a:lnTo>
                    <a:pt x="632866" y="44361"/>
                  </a:lnTo>
                  <a:lnTo>
                    <a:pt x="614095" y="63119"/>
                  </a:lnTo>
                  <a:lnTo>
                    <a:pt x="581685" y="49682"/>
                  </a:lnTo>
                  <a:lnTo>
                    <a:pt x="534797" y="36144"/>
                  </a:lnTo>
                  <a:lnTo>
                    <a:pt x="486486" y="27901"/>
                  </a:lnTo>
                  <a:lnTo>
                    <a:pt x="437159" y="25107"/>
                  </a:lnTo>
                  <a:lnTo>
                    <a:pt x="389521" y="27673"/>
                  </a:lnTo>
                  <a:lnTo>
                    <a:pt x="343382" y="35191"/>
                  </a:lnTo>
                  <a:lnTo>
                    <a:pt x="298983" y="47383"/>
                  </a:lnTo>
                  <a:lnTo>
                    <a:pt x="256603" y="64008"/>
                  </a:lnTo>
                  <a:lnTo>
                    <a:pt x="216509" y="84772"/>
                  </a:lnTo>
                  <a:lnTo>
                    <a:pt x="178981" y="109435"/>
                  </a:lnTo>
                  <a:lnTo>
                    <a:pt x="144259" y="137706"/>
                  </a:lnTo>
                  <a:lnTo>
                    <a:pt x="112623" y="169329"/>
                  </a:lnTo>
                  <a:lnTo>
                    <a:pt x="84340" y="204038"/>
                  </a:lnTo>
                  <a:lnTo>
                    <a:pt x="59690" y="241566"/>
                  </a:lnTo>
                  <a:lnTo>
                    <a:pt x="38912" y="281647"/>
                  </a:lnTo>
                  <a:lnTo>
                    <a:pt x="22288" y="324015"/>
                  </a:lnTo>
                  <a:lnTo>
                    <a:pt x="10083" y="368388"/>
                  </a:lnTo>
                  <a:lnTo>
                    <a:pt x="2565" y="414528"/>
                  </a:lnTo>
                  <a:lnTo>
                    <a:pt x="0" y="462153"/>
                  </a:lnTo>
                  <a:lnTo>
                    <a:pt x="2565" y="509765"/>
                  </a:lnTo>
                  <a:lnTo>
                    <a:pt x="10083" y="555904"/>
                  </a:lnTo>
                  <a:lnTo>
                    <a:pt x="22288" y="600290"/>
                  </a:lnTo>
                  <a:lnTo>
                    <a:pt x="38912" y="642658"/>
                  </a:lnTo>
                  <a:lnTo>
                    <a:pt x="59690" y="682739"/>
                  </a:lnTo>
                  <a:lnTo>
                    <a:pt x="84340" y="720255"/>
                  </a:lnTo>
                  <a:lnTo>
                    <a:pt x="112623" y="754976"/>
                  </a:lnTo>
                  <a:lnTo>
                    <a:pt x="144259" y="786599"/>
                  </a:lnTo>
                  <a:lnTo>
                    <a:pt x="178981" y="814870"/>
                  </a:lnTo>
                  <a:lnTo>
                    <a:pt x="216509" y="839520"/>
                  </a:lnTo>
                  <a:lnTo>
                    <a:pt x="256603" y="860298"/>
                  </a:lnTo>
                  <a:lnTo>
                    <a:pt x="298983" y="876909"/>
                  </a:lnTo>
                  <a:lnTo>
                    <a:pt x="343382" y="889114"/>
                  </a:lnTo>
                  <a:lnTo>
                    <a:pt x="389521" y="896632"/>
                  </a:lnTo>
                  <a:lnTo>
                    <a:pt x="437159" y="899198"/>
                  </a:lnTo>
                  <a:lnTo>
                    <a:pt x="484784" y="896632"/>
                  </a:lnTo>
                  <a:lnTo>
                    <a:pt x="530936" y="889114"/>
                  </a:lnTo>
                  <a:lnTo>
                    <a:pt x="575335" y="876909"/>
                  </a:lnTo>
                  <a:lnTo>
                    <a:pt x="617702" y="860298"/>
                  </a:lnTo>
                  <a:lnTo>
                    <a:pt x="657796" y="839520"/>
                  </a:lnTo>
                  <a:lnTo>
                    <a:pt x="695337" y="814870"/>
                  </a:lnTo>
                  <a:lnTo>
                    <a:pt x="730059" y="786599"/>
                  </a:lnTo>
                  <a:lnTo>
                    <a:pt x="761682" y="754976"/>
                  </a:lnTo>
                  <a:lnTo>
                    <a:pt x="789965" y="720255"/>
                  </a:lnTo>
                  <a:lnTo>
                    <a:pt x="814628" y="682739"/>
                  </a:lnTo>
                  <a:lnTo>
                    <a:pt x="835406" y="642658"/>
                  </a:lnTo>
                  <a:lnTo>
                    <a:pt x="852030" y="600290"/>
                  </a:lnTo>
                  <a:lnTo>
                    <a:pt x="864235" y="555904"/>
                  </a:lnTo>
                  <a:lnTo>
                    <a:pt x="871753" y="509765"/>
                  </a:lnTo>
                  <a:lnTo>
                    <a:pt x="874318" y="462153"/>
                  </a:lnTo>
                  <a:lnTo>
                    <a:pt x="871524" y="412838"/>
                  </a:lnTo>
                  <a:lnTo>
                    <a:pt x="864666" y="372757"/>
                  </a:lnTo>
                  <a:lnTo>
                    <a:pt x="885621" y="359435"/>
                  </a:lnTo>
                  <a:lnTo>
                    <a:pt x="916914" y="328168"/>
                  </a:lnTo>
                  <a:lnTo>
                    <a:pt x="940765" y="290690"/>
                  </a:lnTo>
                  <a:lnTo>
                    <a:pt x="955967" y="248196"/>
                  </a:lnTo>
                  <a:lnTo>
                    <a:pt x="961313" y="201891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6428039" y="3667711"/>
              <a:ext cx="283845" cy="283210"/>
            </a:xfrm>
            <a:custGeom>
              <a:avLst/>
              <a:gdLst/>
              <a:ahLst/>
              <a:cxnLst/>
              <a:rect l="l" t="t" r="r" b="b"/>
              <a:pathLst>
                <a:path w="283845" h="283210">
                  <a:moveTo>
                    <a:pt x="141710" y="283121"/>
                  </a:moveTo>
                  <a:lnTo>
                    <a:pt x="96919" y="275905"/>
                  </a:lnTo>
                  <a:lnTo>
                    <a:pt x="58018" y="255808"/>
                  </a:lnTo>
                  <a:lnTo>
                    <a:pt x="27341" y="225165"/>
                  </a:lnTo>
                  <a:lnTo>
                    <a:pt x="7224" y="186305"/>
                  </a:lnTo>
                  <a:lnTo>
                    <a:pt x="0" y="141560"/>
                  </a:lnTo>
                  <a:lnTo>
                    <a:pt x="7224" y="96816"/>
                  </a:lnTo>
                  <a:lnTo>
                    <a:pt x="27341" y="57956"/>
                  </a:lnTo>
                  <a:lnTo>
                    <a:pt x="58018" y="27313"/>
                  </a:lnTo>
                  <a:lnTo>
                    <a:pt x="96919" y="7216"/>
                  </a:lnTo>
                  <a:lnTo>
                    <a:pt x="141710" y="0"/>
                  </a:lnTo>
                  <a:lnTo>
                    <a:pt x="169486" y="2745"/>
                  </a:lnTo>
                  <a:lnTo>
                    <a:pt x="220332" y="23783"/>
                  </a:lnTo>
                  <a:lnTo>
                    <a:pt x="259613" y="63022"/>
                  </a:lnTo>
                  <a:lnTo>
                    <a:pt x="280674" y="113814"/>
                  </a:lnTo>
                  <a:lnTo>
                    <a:pt x="283422" y="141560"/>
                  </a:lnTo>
                  <a:lnTo>
                    <a:pt x="276198" y="186305"/>
                  </a:lnTo>
                  <a:lnTo>
                    <a:pt x="256080" y="225165"/>
                  </a:lnTo>
                  <a:lnTo>
                    <a:pt x="225404" y="255808"/>
                  </a:lnTo>
                  <a:lnTo>
                    <a:pt x="186502" y="275905"/>
                  </a:lnTo>
                  <a:lnTo>
                    <a:pt x="141710" y="2831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6534875" y="3746131"/>
              <a:ext cx="109855" cy="126364"/>
            </a:xfrm>
            <a:custGeom>
              <a:avLst/>
              <a:gdLst/>
              <a:ahLst/>
              <a:cxnLst/>
              <a:rect l="l" t="t" r="r" b="b"/>
              <a:pathLst>
                <a:path w="109854" h="126364">
                  <a:moveTo>
                    <a:pt x="0" y="126281"/>
                  </a:moveTo>
                  <a:lnTo>
                    <a:pt x="0" y="0"/>
                  </a:lnTo>
                  <a:lnTo>
                    <a:pt x="109233" y="63140"/>
                  </a:lnTo>
                  <a:lnTo>
                    <a:pt x="0" y="126281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13961" y="3832908"/>
              <a:ext cx="220122" cy="220620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6155499" y="3852989"/>
              <a:ext cx="125095" cy="125095"/>
            </a:xfrm>
            <a:custGeom>
              <a:avLst/>
              <a:gdLst/>
              <a:ahLst/>
              <a:cxnLst/>
              <a:rect l="l" t="t" r="r" b="b"/>
              <a:pathLst>
                <a:path w="125095" h="125095">
                  <a:moveTo>
                    <a:pt x="124472" y="69900"/>
                  </a:moveTo>
                  <a:lnTo>
                    <a:pt x="115671" y="65074"/>
                  </a:lnTo>
                  <a:lnTo>
                    <a:pt x="115747" y="58750"/>
                  </a:lnTo>
                  <a:lnTo>
                    <a:pt x="115100" y="55460"/>
                  </a:lnTo>
                  <a:lnTo>
                    <a:pt x="123113" y="50457"/>
                  </a:lnTo>
                  <a:lnTo>
                    <a:pt x="118287" y="35420"/>
                  </a:lnTo>
                  <a:lnTo>
                    <a:pt x="107835" y="36144"/>
                  </a:lnTo>
                  <a:lnTo>
                    <a:pt x="104152" y="30619"/>
                  </a:lnTo>
                  <a:lnTo>
                    <a:pt x="102933" y="29413"/>
                  </a:lnTo>
                  <a:lnTo>
                    <a:pt x="107530" y="19723"/>
                  </a:lnTo>
                  <a:lnTo>
                    <a:pt x="95300" y="9715"/>
                  </a:lnTo>
                  <a:lnTo>
                    <a:pt x="86093" y="16560"/>
                  </a:lnTo>
                  <a:lnTo>
                    <a:pt x="78473" y="13335"/>
                  </a:lnTo>
                  <a:lnTo>
                    <a:pt x="76847" y="1790"/>
                  </a:lnTo>
                  <a:lnTo>
                    <a:pt x="61137" y="0"/>
                  </a:lnTo>
                  <a:lnTo>
                    <a:pt x="56603" y="12077"/>
                  </a:lnTo>
                  <a:lnTo>
                    <a:pt x="50038" y="12611"/>
                  </a:lnTo>
                  <a:lnTo>
                    <a:pt x="42062" y="3200"/>
                  </a:lnTo>
                  <a:lnTo>
                    <a:pt x="27889" y="10198"/>
                  </a:lnTo>
                  <a:lnTo>
                    <a:pt x="30289" y="21196"/>
                  </a:lnTo>
                  <a:lnTo>
                    <a:pt x="28625" y="22021"/>
                  </a:lnTo>
                  <a:lnTo>
                    <a:pt x="24371" y="26860"/>
                  </a:lnTo>
                  <a:lnTo>
                    <a:pt x="13169" y="23456"/>
                  </a:lnTo>
                  <a:lnTo>
                    <a:pt x="5092" y="37033"/>
                  </a:lnTo>
                  <a:lnTo>
                    <a:pt x="12814" y="44754"/>
                  </a:lnTo>
                  <a:lnTo>
                    <a:pt x="10134" y="52870"/>
                  </a:lnTo>
                  <a:lnTo>
                    <a:pt x="0" y="55727"/>
                  </a:lnTo>
                  <a:lnTo>
                    <a:pt x="508" y="71526"/>
                  </a:lnTo>
                  <a:lnTo>
                    <a:pt x="10363" y="73672"/>
                  </a:lnTo>
                  <a:lnTo>
                    <a:pt x="10718" y="77508"/>
                  </a:lnTo>
                  <a:lnTo>
                    <a:pt x="13639" y="82956"/>
                  </a:lnTo>
                  <a:lnTo>
                    <a:pt x="6515" y="91008"/>
                  </a:lnTo>
                  <a:lnTo>
                    <a:pt x="15519" y="103987"/>
                  </a:lnTo>
                  <a:lnTo>
                    <a:pt x="26060" y="100076"/>
                  </a:lnTo>
                  <a:lnTo>
                    <a:pt x="32156" y="105130"/>
                  </a:lnTo>
                  <a:lnTo>
                    <a:pt x="30467" y="116382"/>
                  </a:lnTo>
                  <a:lnTo>
                    <a:pt x="45059" y="122428"/>
                  </a:lnTo>
                  <a:lnTo>
                    <a:pt x="51828" y="113334"/>
                  </a:lnTo>
                  <a:lnTo>
                    <a:pt x="56324" y="114744"/>
                  </a:lnTo>
                  <a:lnTo>
                    <a:pt x="60502" y="114414"/>
                  </a:lnTo>
                  <a:lnTo>
                    <a:pt x="65087" y="124752"/>
                  </a:lnTo>
                  <a:lnTo>
                    <a:pt x="80683" y="122059"/>
                  </a:lnTo>
                  <a:lnTo>
                    <a:pt x="81483" y="111074"/>
                  </a:lnTo>
                  <a:lnTo>
                    <a:pt x="89725" y="106934"/>
                  </a:lnTo>
                  <a:lnTo>
                    <a:pt x="98869" y="112890"/>
                  </a:lnTo>
                  <a:lnTo>
                    <a:pt x="110502" y="102184"/>
                  </a:lnTo>
                  <a:lnTo>
                    <a:pt x="105410" y="92938"/>
                  </a:lnTo>
                  <a:lnTo>
                    <a:pt x="109131" y="88709"/>
                  </a:lnTo>
                  <a:lnTo>
                    <a:pt x="110337" y="85064"/>
                  </a:lnTo>
                  <a:lnTo>
                    <a:pt x="120421" y="85178"/>
                  </a:lnTo>
                  <a:lnTo>
                    <a:pt x="124472" y="69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6187680" y="3885622"/>
              <a:ext cx="63500" cy="60960"/>
            </a:xfrm>
            <a:custGeom>
              <a:avLst/>
              <a:gdLst/>
              <a:ahLst/>
              <a:cxnLst/>
              <a:rect l="l" t="t" r="r" b="b"/>
              <a:pathLst>
                <a:path w="63500" h="60960">
                  <a:moveTo>
                    <a:pt x="27672" y="60358"/>
                  </a:moveTo>
                  <a:lnTo>
                    <a:pt x="15833" y="56608"/>
                  </a:lnTo>
                  <a:lnTo>
                    <a:pt x="6681" y="49014"/>
                  </a:lnTo>
                  <a:lnTo>
                    <a:pt x="1106" y="38663"/>
                  </a:lnTo>
                  <a:lnTo>
                    <a:pt x="0" y="26637"/>
                  </a:lnTo>
                  <a:lnTo>
                    <a:pt x="3783" y="15169"/>
                  </a:lnTo>
                  <a:lnTo>
                    <a:pt x="11543" y="6335"/>
                  </a:lnTo>
                  <a:lnTo>
                    <a:pt x="22277" y="938"/>
                  </a:lnTo>
                  <a:lnTo>
                    <a:pt x="22846" y="938"/>
                  </a:lnTo>
                  <a:lnTo>
                    <a:pt x="34548" y="0"/>
                  </a:lnTo>
                  <a:lnTo>
                    <a:pt x="42799" y="938"/>
                  </a:lnTo>
                  <a:lnTo>
                    <a:pt x="50351" y="5019"/>
                  </a:lnTo>
                  <a:lnTo>
                    <a:pt x="60730" y="17666"/>
                  </a:lnTo>
                  <a:lnTo>
                    <a:pt x="63133" y="25715"/>
                  </a:lnTo>
                  <a:lnTo>
                    <a:pt x="62221" y="33719"/>
                  </a:lnTo>
                  <a:lnTo>
                    <a:pt x="58438" y="45188"/>
                  </a:lnTo>
                  <a:lnTo>
                    <a:pt x="50678" y="54022"/>
                  </a:lnTo>
                  <a:lnTo>
                    <a:pt x="40052" y="59364"/>
                  </a:lnTo>
                  <a:lnTo>
                    <a:pt x="27672" y="60358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6078525" y="3985107"/>
              <a:ext cx="444500" cy="438150"/>
            </a:xfrm>
            <a:custGeom>
              <a:avLst/>
              <a:gdLst/>
              <a:ahLst/>
              <a:cxnLst/>
              <a:rect l="l" t="t" r="r" b="b"/>
              <a:pathLst>
                <a:path w="444500" h="438150">
                  <a:moveTo>
                    <a:pt x="444246" y="220916"/>
                  </a:moveTo>
                  <a:lnTo>
                    <a:pt x="411289" y="207403"/>
                  </a:lnTo>
                  <a:lnTo>
                    <a:pt x="409028" y="185127"/>
                  </a:lnTo>
                  <a:lnTo>
                    <a:pt x="405460" y="173761"/>
                  </a:lnTo>
                  <a:lnTo>
                    <a:pt x="431647" y="152958"/>
                  </a:lnTo>
                  <a:lnTo>
                    <a:pt x="408622" y="101892"/>
                  </a:lnTo>
                  <a:lnTo>
                    <a:pt x="372071" y="108585"/>
                  </a:lnTo>
                  <a:lnTo>
                    <a:pt x="356895" y="90614"/>
                  </a:lnTo>
                  <a:lnTo>
                    <a:pt x="352145" y="86855"/>
                  </a:lnTo>
                  <a:lnTo>
                    <a:pt x="364413" y="50876"/>
                  </a:lnTo>
                  <a:lnTo>
                    <a:pt x="317322" y="20523"/>
                  </a:lnTo>
                  <a:lnTo>
                    <a:pt x="287616" y="48348"/>
                  </a:lnTo>
                  <a:lnTo>
                    <a:pt x="259486" y="40043"/>
                  </a:lnTo>
                  <a:lnTo>
                    <a:pt x="259118" y="40017"/>
                  </a:lnTo>
                  <a:lnTo>
                    <a:pt x="249123" y="0"/>
                  </a:lnTo>
                  <a:lnTo>
                    <a:pt x="193027" y="0"/>
                  </a:lnTo>
                  <a:lnTo>
                    <a:pt x="182626" y="41605"/>
                  </a:lnTo>
                  <a:lnTo>
                    <a:pt x="171462" y="43053"/>
                  </a:lnTo>
                  <a:lnTo>
                    <a:pt x="158508" y="48361"/>
                  </a:lnTo>
                  <a:lnTo>
                    <a:pt x="127088" y="18923"/>
                  </a:lnTo>
                  <a:lnTo>
                    <a:pt x="80010" y="49276"/>
                  </a:lnTo>
                  <a:lnTo>
                    <a:pt x="92710" y="86588"/>
                  </a:lnTo>
                  <a:lnTo>
                    <a:pt x="87350" y="90614"/>
                  </a:lnTo>
                  <a:lnTo>
                    <a:pt x="72656" y="109067"/>
                  </a:lnTo>
                  <a:lnTo>
                    <a:pt x="33464" y="101892"/>
                  </a:lnTo>
                  <a:lnTo>
                    <a:pt x="10452" y="152958"/>
                  </a:lnTo>
                  <a:lnTo>
                    <a:pt x="37973" y="174840"/>
                  </a:lnTo>
                  <a:lnTo>
                    <a:pt x="33489" y="207175"/>
                  </a:lnTo>
                  <a:lnTo>
                    <a:pt x="0" y="220916"/>
                  </a:lnTo>
                  <a:lnTo>
                    <a:pt x="8153" y="276415"/>
                  </a:lnTo>
                  <a:lnTo>
                    <a:pt x="42392" y="279882"/>
                  </a:lnTo>
                  <a:lnTo>
                    <a:pt x="57213" y="313944"/>
                  </a:lnTo>
                  <a:lnTo>
                    <a:pt x="37109" y="342633"/>
                  </a:lnTo>
                  <a:lnTo>
                    <a:pt x="74066" y="384771"/>
                  </a:lnTo>
                  <a:lnTo>
                    <a:pt x="107937" y="367588"/>
                  </a:lnTo>
                  <a:lnTo>
                    <a:pt x="125933" y="381063"/>
                  </a:lnTo>
                  <a:lnTo>
                    <a:pt x="133096" y="384009"/>
                  </a:lnTo>
                  <a:lnTo>
                    <a:pt x="131699" y="422478"/>
                  </a:lnTo>
                  <a:lnTo>
                    <a:pt x="185521" y="437921"/>
                  </a:lnTo>
                  <a:lnTo>
                    <a:pt x="205168" y="404114"/>
                  </a:lnTo>
                  <a:lnTo>
                    <a:pt x="222123" y="406311"/>
                  </a:lnTo>
                  <a:lnTo>
                    <a:pt x="237286" y="404342"/>
                  </a:lnTo>
                  <a:lnTo>
                    <a:pt x="257048" y="438061"/>
                  </a:lnTo>
                  <a:lnTo>
                    <a:pt x="310870" y="422325"/>
                  </a:lnTo>
                  <a:lnTo>
                    <a:pt x="309372" y="384733"/>
                  </a:lnTo>
                  <a:lnTo>
                    <a:pt x="318325" y="381063"/>
                  </a:lnTo>
                  <a:lnTo>
                    <a:pt x="338213" y="366153"/>
                  </a:lnTo>
                  <a:lnTo>
                    <a:pt x="371284" y="382727"/>
                  </a:lnTo>
                  <a:lnTo>
                    <a:pt x="407949" y="340309"/>
                  </a:lnTo>
                  <a:lnTo>
                    <a:pt x="387883" y="311988"/>
                  </a:lnTo>
                  <a:lnTo>
                    <a:pt x="401853" y="279869"/>
                  </a:lnTo>
                  <a:lnTo>
                    <a:pt x="436092" y="276415"/>
                  </a:lnTo>
                  <a:lnTo>
                    <a:pt x="444246" y="2209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85626" y="4098748"/>
              <a:ext cx="222062" cy="215486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2062403" y="1857489"/>
              <a:ext cx="1066800" cy="1005840"/>
            </a:xfrm>
            <a:custGeom>
              <a:avLst/>
              <a:gdLst/>
              <a:ahLst/>
              <a:cxnLst/>
              <a:rect l="l" t="t" r="r" b="b"/>
              <a:pathLst>
                <a:path w="1066800" h="1005839">
                  <a:moveTo>
                    <a:pt x="1066419" y="238569"/>
                  </a:moveTo>
                  <a:lnTo>
                    <a:pt x="1061923" y="193027"/>
                  </a:lnTo>
                  <a:lnTo>
                    <a:pt x="1048791" y="149656"/>
                  </a:lnTo>
                  <a:lnTo>
                    <a:pt x="1027518" y="109664"/>
                  </a:lnTo>
                  <a:lnTo>
                    <a:pt x="998601" y="74282"/>
                  </a:lnTo>
                  <a:lnTo>
                    <a:pt x="963333" y="45262"/>
                  </a:lnTo>
                  <a:lnTo>
                    <a:pt x="923467" y="23914"/>
                  </a:lnTo>
                  <a:lnTo>
                    <a:pt x="880249" y="10731"/>
                  </a:lnTo>
                  <a:lnTo>
                    <a:pt x="834859" y="6235"/>
                  </a:lnTo>
                  <a:lnTo>
                    <a:pt x="788187" y="10947"/>
                  </a:lnTo>
                  <a:lnTo>
                    <a:pt x="744728" y="24485"/>
                  </a:lnTo>
                  <a:lnTo>
                    <a:pt x="706882" y="45110"/>
                  </a:lnTo>
                  <a:lnTo>
                    <a:pt x="692505" y="38277"/>
                  </a:lnTo>
                  <a:lnTo>
                    <a:pt x="646493" y="21742"/>
                  </a:lnTo>
                  <a:lnTo>
                    <a:pt x="599008" y="9753"/>
                  </a:lnTo>
                  <a:lnTo>
                    <a:pt x="550341" y="2463"/>
                  </a:lnTo>
                  <a:lnTo>
                    <a:pt x="500837" y="0"/>
                  </a:lnTo>
                  <a:lnTo>
                    <a:pt x="452602" y="2311"/>
                  </a:lnTo>
                  <a:lnTo>
                    <a:pt x="405663" y="9067"/>
                  </a:lnTo>
                  <a:lnTo>
                    <a:pt x="360235" y="20091"/>
                  </a:lnTo>
                  <a:lnTo>
                    <a:pt x="316522" y="35140"/>
                  </a:lnTo>
                  <a:lnTo>
                    <a:pt x="274739" y="54025"/>
                  </a:lnTo>
                  <a:lnTo>
                    <a:pt x="235089" y="76530"/>
                  </a:lnTo>
                  <a:lnTo>
                    <a:pt x="197789" y="102450"/>
                  </a:lnTo>
                  <a:lnTo>
                    <a:pt x="163042" y="131559"/>
                  </a:lnTo>
                  <a:lnTo>
                    <a:pt x="131064" y="163664"/>
                  </a:lnTo>
                  <a:lnTo>
                    <a:pt x="102057" y="198539"/>
                  </a:lnTo>
                  <a:lnTo>
                    <a:pt x="76238" y="235978"/>
                  </a:lnTo>
                  <a:lnTo>
                    <a:pt x="53822" y="275780"/>
                  </a:lnTo>
                  <a:lnTo>
                    <a:pt x="35001" y="317715"/>
                  </a:lnTo>
                  <a:lnTo>
                    <a:pt x="20002" y="361594"/>
                  </a:lnTo>
                  <a:lnTo>
                    <a:pt x="9029" y="407200"/>
                  </a:lnTo>
                  <a:lnTo>
                    <a:pt x="2298" y="454317"/>
                  </a:lnTo>
                  <a:lnTo>
                    <a:pt x="0" y="502729"/>
                  </a:lnTo>
                  <a:lnTo>
                    <a:pt x="2298" y="551141"/>
                  </a:lnTo>
                  <a:lnTo>
                    <a:pt x="9029" y="598258"/>
                  </a:lnTo>
                  <a:lnTo>
                    <a:pt x="20002" y="643864"/>
                  </a:lnTo>
                  <a:lnTo>
                    <a:pt x="35001" y="687730"/>
                  </a:lnTo>
                  <a:lnTo>
                    <a:pt x="53822" y="729678"/>
                  </a:lnTo>
                  <a:lnTo>
                    <a:pt x="76238" y="769480"/>
                  </a:lnTo>
                  <a:lnTo>
                    <a:pt x="102057" y="806919"/>
                  </a:lnTo>
                  <a:lnTo>
                    <a:pt x="131064" y="841794"/>
                  </a:lnTo>
                  <a:lnTo>
                    <a:pt x="163042" y="873899"/>
                  </a:lnTo>
                  <a:lnTo>
                    <a:pt x="197789" y="903008"/>
                  </a:lnTo>
                  <a:lnTo>
                    <a:pt x="235089" y="928928"/>
                  </a:lnTo>
                  <a:lnTo>
                    <a:pt x="274739" y="951433"/>
                  </a:lnTo>
                  <a:lnTo>
                    <a:pt x="316522" y="970318"/>
                  </a:lnTo>
                  <a:lnTo>
                    <a:pt x="360235" y="985367"/>
                  </a:lnTo>
                  <a:lnTo>
                    <a:pt x="405663" y="996391"/>
                  </a:lnTo>
                  <a:lnTo>
                    <a:pt x="452602" y="1003147"/>
                  </a:lnTo>
                  <a:lnTo>
                    <a:pt x="500837" y="1005446"/>
                  </a:lnTo>
                  <a:lnTo>
                    <a:pt x="549071" y="1003147"/>
                  </a:lnTo>
                  <a:lnTo>
                    <a:pt x="596011" y="996391"/>
                  </a:lnTo>
                  <a:lnTo>
                    <a:pt x="641438" y="985367"/>
                  </a:lnTo>
                  <a:lnTo>
                    <a:pt x="685152" y="970318"/>
                  </a:lnTo>
                  <a:lnTo>
                    <a:pt x="726935" y="951433"/>
                  </a:lnTo>
                  <a:lnTo>
                    <a:pt x="766584" y="928928"/>
                  </a:lnTo>
                  <a:lnTo>
                    <a:pt x="803884" y="903008"/>
                  </a:lnTo>
                  <a:lnTo>
                    <a:pt x="838631" y="873899"/>
                  </a:lnTo>
                  <a:lnTo>
                    <a:pt x="870610" y="841794"/>
                  </a:lnTo>
                  <a:lnTo>
                    <a:pt x="899617" y="806919"/>
                  </a:lnTo>
                  <a:lnTo>
                    <a:pt x="925436" y="769480"/>
                  </a:lnTo>
                  <a:lnTo>
                    <a:pt x="947851" y="729678"/>
                  </a:lnTo>
                  <a:lnTo>
                    <a:pt x="966673" y="687730"/>
                  </a:lnTo>
                  <a:lnTo>
                    <a:pt x="981671" y="643864"/>
                  </a:lnTo>
                  <a:lnTo>
                    <a:pt x="992644" y="598258"/>
                  </a:lnTo>
                  <a:lnTo>
                    <a:pt x="999388" y="551141"/>
                  </a:lnTo>
                  <a:lnTo>
                    <a:pt x="1001674" y="502729"/>
                  </a:lnTo>
                  <a:lnTo>
                    <a:pt x="999223" y="453047"/>
                  </a:lnTo>
                  <a:lnTo>
                    <a:pt x="992505" y="407898"/>
                  </a:lnTo>
                  <a:lnTo>
                    <a:pt x="998601" y="402856"/>
                  </a:lnTo>
                  <a:lnTo>
                    <a:pt x="1026871" y="368465"/>
                  </a:lnTo>
                  <a:lnTo>
                    <a:pt x="1048219" y="329006"/>
                  </a:lnTo>
                  <a:lnTo>
                    <a:pt x="1061707" y="285394"/>
                  </a:lnTo>
                  <a:lnTo>
                    <a:pt x="1066419" y="23856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2223274" y="2016505"/>
              <a:ext cx="751840" cy="683260"/>
            </a:xfrm>
            <a:custGeom>
              <a:avLst/>
              <a:gdLst/>
              <a:ahLst/>
              <a:cxnLst/>
              <a:rect l="l" t="t" r="r" b="b"/>
              <a:pathLst>
                <a:path w="751839" h="683260">
                  <a:moveTo>
                    <a:pt x="751624" y="155054"/>
                  </a:moveTo>
                  <a:lnTo>
                    <a:pt x="739851" y="95719"/>
                  </a:lnTo>
                  <a:lnTo>
                    <a:pt x="706335" y="45415"/>
                  </a:lnTo>
                  <a:lnTo>
                    <a:pt x="656183" y="11798"/>
                  </a:lnTo>
                  <a:lnTo>
                    <a:pt x="597027" y="0"/>
                  </a:lnTo>
                  <a:lnTo>
                    <a:pt x="548157" y="7899"/>
                  </a:lnTo>
                  <a:lnTo>
                    <a:pt x="505726" y="29908"/>
                  </a:lnTo>
                  <a:lnTo>
                    <a:pt x="496265" y="39408"/>
                  </a:lnTo>
                  <a:lnTo>
                    <a:pt x="494233" y="38150"/>
                  </a:lnTo>
                  <a:lnTo>
                    <a:pt x="445236" y="17792"/>
                  </a:lnTo>
                  <a:lnTo>
                    <a:pt x="393522" y="5295"/>
                  </a:lnTo>
                  <a:lnTo>
                    <a:pt x="340017" y="1041"/>
                  </a:lnTo>
                  <a:lnTo>
                    <a:pt x="293878" y="4152"/>
                  </a:lnTo>
                  <a:lnTo>
                    <a:pt x="249618" y="13233"/>
                  </a:lnTo>
                  <a:lnTo>
                    <a:pt x="207670" y="27851"/>
                  </a:lnTo>
                  <a:lnTo>
                    <a:pt x="168402" y="47612"/>
                  </a:lnTo>
                  <a:lnTo>
                    <a:pt x="132245" y="72123"/>
                  </a:lnTo>
                  <a:lnTo>
                    <a:pt x="99593" y="100952"/>
                  </a:lnTo>
                  <a:lnTo>
                    <a:pt x="70853" y="133705"/>
                  </a:lnTo>
                  <a:lnTo>
                    <a:pt x="46418" y="169989"/>
                  </a:lnTo>
                  <a:lnTo>
                    <a:pt x="26720" y="209372"/>
                  </a:lnTo>
                  <a:lnTo>
                    <a:pt x="12153" y="251460"/>
                  </a:lnTo>
                  <a:lnTo>
                    <a:pt x="3111" y="295859"/>
                  </a:lnTo>
                  <a:lnTo>
                    <a:pt x="0" y="342138"/>
                  </a:lnTo>
                  <a:lnTo>
                    <a:pt x="3111" y="388429"/>
                  </a:lnTo>
                  <a:lnTo>
                    <a:pt x="12153" y="432816"/>
                  </a:lnTo>
                  <a:lnTo>
                    <a:pt x="26720" y="474916"/>
                  </a:lnTo>
                  <a:lnTo>
                    <a:pt x="46418" y="514299"/>
                  </a:lnTo>
                  <a:lnTo>
                    <a:pt x="70853" y="550583"/>
                  </a:lnTo>
                  <a:lnTo>
                    <a:pt x="99593" y="583336"/>
                  </a:lnTo>
                  <a:lnTo>
                    <a:pt x="132245" y="612165"/>
                  </a:lnTo>
                  <a:lnTo>
                    <a:pt x="168402" y="636676"/>
                  </a:lnTo>
                  <a:lnTo>
                    <a:pt x="207670" y="656437"/>
                  </a:lnTo>
                  <a:lnTo>
                    <a:pt x="249618" y="671055"/>
                  </a:lnTo>
                  <a:lnTo>
                    <a:pt x="293878" y="680123"/>
                  </a:lnTo>
                  <a:lnTo>
                    <a:pt x="340017" y="683234"/>
                  </a:lnTo>
                  <a:lnTo>
                    <a:pt x="386143" y="680123"/>
                  </a:lnTo>
                  <a:lnTo>
                    <a:pt x="430403" y="671055"/>
                  </a:lnTo>
                  <a:lnTo>
                    <a:pt x="472363" y="656437"/>
                  </a:lnTo>
                  <a:lnTo>
                    <a:pt x="511619" y="636676"/>
                  </a:lnTo>
                  <a:lnTo>
                    <a:pt x="547776" y="612165"/>
                  </a:lnTo>
                  <a:lnTo>
                    <a:pt x="580440" y="583336"/>
                  </a:lnTo>
                  <a:lnTo>
                    <a:pt x="609180" y="550583"/>
                  </a:lnTo>
                  <a:lnTo>
                    <a:pt x="633603" y="514299"/>
                  </a:lnTo>
                  <a:lnTo>
                    <a:pt x="653300" y="474916"/>
                  </a:lnTo>
                  <a:lnTo>
                    <a:pt x="667880" y="432816"/>
                  </a:lnTo>
                  <a:lnTo>
                    <a:pt x="676922" y="388429"/>
                  </a:lnTo>
                  <a:lnTo>
                    <a:pt x="680021" y="342138"/>
                  </a:lnTo>
                  <a:lnTo>
                    <a:pt x="675792" y="288455"/>
                  </a:lnTo>
                  <a:lnTo>
                    <a:pt x="675411" y="286905"/>
                  </a:lnTo>
                  <a:lnTo>
                    <a:pt x="688327" y="280200"/>
                  </a:lnTo>
                  <a:lnTo>
                    <a:pt x="721791" y="246634"/>
                  </a:lnTo>
                  <a:lnTo>
                    <a:pt x="743737" y="204063"/>
                  </a:lnTo>
                  <a:lnTo>
                    <a:pt x="751624" y="1550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2272795" y="2067365"/>
              <a:ext cx="581025" cy="582930"/>
            </a:xfrm>
            <a:custGeom>
              <a:avLst/>
              <a:gdLst/>
              <a:ahLst/>
              <a:cxnLst/>
              <a:rect l="l" t="t" r="r" b="b"/>
              <a:pathLst>
                <a:path w="581025" h="582930">
                  <a:moveTo>
                    <a:pt x="290498" y="582525"/>
                  </a:moveTo>
                  <a:lnTo>
                    <a:pt x="243378" y="578713"/>
                  </a:lnTo>
                  <a:lnTo>
                    <a:pt x="198678" y="567676"/>
                  </a:lnTo>
                  <a:lnTo>
                    <a:pt x="156997" y="550015"/>
                  </a:lnTo>
                  <a:lnTo>
                    <a:pt x="118933" y="526328"/>
                  </a:lnTo>
                  <a:lnTo>
                    <a:pt x="85085" y="497216"/>
                  </a:lnTo>
                  <a:lnTo>
                    <a:pt x="56049" y="463278"/>
                  </a:lnTo>
                  <a:lnTo>
                    <a:pt x="32424" y="425114"/>
                  </a:lnTo>
                  <a:lnTo>
                    <a:pt x="14809" y="383324"/>
                  </a:lnTo>
                  <a:lnTo>
                    <a:pt x="3802" y="338507"/>
                  </a:lnTo>
                  <a:lnTo>
                    <a:pt x="0" y="291262"/>
                  </a:lnTo>
                  <a:lnTo>
                    <a:pt x="3689" y="245424"/>
                  </a:lnTo>
                  <a:lnTo>
                    <a:pt x="14809" y="199201"/>
                  </a:lnTo>
                  <a:lnTo>
                    <a:pt x="32424" y="157410"/>
                  </a:lnTo>
                  <a:lnTo>
                    <a:pt x="56049" y="119246"/>
                  </a:lnTo>
                  <a:lnTo>
                    <a:pt x="85085" y="85308"/>
                  </a:lnTo>
                  <a:lnTo>
                    <a:pt x="118933" y="56196"/>
                  </a:lnTo>
                  <a:lnTo>
                    <a:pt x="156997" y="32510"/>
                  </a:lnTo>
                  <a:lnTo>
                    <a:pt x="198678" y="14848"/>
                  </a:lnTo>
                  <a:lnTo>
                    <a:pt x="243378" y="3812"/>
                  </a:lnTo>
                  <a:lnTo>
                    <a:pt x="290498" y="0"/>
                  </a:lnTo>
                  <a:lnTo>
                    <a:pt x="336216" y="3628"/>
                  </a:lnTo>
                  <a:lnTo>
                    <a:pt x="380397" y="14297"/>
                  </a:lnTo>
                  <a:lnTo>
                    <a:pt x="422260" y="31683"/>
                  </a:lnTo>
                  <a:lnTo>
                    <a:pt x="461025" y="55461"/>
                  </a:lnTo>
                  <a:lnTo>
                    <a:pt x="495912" y="85308"/>
                  </a:lnTo>
                  <a:lnTo>
                    <a:pt x="525681" y="120287"/>
                  </a:lnTo>
                  <a:lnTo>
                    <a:pt x="549397" y="159154"/>
                  </a:lnTo>
                  <a:lnTo>
                    <a:pt x="566737" y="201127"/>
                  </a:lnTo>
                  <a:lnTo>
                    <a:pt x="577378" y="245424"/>
                  </a:lnTo>
                  <a:lnTo>
                    <a:pt x="580997" y="291262"/>
                  </a:lnTo>
                  <a:lnTo>
                    <a:pt x="577194" y="338507"/>
                  </a:lnTo>
                  <a:lnTo>
                    <a:pt x="566187" y="383324"/>
                  </a:lnTo>
                  <a:lnTo>
                    <a:pt x="548572" y="425114"/>
                  </a:lnTo>
                  <a:lnTo>
                    <a:pt x="524947" y="463278"/>
                  </a:lnTo>
                  <a:lnTo>
                    <a:pt x="495912" y="497216"/>
                  </a:lnTo>
                  <a:lnTo>
                    <a:pt x="462063" y="526328"/>
                  </a:lnTo>
                  <a:lnTo>
                    <a:pt x="423999" y="550015"/>
                  </a:lnTo>
                  <a:lnTo>
                    <a:pt x="382318" y="567676"/>
                  </a:lnTo>
                  <a:lnTo>
                    <a:pt x="337618" y="578713"/>
                  </a:lnTo>
                  <a:lnTo>
                    <a:pt x="290498" y="582525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714352" y="2065001"/>
              <a:ext cx="212190" cy="213143"/>
            </a:xfrm>
            <a:prstGeom prst="rect">
              <a:avLst/>
            </a:prstGeom>
          </p:spPr>
        </p:pic>
        <p:sp>
          <p:nvSpPr>
            <p:cNvPr id="51" name="object 51" descr=""/>
            <p:cNvSpPr/>
            <p:nvPr/>
          </p:nvSpPr>
          <p:spPr>
            <a:xfrm>
              <a:off x="2412669" y="2207272"/>
              <a:ext cx="301625" cy="300990"/>
            </a:xfrm>
            <a:custGeom>
              <a:avLst/>
              <a:gdLst/>
              <a:ahLst/>
              <a:cxnLst/>
              <a:rect l="l" t="t" r="r" b="b"/>
              <a:pathLst>
                <a:path w="301625" h="300989">
                  <a:moveTo>
                    <a:pt x="301231" y="120650"/>
                  </a:moveTo>
                  <a:lnTo>
                    <a:pt x="180682" y="120650"/>
                  </a:lnTo>
                  <a:lnTo>
                    <a:pt x="180682" y="0"/>
                  </a:lnTo>
                  <a:lnTo>
                    <a:pt x="120561" y="0"/>
                  </a:lnTo>
                  <a:lnTo>
                    <a:pt x="120561" y="120650"/>
                  </a:lnTo>
                  <a:lnTo>
                    <a:pt x="0" y="120650"/>
                  </a:lnTo>
                  <a:lnTo>
                    <a:pt x="0" y="180340"/>
                  </a:lnTo>
                  <a:lnTo>
                    <a:pt x="120561" y="180340"/>
                  </a:lnTo>
                  <a:lnTo>
                    <a:pt x="120561" y="300990"/>
                  </a:lnTo>
                  <a:lnTo>
                    <a:pt x="180682" y="300990"/>
                  </a:lnTo>
                  <a:lnTo>
                    <a:pt x="180682" y="180340"/>
                  </a:lnTo>
                  <a:lnTo>
                    <a:pt x="301231" y="180340"/>
                  </a:lnTo>
                  <a:lnTo>
                    <a:pt x="301231" y="1206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5768441" y="1857501"/>
              <a:ext cx="1066800" cy="1005840"/>
            </a:xfrm>
            <a:custGeom>
              <a:avLst/>
              <a:gdLst/>
              <a:ahLst/>
              <a:cxnLst/>
              <a:rect l="l" t="t" r="r" b="b"/>
              <a:pathLst>
                <a:path w="1066800" h="1005839">
                  <a:moveTo>
                    <a:pt x="1066406" y="238556"/>
                  </a:moveTo>
                  <a:lnTo>
                    <a:pt x="1061923" y="193014"/>
                  </a:lnTo>
                  <a:lnTo>
                    <a:pt x="1048778" y="149644"/>
                  </a:lnTo>
                  <a:lnTo>
                    <a:pt x="1027506" y="109651"/>
                  </a:lnTo>
                  <a:lnTo>
                    <a:pt x="998588" y="74269"/>
                  </a:lnTo>
                  <a:lnTo>
                    <a:pt x="963320" y="45250"/>
                  </a:lnTo>
                  <a:lnTo>
                    <a:pt x="923467" y="23901"/>
                  </a:lnTo>
                  <a:lnTo>
                    <a:pt x="880237" y="10731"/>
                  </a:lnTo>
                  <a:lnTo>
                    <a:pt x="834859" y="6223"/>
                  </a:lnTo>
                  <a:lnTo>
                    <a:pt x="788187" y="10934"/>
                  </a:lnTo>
                  <a:lnTo>
                    <a:pt x="744715" y="24472"/>
                  </a:lnTo>
                  <a:lnTo>
                    <a:pt x="706869" y="45097"/>
                  </a:lnTo>
                  <a:lnTo>
                    <a:pt x="692492" y="38265"/>
                  </a:lnTo>
                  <a:lnTo>
                    <a:pt x="646493" y="21729"/>
                  </a:lnTo>
                  <a:lnTo>
                    <a:pt x="598995" y="9740"/>
                  </a:lnTo>
                  <a:lnTo>
                    <a:pt x="550329" y="2451"/>
                  </a:lnTo>
                  <a:lnTo>
                    <a:pt x="500837" y="0"/>
                  </a:lnTo>
                  <a:lnTo>
                    <a:pt x="452602" y="2298"/>
                  </a:lnTo>
                  <a:lnTo>
                    <a:pt x="405663" y="9055"/>
                  </a:lnTo>
                  <a:lnTo>
                    <a:pt x="360235" y="20078"/>
                  </a:lnTo>
                  <a:lnTo>
                    <a:pt x="316522" y="35128"/>
                  </a:lnTo>
                  <a:lnTo>
                    <a:pt x="274739" y="54013"/>
                  </a:lnTo>
                  <a:lnTo>
                    <a:pt x="235089" y="76517"/>
                  </a:lnTo>
                  <a:lnTo>
                    <a:pt x="197777" y="102438"/>
                  </a:lnTo>
                  <a:lnTo>
                    <a:pt x="163029" y="131546"/>
                  </a:lnTo>
                  <a:lnTo>
                    <a:pt x="131051" y="163652"/>
                  </a:lnTo>
                  <a:lnTo>
                    <a:pt x="102057" y="198526"/>
                  </a:lnTo>
                  <a:lnTo>
                    <a:pt x="76238" y="235966"/>
                  </a:lnTo>
                  <a:lnTo>
                    <a:pt x="53809" y="275767"/>
                  </a:lnTo>
                  <a:lnTo>
                    <a:pt x="35001" y="317715"/>
                  </a:lnTo>
                  <a:lnTo>
                    <a:pt x="20002" y="361581"/>
                  </a:lnTo>
                  <a:lnTo>
                    <a:pt x="9029" y="407187"/>
                  </a:lnTo>
                  <a:lnTo>
                    <a:pt x="2286" y="454304"/>
                  </a:lnTo>
                  <a:lnTo>
                    <a:pt x="0" y="502716"/>
                  </a:lnTo>
                  <a:lnTo>
                    <a:pt x="2286" y="551129"/>
                  </a:lnTo>
                  <a:lnTo>
                    <a:pt x="9029" y="598246"/>
                  </a:lnTo>
                  <a:lnTo>
                    <a:pt x="20002" y="643851"/>
                  </a:lnTo>
                  <a:lnTo>
                    <a:pt x="35001" y="687730"/>
                  </a:lnTo>
                  <a:lnTo>
                    <a:pt x="53809" y="729665"/>
                  </a:lnTo>
                  <a:lnTo>
                    <a:pt x="76238" y="769467"/>
                  </a:lnTo>
                  <a:lnTo>
                    <a:pt x="102057" y="806907"/>
                  </a:lnTo>
                  <a:lnTo>
                    <a:pt x="131051" y="841781"/>
                  </a:lnTo>
                  <a:lnTo>
                    <a:pt x="163029" y="873887"/>
                  </a:lnTo>
                  <a:lnTo>
                    <a:pt x="197777" y="902995"/>
                  </a:lnTo>
                  <a:lnTo>
                    <a:pt x="235089" y="928916"/>
                  </a:lnTo>
                  <a:lnTo>
                    <a:pt x="274739" y="951420"/>
                  </a:lnTo>
                  <a:lnTo>
                    <a:pt x="316522" y="970305"/>
                  </a:lnTo>
                  <a:lnTo>
                    <a:pt x="360235" y="985354"/>
                  </a:lnTo>
                  <a:lnTo>
                    <a:pt x="405663" y="996378"/>
                  </a:lnTo>
                  <a:lnTo>
                    <a:pt x="452602" y="1003134"/>
                  </a:lnTo>
                  <a:lnTo>
                    <a:pt x="500837" y="1005446"/>
                  </a:lnTo>
                  <a:lnTo>
                    <a:pt x="549071" y="1003134"/>
                  </a:lnTo>
                  <a:lnTo>
                    <a:pt x="595998" y="996378"/>
                  </a:lnTo>
                  <a:lnTo>
                    <a:pt x="641426" y="985354"/>
                  </a:lnTo>
                  <a:lnTo>
                    <a:pt x="685139" y="970305"/>
                  </a:lnTo>
                  <a:lnTo>
                    <a:pt x="726935" y="951420"/>
                  </a:lnTo>
                  <a:lnTo>
                    <a:pt x="766584" y="928916"/>
                  </a:lnTo>
                  <a:lnTo>
                    <a:pt x="803884" y="902995"/>
                  </a:lnTo>
                  <a:lnTo>
                    <a:pt x="838631" y="873887"/>
                  </a:lnTo>
                  <a:lnTo>
                    <a:pt x="870610" y="841781"/>
                  </a:lnTo>
                  <a:lnTo>
                    <a:pt x="899604" y="806907"/>
                  </a:lnTo>
                  <a:lnTo>
                    <a:pt x="925423" y="769467"/>
                  </a:lnTo>
                  <a:lnTo>
                    <a:pt x="947851" y="729665"/>
                  </a:lnTo>
                  <a:lnTo>
                    <a:pt x="966660" y="687730"/>
                  </a:lnTo>
                  <a:lnTo>
                    <a:pt x="981659" y="643851"/>
                  </a:lnTo>
                  <a:lnTo>
                    <a:pt x="992632" y="598246"/>
                  </a:lnTo>
                  <a:lnTo>
                    <a:pt x="999375" y="551129"/>
                  </a:lnTo>
                  <a:lnTo>
                    <a:pt x="1001661" y="502716"/>
                  </a:lnTo>
                  <a:lnTo>
                    <a:pt x="999210" y="453034"/>
                  </a:lnTo>
                  <a:lnTo>
                    <a:pt x="992505" y="407885"/>
                  </a:lnTo>
                  <a:lnTo>
                    <a:pt x="998588" y="402844"/>
                  </a:lnTo>
                  <a:lnTo>
                    <a:pt x="1026858" y="368452"/>
                  </a:lnTo>
                  <a:lnTo>
                    <a:pt x="1048207" y="328993"/>
                  </a:lnTo>
                  <a:lnTo>
                    <a:pt x="1061707" y="285381"/>
                  </a:lnTo>
                  <a:lnTo>
                    <a:pt x="1066406" y="238556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5929312" y="2016505"/>
              <a:ext cx="751840" cy="683260"/>
            </a:xfrm>
            <a:custGeom>
              <a:avLst/>
              <a:gdLst/>
              <a:ahLst/>
              <a:cxnLst/>
              <a:rect l="l" t="t" r="r" b="b"/>
              <a:pathLst>
                <a:path w="751840" h="683260">
                  <a:moveTo>
                    <a:pt x="751611" y="155054"/>
                  </a:moveTo>
                  <a:lnTo>
                    <a:pt x="739838" y="95719"/>
                  </a:lnTo>
                  <a:lnTo>
                    <a:pt x="706335" y="45415"/>
                  </a:lnTo>
                  <a:lnTo>
                    <a:pt x="656183" y="11798"/>
                  </a:lnTo>
                  <a:lnTo>
                    <a:pt x="597014" y="0"/>
                  </a:lnTo>
                  <a:lnTo>
                    <a:pt x="548157" y="7899"/>
                  </a:lnTo>
                  <a:lnTo>
                    <a:pt x="505714" y="29908"/>
                  </a:lnTo>
                  <a:lnTo>
                    <a:pt x="496252" y="39408"/>
                  </a:lnTo>
                  <a:lnTo>
                    <a:pt x="494220" y="38150"/>
                  </a:lnTo>
                  <a:lnTo>
                    <a:pt x="445223" y="17792"/>
                  </a:lnTo>
                  <a:lnTo>
                    <a:pt x="393509" y="5295"/>
                  </a:lnTo>
                  <a:lnTo>
                    <a:pt x="340004" y="1041"/>
                  </a:lnTo>
                  <a:lnTo>
                    <a:pt x="293865" y="4165"/>
                  </a:lnTo>
                  <a:lnTo>
                    <a:pt x="249618" y="13233"/>
                  </a:lnTo>
                  <a:lnTo>
                    <a:pt x="207657" y="27851"/>
                  </a:lnTo>
                  <a:lnTo>
                    <a:pt x="168402" y="47612"/>
                  </a:lnTo>
                  <a:lnTo>
                    <a:pt x="132232" y="72123"/>
                  </a:lnTo>
                  <a:lnTo>
                    <a:pt x="99580" y="100952"/>
                  </a:lnTo>
                  <a:lnTo>
                    <a:pt x="70840" y="133705"/>
                  </a:lnTo>
                  <a:lnTo>
                    <a:pt x="46418" y="169989"/>
                  </a:lnTo>
                  <a:lnTo>
                    <a:pt x="26720" y="209372"/>
                  </a:lnTo>
                  <a:lnTo>
                    <a:pt x="12141" y="251472"/>
                  </a:lnTo>
                  <a:lnTo>
                    <a:pt x="3098" y="295859"/>
                  </a:lnTo>
                  <a:lnTo>
                    <a:pt x="0" y="342138"/>
                  </a:lnTo>
                  <a:lnTo>
                    <a:pt x="3098" y="388429"/>
                  </a:lnTo>
                  <a:lnTo>
                    <a:pt x="12141" y="432816"/>
                  </a:lnTo>
                  <a:lnTo>
                    <a:pt x="26720" y="474916"/>
                  </a:lnTo>
                  <a:lnTo>
                    <a:pt x="46418" y="514299"/>
                  </a:lnTo>
                  <a:lnTo>
                    <a:pt x="70840" y="550583"/>
                  </a:lnTo>
                  <a:lnTo>
                    <a:pt x="99580" y="583336"/>
                  </a:lnTo>
                  <a:lnTo>
                    <a:pt x="132232" y="612165"/>
                  </a:lnTo>
                  <a:lnTo>
                    <a:pt x="168402" y="636676"/>
                  </a:lnTo>
                  <a:lnTo>
                    <a:pt x="207657" y="656437"/>
                  </a:lnTo>
                  <a:lnTo>
                    <a:pt x="249618" y="671055"/>
                  </a:lnTo>
                  <a:lnTo>
                    <a:pt x="293865" y="680123"/>
                  </a:lnTo>
                  <a:lnTo>
                    <a:pt x="340004" y="683247"/>
                  </a:lnTo>
                  <a:lnTo>
                    <a:pt x="386143" y="680123"/>
                  </a:lnTo>
                  <a:lnTo>
                    <a:pt x="430390" y="671055"/>
                  </a:lnTo>
                  <a:lnTo>
                    <a:pt x="472351" y="656437"/>
                  </a:lnTo>
                  <a:lnTo>
                    <a:pt x="511619" y="636676"/>
                  </a:lnTo>
                  <a:lnTo>
                    <a:pt x="547776" y="612165"/>
                  </a:lnTo>
                  <a:lnTo>
                    <a:pt x="580428" y="583336"/>
                  </a:lnTo>
                  <a:lnTo>
                    <a:pt x="609168" y="550583"/>
                  </a:lnTo>
                  <a:lnTo>
                    <a:pt x="633590" y="514299"/>
                  </a:lnTo>
                  <a:lnTo>
                    <a:pt x="653300" y="474916"/>
                  </a:lnTo>
                  <a:lnTo>
                    <a:pt x="667867" y="432816"/>
                  </a:lnTo>
                  <a:lnTo>
                    <a:pt x="676910" y="388429"/>
                  </a:lnTo>
                  <a:lnTo>
                    <a:pt x="680008" y="342138"/>
                  </a:lnTo>
                  <a:lnTo>
                    <a:pt x="675779" y="288467"/>
                  </a:lnTo>
                  <a:lnTo>
                    <a:pt x="675398" y="286905"/>
                  </a:lnTo>
                  <a:lnTo>
                    <a:pt x="688314" y="280200"/>
                  </a:lnTo>
                  <a:lnTo>
                    <a:pt x="721779" y="246634"/>
                  </a:lnTo>
                  <a:lnTo>
                    <a:pt x="743724" y="204063"/>
                  </a:lnTo>
                  <a:lnTo>
                    <a:pt x="751611" y="1550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5978826" y="2067366"/>
              <a:ext cx="581025" cy="582930"/>
            </a:xfrm>
            <a:custGeom>
              <a:avLst/>
              <a:gdLst/>
              <a:ahLst/>
              <a:cxnLst/>
              <a:rect l="l" t="t" r="r" b="b"/>
              <a:pathLst>
                <a:path w="581025" h="582930">
                  <a:moveTo>
                    <a:pt x="290498" y="582525"/>
                  </a:moveTo>
                  <a:lnTo>
                    <a:pt x="243377" y="578713"/>
                  </a:lnTo>
                  <a:lnTo>
                    <a:pt x="198678" y="567676"/>
                  </a:lnTo>
                  <a:lnTo>
                    <a:pt x="156997" y="550015"/>
                  </a:lnTo>
                  <a:lnTo>
                    <a:pt x="118933" y="526328"/>
                  </a:lnTo>
                  <a:lnTo>
                    <a:pt x="85084" y="497216"/>
                  </a:lnTo>
                  <a:lnTo>
                    <a:pt x="56049" y="463278"/>
                  </a:lnTo>
                  <a:lnTo>
                    <a:pt x="32424" y="425114"/>
                  </a:lnTo>
                  <a:lnTo>
                    <a:pt x="14809" y="383324"/>
                  </a:lnTo>
                  <a:lnTo>
                    <a:pt x="3802" y="338507"/>
                  </a:lnTo>
                  <a:lnTo>
                    <a:pt x="0" y="291262"/>
                  </a:lnTo>
                  <a:lnTo>
                    <a:pt x="3688" y="245424"/>
                  </a:lnTo>
                  <a:lnTo>
                    <a:pt x="14809" y="199201"/>
                  </a:lnTo>
                  <a:lnTo>
                    <a:pt x="32424" y="157410"/>
                  </a:lnTo>
                  <a:lnTo>
                    <a:pt x="56049" y="119246"/>
                  </a:lnTo>
                  <a:lnTo>
                    <a:pt x="85084" y="85308"/>
                  </a:lnTo>
                  <a:lnTo>
                    <a:pt x="118933" y="56196"/>
                  </a:lnTo>
                  <a:lnTo>
                    <a:pt x="156997" y="32510"/>
                  </a:lnTo>
                  <a:lnTo>
                    <a:pt x="198678" y="14848"/>
                  </a:lnTo>
                  <a:lnTo>
                    <a:pt x="243377" y="3812"/>
                  </a:lnTo>
                  <a:lnTo>
                    <a:pt x="290498" y="0"/>
                  </a:lnTo>
                  <a:lnTo>
                    <a:pt x="336216" y="3628"/>
                  </a:lnTo>
                  <a:lnTo>
                    <a:pt x="380397" y="14297"/>
                  </a:lnTo>
                  <a:lnTo>
                    <a:pt x="422260" y="31683"/>
                  </a:lnTo>
                  <a:lnTo>
                    <a:pt x="461025" y="55461"/>
                  </a:lnTo>
                  <a:lnTo>
                    <a:pt x="495911" y="85308"/>
                  </a:lnTo>
                  <a:lnTo>
                    <a:pt x="525680" y="120287"/>
                  </a:lnTo>
                  <a:lnTo>
                    <a:pt x="549396" y="159154"/>
                  </a:lnTo>
                  <a:lnTo>
                    <a:pt x="566737" y="201127"/>
                  </a:lnTo>
                  <a:lnTo>
                    <a:pt x="577378" y="245424"/>
                  </a:lnTo>
                  <a:lnTo>
                    <a:pt x="580997" y="291262"/>
                  </a:lnTo>
                  <a:lnTo>
                    <a:pt x="577195" y="338507"/>
                  </a:lnTo>
                  <a:lnTo>
                    <a:pt x="566187" y="383324"/>
                  </a:lnTo>
                  <a:lnTo>
                    <a:pt x="548572" y="425114"/>
                  </a:lnTo>
                  <a:lnTo>
                    <a:pt x="524947" y="463278"/>
                  </a:lnTo>
                  <a:lnTo>
                    <a:pt x="495911" y="497216"/>
                  </a:lnTo>
                  <a:lnTo>
                    <a:pt x="462063" y="526328"/>
                  </a:lnTo>
                  <a:lnTo>
                    <a:pt x="423999" y="550015"/>
                  </a:lnTo>
                  <a:lnTo>
                    <a:pt x="382318" y="567676"/>
                  </a:lnTo>
                  <a:lnTo>
                    <a:pt x="337618" y="578713"/>
                  </a:lnTo>
                  <a:lnTo>
                    <a:pt x="290498" y="582525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420383" y="2065002"/>
              <a:ext cx="212190" cy="213143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6118695" y="2207272"/>
              <a:ext cx="301625" cy="300990"/>
            </a:xfrm>
            <a:custGeom>
              <a:avLst/>
              <a:gdLst/>
              <a:ahLst/>
              <a:cxnLst/>
              <a:rect l="l" t="t" r="r" b="b"/>
              <a:pathLst>
                <a:path w="301625" h="300989">
                  <a:moveTo>
                    <a:pt x="301244" y="120650"/>
                  </a:moveTo>
                  <a:lnTo>
                    <a:pt x="180682" y="120650"/>
                  </a:lnTo>
                  <a:lnTo>
                    <a:pt x="180682" y="0"/>
                  </a:lnTo>
                  <a:lnTo>
                    <a:pt x="120561" y="0"/>
                  </a:lnTo>
                  <a:lnTo>
                    <a:pt x="120561" y="120650"/>
                  </a:lnTo>
                  <a:lnTo>
                    <a:pt x="0" y="120650"/>
                  </a:lnTo>
                  <a:lnTo>
                    <a:pt x="0" y="180340"/>
                  </a:lnTo>
                  <a:lnTo>
                    <a:pt x="120561" y="180340"/>
                  </a:lnTo>
                  <a:lnTo>
                    <a:pt x="120561" y="300990"/>
                  </a:lnTo>
                  <a:lnTo>
                    <a:pt x="180682" y="300990"/>
                  </a:lnTo>
                  <a:lnTo>
                    <a:pt x="180682" y="180340"/>
                  </a:lnTo>
                  <a:lnTo>
                    <a:pt x="301244" y="180340"/>
                  </a:lnTo>
                  <a:lnTo>
                    <a:pt x="301244" y="1206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Rolling</a:t>
            </a:r>
            <a:r>
              <a:rPr dirty="0" spc="-35"/>
              <a:t> </a:t>
            </a:r>
            <a:r>
              <a:rPr dirty="0" spc="-10"/>
              <a:t>Update</a:t>
            </a:r>
          </a:p>
        </p:txBody>
      </p:sp>
      <p:sp>
        <p:nvSpPr>
          <p:cNvPr id="59" name="object 5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58" name="object 58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168348" y="1164309"/>
            <a:ext cx="4607560" cy="3623310"/>
            <a:chOff x="3168348" y="1164309"/>
            <a:chExt cx="4607560" cy="3623310"/>
          </a:xfrm>
        </p:grpSpPr>
        <p:sp>
          <p:nvSpPr>
            <p:cNvPr id="3" name="object 3" descr=""/>
            <p:cNvSpPr/>
            <p:nvPr/>
          </p:nvSpPr>
          <p:spPr>
            <a:xfrm>
              <a:off x="4525157" y="2170911"/>
              <a:ext cx="2809875" cy="2597785"/>
            </a:xfrm>
            <a:custGeom>
              <a:avLst/>
              <a:gdLst/>
              <a:ahLst/>
              <a:cxnLst/>
              <a:rect l="l" t="t" r="r" b="b"/>
              <a:pathLst>
                <a:path w="2809875" h="2597785">
                  <a:moveTo>
                    <a:pt x="0" y="0"/>
                  </a:moveTo>
                  <a:lnTo>
                    <a:pt x="0" y="2597632"/>
                  </a:lnTo>
                  <a:lnTo>
                    <a:pt x="2809821" y="2597632"/>
                  </a:lnTo>
                </a:path>
              </a:pathLst>
            </a:custGeom>
            <a:ln w="38099">
              <a:solidFill>
                <a:srgbClr val="E473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4806899" y="3607422"/>
              <a:ext cx="961390" cy="899794"/>
            </a:xfrm>
            <a:custGeom>
              <a:avLst/>
              <a:gdLst/>
              <a:ahLst/>
              <a:cxnLst/>
              <a:rect l="l" t="t" r="r" b="b"/>
              <a:pathLst>
                <a:path w="961389" h="899795">
                  <a:moveTo>
                    <a:pt x="961313" y="201891"/>
                  </a:moveTo>
                  <a:lnTo>
                    <a:pt x="957389" y="162318"/>
                  </a:lnTo>
                  <a:lnTo>
                    <a:pt x="945934" y="124625"/>
                  </a:lnTo>
                  <a:lnTo>
                    <a:pt x="927366" y="89877"/>
                  </a:lnTo>
                  <a:lnTo>
                    <a:pt x="902131" y="59131"/>
                  </a:lnTo>
                  <a:lnTo>
                    <a:pt x="871347" y="33921"/>
                  </a:lnTo>
                  <a:lnTo>
                    <a:pt x="836574" y="15367"/>
                  </a:lnTo>
                  <a:lnTo>
                    <a:pt x="798855" y="3911"/>
                  </a:lnTo>
                  <a:lnTo>
                    <a:pt x="759244" y="0"/>
                  </a:lnTo>
                  <a:lnTo>
                    <a:pt x="712914" y="5321"/>
                  </a:lnTo>
                  <a:lnTo>
                    <a:pt x="670394" y="20510"/>
                  </a:lnTo>
                  <a:lnTo>
                    <a:pt x="632866" y="44348"/>
                  </a:lnTo>
                  <a:lnTo>
                    <a:pt x="614095" y="63106"/>
                  </a:lnTo>
                  <a:lnTo>
                    <a:pt x="581685" y="49669"/>
                  </a:lnTo>
                  <a:lnTo>
                    <a:pt x="534809" y="36144"/>
                  </a:lnTo>
                  <a:lnTo>
                    <a:pt x="486486" y="27889"/>
                  </a:lnTo>
                  <a:lnTo>
                    <a:pt x="437159" y="25095"/>
                  </a:lnTo>
                  <a:lnTo>
                    <a:pt x="389521" y="27660"/>
                  </a:lnTo>
                  <a:lnTo>
                    <a:pt x="343382" y="35179"/>
                  </a:lnTo>
                  <a:lnTo>
                    <a:pt x="298983" y="47383"/>
                  </a:lnTo>
                  <a:lnTo>
                    <a:pt x="256603" y="63995"/>
                  </a:lnTo>
                  <a:lnTo>
                    <a:pt x="216522" y="84772"/>
                  </a:lnTo>
                  <a:lnTo>
                    <a:pt x="178981" y="109423"/>
                  </a:lnTo>
                  <a:lnTo>
                    <a:pt x="144259" y="137693"/>
                  </a:lnTo>
                  <a:lnTo>
                    <a:pt x="112623" y="169316"/>
                  </a:lnTo>
                  <a:lnTo>
                    <a:pt x="84340" y="204025"/>
                  </a:lnTo>
                  <a:lnTo>
                    <a:pt x="59690" y="241554"/>
                  </a:lnTo>
                  <a:lnTo>
                    <a:pt x="38912" y="281635"/>
                  </a:lnTo>
                  <a:lnTo>
                    <a:pt x="22288" y="324002"/>
                  </a:lnTo>
                  <a:lnTo>
                    <a:pt x="10083" y="368388"/>
                  </a:lnTo>
                  <a:lnTo>
                    <a:pt x="2565" y="414515"/>
                  </a:lnTo>
                  <a:lnTo>
                    <a:pt x="0" y="462140"/>
                  </a:lnTo>
                  <a:lnTo>
                    <a:pt x="2565" y="509765"/>
                  </a:lnTo>
                  <a:lnTo>
                    <a:pt x="10083" y="555891"/>
                  </a:lnTo>
                  <a:lnTo>
                    <a:pt x="22288" y="600278"/>
                  </a:lnTo>
                  <a:lnTo>
                    <a:pt x="38912" y="642645"/>
                  </a:lnTo>
                  <a:lnTo>
                    <a:pt x="59690" y="682726"/>
                  </a:lnTo>
                  <a:lnTo>
                    <a:pt x="84340" y="720255"/>
                  </a:lnTo>
                  <a:lnTo>
                    <a:pt x="112623" y="754964"/>
                  </a:lnTo>
                  <a:lnTo>
                    <a:pt x="144259" y="786587"/>
                  </a:lnTo>
                  <a:lnTo>
                    <a:pt x="178981" y="814857"/>
                  </a:lnTo>
                  <a:lnTo>
                    <a:pt x="216522" y="839508"/>
                  </a:lnTo>
                  <a:lnTo>
                    <a:pt x="256603" y="860285"/>
                  </a:lnTo>
                  <a:lnTo>
                    <a:pt x="298983" y="876896"/>
                  </a:lnTo>
                  <a:lnTo>
                    <a:pt x="343382" y="889101"/>
                  </a:lnTo>
                  <a:lnTo>
                    <a:pt x="389521" y="896620"/>
                  </a:lnTo>
                  <a:lnTo>
                    <a:pt x="437159" y="899185"/>
                  </a:lnTo>
                  <a:lnTo>
                    <a:pt x="484797" y="896620"/>
                  </a:lnTo>
                  <a:lnTo>
                    <a:pt x="530936" y="889101"/>
                  </a:lnTo>
                  <a:lnTo>
                    <a:pt x="575335" y="876896"/>
                  </a:lnTo>
                  <a:lnTo>
                    <a:pt x="617715" y="860285"/>
                  </a:lnTo>
                  <a:lnTo>
                    <a:pt x="657796" y="839508"/>
                  </a:lnTo>
                  <a:lnTo>
                    <a:pt x="695337" y="814857"/>
                  </a:lnTo>
                  <a:lnTo>
                    <a:pt x="730059" y="786587"/>
                  </a:lnTo>
                  <a:lnTo>
                    <a:pt x="761695" y="754964"/>
                  </a:lnTo>
                  <a:lnTo>
                    <a:pt x="789965" y="720255"/>
                  </a:lnTo>
                  <a:lnTo>
                    <a:pt x="814628" y="682726"/>
                  </a:lnTo>
                  <a:lnTo>
                    <a:pt x="835406" y="642645"/>
                  </a:lnTo>
                  <a:lnTo>
                    <a:pt x="852030" y="600278"/>
                  </a:lnTo>
                  <a:lnTo>
                    <a:pt x="864235" y="555891"/>
                  </a:lnTo>
                  <a:lnTo>
                    <a:pt x="871753" y="509765"/>
                  </a:lnTo>
                  <a:lnTo>
                    <a:pt x="874318" y="462140"/>
                  </a:lnTo>
                  <a:lnTo>
                    <a:pt x="871524" y="412826"/>
                  </a:lnTo>
                  <a:lnTo>
                    <a:pt x="864666" y="372745"/>
                  </a:lnTo>
                  <a:lnTo>
                    <a:pt x="885621" y="359422"/>
                  </a:lnTo>
                  <a:lnTo>
                    <a:pt x="916914" y="328168"/>
                  </a:lnTo>
                  <a:lnTo>
                    <a:pt x="940765" y="290677"/>
                  </a:lnTo>
                  <a:lnTo>
                    <a:pt x="955967" y="248183"/>
                  </a:lnTo>
                  <a:lnTo>
                    <a:pt x="961313" y="201891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424435" y="3667739"/>
              <a:ext cx="283845" cy="283210"/>
            </a:xfrm>
            <a:custGeom>
              <a:avLst/>
              <a:gdLst/>
              <a:ahLst/>
              <a:cxnLst/>
              <a:rect l="l" t="t" r="r" b="b"/>
              <a:pathLst>
                <a:path w="283845" h="283210">
                  <a:moveTo>
                    <a:pt x="141711" y="283121"/>
                  </a:moveTo>
                  <a:lnTo>
                    <a:pt x="96919" y="275904"/>
                  </a:lnTo>
                  <a:lnTo>
                    <a:pt x="58018" y="255808"/>
                  </a:lnTo>
                  <a:lnTo>
                    <a:pt x="27341" y="225165"/>
                  </a:lnTo>
                  <a:lnTo>
                    <a:pt x="7224" y="186305"/>
                  </a:lnTo>
                  <a:lnTo>
                    <a:pt x="0" y="141560"/>
                  </a:lnTo>
                  <a:lnTo>
                    <a:pt x="7224" y="96816"/>
                  </a:lnTo>
                  <a:lnTo>
                    <a:pt x="27341" y="57956"/>
                  </a:lnTo>
                  <a:lnTo>
                    <a:pt x="58018" y="27312"/>
                  </a:lnTo>
                  <a:lnTo>
                    <a:pt x="96919" y="7216"/>
                  </a:lnTo>
                  <a:lnTo>
                    <a:pt x="141711" y="0"/>
                  </a:lnTo>
                  <a:lnTo>
                    <a:pt x="169486" y="2745"/>
                  </a:lnTo>
                  <a:lnTo>
                    <a:pt x="220332" y="23783"/>
                  </a:lnTo>
                  <a:lnTo>
                    <a:pt x="259613" y="63022"/>
                  </a:lnTo>
                  <a:lnTo>
                    <a:pt x="280674" y="113814"/>
                  </a:lnTo>
                  <a:lnTo>
                    <a:pt x="283422" y="141560"/>
                  </a:lnTo>
                  <a:lnTo>
                    <a:pt x="276197" y="186305"/>
                  </a:lnTo>
                  <a:lnTo>
                    <a:pt x="256080" y="225165"/>
                  </a:lnTo>
                  <a:lnTo>
                    <a:pt x="225403" y="255808"/>
                  </a:lnTo>
                  <a:lnTo>
                    <a:pt x="186502" y="275904"/>
                  </a:lnTo>
                  <a:lnTo>
                    <a:pt x="141711" y="2831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531271" y="3746159"/>
              <a:ext cx="109855" cy="126364"/>
            </a:xfrm>
            <a:custGeom>
              <a:avLst/>
              <a:gdLst/>
              <a:ahLst/>
              <a:cxnLst/>
              <a:rect l="l" t="t" r="r" b="b"/>
              <a:pathLst>
                <a:path w="109854" h="126364">
                  <a:moveTo>
                    <a:pt x="0" y="126281"/>
                  </a:moveTo>
                  <a:lnTo>
                    <a:pt x="0" y="0"/>
                  </a:lnTo>
                  <a:lnTo>
                    <a:pt x="109232" y="63140"/>
                  </a:lnTo>
                  <a:lnTo>
                    <a:pt x="0" y="126281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10358" y="3832936"/>
              <a:ext cx="220122" cy="220621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5151894" y="3853027"/>
              <a:ext cx="125095" cy="125095"/>
            </a:xfrm>
            <a:custGeom>
              <a:avLst/>
              <a:gdLst/>
              <a:ahLst/>
              <a:cxnLst/>
              <a:rect l="l" t="t" r="r" b="b"/>
              <a:pathLst>
                <a:path w="125095" h="125095">
                  <a:moveTo>
                    <a:pt x="124472" y="69888"/>
                  </a:moveTo>
                  <a:lnTo>
                    <a:pt x="115671" y="65062"/>
                  </a:lnTo>
                  <a:lnTo>
                    <a:pt x="115747" y="58737"/>
                  </a:lnTo>
                  <a:lnTo>
                    <a:pt x="115100" y="55448"/>
                  </a:lnTo>
                  <a:lnTo>
                    <a:pt x="123113" y="50444"/>
                  </a:lnTo>
                  <a:lnTo>
                    <a:pt x="118300" y="35407"/>
                  </a:lnTo>
                  <a:lnTo>
                    <a:pt x="107835" y="36131"/>
                  </a:lnTo>
                  <a:lnTo>
                    <a:pt x="104165" y="30607"/>
                  </a:lnTo>
                  <a:lnTo>
                    <a:pt x="102946" y="29400"/>
                  </a:lnTo>
                  <a:lnTo>
                    <a:pt x="107530" y="19710"/>
                  </a:lnTo>
                  <a:lnTo>
                    <a:pt x="95313" y="9715"/>
                  </a:lnTo>
                  <a:lnTo>
                    <a:pt x="86093" y="16560"/>
                  </a:lnTo>
                  <a:lnTo>
                    <a:pt x="78473" y="13335"/>
                  </a:lnTo>
                  <a:lnTo>
                    <a:pt x="76847" y="1790"/>
                  </a:lnTo>
                  <a:lnTo>
                    <a:pt x="61137" y="0"/>
                  </a:lnTo>
                  <a:lnTo>
                    <a:pt x="56616" y="12065"/>
                  </a:lnTo>
                  <a:lnTo>
                    <a:pt x="50038" y="12598"/>
                  </a:lnTo>
                  <a:lnTo>
                    <a:pt x="42062" y="3187"/>
                  </a:lnTo>
                  <a:lnTo>
                    <a:pt x="27889" y="10198"/>
                  </a:lnTo>
                  <a:lnTo>
                    <a:pt x="30289" y="21183"/>
                  </a:lnTo>
                  <a:lnTo>
                    <a:pt x="28638" y="22009"/>
                  </a:lnTo>
                  <a:lnTo>
                    <a:pt x="24384" y="26847"/>
                  </a:lnTo>
                  <a:lnTo>
                    <a:pt x="13169" y="23444"/>
                  </a:lnTo>
                  <a:lnTo>
                    <a:pt x="5092" y="37020"/>
                  </a:lnTo>
                  <a:lnTo>
                    <a:pt x="12814" y="44742"/>
                  </a:lnTo>
                  <a:lnTo>
                    <a:pt x="10134" y="52857"/>
                  </a:lnTo>
                  <a:lnTo>
                    <a:pt x="0" y="55714"/>
                  </a:lnTo>
                  <a:lnTo>
                    <a:pt x="508" y="71526"/>
                  </a:lnTo>
                  <a:lnTo>
                    <a:pt x="10363" y="73672"/>
                  </a:lnTo>
                  <a:lnTo>
                    <a:pt x="10718" y="77495"/>
                  </a:lnTo>
                  <a:lnTo>
                    <a:pt x="13652" y="82943"/>
                  </a:lnTo>
                  <a:lnTo>
                    <a:pt x="6515" y="90995"/>
                  </a:lnTo>
                  <a:lnTo>
                    <a:pt x="15519" y="103974"/>
                  </a:lnTo>
                  <a:lnTo>
                    <a:pt x="26060" y="100050"/>
                  </a:lnTo>
                  <a:lnTo>
                    <a:pt x="32156" y="105117"/>
                  </a:lnTo>
                  <a:lnTo>
                    <a:pt x="30467" y="116370"/>
                  </a:lnTo>
                  <a:lnTo>
                    <a:pt x="45059" y="122415"/>
                  </a:lnTo>
                  <a:lnTo>
                    <a:pt x="51841" y="113322"/>
                  </a:lnTo>
                  <a:lnTo>
                    <a:pt x="56324" y="114731"/>
                  </a:lnTo>
                  <a:lnTo>
                    <a:pt x="60502" y="114401"/>
                  </a:lnTo>
                  <a:lnTo>
                    <a:pt x="65087" y="124739"/>
                  </a:lnTo>
                  <a:lnTo>
                    <a:pt x="80683" y="122047"/>
                  </a:lnTo>
                  <a:lnTo>
                    <a:pt x="81483" y="111061"/>
                  </a:lnTo>
                  <a:lnTo>
                    <a:pt x="89725" y="106921"/>
                  </a:lnTo>
                  <a:lnTo>
                    <a:pt x="98869" y="112877"/>
                  </a:lnTo>
                  <a:lnTo>
                    <a:pt x="110502" y="102171"/>
                  </a:lnTo>
                  <a:lnTo>
                    <a:pt x="105410" y="92925"/>
                  </a:lnTo>
                  <a:lnTo>
                    <a:pt x="109131" y="88696"/>
                  </a:lnTo>
                  <a:lnTo>
                    <a:pt x="110337" y="85051"/>
                  </a:lnTo>
                  <a:lnTo>
                    <a:pt x="120421" y="85166"/>
                  </a:lnTo>
                  <a:lnTo>
                    <a:pt x="124472" y="698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184076" y="3885650"/>
              <a:ext cx="63500" cy="60960"/>
            </a:xfrm>
            <a:custGeom>
              <a:avLst/>
              <a:gdLst/>
              <a:ahLst/>
              <a:cxnLst/>
              <a:rect l="l" t="t" r="r" b="b"/>
              <a:pathLst>
                <a:path w="63500" h="60960">
                  <a:moveTo>
                    <a:pt x="27672" y="60357"/>
                  </a:moveTo>
                  <a:lnTo>
                    <a:pt x="15833" y="56607"/>
                  </a:lnTo>
                  <a:lnTo>
                    <a:pt x="6681" y="49014"/>
                  </a:lnTo>
                  <a:lnTo>
                    <a:pt x="1106" y="38663"/>
                  </a:lnTo>
                  <a:lnTo>
                    <a:pt x="0" y="26637"/>
                  </a:lnTo>
                  <a:lnTo>
                    <a:pt x="3782" y="15169"/>
                  </a:lnTo>
                  <a:lnTo>
                    <a:pt x="11543" y="6335"/>
                  </a:lnTo>
                  <a:lnTo>
                    <a:pt x="22276" y="938"/>
                  </a:lnTo>
                  <a:lnTo>
                    <a:pt x="22846" y="938"/>
                  </a:lnTo>
                  <a:lnTo>
                    <a:pt x="34548" y="0"/>
                  </a:lnTo>
                  <a:lnTo>
                    <a:pt x="42799" y="938"/>
                  </a:lnTo>
                  <a:lnTo>
                    <a:pt x="50350" y="5019"/>
                  </a:lnTo>
                  <a:lnTo>
                    <a:pt x="60730" y="17666"/>
                  </a:lnTo>
                  <a:lnTo>
                    <a:pt x="63133" y="25715"/>
                  </a:lnTo>
                  <a:lnTo>
                    <a:pt x="62221" y="33719"/>
                  </a:lnTo>
                  <a:lnTo>
                    <a:pt x="58438" y="45188"/>
                  </a:lnTo>
                  <a:lnTo>
                    <a:pt x="50678" y="54022"/>
                  </a:lnTo>
                  <a:lnTo>
                    <a:pt x="40052" y="59364"/>
                  </a:lnTo>
                  <a:lnTo>
                    <a:pt x="27672" y="60357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074920" y="3985132"/>
              <a:ext cx="444500" cy="438150"/>
            </a:xfrm>
            <a:custGeom>
              <a:avLst/>
              <a:gdLst/>
              <a:ahLst/>
              <a:cxnLst/>
              <a:rect l="l" t="t" r="r" b="b"/>
              <a:pathLst>
                <a:path w="444500" h="438150">
                  <a:moveTo>
                    <a:pt x="444246" y="220916"/>
                  </a:moveTo>
                  <a:lnTo>
                    <a:pt x="411289" y="207403"/>
                  </a:lnTo>
                  <a:lnTo>
                    <a:pt x="409028" y="185140"/>
                  </a:lnTo>
                  <a:lnTo>
                    <a:pt x="405460" y="173761"/>
                  </a:lnTo>
                  <a:lnTo>
                    <a:pt x="431647" y="152958"/>
                  </a:lnTo>
                  <a:lnTo>
                    <a:pt x="408622" y="101892"/>
                  </a:lnTo>
                  <a:lnTo>
                    <a:pt x="372071" y="108597"/>
                  </a:lnTo>
                  <a:lnTo>
                    <a:pt x="356895" y="90614"/>
                  </a:lnTo>
                  <a:lnTo>
                    <a:pt x="352145" y="86855"/>
                  </a:lnTo>
                  <a:lnTo>
                    <a:pt x="364413" y="50876"/>
                  </a:lnTo>
                  <a:lnTo>
                    <a:pt x="317322" y="20535"/>
                  </a:lnTo>
                  <a:lnTo>
                    <a:pt x="287629" y="48348"/>
                  </a:lnTo>
                  <a:lnTo>
                    <a:pt x="259486" y="40043"/>
                  </a:lnTo>
                  <a:lnTo>
                    <a:pt x="259118" y="40017"/>
                  </a:lnTo>
                  <a:lnTo>
                    <a:pt x="249123" y="0"/>
                  </a:lnTo>
                  <a:lnTo>
                    <a:pt x="193040" y="0"/>
                  </a:lnTo>
                  <a:lnTo>
                    <a:pt x="182626" y="41617"/>
                  </a:lnTo>
                  <a:lnTo>
                    <a:pt x="171462" y="43065"/>
                  </a:lnTo>
                  <a:lnTo>
                    <a:pt x="158521" y="48374"/>
                  </a:lnTo>
                  <a:lnTo>
                    <a:pt x="127101" y="18923"/>
                  </a:lnTo>
                  <a:lnTo>
                    <a:pt x="80010" y="49276"/>
                  </a:lnTo>
                  <a:lnTo>
                    <a:pt x="92722" y="86601"/>
                  </a:lnTo>
                  <a:lnTo>
                    <a:pt x="87350" y="90614"/>
                  </a:lnTo>
                  <a:lnTo>
                    <a:pt x="72656" y="109080"/>
                  </a:lnTo>
                  <a:lnTo>
                    <a:pt x="33464" y="101892"/>
                  </a:lnTo>
                  <a:lnTo>
                    <a:pt x="10452" y="152958"/>
                  </a:lnTo>
                  <a:lnTo>
                    <a:pt x="37973" y="174828"/>
                  </a:lnTo>
                  <a:lnTo>
                    <a:pt x="33489" y="207175"/>
                  </a:lnTo>
                  <a:lnTo>
                    <a:pt x="0" y="220916"/>
                  </a:lnTo>
                  <a:lnTo>
                    <a:pt x="8153" y="276415"/>
                  </a:lnTo>
                  <a:lnTo>
                    <a:pt x="42392" y="279882"/>
                  </a:lnTo>
                  <a:lnTo>
                    <a:pt x="57213" y="313956"/>
                  </a:lnTo>
                  <a:lnTo>
                    <a:pt x="37122" y="342633"/>
                  </a:lnTo>
                  <a:lnTo>
                    <a:pt x="74066" y="384771"/>
                  </a:lnTo>
                  <a:lnTo>
                    <a:pt x="107937" y="367588"/>
                  </a:lnTo>
                  <a:lnTo>
                    <a:pt x="125933" y="381063"/>
                  </a:lnTo>
                  <a:lnTo>
                    <a:pt x="133096" y="384009"/>
                  </a:lnTo>
                  <a:lnTo>
                    <a:pt x="131699" y="422478"/>
                  </a:lnTo>
                  <a:lnTo>
                    <a:pt x="185521" y="437934"/>
                  </a:lnTo>
                  <a:lnTo>
                    <a:pt x="205181" y="404114"/>
                  </a:lnTo>
                  <a:lnTo>
                    <a:pt x="222123" y="406311"/>
                  </a:lnTo>
                  <a:lnTo>
                    <a:pt x="237286" y="404342"/>
                  </a:lnTo>
                  <a:lnTo>
                    <a:pt x="257048" y="438061"/>
                  </a:lnTo>
                  <a:lnTo>
                    <a:pt x="310883" y="422325"/>
                  </a:lnTo>
                  <a:lnTo>
                    <a:pt x="309384" y="384733"/>
                  </a:lnTo>
                  <a:lnTo>
                    <a:pt x="318325" y="381063"/>
                  </a:lnTo>
                  <a:lnTo>
                    <a:pt x="338213" y="366153"/>
                  </a:lnTo>
                  <a:lnTo>
                    <a:pt x="371284" y="382727"/>
                  </a:lnTo>
                  <a:lnTo>
                    <a:pt x="407962" y="340309"/>
                  </a:lnTo>
                  <a:lnTo>
                    <a:pt x="387896" y="311975"/>
                  </a:lnTo>
                  <a:lnTo>
                    <a:pt x="401853" y="279869"/>
                  </a:lnTo>
                  <a:lnTo>
                    <a:pt x="436092" y="276415"/>
                  </a:lnTo>
                  <a:lnTo>
                    <a:pt x="444246" y="2209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82022" y="4098776"/>
              <a:ext cx="222062" cy="215486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6814109" y="3607384"/>
              <a:ext cx="961390" cy="899794"/>
            </a:xfrm>
            <a:custGeom>
              <a:avLst/>
              <a:gdLst/>
              <a:ahLst/>
              <a:cxnLst/>
              <a:rect l="l" t="t" r="r" b="b"/>
              <a:pathLst>
                <a:path w="961390" h="899795">
                  <a:moveTo>
                    <a:pt x="961301" y="201891"/>
                  </a:moveTo>
                  <a:lnTo>
                    <a:pt x="957389" y="162331"/>
                  </a:lnTo>
                  <a:lnTo>
                    <a:pt x="945921" y="124637"/>
                  </a:lnTo>
                  <a:lnTo>
                    <a:pt x="927354" y="89890"/>
                  </a:lnTo>
                  <a:lnTo>
                    <a:pt x="902119" y="59143"/>
                  </a:lnTo>
                  <a:lnTo>
                    <a:pt x="871347" y="33921"/>
                  </a:lnTo>
                  <a:lnTo>
                    <a:pt x="836574" y="15379"/>
                  </a:lnTo>
                  <a:lnTo>
                    <a:pt x="798842" y="3924"/>
                  </a:lnTo>
                  <a:lnTo>
                    <a:pt x="759244" y="0"/>
                  </a:lnTo>
                  <a:lnTo>
                    <a:pt x="712914" y="5334"/>
                  </a:lnTo>
                  <a:lnTo>
                    <a:pt x="670382" y="20523"/>
                  </a:lnTo>
                  <a:lnTo>
                    <a:pt x="632866" y="44361"/>
                  </a:lnTo>
                  <a:lnTo>
                    <a:pt x="614095" y="63119"/>
                  </a:lnTo>
                  <a:lnTo>
                    <a:pt x="581672" y="49682"/>
                  </a:lnTo>
                  <a:lnTo>
                    <a:pt x="534797" y="36144"/>
                  </a:lnTo>
                  <a:lnTo>
                    <a:pt x="486486" y="27901"/>
                  </a:lnTo>
                  <a:lnTo>
                    <a:pt x="437146" y="25107"/>
                  </a:lnTo>
                  <a:lnTo>
                    <a:pt x="389521" y="27673"/>
                  </a:lnTo>
                  <a:lnTo>
                    <a:pt x="343369" y="35191"/>
                  </a:lnTo>
                  <a:lnTo>
                    <a:pt x="298983" y="47383"/>
                  </a:lnTo>
                  <a:lnTo>
                    <a:pt x="256603" y="64008"/>
                  </a:lnTo>
                  <a:lnTo>
                    <a:pt x="216509" y="84772"/>
                  </a:lnTo>
                  <a:lnTo>
                    <a:pt x="178968" y="109435"/>
                  </a:lnTo>
                  <a:lnTo>
                    <a:pt x="144259" y="137706"/>
                  </a:lnTo>
                  <a:lnTo>
                    <a:pt x="112623" y="169329"/>
                  </a:lnTo>
                  <a:lnTo>
                    <a:pt x="84340" y="204038"/>
                  </a:lnTo>
                  <a:lnTo>
                    <a:pt x="59677" y="241566"/>
                  </a:lnTo>
                  <a:lnTo>
                    <a:pt x="38900" y="281647"/>
                  </a:lnTo>
                  <a:lnTo>
                    <a:pt x="22275" y="324015"/>
                  </a:lnTo>
                  <a:lnTo>
                    <a:pt x="10083" y="368388"/>
                  </a:lnTo>
                  <a:lnTo>
                    <a:pt x="2565" y="414528"/>
                  </a:lnTo>
                  <a:lnTo>
                    <a:pt x="0" y="462153"/>
                  </a:lnTo>
                  <a:lnTo>
                    <a:pt x="2565" y="509765"/>
                  </a:lnTo>
                  <a:lnTo>
                    <a:pt x="10083" y="555904"/>
                  </a:lnTo>
                  <a:lnTo>
                    <a:pt x="22275" y="600290"/>
                  </a:lnTo>
                  <a:lnTo>
                    <a:pt x="38900" y="642658"/>
                  </a:lnTo>
                  <a:lnTo>
                    <a:pt x="59677" y="682739"/>
                  </a:lnTo>
                  <a:lnTo>
                    <a:pt x="84340" y="720255"/>
                  </a:lnTo>
                  <a:lnTo>
                    <a:pt x="112623" y="754976"/>
                  </a:lnTo>
                  <a:lnTo>
                    <a:pt x="144259" y="786599"/>
                  </a:lnTo>
                  <a:lnTo>
                    <a:pt x="178968" y="814870"/>
                  </a:lnTo>
                  <a:lnTo>
                    <a:pt x="216509" y="839520"/>
                  </a:lnTo>
                  <a:lnTo>
                    <a:pt x="256603" y="860298"/>
                  </a:lnTo>
                  <a:lnTo>
                    <a:pt x="298983" y="876909"/>
                  </a:lnTo>
                  <a:lnTo>
                    <a:pt x="343369" y="889114"/>
                  </a:lnTo>
                  <a:lnTo>
                    <a:pt x="389521" y="896632"/>
                  </a:lnTo>
                  <a:lnTo>
                    <a:pt x="437146" y="899198"/>
                  </a:lnTo>
                  <a:lnTo>
                    <a:pt x="484784" y="896632"/>
                  </a:lnTo>
                  <a:lnTo>
                    <a:pt x="530936" y="889114"/>
                  </a:lnTo>
                  <a:lnTo>
                    <a:pt x="575322" y="876909"/>
                  </a:lnTo>
                  <a:lnTo>
                    <a:pt x="617702" y="860298"/>
                  </a:lnTo>
                  <a:lnTo>
                    <a:pt x="657796" y="839520"/>
                  </a:lnTo>
                  <a:lnTo>
                    <a:pt x="695337" y="814870"/>
                  </a:lnTo>
                  <a:lnTo>
                    <a:pt x="730046" y="786599"/>
                  </a:lnTo>
                  <a:lnTo>
                    <a:pt x="761682" y="754976"/>
                  </a:lnTo>
                  <a:lnTo>
                    <a:pt x="789965" y="720255"/>
                  </a:lnTo>
                  <a:lnTo>
                    <a:pt x="814628" y="682739"/>
                  </a:lnTo>
                  <a:lnTo>
                    <a:pt x="835406" y="642658"/>
                  </a:lnTo>
                  <a:lnTo>
                    <a:pt x="852030" y="600290"/>
                  </a:lnTo>
                  <a:lnTo>
                    <a:pt x="864222" y="555904"/>
                  </a:lnTo>
                  <a:lnTo>
                    <a:pt x="871740" y="509765"/>
                  </a:lnTo>
                  <a:lnTo>
                    <a:pt x="874306" y="462153"/>
                  </a:lnTo>
                  <a:lnTo>
                    <a:pt x="871524" y="412838"/>
                  </a:lnTo>
                  <a:lnTo>
                    <a:pt x="864666" y="372757"/>
                  </a:lnTo>
                  <a:lnTo>
                    <a:pt x="885621" y="359435"/>
                  </a:lnTo>
                  <a:lnTo>
                    <a:pt x="916914" y="328168"/>
                  </a:lnTo>
                  <a:lnTo>
                    <a:pt x="940765" y="290690"/>
                  </a:lnTo>
                  <a:lnTo>
                    <a:pt x="955967" y="248196"/>
                  </a:lnTo>
                  <a:lnTo>
                    <a:pt x="961301" y="201891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431639" y="3667711"/>
              <a:ext cx="283845" cy="283210"/>
            </a:xfrm>
            <a:custGeom>
              <a:avLst/>
              <a:gdLst/>
              <a:ahLst/>
              <a:cxnLst/>
              <a:rect l="l" t="t" r="r" b="b"/>
              <a:pathLst>
                <a:path w="283845" h="283210">
                  <a:moveTo>
                    <a:pt x="141710" y="283121"/>
                  </a:moveTo>
                  <a:lnTo>
                    <a:pt x="96919" y="275905"/>
                  </a:lnTo>
                  <a:lnTo>
                    <a:pt x="58018" y="255808"/>
                  </a:lnTo>
                  <a:lnTo>
                    <a:pt x="27341" y="225165"/>
                  </a:lnTo>
                  <a:lnTo>
                    <a:pt x="7224" y="186305"/>
                  </a:lnTo>
                  <a:lnTo>
                    <a:pt x="0" y="141560"/>
                  </a:lnTo>
                  <a:lnTo>
                    <a:pt x="7224" y="96816"/>
                  </a:lnTo>
                  <a:lnTo>
                    <a:pt x="27341" y="57956"/>
                  </a:lnTo>
                  <a:lnTo>
                    <a:pt x="58018" y="27313"/>
                  </a:lnTo>
                  <a:lnTo>
                    <a:pt x="96919" y="7216"/>
                  </a:lnTo>
                  <a:lnTo>
                    <a:pt x="141710" y="0"/>
                  </a:lnTo>
                  <a:lnTo>
                    <a:pt x="169486" y="2745"/>
                  </a:lnTo>
                  <a:lnTo>
                    <a:pt x="220332" y="23783"/>
                  </a:lnTo>
                  <a:lnTo>
                    <a:pt x="259613" y="63022"/>
                  </a:lnTo>
                  <a:lnTo>
                    <a:pt x="280674" y="113814"/>
                  </a:lnTo>
                  <a:lnTo>
                    <a:pt x="283422" y="141560"/>
                  </a:lnTo>
                  <a:lnTo>
                    <a:pt x="276197" y="186305"/>
                  </a:lnTo>
                  <a:lnTo>
                    <a:pt x="256080" y="225165"/>
                  </a:lnTo>
                  <a:lnTo>
                    <a:pt x="225403" y="255808"/>
                  </a:lnTo>
                  <a:lnTo>
                    <a:pt x="186502" y="275905"/>
                  </a:lnTo>
                  <a:lnTo>
                    <a:pt x="141710" y="2831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538475" y="3746131"/>
              <a:ext cx="109855" cy="126364"/>
            </a:xfrm>
            <a:custGeom>
              <a:avLst/>
              <a:gdLst/>
              <a:ahLst/>
              <a:cxnLst/>
              <a:rect l="l" t="t" r="r" b="b"/>
              <a:pathLst>
                <a:path w="109854" h="126364">
                  <a:moveTo>
                    <a:pt x="0" y="126281"/>
                  </a:moveTo>
                  <a:lnTo>
                    <a:pt x="0" y="0"/>
                  </a:lnTo>
                  <a:lnTo>
                    <a:pt x="109233" y="63140"/>
                  </a:lnTo>
                  <a:lnTo>
                    <a:pt x="0" y="126281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17562" y="3832908"/>
              <a:ext cx="220122" cy="220620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7159104" y="3852989"/>
              <a:ext cx="125095" cy="125095"/>
            </a:xfrm>
            <a:custGeom>
              <a:avLst/>
              <a:gdLst/>
              <a:ahLst/>
              <a:cxnLst/>
              <a:rect l="l" t="t" r="r" b="b"/>
              <a:pathLst>
                <a:path w="125095" h="125095">
                  <a:moveTo>
                    <a:pt x="124472" y="69900"/>
                  </a:moveTo>
                  <a:lnTo>
                    <a:pt x="115658" y="65062"/>
                  </a:lnTo>
                  <a:lnTo>
                    <a:pt x="115747" y="58750"/>
                  </a:lnTo>
                  <a:lnTo>
                    <a:pt x="115100" y="55460"/>
                  </a:lnTo>
                  <a:lnTo>
                    <a:pt x="123113" y="50457"/>
                  </a:lnTo>
                  <a:lnTo>
                    <a:pt x="118287" y="35420"/>
                  </a:lnTo>
                  <a:lnTo>
                    <a:pt x="107823" y="36144"/>
                  </a:lnTo>
                  <a:lnTo>
                    <a:pt x="104152" y="30619"/>
                  </a:lnTo>
                  <a:lnTo>
                    <a:pt x="102933" y="29413"/>
                  </a:lnTo>
                  <a:lnTo>
                    <a:pt x="107530" y="19723"/>
                  </a:lnTo>
                  <a:lnTo>
                    <a:pt x="95300" y="9715"/>
                  </a:lnTo>
                  <a:lnTo>
                    <a:pt x="86093" y="16560"/>
                  </a:lnTo>
                  <a:lnTo>
                    <a:pt x="78473" y="13335"/>
                  </a:lnTo>
                  <a:lnTo>
                    <a:pt x="76847" y="1790"/>
                  </a:lnTo>
                  <a:lnTo>
                    <a:pt x="61125" y="0"/>
                  </a:lnTo>
                  <a:lnTo>
                    <a:pt x="56603" y="12077"/>
                  </a:lnTo>
                  <a:lnTo>
                    <a:pt x="50025" y="12611"/>
                  </a:lnTo>
                  <a:lnTo>
                    <a:pt x="42049" y="3200"/>
                  </a:lnTo>
                  <a:lnTo>
                    <a:pt x="27889" y="10198"/>
                  </a:lnTo>
                  <a:lnTo>
                    <a:pt x="30289" y="21196"/>
                  </a:lnTo>
                  <a:lnTo>
                    <a:pt x="28625" y="22021"/>
                  </a:lnTo>
                  <a:lnTo>
                    <a:pt x="24371" y="26860"/>
                  </a:lnTo>
                  <a:lnTo>
                    <a:pt x="13169" y="23456"/>
                  </a:lnTo>
                  <a:lnTo>
                    <a:pt x="5092" y="37033"/>
                  </a:lnTo>
                  <a:lnTo>
                    <a:pt x="12801" y="44754"/>
                  </a:lnTo>
                  <a:lnTo>
                    <a:pt x="10134" y="52870"/>
                  </a:lnTo>
                  <a:lnTo>
                    <a:pt x="0" y="55727"/>
                  </a:lnTo>
                  <a:lnTo>
                    <a:pt x="508" y="71526"/>
                  </a:lnTo>
                  <a:lnTo>
                    <a:pt x="10363" y="73672"/>
                  </a:lnTo>
                  <a:lnTo>
                    <a:pt x="10718" y="77508"/>
                  </a:lnTo>
                  <a:lnTo>
                    <a:pt x="13639" y="82956"/>
                  </a:lnTo>
                  <a:lnTo>
                    <a:pt x="6515" y="91008"/>
                  </a:lnTo>
                  <a:lnTo>
                    <a:pt x="15519" y="103987"/>
                  </a:lnTo>
                  <a:lnTo>
                    <a:pt x="26060" y="100076"/>
                  </a:lnTo>
                  <a:lnTo>
                    <a:pt x="32156" y="105130"/>
                  </a:lnTo>
                  <a:lnTo>
                    <a:pt x="30467" y="116382"/>
                  </a:lnTo>
                  <a:lnTo>
                    <a:pt x="45046" y="122428"/>
                  </a:lnTo>
                  <a:lnTo>
                    <a:pt x="51816" y="113322"/>
                  </a:lnTo>
                  <a:lnTo>
                    <a:pt x="56324" y="114744"/>
                  </a:lnTo>
                  <a:lnTo>
                    <a:pt x="60502" y="114414"/>
                  </a:lnTo>
                  <a:lnTo>
                    <a:pt x="65087" y="124752"/>
                  </a:lnTo>
                  <a:lnTo>
                    <a:pt x="80683" y="122059"/>
                  </a:lnTo>
                  <a:lnTo>
                    <a:pt x="81483" y="111086"/>
                  </a:lnTo>
                  <a:lnTo>
                    <a:pt x="89712" y="106934"/>
                  </a:lnTo>
                  <a:lnTo>
                    <a:pt x="98869" y="112890"/>
                  </a:lnTo>
                  <a:lnTo>
                    <a:pt x="110490" y="102184"/>
                  </a:lnTo>
                  <a:lnTo>
                    <a:pt x="105410" y="92951"/>
                  </a:lnTo>
                  <a:lnTo>
                    <a:pt x="109131" y="88709"/>
                  </a:lnTo>
                  <a:lnTo>
                    <a:pt x="110324" y="85064"/>
                  </a:lnTo>
                  <a:lnTo>
                    <a:pt x="120421" y="85178"/>
                  </a:lnTo>
                  <a:lnTo>
                    <a:pt x="124472" y="69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191280" y="3885622"/>
              <a:ext cx="63500" cy="60960"/>
            </a:xfrm>
            <a:custGeom>
              <a:avLst/>
              <a:gdLst/>
              <a:ahLst/>
              <a:cxnLst/>
              <a:rect l="l" t="t" r="r" b="b"/>
              <a:pathLst>
                <a:path w="63500" h="60960">
                  <a:moveTo>
                    <a:pt x="27673" y="60358"/>
                  </a:moveTo>
                  <a:lnTo>
                    <a:pt x="15833" y="56608"/>
                  </a:lnTo>
                  <a:lnTo>
                    <a:pt x="6681" y="49014"/>
                  </a:lnTo>
                  <a:lnTo>
                    <a:pt x="1106" y="38663"/>
                  </a:lnTo>
                  <a:lnTo>
                    <a:pt x="0" y="26637"/>
                  </a:lnTo>
                  <a:lnTo>
                    <a:pt x="3783" y="15169"/>
                  </a:lnTo>
                  <a:lnTo>
                    <a:pt x="11543" y="6335"/>
                  </a:lnTo>
                  <a:lnTo>
                    <a:pt x="22277" y="938"/>
                  </a:lnTo>
                  <a:lnTo>
                    <a:pt x="22847" y="938"/>
                  </a:lnTo>
                  <a:lnTo>
                    <a:pt x="34549" y="0"/>
                  </a:lnTo>
                  <a:lnTo>
                    <a:pt x="42800" y="938"/>
                  </a:lnTo>
                  <a:lnTo>
                    <a:pt x="50351" y="5019"/>
                  </a:lnTo>
                  <a:lnTo>
                    <a:pt x="60731" y="17666"/>
                  </a:lnTo>
                  <a:lnTo>
                    <a:pt x="63134" y="25715"/>
                  </a:lnTo>
                  <a:lnTo>
                    <a:pt x="62222" y="33719"/>
                  </a:lnTo>
                  <a:lnTo>
                    <a:pt x="58439" y="45188"/>
                  </a:lnTo>
                  <a:lnTo>
                    <a:pt x="50679" y="54022"/>
                  </a:lnTo>
                  <a:lnTo>
                    <a:pt x="40053" y="59364"/>
                  </a:lnTo>
                  <a:lnTo>
                    <a:pt x="27673" y="60358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082129" y="3985107"/>
              <a:ext cx="444500" cy="438150"/>
            </a:xfrm>
            <a:custGeom>
              <a:avLst/>
              <a:gdLst/>
              <a:ahLst/>
              <a:cxnLst/>
              <a:rect l="l" t="t" r="r" b="b"/>
              <a:pathLst>
                <a:path w="444500" h="438150">
                  <a:moveTo>
                    <a:pt x="444246" y="220916"/>
                  </a:moveTo>
                  <a:lnTo>
                    <a:pt x="411276" y="207403"/>
                  </a:lnTo>
                  <a:lnTo>
                    <a:pt x="409016" y="185127"/>
                  </a:lnTo>
                  <a:lnTo>
                    <a:pt x="405447" y="173761"/>
                  </a:lnTo>
                  <a:lnTo>
                    <a:pt x="431634" y="152958"/>
                  </a:lnTo>
                  <a:lnTo>
                    <a:pt x="408622" y="101892"/>
                  </a:lnTo>
                  <a:lnTo>
                    <a:pt x="372071" y="108585"/>
                  </a:lnTo>
                  <a:lnTo>
                    <a:pt x="356895" y="90614"/>
                  </a:lnTo>
                  <a:lnTo>
                    <a:pt x="352145" y="86842"/>
                  </a:lnTo>
                  <a:lnTo>
                    <a:pt x="364401" y="50876"/>
                  </a:lnTo>
                  <a:lnTo>
                    <a:pt x="317322" y="20523"/>
                  </a:lnTo>
                  <a:lnTo>
                    <a:pt x="287604" y="48348"/>
                  </a:lnTo>
                  <a:lnTo>
                    <a:pt x="259473" y="40043"/>
                  </a:lnTo>
                  <a:lnTo>
                    <a:pt x="259105" y="40017"/>
                  </a:lnTo>
                  <a:lnTo>
                    <a:pt x="249110" y="0"/>
                  </a:lnTo>
                  <a:lnTo>
                    <a:pt x="193027" y="0"/>
                  </a:lnTo>
                  <a:lnTo>
                    <a:pt x="182626" y="41605"/>
                  </a:lnTo>
                  <a:lnTo>
                    <a:pt x="171450" y="43053"/>
                  </a:lnTo>
                  <a:lnTo>
                    <a:pt x="158496" y="48361"/>
                  </a:lnTo>
                  <a:lnTo>
                    <a:pt x="127088" y="18923"/>
                  </a:lnTo>
                  <a:lnTo>
                    <a:pt x="80010" y="49276"/>
                  </a:lnTo>
                  <a:lnTo>
                    <a:pt x="92710" y="86601"/>
                  </a:lnTo>
                  <a:lnTo>
                    <a:pt x="87350" y="90614"/>
                  </a:lnTo>
                  <a:lnTo>
                    <a:pt x="72644" y="109067"/>
                  </a:lnTo>
                  <a:lnTo>
                    <a:pt x="33464" y="101892"/>
                  </a:lnTo>
                  <a:lnTo>
                    <a:pt x="10452" y="152958"/>
                  </a:lnTo>
                  <a:lnTo>
                    <a:pt x="37960" y="174828"/>
                  </a:lnTo>
                  <a:lnTo>
                    <a:pt x="33477" y="207187"/>
                  </a:lnTo>
                  <a:lnTo>
                    <a:pt x="0" y="220916"/>
                  </a:lnTo>
                  <a:lnTo>
                    <a:pt x="8153" y="276415"/>
                  </a:lnTo>
                  <a:lnTo>
                    <a:pt x="42379" y="279882"/>
                  </a:lnTo>
                  <a:lnTo>
                    <a:pt x="57200" y="313956"/>
                  </a:lnTo>
                  <a:lnTo>
                    <a:pt x="37109" y="342633"/>
                  </a:lnTo>
                  <a:lnTo>
                    <a:pt x="74066" y="384771"/>
                  </a:lnTo>
                  <a:lnTo>
                    <a:pt x="107937" y="367588"/>
                  </a:lnTo>
                  <a:lnTo>
                    <a:pt x="125920" y="381063"/>
                  </a:lnTo>
                  <a:lnTo>
                    <a:pt x="133083" y="384009"/>
                  </a:lnTo>
                  <a:lnTo>
                    <a:pt x="131699" y="422478"/>
                  </a:lnTo>
                  <a:lnTo>
                    <a:pt x="185508" y="437921"/>
                  </a:lnTo>
                  <a:lnTo>
                    <a:pt x="205155" y="404101"/>
                  </a:lnTo>
                  <a:lnTo>
                    <a:pt x="222123" y="406311"/>
                  </a:lnTo>
                  <a:lnTo>
                    <a:pt x="237274" y="404342"/>
                  </a:lnTo>
                  <a:lnTo>
                    <a:pt x="257035" y="438061"/>
                  </a:lnTo>
                  <a:lnTo>
                    <a:pt x="310870" y="422325"/>
                  </a:lnTo>
                  <a:lnTo>
                    <a:pt x="309372" y="384733"/>
                  </a:lnTo>
                  <a:lnTo>
                    <a:pt x="318312" y="381063"/>
                  </a:lnTo>
                  <a:lnTo>
                    <a:pt x="338213" y="366153"/>
                  </a:lnTo>
                  <a:lnTo>
                    <a:pt x="371284" y="382727"/>
                  </a:lnTo>
                  <a:lnTo>
                    <a:pt x="407949" y="340309"/>
                  </a:lnTo>
                  <a:lnTo>
                    <a:pt x="387883" y="311975"/>
                  </a:lnTo>
                  <a:lnTo>
                    <a:pt x="401840" y="279882"/>
                  </a:lnTo>
                  <a:lnTo>
                    <a:pt x="436092" y="276415"/>
                  </a:lnTo>
                  <a:lnTo>
                    <a:pt x="444246" y="2209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89226" y="4098747"/>
              <a:ext cx="222063" cy="215486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3225498" y="1221459"/>
              <a:ext cx="2537460" cy="796290"/>
            </a:xfrm>
            <a:custGeom>
              <a:avLst/>
              <a:gdLst/>
              <a:ahLst/>
              <a:cxnLst/>
              <a:rect l="l" t="t" r="r" b="b"/>
              <a:pathLst>
                <a:path w="2537460" h="796289">
                  <a:moveTo>
                    <a:pt x="909973" y="8756"/>
                  </a:moveTo>
                  <a:lnTo>
                    <a:pt x="0" y="8756"/>
                  </a:lnTo>
                  <a:lnTo>
                    <a:pt x="0" y="796031"/>
                  </a:lnTo>
                  <a:lnTo>
                    <a:pt x="2537439" y="796031"/>
                  </a:lnTo>
                  <a:lnTo>
                    <a:pt x="2537439" y="0"/>
                  </a:lnTo>
                  <a:lnTo>
                    <a:pt x="1636205" y="0"/>
                  </a:lnTo>
                </a:path>
              </a:pathLst>
            </a:custGeom>
            <a:ln w="114299">
              <a:solidFill>
                <a:srgbClr val="D8443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24577" y="1369345"/>
              <a:ext cx="2139268" cy="500255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6291332" y="2741334"/>
              <a:ext cx="0" cy="695960"/>
            </a:xfrm>
            <a:custGeom>
              <a:avLst/>
              <a:gdLst/>
              <a:ahLst/>
              <a:cxnLst/>
              <a:rect l="l" t="t" r="r" b="b"/>
              <a:pathLst>
                <a:path w="0" h="695960">
                  <a:moveTo>
                    <a:pt x="0" y="0"/>
                  </a:moveTo>
                  <a:lnTo>
                    <a:pt x="0" y="695901"/>
                  </a:lnTo>
                </a:path>
              </a:pathLst>
            </a:custGeom>
            <a:ln w="38099">
              <a:solidFill>
                <a:srgbClr val="98989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09608" y="3418185"/>
              <a:ext cx="163449" cy="163448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5243734" y="3185634"/>
              <a:ext cx="2091689" cy="0"/>
            </a:xfrm>
            <a:custGeom>
              <a:avLst/>
              <a:gdLst/>
              <a:ahLst/>
              <a:cxnLst/>
              <a:rect l="l" t="t" r="r" b="b"/>
              <a:pathLst>
                <a:path w="2091690" h="0">
                  <a:moveTo>
                    <a:pt x="0" y="0"/>
                  </a:moveTo>
                  <a:lnTo>
                    <a:pt x="2091299" y="0"/>
                  </a:lnTo>
                </a:path>
              </a:pathLst>
            </a:custGeom>
            <a:ln w="38099">
              <a:solidFill>
                <a:srgbClr val="98989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76350" y="3183778"/>
              <a:ext cx="163449" cy="397799"/>
            </a:xfrm>
            <a:prstGeom prst="rect">
              <a:avLst/>
            </a:prstGeom>
          </p:spPr>
        </p:pic>
      </p:grpSp>
      <p:sp>
        <p:nvSpPr>
          <p:cNvPr id="26" name="object 26" descr=""/>
          <p:cNvSpPr txBox="1"/>
          <p:nvPr/>
        </p:nvSpPr>
        <p:spPr>
          <a:xfrm>
            <a:off x="6936380" y="1599023"/>
            <a:ext cx="94297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0F9D58"/>
                </a:solidFill>
                <a:latin typeface="Roboto"/>
                <a:cs typeface="Roboto"/>
              </a:rPr>
              <a:t>ReplicaSet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7040324" y="1827623"/>
            <a:ext cx="177165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1460" indent="-238760">
              <a:lnSpc>
                <a:spcPct val="100000"/>
              </a:lnSpc>
              <a:spcBef>
                <a:spcPts val="100"/>
              </a:spcBef>
              <a:buChar char="-"/>
              <a:tabLst>
                <a:tab pos="251460" algn="l"/>
              </a:tabLst>
            </a:pPr>
            <a:r>
              <a:rPr dirty="0" sz="1500" b="1">
                <a:solidFill>
                  <a:srgbClr val="0F9D58"/>
                </a:solidFill>
                <a:latin typeface="Roboto"/>
                <a:cs typeface="Roboto"/>
              </a:rPr>
              <a:t>name:</a:t>
            </a:r>
            <a:r>
              <a:rPr dirty="0" sz="1500" spc="20" b="1">
                <a:solidFill>
                  <a:srgbClr val="0F9D58"/>
                </a:solidFill>
                <a:latin typeface="Roboto"/>
                <a:cs typeface="Roboto"/>
              </a:rPr>
              <a:t> </a:t>
            </a:r>
            <a:r>
              <a:rPr dirty="0" sz="1500" spc="-20" b="1">
                <a:solidFill>
                  <a:srgbClr val="0F9D58"/>
                </a:solidFill>
                <a:latin typeface="Roboto"/>
                <a:cs typeface="Roboto"/>
              </a:rPr>
              <a:t>my-app-</a:t>
            </a:r>
            <a:r>
              <a:rPr dirty="0" sz="1500" spc="-25" b="1">
                <a:solidFill>
                  <a:srgbClr val="0F9D58"/>
                </a:solidFill>
                <a:latin typeface="Roboto"/>
                <a:cs typeface="Roboto"/>
              </a:rPr>
              <a:t>v2</a:t>
            </a:r>
            <a:endParaRPr sz="1500">
              <a:latin typeface="Roboto"/>
              <a:cs typeface="Roboto"/>
            </a:endParaRPr>
          </a:p>
          <a:p>
            <a:pPr marL="251460" indent="-238760">
              <a:lnSpc>
                <a:spcPct val="100000"/>
              </a:lnSpc>
              <a:buChar char="-"/>
              <a:tabLst>
                <a:tab pos="251460" algn="l"/>
              </a:tabLst>
            </a:pPr>
            <a:r>
              <a:rPr dirty="0" sz="1500" spc="-10" b="1">
                <a:solidFill>
                  <a:srgbClr val="0F9D58"/>
                </a:solidFill>
                <a:latin typeface="Roboto"/>
                <a:cs typeface="Roboto"/>
              </a:rPr>
              <a:t>replicas:</a:t>
            </a:r>
            <a:r>
              <a:rPr dirty="0" sz="1500" spc="-15" b="1">
                <a:solidFill>
                  <a:srgbClr val="0F9D58"/>
                </a:solidFill>
                <a:latin typeface="Roboto"/>
                <a:cs typeface="Roboto"/>
              </a:rPr>
              <a:t> </a:t>
            </a:r>
            <a:r>
              <a:rPr dirty="0" sz="1500" spc="-50" b="1">
                <a:solidFill>
                  <a:srgbClr val="0F9D58"/>
                </a:solidFill>
                <a:latin typeface="Roboto"/>
                <a:cs typeface="Roboto"/>
              </a:rPr>
              <a:t>3</a:t>
            </a:r>
            <a:endParaRPr sz="1500">
              <a:latin typeface="Roboto"/>
              <a:cs typeface="Roboto"/>
            </a:endParaRPr>
          </a:p>
          <a:p>
            <a:pPr marL="251460" indent="-238760">
              <a:lnSpc>
                <a:spcPct val="100000"/>
              </a:lnSpc>
              <a:buChar char="-"/>
              <a:tabLst>
                <a:tab pos="251460" algn="l"/>
              </a:tabLst>
            </a:pPr>
            <a:r>
              <a:rPr dirty="0" sz="1500" spc="-10" b="1">
                <a:solidFill>
                  <a:srgbClr val="0F9D58"/>
                </a:solidFill>
                <a:latin typeface="Roboto"/>
                <a:cs typeface="Roboto"/>
              </a:rPr>
              <a:t>selector: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7383224" y="2513423"/>
            <a:ext cx="128651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1460" indent="-238760">
              <a:lnSpc>
                <a:spcPct val="100000"/>
              </a:lnSpc>
              <a:spcBef>
                <a:spcPts val="100"/>
              </a:spcBef>
              <a:buChar char="-"/>
              <a:tabLst>
                <a:tab pos="251460" algn="l"/>
              </a:tabLst>
            </a:pPr>
            <a:r>
              <a:rPr dirty="0" sz="1500" b="1">
                <a:solidFill>
                  <a:srgbClr val="0F9D58"/>
                </a:solidFill>
                <a:latin typeface="Roboto"/>
                <a:cs typeface="Roboto"/>
              </a:rPr>
              <a:t>app:</a:t>
            </a:r>
            <a:r>
              <a:rPr dirty="0" sz="1500" spc="-50" b="1">
                <a:solidFill>
                  <a:srgbClr val="0F9D58"/>
                </a:solidFill>
                <a:latin typeface="Roboto"/>
                <a:cs typeface="Roboto"/>
              </a:rPr>
              <a:t> </a:t>
            </a:r>
            <a:r>
              <a:rPr dirty="0" sz="1500" spc="-10" b="1">
                <a:solidFill>
                  <a:srgbClr val="0F9D58"/>
                </a:solidFill>
                <a:latin typeface="Roboto"/>
                <a:cs typeface="Roboto"/>
              </a:rPr>
              <a:t>MyApp</a:t>
            </a:r>
            <a:endParaRPr sz="1500">
              <a:latin typeface="Roboto"/>
              <a:cs typeface="Roboto"/>
            </a:endParaRPr>
          </a:p>
          <a:p>
            <a:pPr marL="251460" indent="-238760">
              <a:lnSpc>
                <a:spcPct val="100000"/>
              </a:lnSpc>
              <a:buChar char="-"/>
              <a:tabLst>
                <a:tab pos="251460" algn="l"/>
              </a:tabLst>
            </a:pPr>
            <a:r>
              <a:rPr dirty="0" sz="1500" spc="-10" b="1">
                <a:solidFill>
                  <a:srgbClr val="0F9D58"/>
                </a:solidFill>
                <a:latin typeface="Roboto"/>
                <a:cs typeface="Roboto"/>
              </a:rPr>
              <a:t>version:</a:t>
            </a:r>
            <a:r>
              <a:rPr dirty="0" sz="1500" spc="-15" b="1">
                <a:solidFill>
                  <a:srgbClr val="0F9D58"/>
                </a:solidFill>
                <a:latin typeface="Roboto"/>
                <a:cs typeface="Roboto"/>
              </a:rPr>
              <a:t> </a:t>
            </a:r>
            <a:r>
              <a:rPr dirty="0" sz="1500" spc="-25" b="1">
                <a:solidFill>
                  <a:srgbClr val="0F9D58"/>
                </a:solidFill>
                <a:latin typeface="Roboto"/>
                <a:cs typeface="Roboto"/>
              </a:rPr>
              <a:t>v2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3495168" y="617854"/>
            <a:ext cx="139065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D84437"/>
                </a:solidFill>
                <a:latin typeface="Roboto"/>
                <a:cs typeface="Roboto"/>
              </a:rPr>
              <a:t>Service</a:t>
            </a:r>
            <a:endParaRPr sz="1500">
              <a:latin typeface="Roboto"/>
              <a:cs typeface="Roboto"/>
            </a:endParaRPr>
          </a:p>
          <a:p>
            <a:pPr marL="116205">
              <a:lnSpc>
                <a:spcPct val="100000"/>
              </a:lnSpc>
              <a:tabLst>
                <a:tab pos="354965" algn="l"/>
              </a:tabLst>
            </a:pPr>
            <a:r>
              <a:rPr dirty="0" sz="1500" spc="-50" b="1">
                <a:solidFill>
                  <a:srgbClr val="D84437"/>
                </a:solidFill>
                <a:latin typeface="Roboto"/>
                <a:cs typeface="Roboto"/>
              </a:rPr>
              <a:t>-</a:t>
            </a:r>
            <a:r>
              <a:rPr dirty="0" sz="1500" b="1">
                <a:solidFill>
                  <a:srgbClr val="D84437"/>
                </a:solidFill>
                <a:latin typeface="Roboto"/>
                <a:cs typeface="Roboto"/>
              </a:rPr>
              <a:t>	app:</a:t>
            </a:r>
            <a:r>
              <a:rPr dirty="0" sz="1500" spc="-50" b="1">
                <a:solidFill>
                  <a:srgbClr val="D84437"/>
                </a:solidFill>
                <a:latin typeface="Roboto"/>
                <a:cs typeface="Roboto"/>
              </a:rPr>
              <a:t> </a:t>
            </a:r>
            <a:r>
              <a:rPr dirty="0" sz="1500" spc="-10" b="1">
                <a:solidFill>
                  <a:srgbClr val="D84437"/>
                </a:solidFill>
                <a:latin typeface="Roboto"/>
                <a:cs typeface="Roboto"/>
              </a:rPr>
              <a:t>MyApp</a:t>
            </a:r>
            <a:endParaRPr sz="1500">
              <a:latin typeface="Roboto"/>
              <a:cs typeface="Roboto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5179488" y="1857489"/>
            <a:ext cx="2224405" cy="2905760"/>
            <a:chOff x="5179488" y="1857489"/>
            <a:chExt cx="2224405" cy="2905760"/>
          </a:xfrm>
        </p:grpSpPr>
        <p:pic>
          <p:nvPicPr>
            <p:cNvPr id="31" name="object 3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79488" y="4532568"/>
              <a:ext cx="163449" cy="230399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09320" y="4532568"/>
              <a:ext cx="163449" cy="230399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240377" y="3191109"/>
              <a:ext cx="163448" cy="390300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240377" y="4532642"/>
              <a:ext cx="163448" cy="230399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5810504" y="3607384"/>
              <a:ext cx="961390" cy="899794"/>
            </a:xfrm>
            <a:custGeom>
              <a:avLst/>
              <a:gdLst/>
              <a:ahLst/>
              <a:cxnLst/>
              <a:rect l="l" t="t" r="r" b="b"/>
              <a:pathLst>
                <a:path w="961390" h="899795">
                  <a:moveTo>
                    <a:pt x="961313" y="201891"/>
                  </a:moveTo>
                  <a:lnTo>
                    <a:pt x="957389" y="162331"/>
                  </a:lnTo>
                  <a:lnTo>
                    <a:pt x="945921" y="124637"/>
                  </a:lnTo>
                  <a:lnTo>
                    <a:pt x="927354" y="89890"/>
                  </a:lnTo>
                  <a:lnTo>
                    <a:pt x="902131" y="59143"/>
                  </a:lnTo>
                  <a:lnTo>
                    <a:pt x="871347" y="33921"/>
                  </a:lnTo>
                  <a:lnTo>
                    <a:pt x="836574" y="15379"/>
                  </a:lnTo>
                  <a:lnTo>
                    <a:pt x="798855" y="3924"/>
                  </a:lnTo>
                  <a:lnTo>
                    <a:pt x="759244" y="0"/>
                  </a:lnTo>
                  <a:lnTo>
                    <a:pt x="712914" y="5334"/>
                  </a:lnTo>
                  <a:lnTo>
                    <a:pt x="670382" y="20523"/>
                  </a:lnTo>
                  <a:lnTo>
                    <a:pt x="632866" y="44361"/>
                  </a:lnTo>
                  <a:lnTo>
                    <a:pt x="614095" y="63119"/>
                  </a:lnTo>
                  <a:lnTo>
                    <a:pt x="581685" y="49682"/>
                  </a:lnTo>
                  <a:lnTo>
                    <a:pt x="534797" y="36144"/>
                  </a:lnTo>
                  <a:lnTo>
                    <a:pt x="486486" y="27901"/>
                  </a:lnTo>
                  <a:lnTo>
                    <a:pt x="437159" y="25107"/>
                  </a:lnTo>
                  <a:lnTo>
                    <a:pt x="389521" y="27673"/>
                  </a:lnTo>
                  <a:lnTo>
                    <a:pt x="343382" y="35191"/>
                  </a:lnTo>
                  <a:lnTo>
                    <a:pt x="298983" y="47383"/>
                  </a:lnTo>
                  <a:lnTo>
                    <a:pt x="256603" y="64008"/>
                  </a:lnTo>
                  <a:lnTo>
                    <a:pt x="216509" y="84772"/>
                  </a:lnTo>
                  <a:lnTo>
                    <a:pt x="178981" y="109435"/>
                  </a:lnTo>
                  <a:lnTo>
                    <a:pt x="144259" y="137706"/>
                  </a:lnTo>
                  <a:lnTo>
                    <a:pt x="112623" y="169329"/>
                  </a:lnTo>
                  <a:lnTo>
                    <a:pt x="84340" y="204038"/>
                  </a:lnTo>
                  <a:lnTo>
                    <a:pt x="59690" y="241566"/>
                  </a:lnTo>
                  <a:lnTo>
                    <a:pt x="38912" y="281647"/>
                  </a:lnTo>
                  <a:lnTo>
                    <a:pt x="22288" y="324015"/>
                  </a:lnTo>
                  <a:lnTo>
                    <a:pt x="10083" y="368388"/>
                  </a:lnTo>
                  <a:lnTo>
                    <a:pt x="2565" y="414528"/>
                  </a:lnTo>
                  <a:lnTo>
                    <a:pt x="0" y="462153"/>
                  </a:lnTo>
                  <a:lnTo>
                    <a:pt x="2565" y="509765"/>
                  </a:lnTo>
                  <a:lnTo>
                    <a:pt x="10083" y="555904"/>
                  </a:lnTo>
                  <a:lnTo>
                    <a:pt x="22288" y="600290"/>
                  </a:lnTo>
                  <a:lnTo>
                    <a:pt x="38912" y="642658"/>
                  </a:lnTo>
                  <a:lnTo>
                    <a:pt x="59690" y="682739"/>
                  </a:lnTo>
                  <a:lnTo>
                    <a:pt x="84340" y="720255"/>
                  </a:lnTo>
                  <a:lnTo>
                    <a:pt x="112623" y="754976"/>
                  </a:lnTo>
                  <a:lnTo>
                    <a:pt x="144259" y="786599"/>
                  </a:lnTo>
                  <a:lnTo>
                    <a:pt x="178981" y="814870"/>
                  </a:lnTo>
                  <a:lnTo>
                    <a:pt x="216509" y="839520"/>
                  </a:lnTo>
                  <a:lnTo>
                    <a:pt x="256603" y="860298"/>
                  </a:lnTo>
                  <a:lnTo>
                    <a:pt x="298983" y="876909"/>
                  </a:lnTo>
                  <a:lnTo>
                    <a:pt x="343382" y="889114"/>
                  </a:lnTo>
                  <a:lnTo>
                    <a:pt x="389521" y="896632"/>
                  </a:lnTo>
                  <a:lnTo>
                    <a:pt x="437159" y="899198"/>
                  </a:lnTo>
                  <a:lnTo>
                    <a:pt x="484784" y="896632"/>
                  </a:lnTo>
                  <a:lnTo>
                    <a:pt x="530936" y="889114"/>
                  </a:lnTo>
                  <a:lnTo>
                    <a:pt x="575335" y="876909"/>
                  </a:lnTo>
                  <a:lnTo>
                    <a:pt x="617702" y="860298"/>
                  </a:lnTo>
                  <a:lnTo>
                    <a:pt x="657796" y="839520"/>
                  </a:lnTo>
                  <a:lnTo>
                    <a:pt x="695337" y="814870"/>
                  </a:lnTo>
                  <a:lnTo>
                    <a:pt x="730059" y="786599"/>
                  </a:lnTo>
                  <a:lnTo>
                    <a:pt x="761682" y="754976"/>
                  </a:lnTo>
                  <a:lnTo>
                    <a:pt x="789965" y="720255"/>
                  </a:lnTo>
                  <a:lnTo>
                    <a:pt x="814628" y="682739"/>
                  </a:lnTo>
                  <a:lnTo>
                    <a:pt x="835406" y="642658"/>
                  </a:lnTo>
                  <a:lnTo>
                    <a:pt x="852030" y="600290"/>
                  </a:lnTo>
                  <a:lnTo>
                    <a:pt x="864235" y="555904"/>
                  </a:lnTo>
                  <a:lnTo>
                    <a:pt x="871753" y="509765"/>
                  </a:lnTo>
                  <a:lnTo>
                    <a:pt x="874318" y="462153"/>
                  </a:lnTo>
                  <a:lnTo>
                    <a:pt x="871524" y="412838"/>
                  </a:lnTo>
                  <a:lnTo>
                    <a:pt x="864666" y="372757"/>
                  </a:lnTo>
                  <a:lnTo>
                    <a:pt x="885621" y="359435"/>
                  </a:lnTo>
                  <a:lnTo>
                    <a:pt x="916914" y="328168"/>
                  </a:lnTo>
                  <a:lnTo>
                    <a:pt x="940765" y="290690"/>
                  </a:lnTo>
                  <a:lnTo>
                    <a:pt x="955967" y="248196"/>
                  </a:lnTo>
                  <a:lnTo>
                    <a:pt x="961313" y="201891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6428038" y="3667711"/>
              <a:ext cx="283845" cy="283210"/>
            </a:xfrm>
            <a:custGeom>
              <a:avLst/>
              <a:gdLst/>
              <a:ahLst/>
              <a:cxnLst/>
              <a:rect l="l" t="t" r="r" b="b"/>
              <a:pathLst>
                <a:path w="283845" h="283210">
                  <a:moveTo>
                    <a:pt x="141710" y="283121"/>
                  </a:moveTo>
                  <a:lnTo>
                    <a:pt x="96919" y="275905"/>
                  </a:lnTo>
                  <a:lnTo>
                    <a:pt x="58018" y="255808"/>
                  </a:lnTo>
                  <a:lnTo>
                    <a:pt x="27341" y="225165"/>
                  </a:lnTo>
                  <a:lnTo>
                    <a:pt x="7224" y="186305"/>
                  </a:lnTo>
                  <a:lnTo>
                    <a:pt x="0" y="141560"/>
                  </a:lnTo>
                  <a:lnTo>
                    <a:pt x="7224" y="96816"/>
                  </a:lnTo>
                  <a:lnTo>
                    <a:pt x="27341" y="57956"/>
                  </a:lnTo>
                  <a:lnTo>
                    <a:pt x="58018" y="27313"/>
                  </a:lnTo>
                  <a:lnTo>
                    <a:pt x="96919" y="7216"/>
                  </a:lnTo>
                  <a:lnTo>
                    <a:pt x="141710" y="0"/>
                  </a:lnTo>
                  <a:lnTo>
                    <a:pt x="169486" y="2745"/>
                  </a:lnTo>
                  <a:lnTo>
                    <a:pt x="220332" y="23783"/>
                  </a:lnTo>
                  <a:lnTo>
                    <a:pt x="259613" y="63022"/>
                  </a:lnTo>
                  <a:lnTo>
                    <a:pt x="280674" y="113814"/>
                  </a:lnTo>
                  <a:lnTo>
                    <a:pt x="283422" y="141560"/>
                  </a:lnTo>
                  <a:lnTo>
                    <a:pt x="276198" y="186305"/>
                  </a:lnTo>
                  <a:lnTo>
                    <a:pt x="256080" y="225165"/>
                  </a:lnTo>
                  <a:lnTo>
                    <a:pt x="225404" y="255808"/>
                  </a:lnTo>
                  <a:lnTo>
                    <a:pt x="186502" y="275905"/>
                  </a:lnTo>
                  <a:lnTo>
                    <a:pt x="141710" y="2831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6534874" y="3746131"/>
              <a:ext cx="109855" cy="126364"/>
            </a:xfrm>
            <a:custGeom>
              <a:avLst/>
              <a:gdLst/>
              <a:ahLst/>
              <a:cxnLst/>
              <a:rect l="l" t="t" r="r" b="b"/>
              <a:pathLst>
                <a:path w="109854" h="126364">
                  <a:moveTo>
                    <a:pt x="0" y="126281"/>
                  </a:moveTo>
                  <a:lnTo>
                    <a:pt x="0" y="0"/>
                  </a:lnTo>
                  <a:lnTo>
                    <a:pt x="109233" y="63140"/>
                  </a:lnTo>
                  <a:lnTo>
                    <a:pt x="0" y="126281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13961" y="3832908"/>
              <a:ext cx="220122" cy="220620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6155499" y="3852989"/>
              <a:ext cx="125095" cy="125095"/>
            </a:xfrm>
            <a:custGeom>
              <a:avLst/>
              <a:gdLst/>
              <a:ahLst/>
              <a:cxnLst/>
              <a:rect l="l" t="t" r="r" b="b"/>
              <a:pathLst>
                <a:path w="125095" h="125095">
                  <a:moveTo>
                    <a:pt x="124472" y="69900"/>
                  </a:moveTo>
                  <a:lnTo>
                    <a:pt x="115671" y="65074"/>
                  </a:lnTo>
                  <a:lnTo>
                    <a:pt x="115747" y="58750"/>
                  </a:lnTo>
                  <a:lnTo>
                    <a:pt x="115100" y="55460"/>
                  </a:lnTo>
                  <a:lnTo>
                    <a:pt x="123113" y="50457"/>
                  </a:lnTo>
                  <a:lnTo>
                    <a:pt x="118287" y="35420"/>
                  </a:lnTo>
                  <a:lnTo>
                    <a:pt x="107835" y="36144"/>
                  </a:lnTo>
                  <a:lnTo>
                    <a:pt x="104152" y="30619"/>
                  </a:lnTo>
                  <a:lnTo>
                    <a:pt x="102933" y="29413"/>
                  </a:lnTo>
                  <a:lnTo>
                    <a:pt x="107530" y="19723"/>
                  </a:lnTo>
                  <a:lnTo>
                    <a:pt x="95300" y="9715"/>
                  </a:lnTo>
                  <a:lnTo>
                    <a:pt x="86093" y="16560"/>
                  </a:lnTo>
                  <a:lnTo>
                    <a:pt x="78473" y="13335"/>
                  </a:lnTo>
                  <a:lnTo>
                    <a:pt x="76847" y="1790"/>
                  </a:lnTo>
                  <a:lnTo>
                    <a:pt x="61137" y="0"/>
                  </a:lnTo>
                  <a:lnTo>
                    <a:pt x="56603" y="12077"/>
                  </a:lnTo>
                  <a:lnTo>
                    <a:pt x="50038" y="12611"/>
                  </a:lnTo>
                  <a:lnTo>
                    <a:pt x="42062" y="3200"/>
                  </a:lnTo>
                  <a:lnTo>
                    <a:pt x="27889" y="10198"/>
                  </a:lnTo>
                  <a:lnTo>
                    <a:pt x="30289" y="21196"/>
                  </a:lnTo>
                  <a:lnTo>
                    <a:pt x="28625" y="22021"/>
                  </a:lnTo>
                  <a:lnTo>
                    <a:pt x="24371" y="26860"/>
                  </a:lnTo>
                  <a:lnTo>
                    <a:pt x="13169" y="23456"/>
                  </a:lnTo>
                  <a:lnTo>
                    <a:pt x="5092" y="37033"/>
                  </a:lnTo>
                  <a:lnTo>
                    <a:pt x="12814" y="44754"/>
                  </a:lnTo>
                  <a:lnTo>
                    <a:pt x="10134" y="52870"/>
                  </a:lnTo>
                  <a:lnTo>
                    <a:pt x="0" y="55727"/>
                  </a:lnTo>
                  <a:lnTo>
                    <a:pt x="508" y="71526"/>
                  </a:lnTo>
                  <a:lnTo>
                    <a:pt x="10363" y="73672"/>
                  </a:lnTo>
                  <a:lnTo>
                    <a:pt x="10718" y="77508"/>
                  </a:lnTo>
                  <a:lnTo>
                    <a:pt x="13639" y="82956"/>
                  </a:lnTo>
                  <a:lnTo>
                    <a:pt x="6515" y="91008"/>
                  </a:lnTo>
                  <a:lnTo>
                    <a:pt x="15519" y="103987"/>
                  </a:lnTo>
                  <a:lnTo>
                    <a:pt x="26060" y="100076"/>
                  </a:lnTo>
                  <a:lnTo>
                    <a:pt x="32156" y="105130"/>
                  </a:lnTo>
                  <a:lnTo>
                    <a:pt x="30467" y="116382"/>
                  </a:lnTo>
                  <a:lnTo>
                    <a:pt x="45059" y="122428"/>
                  </a:lnTo>
                  <a:lnTo>
                    <a:pt x="51828" y="113334"/>
                  </a:lnTo>
                  <a:lnTo>
                    <a:pt x="56324" y="114744"/>
                  </a:lnTo>
                  <a:lnTo>
                    <a:pt x="60502" y="114414"/>
                  </a:lnTo>
                  <a:lnTo>
                    <a:pt x="65087" y="124752"/>
                  </a:lnTo>
                  <a:lnTo>
                    <a:pt x="80683" y="122059"/>
                  </a:lnTo>
                  <a:lnTo>
                    <a:pt x="81483" y="111074"/>
                  </a:lnTo>
                  <a:lnTo>
                    <a:pt x="89725" y="106934"/>
                  </a:lnTo>
                  <a:lnTo>
                    <a:pt x="98869" y="112890"/>
                  </a:lnTo>
                  <a:lnTo>
                    <a:pt x="110502" y="102184"/>
                  </a:lnTo>
                  <a:lnTo>
                    <a:pt x="105410" y="92938"/>
                  </a:lnTo>
                  <a:lnTo>
                    <a:pt x="109131" y="88709"/>
                  </a:lnTo>
                  <a:lnTo>
                    <a:pt x="110337" y="85064"/>
                  </a:lnTo>
                  <a:lnTo>
                    <a:pt x="120421" y="85178"/>
                  </a:lnTo>
                  <a:lnTo>
                    <a:pt x="124472" y="69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6187679" y="3885622"/>
              <a:ext cx="63500" cy="60960"/>
            </a:xfrm>
            <a:custGeom>
              <a:avLst/>
              <a:gdLst/>
              <a:ahLst/>
              <a:cxnLst/>
              <a:rect l="l" t="t" r="r" b="b"/>
              <a:pathLst>
                <a:path w="63500" h="60960">
                  <a:moveTo>
                    <a:pt x="27672" y="60358"/>
                  </a:moveTo>
                  <a:lnTo>
                    <a:pt x="15833" y="56608"/>
                  </a:lnTo>
                  <a:lnTo>
                    <a:pt x="6681" y="49014"/>
                  </a:lnTo>
                  <a:lnTo>
                    <a:pt x="1106" y="38663"/>
                  </a:lnTo>
                  <a:lnTo>
                    <a:pt x="0" y="26637"/>
                  </a:lnTo>
                  <a:lnTo>
                    <a:pt x="3783" y="15169"/>
                  </a:lnTo>
                  <a:lnTo>
                    <a:pt x="11543" y="6335"/>
                  </a:lnTo>
                  <a:lnTo>
                    <a:pt x="22277" y="938"/>
                  </a:lnTo>
                  <a:lnTo>
                    <a:pt x="22846" y="938"/>
                  </a:lnTo>
                  <a:lnTo>
                    <a:pt x="34548" y="0"/>
                  </a:lnTo>
                  <a:lnTo>
                    <a:pt x="42799" y="938"/>
                  </a:lnTo>
                  <a:lnTo>
                    <a:pt x="50351" y="5019"/>
                  </a:lnTo>
                  <a:lnTo>
                    <a:pt x="60730" y="17666"/>
                  </a:lnTo>
                  <a:lnTo>
                    <a:pt x="63133" y="25715"/>
                  </a:lnTo>
                  <a:lnTo>
                    <a:pt x="62221" y="33719"/>
                  </a:lnTo>
                  <a:lnTo>
                    <a:pt x="58438" y="45188"/>
                  </a:lnTo>
                  <a:lnTo>
                    <a:pt x="50678" y="54022"/>
                  </a:lnTo>
                  <a:lnTo>
                    <a:pt x="40052" y="59364"/>
                  </a:lnTo>
                  <a:lnTo>
                    <a:pt x="27672" y="60358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6078525" y="3985107"/>
              <a:ext cx="444500" cy="438150"/>
            </a:xfrm>
            <a:custGeom>
              <a:avLst/>
              <a:gdLst/>
              <a:ahLst/>
              <a:cxnLst/>
              <a:rect l="l" t="t" r="r" b="b"/>
              <a:pathLst>
                <a:path w="444500" h="438150">
                  <a:moveTo>
                    <a:pt x="444246" y="220916"/>
                  </a:moveTo>
                  <a:lnTo>
                    <a:pt x="411289" y="207403"/>
                  </a:lnTo>
                  <a:lnTo>
                    <a:pt x="409028" y="185127"/>
                  </a:lnTo>
                  <a:lnTo>
                    <a:pt x="405460" y="173761"/>
                  </a:lnTo>
                  <a:lnTo>
                    <a:pt x="431647" y="152958"/>
                  </a:lnTo>
                  <a:lnTo>
                    <a:pt x="408622" y="101892"/>
                  </a:lnTo>
                  <a:lnTo>
                    <a:pt x="372071" y="108585"/>
                  </a:lnTo>
                  <a:lnTo>
                    <a:pt x="356895" y="90614"/>
                  </a:lnTo>
                  <a:lnTo>
                    <a:pt x="352145" y="86855"/>
                  </a:lnTo>
                  <a:lnTo>
                    <a:pt x="364413" y="50876"/>
                  </a:lnTo>
                  <a:lnTo>
                    <a:pt x="317322" y="20523"/>
                  </a:lnTo>
                  <a:lnTo>
                    <a:pt x="287616" y="48348"/>
                  </a:lnTo>
                  <a:lnTo>
                    <a:pt x="259486" y="40043"/>
                  </a:lnTo>
                  <a:lnTo>
                    <a:pt x="259118" y="40017"/>
                  </a:lnTo>
                  <a:lnTo>
                    <a:pt x="249123" y="0"/>
                  </a:lnTo>
                  <a:lnTo>
                    <a:pt x="193027" y="0"/>
                  </a:lnTo>
                  <a:lnTo>
                    <a:pt x="182626" y="41605"/>
                  </a:lnTo>
                  <a:lnTo>
                    <a:pt x="171462" y="43053"/>
                  </a:lnTo>
                  <a:lnTo>
                    <a:pt x="158508" y="48361"/>
                  </a:lnTo>
                  <a:lnTo>
                    <a:pt x="127088" y="18923"/>
                  </a:lnTo>
                  <a:lnTo>
                    <a:pt x="80010" y="49276"/>
                  </a:lnTo>
                  <a:lnTo>
                    <a:pt x="92710" y="86588"/>
                  </a:lnTo>
                  <a:lnTo>
                    <a:pt x="87350" y="90614"/>
                  </a:lnTo>
                  <a:lnTo>
                    <a:pt x="72656" y="109067"/>
                  </a:lnTo>
                  <a:lnTo>
                    <a:pt x="33464" y="101892"/>
                  </a:lnTo>
                  <a:lnTo>
                    <a:pt x="10452" y="152958"/>
                  </a:lnTo>
                  <a:lnTo>
                    <a:pt x="37973" y="174840"/>
                  </a:lnTo>
                  <a:lnTo>
                    <a:pt x="33489" y="207175"/>
                  </a:lnTo>
                  <a:lnTo>
                    <a:pt x="0" y="220916"/>
                  </a:lnTo>
                  <a:lnTo>
                    <a:pt x="8153" y="276415"/>
                  </a:lnTo>
                  <a:lnTo>
                    <a:pt x="42392" y="279882"/>
                  </a:lnTo>
                  <a:lnTo>
                    <a:pt x="57213" y="313944"/>
                  </a:lnTo>
                  <a:lnTo>
                    <a:pt x="37109" y="342633"/>
                  </a:lnTo>
                  <a:lnTo>
                    <a:pt x="74066" y="384771"/>
                  </a:lnTo>
                  <a:lnTo>
                    <a:pt x="107937" y="367588"/>
                  </a:lnTo>
                  <a:lnTo>
                    <a:pt x="125933" y="381063"/>
                  </a:lnTo>
                  <a:lnTo>
                    <a:pt x="133096" y="384009"/>
                  </a:lnTo>
                  <a:lnTo>
                    <a:pt x="131699" y="422478"/>
                  </a:lnTo>
                  <a:lnTo>
                    <a:pt x="185521" y="437921"/>
                  </a:lnTo>
                  <a:lnTo>
                    <a:pt x="205168" y="404114"/>
                  </a:lnTo>
                  <a:lnTo>
                    <a:pt x="222123" y="406311"/>
                  </a:lnTo>
                  <a:lnTo>
                    <a:pt x="237286" y="404342"/>
                  </a:lnTo>
                  <a:lnTo>
                    <a:pt x="257048" y="438061"/>
                  </a:lnTo>
                  <a:lnTo>
                    <a:pt x="310870" y="422325"/>
                  </a:lnTo>
                  <a:lnTo>
                    <a:pt x="309372" y="384733"/>
                  </a:lnTo>
                  <a:lnTo>
                    <a:pt x="318325" y="381063"/>
                  </a:lnTo>
                  <a:lnTo>
                    <a:pt x="338213" y="366153"/>
                  </a:lnTo>
                  <a:lnTo>
                    <a:pt x="371284" y="382727"/>
                  </a:lnTo>
                  <a:lnTo>
                    <a:pt x="407949" y="340309"/>
                  </a:lnTo>
                  <a:lnTo>
                    <a:pt x="387883" y="311988"/>
                  </a:lnTo>
                  <a:lnTo>
                    <a:pt x="401853" y="279869"/>
                  </a:lnTo>
                  <a:lnTo>
                    <a:pt x="436092" y="276415"/>
                  </a:lnTo>
                  <a:lnTo>
                    <a:pt x="444246" y="2209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85626" y="4098747"/>
              <a:ext cx="222062" cy="215486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5768441" y="1857501"/>
              <a:ext cx="1066800" cy="1005840"/>
            </a:xfrm>
            <a:custGeom>
              <a:avLst/>
              <a:gdLst/>
              <a:ahLst/>
              <a:cxnLst/>
              <a:rect l="l" t="t" r="r" b="b"/>
              <a:pathLst>
                <a:path w="1066800" h="1005839">
                  <a:moveTo>
                    <a:pt x="1066406" y="238556"/>
                  </a:moveTo>
                  <a:lnTo>
                    <a:pt x="1061923" y="193014"/>
                  </a:lnTo>
                  <a:lnTo>
                    <a:pt x="1048778" y="149644"/>
                  </a:lnTo>
                  <a:lnTo>
                    <a:pt x="1027506" y="109651"/>
                  </a:lnTo>
                  <a:lnTo>
                    <a:pt x="998588" y="74269"/>
                  </a:lnTo>
                  <a:lnTo>
                    <a:pt x="963320" y="45250"/>
                  </a:lnTo>
                  <a:lnTo>
                    <a:pt x="923467" y="23901"/>
                  </a:lnTo>
                  <a:lnTo>
                    <a:pt x="880237" y="10731"/>
                  </a:lnTo>
                  <a:lnTo>
                    <a:pt x="834859" y="6223"/>
                  </a:lnTo>
                  <a:lnTo>
                    <a:pt x="788187" y="10934"/>
                  </a:lnTo>
                  <a:lnTo>
                    <a:pt x="744715" y="24472"/>
                  </a:lnTo>
                  <a:lnTo>
                    <a:pt x="706869" y="45097"/>
                  </a:lnTo>
                  <a:lnTo>
                    <a:pt x="692492" y="38265"/>
                  </a:lnTo>
                  <a:lnTo>
                    <a:pt x="646493" y="21729"/>
                  </a:lnTo>
                  <a:lnTo>
                    <a:pt x="598995" y="9740"/>
                  </a:lnTo>
                  <a:lnTo>
                    <a:pt x="550329" y="2451"/>
                  </a:lnTo>
                  <a:lnTo>
                    <a:pt x="500837" y="0"/>
                  </a:lnTo>
                  <a:lnTo>
                    <a:pt x="452602" y="2298"/>
                  </a:lnTo>
                  <a:lnTo>
                    <a:pt x="405663" y="9055"/>
                  </a:lnTo>
                  <a:lnTo>
                    <a:pt x="360235" y="20078"/>
                  </a:lnTo>
                  <a:lnTo>
                    <a:pt x="316522" y="35128"/>
                  </a:lnTo>
                  <a:lnTo>
                    <a:pt x="274739" y="54013"/>
                  </a:lnTo>
                  <a:lnTo>
                    <a:pt x="235089" y="76517"/>
                  </a:lnTo>
                  <a:lnTo>
                    <a:pt x="197777" y="102438"/>
                  </a:lnTo>
                  <a:lnTo>
                    <a:pt x="163029" y="131546"/>
                  </a:lnTo>
                  <a:lnTo>
                    <a:pt x="131051" y="163652"/>
                  </a:lnTo>
                  <a:lnTo>
                    <a:pt x="102057" y="198526"/>
                  </a:lnTo>
                  <a:lnTo>
                    <a:pt x="76238" y="235966"/>
                  </a:lnTo>
                  <a:lnTo>
                    <a:pt x="53809" y="275767"/>
                  </a:lnTo>
                  <a:lnTo>
                    <a:pt x="35001" y="317715"/>
                  </a:lnTo>
                  <a:lnTo>
                    <a:pt x="20002" y="361581"/>
                  </a:lnTo>
                  <a:lnTo>
                    <a:pt x="9029" y="407187"/>
                  </a:lnTo>
                  <a:lnTo>
                    <a:pt x="2286" y="454304"/>
                  </a:lnTo>
                  <a:lnTo>
                    <a:pt x="0" y="502716"/>
                  </a:lnTo>
                  <a:lnTo>
                    <a:pt x="2286" y="551129"/>
                  </a:lnTo>
                  <a:lnTo>
                    <a:pt x="9029" y="598246"/>
                  </a:lnTo>
                  <a:lnTo>
                    <a:pt x="20002" y="643851"/>
                  </a:lnTo>
                  <a:lnTo>
                    <a:pt x="35001" y="687730"/>
                  </a:lnTo>
                  <a:lnTo>
                    <a:pt x="53809" y="729665"/>
                  </a:lnTo>
                  <a:lnTo>
                    <a:pt x="76238" y="769467"/>
                  </a:lnTo>
                  <a:lnTo>
                    <a:pt x="102057" y="806907"/>
                  </a:lnTo>
                  <a:lnTo>
                    <a:pt x="131051" y="841781"/>
                  </a:lnTo>
                  <a:lnTo>
                    <a:pt x="163029" y="873887"/>
                  </a:lnTo>
                  <a:lnTo>
                    <a:pt x="197777" y="902995"/>
                  </a:lnTo>
                  <a:lnTo>
                    <a:pt x="235089" y="928916"/>
                  </a:lnTo>
                  <a:lnTo>
                    <a:pt x="274739" y="951420"/>
                  </a:lnTo>
                  <a:lnTo>
                    <a:pt x="316522" y="970305"/>
                  </a:lnTo>
                  <a:lnTo>
                    <a:pt x="360235" y="985354"/>
                  </a:lnTo>
                  <a:lnTo>
                    <a:pt x="405663" y="996378"/>
                  </a:lnTo>
                  <a:lnTo>
                    <a:pt x="452602" y="1003134"/>
                  </a:lnTo>
                  <a:lnTo>
                    <a:pt x="500837" y="1005446"/>
                  </a:lnTo>
                  <a:lnTo>
                    <a:pt x="549071" y="1003134"/>
                  </a:lnTo>
                  <a:lnTo>
                    <a:pt x="595998" y="996378"/>
                  </a:lnTo>
                  <a:lnTo>
                    <a:pt x="641426" y="985354"/>
                  </a:lnTo>
                  <a:lnTo>
                    <a:pt x="685139" y="970305"/>
                  </a:lnTo>
                  <a:lnTo>
                    <a:pt x="726935" y="951420"/>
                  </a:lnTo>
                  <a:lnTo>
                    <a:pt x="766584" y="928916"/>
                  </a:lnTo>
                  <a:lnTo>
                    <a:pt x="803884" y="902995"/>
                  </a:lnTo>
                  <a:lnTo>
                    <a:pt x="838631" y="873887"/>
                  </a:lnTo>
                  <a:lnTo>
                    <a:pt x="870610" y="841781"/>
                  </a:lnTo>
                  <a:lnTo>
                    <a:pt x="899604" y="806907"/>
                  </a:lnTo>
                  <a:lnTo>
                    <a:pt x="925423" y="769467"/>
                  </a:lnTo>
                  <a:lnTo>
                    <a:pt x="947851" y="729665"/>
                  </a:lnTo>
                  <a:lnTo>
                    <a:pt x="966660" y="687730"/>
                  </a:lnTo>
                  <a:lnTo>
                    <a:pt x="981659" y="643851"/>
                  </a:lnTo>
                  <a:lnTo>
                    <a:pt x="992632" y="598246"/>
                  </a:lnTo>
                  <a:lnTo>
                    <a:pt x="999375" y="551129"/>
                  </a:lnTo>
                  <a:lnTo>
                    <a:pt x="1001661" y="502716"/>
                  </a:lnTo>
                  <a:lnTo>
                    <a:pt x="999210" y="453034"/>
                  </a:lnTo>
                  <a:lnTo>
                    <a:pt x="992505" y="407885"/>
                  </a:lnTo>
                  <a:lnTo>
                    <a:pt x="998588" y="402844"/>
                  </a:lnTo>
                  <a:lnTo>
                    <a:pt x="1026858" y="368452"/>
                  </a:lnTo>
                  <a:lnTo>
                    <a:pt x="1048207" y="328993"/>
                  </a:lnTo>
                  <a:lnTo>
                    <a:pt x="1061707" y="285381"/>
                  </a:lnTo>
                  <a:lnTo>
                    <a:pt x="1066406" y="238556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5929312" y="2016505"/>
              <a:ext cx="751840" cy="683260"/>
            </a:xfrm>
            <a:custGeom>
              <a:avLst/>
              <a:gdLst/>
              <a:ahLst/>
              <a:cxnLst/>
              <a:rect l="l" t="t" r="r" b="b"/>
              <a:pathLst>
                <a:path w="751840" h="683260">
                  <a:moveTo>
                    <a:pt x="751611" y="155054"/>
                  </a:moveTo>
                  <a:lnTo>
                    <a:pt x="739838" y="95719"/>
                  </a:lnTo>
                  <a:lnTo>
                    <a:pt x="706335" y="45415"/>
                  </a:lnTo>
                  <a:lnTo>
                    <a:pt x="656183" y="11798"/>
                  </a:lnTo>
                  <a:lnTo>
                    <a:pt x="597014" y="0"/>
                  </a:lnTo>
                  <a:lnTo>
                    <a:pt x="548157" y="7899"/>
                  </a:lnTo>
                  <a:lnTo>
                    <a:pt x="505714" y="29908"/>
                  </a:lnTo>
                  <a:lnTo>
                    <a:pt x="496252" y="39408"/>
                  </a:lnTo>
                  <a:lnTo>
                    <a:pt x="494220" y="38150"/>
                  </a:lnTo>
                  <a:lnTo>
                    <a:pt x="445223" y="17792"/>
                  </a:lnTo>
                  <a:lnTo>
                    <a:pt x="393509" y="5295"/>
                  </a:lnTo>
                  <a:lnTo>
                    <a:pt x="340004" y="1041"/>
                  </a:lnTo>
                  <a:lnTo>
                    <a:pt x="293865" y="4165"/>
                  </a:lnTo>
                  <a:lnTo>
                    <a:pt x="249618" y="13233"/>
                  </a:lnTo>
                  <a:lnTo>
                    <a:pt x="207657" y="27851"/>
                  </a:lnTo>
                  <a:lnTo>
                    <a:pt x="168402" y="47612"/>
                  </a:lnTo>
                  <a:lnTo>
                    <a:pt x="132232" y="72123"/>
                  </a:lnTo>
                  <a:lnTo>
                    <a:pt x="99580" y="100952"/>
                  </a:lnTo>
                  <a:lnTo>
                    <a:pt x="70840" y="133705"/>
                  </a:lnTo>
                  <a:lnTo>
                    <a:pt x="46418" y="169989"/>
                  </a:lnTo>
                  <a:lnTo>
                    <a:pt x="26720" y="209372"/>
                  </a:lnTo>
                  <a:lnTo>
                    <a:pt x="12141" y="251472"/>
                  </a:lnTo>
                  <a:lnTo>
                    <a:pt x="3098" y="295859"/>
                  </a:lnTo>
                  <a:lnTo>
                    <a:pt x="0" y="342138"/>
                  </a:lnTo>
                  <a:lnTo>
                    <a:pt x="3098" y="388429"/>
                  </a:lnTo>
                  <a:lnTo>
                    <a:pt x="12141" y="432816"/>
                  </a:lnTo>
                  <a:lnTo>
                    <a:pt x="26720" y="474916"/>
                  </a:lnTo>
                  <a:lnTo>
                    <a:pt x="46418" y="514299"/>
                  </a:lnTo>
                  <a:lnTo>
                    <a:pt x="70840" y="550583"/>
                  </a:lnTo>
                  <a:lnTo>
                    <a:pt x="99580" y="583336"/>
                  </a:lnTo>
                  <a:lnTo>
                    <a:pt x="132232" y="612165"/>
                  </a:lnTo>
                  <a:lnTo>
                    <a:pt x="168402" y="636676"/>
                  </a:lnTo>
                  <a:lnTo>
                    <a:pt x="207657" y="656437"/>
                  </a:lnTo>
                  <a:lnTo>
                    <a:pt x="249618" y="671055"/>
                  </a:lnTo>
                  <a:lnTo>
                    <a:pt x="293865" y="680123"/>
                  </a:lnTo>
                  <a:lnTo>
                    <a:pt x="340004" y="683247"/>
                  </a:lnTo>
                  <a:lnTo>
                    <a:pt x="386143" y="680123"/>
                  </a:lnTo>
                  <a:lnTo>
                    <a:pt x="430390" y="671055"/>
                  </a:lnTo>
                  <a:lnTo>
                    <a:pt x="472351" y="656437"/>
                  </a:lnTo>
                  <a:lnTo>
                    <a:pt x="511619" y="636676"/>
                  </a:lnTo>
                  <a:lnTo>
                    <a:pt x="547776" y="612165"/>
                  </a:lnTo>
                  <a:lnTo>
                    <a:pt x="580428" y="583336"/>
                  </a:lnTo>
                  <a:lnTo>
                    <a:pt x="609168" y="550583"/>
                  </a:lnTo>
                  <a:lnTo>
                    <a:pt x="633590" y="514299"/>
                  </a:lnTo>
                  <a:lnTo>
                    <a:pt x="653300" y="474916"/>
                  </a:lnTo>
                  <a:lnTo>
                    <a:pt x="667867" y="432816"/>
                  </a:lnTo>
                  <a:lnTo>
                    <a:pt x="676910" y="388429"/>
                  </a:lnTo>
                  <a:lnTo>
                    <a:pt x="680008" y="342138"/>
                  </a:lnTo>
                  <a:lnTo>
                    <a:pt x="675779" y="288467"/>
                  </a:lnTo>
                  <a:lnTo>
                    <a:pt x="675398" y="286905"/>
                  </a:lnTo>
                  <a:lnTo>
                    <a:pt x="688314" y="280200"/>
                  </a:lnTo>
                  <a:lnTo>
                    <a:pt x="721779" y="246634"/>
                  </a:lnTo>
                  <a:lnTo>
                    <a:pt x="743724" y="204063"/>
                  </a:lnTo>
                  <a:lnTo>
                    <a:pt x="751611" y="1550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5978826" y="2067366"/>
              <a:ext cx="581025" cy="582930"/>
            </a:xfrm>
            <a:custGeom>
              <a:avLst/>
              <a:gdLst/>
              <a:ahLst/>
              <a:cxnLst/>
              <a:rect l="l" t="t" r="r" b="b"/>
              <a:pathLst>
                <a:path w="581025" h="582930">
                  <a:moveTo>
                    <a:pt x="290498" y="582525"/>
                  </a:moveTo>
                  <a:lnTo>
                    <a:pt x="243377" y="578713"/>
                  </a:lnTo>
                  <a:lnTo>
                    <a:pt x="198678" y="567676"/>
                  </a:lnTo>
                  <a:lnTo>
                    <a:pt x="156997" y="550015"/>
                  </a:lnTo>
                  <a:lnTo>
                    <a:pt x="118933" y="526328"/>
                  </a:lnTo>
                  <a:lnTo>
                    <a:pt x="85084" y="497216"/>
                  </a:lnTo>
                  <a:lnTo>
                    <a:pt x="56049" y="463278"/>
                  </a:lnTo>
                  <a:lnTo>
                    <a:pt x="32424" y="425114"/>
                  </a:lnTo>
                  <a:lnTo>
                    <a:pt x="14809" y="383324"/>
                  </a:lnTo>
                  <a:lnTo>
                    <a:pt x="3802" y="338507"/>
                  </a:lnTo>
                  <a:lnTo>
                    <a:pt x="0" y="291262"/>
                  </a:lnTo>
                  <a:lnTo>
                    <a:pt x="3688" y="245424"/>
                  </a:lnTo>
                  <a:lnTo>
                    <a:pt x="14809" y="199201"/>
                  </a:lnTo>
                  <a:lnTo>
                    <a:pt x="32424" y="157410"/>
                  </a:lnTo>
                  <a:lnTo>
                    <a:pt x="56049" y="119246"/>
                  </a:lnTo>
                  <a:lnTo>
                    <a:pt x="85084" y="85308"/>
                  </a:lnTo>
                  <a:lnTo>
                    <a:pt x="118933" y="56196"/>
                  </a:lnTo>
                  <a:lnTo>
                    <a:pt x="156997" y="32510"/>
                  </a:lnTo>
                  <a:lnTo>
                    <a:pt x="198678" y="14848"/>
                  </a:lnTo>
                  <a:lnTo>
                    <a:pt x="243377" y="3812"/>
                  </a:lnTo>
                  <a:lnTo>
                    <a:pt x="290498" y="0"/>
                  </a:lnTo>
                  <a:lnTo>
                    <a:pt x="336216" y="3628"/>
                  </a:lnTo>
                  <a:lnTo>
                    <a:pt x="380397" y="14297"/>
                  </a:lnTo>
                  <a:lnTo>
                    <a:pt x="422260" y="31683"/>
                  </a:lnTo>
                  <a:lnTo>
                    <a:pt x="461025" y="55461"/>
                  </a:lnTo>
                  <a:lnTo>
                    <a:pt x="495911" y="85308"/>
                  </a:lnTo>
                  <a:lnTo>
                    <a:pt x="525680" y="120287"/>
                  </a:lnTo>
                  <a:lnTo>
                    <a:pt x="549396" y="159154"/>
                  </a:lnTo>
                  <a:lnTo>
                    <a:pt x="566737" y="201127"/>
                  </a:lnTo>
                  <a:lnTo>
                    <a:pt x="577378" y="245424"/>
                  </a:lnTo>
                  <a:lnTo>
                    <a:pt x="580997" y="291262"/>
                  </a:lnTo>
                  <a:lnTo>
                    <a:pt x="577195" y="338507"/>
                  </a:lnTo>
                  <a:lnTo>
                    <a:pt x="566187" y="383324"/>
                  </a:lnTo>
                  <a:lnTo>
                    <a:pt x="548572" y="425114"/>
                  </a:lnTo>
                  <a:lnTo>
                    <a:pt x="524947" y="463278"/>
                  </a:lnTo>
                  <a:lnTo>
                    <a:pt x="495911" y="497216"/>
                  </a:lnTo>
                  <a:lnTo>
                    <a:pt x="462063" y="526328"/>
                  </a:lnTo>
                  <a:lnTo>
                    <a:pt x="423999" y="550015"/>
                  </a:lnTo>
                  <a:lnTo>
                    <a:pt x="382318" y="567676"/>
                  </a:lnTo>
                  <a:lnTo>
                    <a:pt x="337618" y="578713"/>
                  </a:lnTo>
                  <a:lnTo>
                    <a:pt x="290498" y="582525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420383" y="2065002"/>
              <a:ext cx="212190" cy="213143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6118695" y="2207272"/>
              <a:ext cx="301625" cy="300990"/>
            </a:xfrm>
            <a:custGeom>
              <a:avLst/>
              <a:gdLst/>
              <a:ahLst/>
              <a:cxnLst/>
              <a:rect l="l" t="t" r="r" b="b"/>
              <a:pathLst>
                <a:path w="301625" h="300989">
                  <a:moveTo>
                    <a:pt x="301244" y="120650"/>
                  </a:moveTo>
                  <a:lnTo>
                    <a:pt x="180682" y="120650"/>
                  </a:lnTo>
                  <a:lnTo>
                    <a:pt x="180682" y="0"/>
                  </a:lnTo>
                  <a:lnTo>
                    <a:pt x="120561" y="0"/>
                  </a:lnTo>
                  <a:lnTo>
                    <a:pt x="120561" y="120650"/>
                  </a:lnTo>
                  <a:lnTo>
                    <a:pt x="0" y="120650"/>
                  </a:lnTo>
                  <a:lnTo>
                    <a:pt x="0" y="180340"/>
                  </a:lnTo>
                  <a:lnTo>
                    <a:pt x="120561" y="180340"/>
                  </a:lnTo>
                  <a:lnTo>
                    <a:pt x="120561" y="300990"/>
                  </a:lnTo>
                  <a:lnTo>
                    <a:pt x="180682" y="300990"/>
                  </a:lnTo>
                  <a:lnTo>
                    <a:pt x="180682" y="180340"/>
                  </a:lnTo>
                  <a:lnTo>
                    <a:pt x="301244" y="180340"/>
                  </a:lnTo>
                  <a:lnTo>
                    <a:pt x="301244" y="1206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Rolling</a:t>
            </a:r>
            <a:r>
              <a:rPr dirty="0" spc="-35"/>
              <a:t> </a:t>
            </a:r>
            <a:r>
              <a:rPr dirty="0" spc="-10"/>
              <a:t>Update</a:t>
            </a:r>
          </a:p>
        </p:txBody>
      </p:sp>
      <p:sp>
        <p:nvSpPr>
          <p:cNvPr id="50" name="object 5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49" name="object 49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" y="2790506"/>
            <a:ext cx="2934124" cy="2200593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-742" y="1926806"/>
            <a:ext cx="8748395" cy="810895"/>
            <a:chOff x="-742" y="1926806"/>
            <a:chExt cx="8748395" cy="810895"/>
          </a:xfrm>
        </p:grpSpPr>
        <p:sp>
          <p:nvSpPr>
            <p:cNvPr id="4" name="object 4" descr=""/>
            <p:cNvSpPr/>
            <p:nvPr/>
          </p:nvSpPr>
          <p:spPr>
            <a:xfrm>
              <a:off x="-355" y="1999716"/>
              <a:ext cx="8747760" cy="737870"/>
            </a:xfrm>
            <a:custGeom>
              <a:avLst/>
              <a:gdLst/>
              <a:ahLst/>
              <a:cxnLst/>
              <a:rect l="l" t="t" r="r" b="b"/>
              <a:pathLst>
                <a:path w="8747760" h="737869">
                  <a:moveTo>
                    <a:pt x="8747481" y="0"/>
                  </a:moveTo>
                  <a:lnTo>
                    <a:pt x="381" y="0"/>
                  </a:lnTo>
                  <a:lnTo>
                    <a:pt x="0" y="76"/>
                  </a:lnTo>
                  <a:lnTo>
                    <a:pt x="0" y="666076"/>
                  </a:lnTo>
                  <a:lnTo>
                    <a:pt x="0" y="704545"/>
                  </a:lnTo>
                  <a:lnTo>
                    <a:pt x="381" y="704545"/>
                  </a:lnTo>
                  <a:lnTo>
                    <a:pt x="381" y="737400"/>
                  </a:lnTo>
                  <a:lnTo>
                    <a:pt x="8747481" y="737400"/>
                  </a:lnTo>
                  <a:lnTo>
                    <a:pt x="8747481" y="0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12" y="2638106"/>
              <a:ext cx="8643620" cy="8255"/>
            </a:xfrm>
            <a:custGeom>
              <a:avLst/>
              <a:gdLst/>
              <a:ahLst/>
              <a:cxnLst/>
              <a:rect l="l" t="t" r="r" b="b"/>
              <a:pathLst>
                <a:path w="8643620" h="8255">
                  <a:moveTo>
                    <a:pt x="0" y="7874"/>
                  </a:moveTo>
                  <a:lnTo>
                    <a:pt x="8643299" y="7874"/>
                  </a:lnTo>
                  <a:lnTo>
                    <a:pt x="8643299" y="0"/>
                  </a:lnTo>
                  <a:lnTo>
                    <a:pt x="0" y="0"/>
                  </a:lnTo>
                  <a:lnTo>
                    <a:pt x="0" y="7874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-742" y="1926806"/>
              <a:ext cx="8637270" cy="711835"/>
            </a:xfrm>
            <a:custGeom>
              <a:avLst/>
              <a:gdLst/>
              <a:ahLst/>
              <a:cxnLst/>
              <a:rect l="l" t="t" r="r" b="b"/>
              <a:pathLst>
                <a:path w="8637270" h="711835">
                  <a:moveTo>
                    <a:pt x="8636699" y="711299"/>
                  </a:moveTo>
                  <a:lnTo>
                    <a:pt x="0" y="711299"/>
                  </a:lnTo>
                  <a:lnTo>
                    <a:pt x="0" y="0"/>
                  </a:lnTo>
                  <a:lnTo>
                    <a:pt x="8636699" y="0"/>
                  </a:lnTo>
                  <a:lnTo>
                    <a:pt x="8636699" y="71129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69694" y="1975243"/>
            <a:ext cx="439801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Demo:</a:t>
            </a:r>
            <a:r>
              <a:rPr dirty="0" sz="3600" spc="-140"/>
              <a:t> </a:t>
            </a:r>
            <a:r>
              <a:rPr dirty="0" sz="3600"/>
              <a:t>Rolling</a:t>
            </a:r>
            <a:r>
              <a:rPr dirty="0" sz="3600" spc="-135"/>
              <a:t> </a:t>
            </a:r>
            <a:r>
              <a:rPr dirty="0" sz="3600" spc="-10"/>
              <a:t>Update</a:t>
            </a:r>
            <a:endParaRPr sz="3600"/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7765384" y="412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737373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Canary</a:t>
            </a:r>
            <a:r>
              <a:rPr dirty="0" spc="-30"/>
              <a:t> </a:t>
            </a:r>
            <a:r>
              <a:rPr dirty="0" spc="-10"/>
              <a:t>Deployments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175324" y="1496950"/>
            <a:ext cx="4589780" cy="1793239"/>
            <a:chOff x="4175324" y="1496950"/>
            <a:chExt cx="4589780" cy="1793239"/>
          </a:xfrm>
        </p:grpSpPr>
        <p:sp>
          <p:nvSpPr>
            <p:cNvPr id="4" name="object 4" descr=""/>
            <p:cNvSpPr/>
            <p:nvPr/>
          </p:nvSpPr>
          <p:spPr>
            <a:xfrm>
              <a:off x="4184849" y="2955350"/>
              <a:ext cx="1585595" cy="325120"/>
            </a:xfrm>
            <a:custGeom>
              <a:avLst/>
              <a:gdLst/>
              <a:ahLst/>
              <a:cxnLst/>
              <a:rect l="l" t="t" r="r" b="b"/>
              <a:pathLst>
                <a:path w="1585595" h="325120">
                  <a:moveTo>
                    <a:pt x="0" y="324899"/>
                  </a:moveTo>
                  <a:lnTo>
                    <a:pt x="1580951" y="324899"/>
                  </a:lnTo>
                  <a:lnTo>
                    <a:pt x="1580951" y="0"/>
                  </a:lnTo>
                  <a:lnTo>
                    <a:pt x="1585199" y="0"/>
                  </a:lnTo>
                </a:path>
              </a:pathLst>
            </a:custGeom>
            <a:ln w="19049">
              <a:solidFill>
                <a:srgbClr val="08080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192949" y="1496950"/>
              <a:ext cx="1572260" cy="1191260"/>
            </a:xfrm>
            <a:custGeom>
              <a:avLst/>
              <a:gdLst/>
              <a:ahLst/>
              <a:cxnLst/>
              <a:rect l="l" t="t" r="r" b="b"/>
              <a:pathLst>
                <a:path w="1572259" h="1191260">
                  <a:moveTo>
                    <a:pt x="1373195" y="1190999"/>
                  </a:moveTo>
                  <a:lnTo>
                    <a:pt x="198503" y="1190999"/>
                  </a:lnTo>
                  <a:lnTo>
                    <a:pt x="152988" y="1185757"/>
                  </a:lnTo>
                  <a:lnTo>
                    <a:pt x="111207" y="1170823"/>
                  </a:lnTo>
                  <a:lnTo>
                    <a:pt x="74349" y="1147390"/>
                  </a:lnTo>
                  <a:lnTo>
                    <a:pt x="43609" y="1116650"/>
                  </a:lnTo>
                  <a:lnTo>
                    <a:pt x="20176" y="1079793"/>
                  </a:lnTo>
                  <a:lnTo>
                    <a:pt x="5242" y="1038011"/>
                  </a:lnTo>
                  <a:lnTo>
                    <a:pt x="0" y="992495"/>
                  </a:lnTo>
                  <a:lnTo>
                    <a:pt x="0" y="198503"/>
                  </a:lnTo>
                  <a:lnTo>
                    <a:pt x="5242" y="152988"/>
                  </a:lnTo>
                  <a:lnTo>
                    <a:pt x="20176" y="111206"/>
                  </a:lnTo>
                  <a:lnTo>
                    <a:pt x="43609" y="74349"/>
                  </a:lnTo>
                  <a:lnTo>
                    <a:pt x="74349" y="43609"/>
                  </a:lnTo>
                  <a:lnTo>
                    <a:pt x="111207" y="20176"/>
                  </a:lnTo>
                  <a:lnTo>
                    <a:pt x="152988" y="5242"/>
                  </a:lnTo>
                  <a:lnTo>
                    <a:pt x="198503" y="0"/>
                  </a:lnTo>
                  <a:lnTo>
                    <a:pt x="1373195" y="0"/>
                  </a:lnTo>
                  <a:lnTo>
                    <a:pt x="1412102" y="3849"/>
                  </a:lnTo>
                  <a:lnTo>
                    <a:pt x="1449160" y="15110"/>
                  </a:lnTo>
                  <a:lnTo>
                    <a:pt x="1483325" y="33350"/>
                  </a:lnTo>
                  <a:lnTo>
                    <a:pt x="1513559" y="58140"/>
                  </a:lnTo>
                  <a:lnTo>
                    <a:pt x="1538348" y="88373"/>
                  </a:lnTo>
                  <a:lnTo>
                    <a:pt x="1556589" y="122539"/>
                  </a:lnTo>
                  <a:lnTo>
                    <a:pt x="1567850" y="159596"/>
                  </a:lnTo>
                  <a:lnTo>
                    <a:pt x="1571699" y="198503"/>
                  </a:lnTo>
                  <a:lnTo>
                    <a:pt x="1571699" y="992495"/>
                  </a:lnTo>
                  <a:lnTo>
                    <a:pt x="1566457" y="1038011"/>
                  </a:lnTo>
                  <a:lnTo>
                    <a:pt x="1551523" y="1079793"/>
                  </a:lnTo>
                  <a:lnTo>
                    <a:pt x="1528090" y="1116650"/>
                  </a:lnTo>
                  <a:lnTo>
                    <a:pt x="1497350" y="1147390"/>
                  </a:lnTo>
                  <a:lnTo>
                    <a:pt x="1460492" y="1170823"/>
                  </a:lnTo>
                  <a:lnTo>
                    <a:pt x="1418711" y="1185757"/>
                  </a:lnTo>
                  <a:lnTo>
                    <a:pt x="1373195" y="1190999"/>
                  </a:lnTo>
                  <a:close/>
                </a:path>
              </a:pathLst>
            </a:custGeom>
            <a:solidFill>
              <a:srgbClr val="E4A01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7270750" y="1572662"/>
            <a:ext cx="1078230" cy="86741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dirty="0" sz="1400" spc="-10" b="1">
                <a:solidFill>
                  <a:srgbClr val="666666"/>
                </a:solidFill>
                <a:latin typeface="Open Sans"/>
                <a:cs typeface="Open Sans"/>
              </a:rPr>
              <a:t>ReplicaSet </a:t>
            </a:r>
            <a:r>
              <a:rPr dirty="0" sz="1400" b="1">
                <a:solidFill>
                  <a:srgbClr val="FFFFFF"/>
                </a:solidFill>
                <a:latin typeface="Open Sans"/>
                <a:cs typeface="Open Sans"/>
              </a:rPr>
              <a:t>version</a:t>
            </a:r>
            <a:r>
              <a:rPr dirty="0" sz="1400" spc="-5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sz="1400" spc="-5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400" spc="-25" b="1">
                <a:solidFill>
                  <a:srgbClr val="FFFFFF"/>
                </a:solidFill>
                <a:latin typeface="Open Sans"/>
                <a:cs typeface="Open Sans"/>
              </a:rPr>
              <a:t>v2 </a:t>
            </a:r>
            <a:r>
              <a:rPr dirty="0" sz="1400" b="1">
                <a:solidFill>
                  <a:srgbClr val="FFFFFF"/>
                </a:solidFill>
                <a:latin typeface="Open Sans"/>
                <a:cs typeface="Open Sans"/>
              </a:rPr>
              <a:t>type</a:t>
            </a:r>
            <a:r>
              <a:rPr dirty="0" sz="1400" spc="-3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sz="1400" spc="-3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400" spc="-35" b="1">
                <a:solidFill>
                  <a:srgbClr val="FFFFFF"/>
                </a:solidFill>
                <a:latin typeface="Open Sans"/>
                <a:cs typeface="Open Sans"/>
              </a:rPr>
              <a:t>BE </a:t>
            </a:r>
            <a:r>
              <a:rPr dirty="0" sz="1400">
                <a:solidFill>
                  <a:srgbClr val="FFFFFF"/>
                </a:solidFill>
                <a:latin typeface="Open Sans"/>
                <a:cs typeface="Open Sans"/>
              </a:rPr>
              <a:t>#pods</a:t>
            </a:r>
            <a:r>
              <a:rPr dirty="0" sz="1400" spc="-4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400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sz="1400" spc="-3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Open Sans"/>
                <a:cs typeface="Open Sans"/>
              </a:rPr>
              <a:t>1</a:t>
            </a:r>
            <a:endParaRPr sz="1400">
              <a:latin typeface="Open Sans"/>
              <a:cs typeface="Open Sans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5803550" y="1823445"/>
            <a:ext cx="948690" cy="836930"/>
          </a:xfrm>
          <a:custGeom>
            <a:avLst/>
            <a:gdLst/>
            <a:ahLst/>
            <a:cxnLst/>
            <a:rect l="l" t="t" r="r" b="b"/>
            <a:pathLst>
              <a:path w="948690" h="836930">
                <a:moveTo>
                  <a:pt x="808846" y="836699"/>
                </a:moveTo>
                <a:lnTo>
                  <a:pt x="139452" y="836699"/>
                </a:lnTo>
                <a:lnTo>
                  <a:pt x="95374" y="829590"/>
                </a:lnTo>
                <a:lnTo>
                  <a:pt x="57093" y="809793"/>
                </a:lnTo>
                <a:lnTo>
                  <a:pt x="26906" y="779606"/>
                </a:lnTo>
                <a:lnTo>
                  <a:pt x="7109" y="741325"/>
                </a:lnTo>
                <a:lnTo>
                  <a:pt x="0" y="697247"/>
                </a:lnTo>
                <a:lnTo>
                  <a:pt x="0" y="139452"/>
                </a:lnTo>
                <a:lnTo>
                  <a:pt x="7109" y="95374"/>
                </a:lnTo>
                <a:lnTo>
                  <a:pt x="26906" y="57093"/>
                </a:lnTo>
                <a:lnTo>
                  <a:pt x="57093" y="26906"/>
                </a:lnTo>
                <a:lnTo>
                  <a:pt x="95374" y="7109"/>
                </a:lnTo>
                <a:lnTo>
                  <a:pt x="139452" y="0"/>
                </a:lnTo>
                <a:lnTo>
                  <a:pt x="808846" y="0"/>
                </a:lnTo>
                <a:lnTo>
                  <a:pt x="862213" y="10615"/>
                </a:lnTo>
                <a:lnTo>
                  <a:pt x="907455" y="40844"/>
                </a:lnTo>
                <a:lnTo>
                  <a:pt x="937684" y="86086"/>
                </a:lnTo>
                <a:lnTo>
                  <a:pt x="948299" y="139452"/>
                </a:lnTo>
                <a:lnTo>
                  <a:pt x="948299" y="697247"/>
                </a:lnTo>
                <a:lnTo>
                  <a:pt x="941190" y="741325"/>
                </a:lnTo>
                <a:lnTo>
                  <a:pt x="921393" y="779606"/>
                </a:lnTo>
                <a:lnTo>
                  <a:pt x="891206" y="809793"/>
                </a:lnTo>
                <a:lnTo>
                  <a:pt x="852925" y="829590"/>
                </a:lnTo>
                <a:lnTo>
                  <a:pt x="808846" y="836699"/>
                </a:lnTo>
                <a:close/>
              </a:path>
            </a:pathLst>
          </a:custGeom>
          <a:solidFill>
            <a:srgbClr val="B6D7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5886625" y="1878750"/>
            <a:ext cx="34861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666666"/>
                </a:solidFill>
                <a:latin typeface="Open Sans"/>
                <a:cs typeface="Open Sans"/>
              </a:rPr>
              <a:t>Pod</a:t>
            </a:r>
            <a:endParaRPr sz="1400">
              <a:latin typeface="Open Sans"/>
              <a:cs typeface="Open Sans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5367599" y="2547249"/>
            <a:ext cx="957580" cy="408305"/>
            <a:chOff x="5367599" y="2547249"/>
            <a:chExt cx="957580" cy="408305"/>
          </a:xfrm>
        </p:grpSpPr>
        <p:sp>
          <p:nvSpPr>
            <p:cNvPr id="10" name="object 10" descr=""/>
            <p:cNvSpPr/>
            <p:nvPr/>
          </p:nvSpPr>
          <p:spPr>
            <a:xfrm>
              <a:off x="5367599" y="2547249"/>
              <a:ext cx="957580" cy="207010"/>
            </a:xfrm>
            <a:custGeom>
              <a:avLst/>
              <a:gdLst/>
              <a:ahLst/>
              <a:cxnLst/>
              <a:rect l="l" t="t" r="r" b="b"/>
              <a:pathLst>
                <a:path w="957579" h="207010">
                  <a:moveTo>
                    <a:pt x="922899" y="206399"/>
                  </a:moveTo>
                  <a:lnTo>
                    <a:pt x="34400" y="206399"/>
                  </a:lnTo>
                  <a:lnTo>
                    <a:pt x="21010" y="203696"/>
                  </a:lnTo>
                  <a:lnTo>
                    <a:pt x="10075" y="196324"/>
                  </a:lnTo>
                  <a:lnTo>
                    <a:pt x="2703" y="185389"/>
                  </a:lnTo>
                  <a:lnTo>
                    <a:pt x="0" y="171999"/>
                  </a:lnTo>
                  <a:lnTo>
                    <a:pt x="0" y="34400"/>
                  </a:lnTo>
                  <a:lnTo>
                    <a:pt x="2703" y="21010"/>
                  </a:lnTo>
                  <a:lnTo>
                    <a:pt x="10075" y="10075"/>
                  </a:lnTo>
                  <a:lnTo>
                    <a:pt x="21010" y="2703"/>
                  </a:lnTo>
                  <a:lnTo>
                    <a:pt x="34400" y="0"/>
                  </a:lnTo>
                  <a:lnTo>
                    <a:pt x="922899" y="0"/>
                  </a:lnTo>
                  <a:lnTo>
                    <a:pt x="954681" y="21236"/>
                  </a:lnTo>
                  <a:lnTo>
                    <a:pt x="957299" y="34400"/>
                  </a:lnTo>
                  <a:lnTo>
                    <a:pt x="957299" y="171999"/>
                  </a:lnTo>
                  <a:lnTo>
                    <a:pt x="954596" y="185389"/>
                  </a:lnTo>
                  <a:lnTo>
                    <a:pt x="947224" y="196324"/>
                  </a:lnTo>
                  <a:lnTo>
                    <a:pt x="936289" y="203696"/>
                  </a:lnTo>
                  <a:lnTo>
                    <a:pt x="922899" y="206399"/>
                  </a:lnTo>
                  <a:close/>
                </a:path>
              </a:pathLst>
            </a:custGeom>
            <a:solidFill>
              <a:srgbClr val="D844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367599" y="2748949"/>
              <a:ext cx="957580" cy="207010"/>
            </a:xfrm>
            <a:custGeom>
              <a:avLst/>
              <a:gdLst/>
              <a:ahLst/>
              <a:cxnLst/>
              <a:rect l="l" t="t" r="r" b="b"/>
              <a:pathLst>
                <a:path w="957579" h="207010">
                  <a:moveTo>
                    <a:pt x="922899" y="206399"/>
                  </a:moveTo>
                  <a:lnTo>
                    <a:pt x="34400" y="206399"/>
                  </a:lnTo>
                  <a:lnTo>
                    <a:pt x="21010" y="203696"/>
                  </a:lnTo>
                  <a:lnTo>
                    <a:pt x="10075" y="196324"/>
                  </a:lnTo>
                  <a:lnTo>
                    <a:pt x="2703" y="185389"/>
                  </a:lnTo>
                  <a:lnTo>
                    <a:pt x="0" y="171999"/>
                  </a:lnTo>
                  <a:lnTo>
                    <a:pt x="0" y="34400"/>
                  </a:lnTo>
                  <a:lnTo>
                    <a:pt x="2703" y="21010"/>
                  </a:lnTo>
                  <a:lnTo>
                    <a:pt x="10075" y="10075"/>
                  </a:lnTo>
                  <a:lnTo>
                    <a:pt x="21010" y="2703"/>
                  </a:lnTo>
                  <a:lnTo>
                    <a:pt x="34400" y="0"/>
                  </a:lnTo>
                  <a:lnTo>
                    <a:pt x="922899" y="0"/>
                  </a:lnTo>
                  <a:lnTo>
                    <a:pt x="954681" y="21236"/>
                  </a:lnTo>
                  <a:lnTo>
                    <a:pt x="957299" y="34400"/>
                  </a:lnTo>
                  <a:lnTo>
                    <a:pt x="957299" y="171999"/>
                  </a:lnTo>
                  <a:lnTo>
                    <a:pt x="954596" y="185389"/>
                  </a:lnTo>
                  <a:lnTo>
                    <a:pt x="947224" y="196324"/>
                  </a:lnTo>
                  <a:lnTo>
                    <a:pt x="936289" y="203696"/>
                  </a:lnTo>
                  <a:lnTo>
                    <a:pt x="922899" y="206399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5457626" y="2507170"/>
            <a:ext cx="777240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9695" marR="5080" indent="-87630">
              <a:lnSpc>
                <a:spcPct val="1323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FFFFFF"/>
                </a:solidFill>
                <a:latin typeface="Open Sans"/>
                <a:cs typeface="Open Sans"/>
              </a:rPr>
              <a:t>version </a:t>
            </a:r>
            <a:r>
              <a:rPr dirty="0" sz="1000" b="1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sz="1000" spc="-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000" spc="-25" b="1">
                <a:solidFill>
                  <a:srgbClr val="FFFFFF"/>
                </a:solidFill>
                <a:latin typeface="Open Sans"/>
                <a:cs typeface="Open Sans"/>
              </a:rPr>
              <a:t>v2 </a:t>
            </a:r>
            <a:r>
              <a:rPr dirty="0" sz="1000" b="1">
                <a:solidFill>
                  <a:srgbClr val="FFFFFF"/>
                </a:solidFill>
                <a:latin typeface="Open Sans"/>
                <a:cs typeface="Open Sans"/>
              </a:rPr>
              <a:t>type</a:t>
            </a:r>
            <a:r>
              <a:rPr dirty="0" sz="1000" spc="-3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sz="1000" spc="-25" b="1">
                <a:solidFill>
                  <a:srgbClr val="FFFFFF"/>
                </a:solidFill>
                <a:latin typeface="Open Sans"/>
                <a:cs typeface="Open Sans"/>
              </a:rPr>
              <a:t> BE</a:t>
            </a:r>
            <a:endParaRPr sz="1000">
              <a:latin typeface="Open Sans"/>
              <a:cs typeface="Open Sans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2640275" y="1539725"/>
            <a:ext cx="4584700" cy="3283585"/>
            <a:chOff x="2640275" y="1539725"/>
            <a:chExt cx="4584700" cy="3283585"/>
          </a:xfrm>
        </p:grpSpPr>
        <p:sp>
          <p:nvSpPr>
            <p:cNvPr id="14" name="object 14" descr=""/>
            <p:cNvSpPr/>
            <p:nvPr/>
          </p:nvSpPr>
          <p:spPr>
            <a:xfrm>
              <a:off x="6333525" y="1549250"/>
              <a:ext cx="882015" cy="173355"/>
            </a:xfrm>
            <a:custGeom>
              <a:avLst/>
              <a:gdLst/>
              <a:ahLst/>
              <a:cxnLst/>
              <a:rect l="l" t="t" r="r" b="b"/>
              <a:pathLst>
                <a:path w="882015" h="173355">
                  <a:moveTo>
                    <a:pt x="881699" y="0"/>
                  </a:moveTo>
                  <a:lnTo>
                    <a:pt x="0" y="0"/>
                  </a:lnTo>
                  <a:lnTo>
                    <a:pt x="0" y="172801"/>
                  </a:lnTo>
                </a:path>
              </a:pathLst>
            </a:custGeom>
            <a:ln w="19049">
              <a:solidFill>
                <a:srgbClr val="D02D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302059" y="1721886"/>
              <a:ext cx="63500" cy="86995"/>
            </a:xfrm>
            <a:custGeom>
              <a:avLst/>
              <a:gdLst/>
              <a:ahLst/>
              <a:cxnLst/>
              <a:rect l="l" t="t" r="r" b="b"/>
              <a:pathLst>
                <a:path w="63500" h="86994">
                  <a:moveTo>
                    <a:pt x="0" y="0"/>
                  </a:moveTo>
                  <a:lnTo>
                    <a:pt x="31011" y="86614"/>
                  </a:lnTo>
                  <a:lnTo>
                    <a:pt x="62930" y="33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D02D2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640275" y="3543200"/>
              <a:ext cx="1741170" cy="1280160"/>
            </a:xfrm>
            <a:custGeom>
              <a:avLst/>
              <a:gdLst/>
              <a:ahLst/>
              <a:cxnLst/>
              <a:rect l="l" t="t" r="r" b="b"/>
              <a:pathLst>
                <a:path w="1741170" h="1280160">
                  <a:moveTo>
                    <a:pt x="1527245" y="1280099"/>
                  </a:moveTo>
                  <a:lnTo>
                    <a:pt x="213354" y="1280099"/>
                  </a:lnTo>
                  <a:lnTo>
                    <a:pt x="164434" y="1274465"/>
                  </a:lnTo>
                  <a:lnTo>
                    <a:pt x="119526" y="1258414"/>
                  </a:lnTo>
                  <a:lnTo>
                    <a:pt x="79912" y="1233228"/>
                  </a:lnTo>
                  <a:lnTo>
                    <a:pt x="46871" y="1200187"/>
                  </a:lnTo>
                  <a:lnTo>
                    <a:pt x="21685" y="1160573"/>
                  </a:lnTo>
                  <a:lnTo>
                    <a:pt x="5634" y="1115665"/>
                  </a:lnTo>
                  <a:lnTo>
                    <a:pt x="0" y="1066745"/>
                  </a:lnTo>
                  <a:lnTo>
                    <a:pt x="0" y="213354"/>
                  </a:lnTo>
                  <a:lnTo>
                    <a:pt x="5634" y="164434"/>
                  </a:lnTo>
                  <a:lnTo>
                    <a:pt x="21685" y="119526"/>
                  </a:lnTo>
                  <a:lnTo>
                    <a:pt x="46871" y="79912"/>
                  </a:lnTo>
                  <a:lnTo>
                    <a:pt x="79912" y="46871"/>
                  </a:lnTo>
                  <a:lnTo>
                    <a:pt x="119526" y="21685"/>
                  </a:lnTo>
                  <a:lnTo>
                    <a:pt x="164434" y="5634"/>
                  </a:lnTo>
                  <a:lnTo>
                    <a:pt x="213354" y="0"/>
                  </a:lnTo>
                  <a:lnTo>
                    <a:pt x="1527245" y="0"/>
                  </a:lnTo>
                  <a:lnTo>
                    <a:pt x="1569063" y="4137"/>
                  </a:lnTo>
                  <a:lnTo>
                    <a:pt x="1608892" y="16240"/>
                  </a:lnTo>
                  <a:lnTo>
                    <a:pt x="1645614" y="35846"/>
                  </a:lnTo>
                  <a:lnTo>
                    <a:pt x="1678109" y="62489"/>
                  </a:lnTo>
                  <a:lnTo>
                    <a:pt x="1704753" y="94985"/>
                  </a:lnTo>
                  <a:lnTo>
                    <a:pt x="1724359" y="131707"/>
                  </a:lnTo>
                  <a:lnTo>
                    <a:pt x="1736462" y="171536"/>
                  </a:lnTo>
                  <a:lnTo>
                    <a:pt x="1740599" y="213354"/>
                  </a:lnTo>
                  <a:lnTo>
                    <a:pt x="1740599" y="1066745"/>
                  </a:lnTo>
                  <a:lnTo>
                    <a:pt x="1734965" y="1115665"/>
                  </a:lnTo>
                  <a:lnTo>
                    <a:pt x="1718914" y="1160573"/>
                  </a:lnTo>
                  <a:lnTo>
                    <a:pt x="1693728" y="1200187"/>
                  </a:lnTo>
                  <a:lnTo>
                    <a:pt x="1660687" y="1233228"/>
                  </a:lnTo>
                  <a:lnTo>
                    <a:pt x="1621073" y="1258414"/>
                  </a:lnTo>
                  <a:lnTo>
                    <a:pt x="1576165" y="1274465"/>
                  </a:lnTo>
                  <a:lnTo>
                    <a:pt x="1527245" y="1280099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713299" y="3609113"/>
            <a:ext cx="1395095" cy="1076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664"/>
              </a:lnSpc>
              <a:spcBef>
                <a:spcPts val="100"/>
              </a:spcBef>
            </a:pPr>
            <a:r>
              <a:rPr dirty="0" sz="1400" spc="-10" b="1">
                <a:solidFill>
                  <a:srgbClr val="FFFFFF"/>
                </a:solidFill>
                <a:latin typeface="Open Sans"/>
                <a:cs typeface="Open Sans"/>
              </a:rPr>
              <a:t>Service</a:t>
            </a:r>
            <a:endParaRPr sz="1400">
              <a:latin typeface="Open Sans"/>
              <a:cs typeface="Open Sans"/>
            </a:endParaRPr>
          </a:p>
          <a:p>
            <a:pPr marL="12700">
              <a:lnSpc>
                <a:spcPts val="1664"/>
              </a:lnSpc>
            </a:pPr>
            <a:r>
              <a:rPr dirty="0" sz="1400">
                <a:solidFill>
                  <a:srgbClr val="FFFFFF"/>
                </a:solidFill>
                <a:latin typeface="Open Sans"/>
                <a:cs typeface="Open Sans"/>
              </a:rPr>
              <a:t>name</a:t>
            </a:r>
            <a:r>
              <a:rPr dirty="0" sz="1400" spc="-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400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sz="1400" spc="-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Open Sans"/>
                <a:cs typeface="Open Sans"/>
              </a:rPr>
              <a:t>backend</a:t>
            </a:r>
            <a:endParaRPr sz="1400">
              <a:latin typeface="Open Sans"/>
              <a:cs typeface="Open Sans"/>
            </a:endParaRPr>
          </a:p>
          <a:p>
            <a:pPr marL="104775" marR="180340" indent="-92710">
              <a:lnSpc>
                <a:spcPts val="1650"/>
              </a:lnSpc>
              <a:spcBef>
                <a:spcPts val="1700"/>
              </a:spcBef>
            </a:pPr>
            <a:r>
              <a:rPr dirty="0" sz="1400">
                <a:solidFill>
                  <a:srgbClr val="FFFFFF"/>
                </a:solidFill>
                <a:latin typeface="Open Sans"/>
                <a:cs typeface="Open Sans"/>
              </a:rPr>
              <a:t>Label</a:t>
            </a:r>
            <a:r>
              <a:rPr dirty="0" sz="1400" spc="-2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Open Sans"/>
                <a:cs typeface="Open Sans"/>
              </a:rPr>
              <a:t>selector: </a:t>
            </a:r>
            <a:r>
              <a:rPr dirty="0" sz="1400">
                <a:solidFill>
                  <a:srgbClr val="FFFFFF"/>
                </a:solidFill>
                <a:latin typeface="Open Sans"/>
                <a:cs typeface="Open Sans"/>
              </a:rPr>
              <a:t>type</a:t>
            </a:r>
            <a:r>
              <a:rPr dirty="0" sz="1400" spc="-2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400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sz="1400" spc="-1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400" spc="-25" b="1">
                <a:solidFill>
                  <a:srgbClr val="FFFFFF"/>
                </a:solidFill>
                <a:latin typeface="Open Sans"/>
                <a:cs typeface="Open Sans"/>
              </a:rPr>
              <a:t>BE</a:t>
            </a:r>
            <a:endParaRPr sz="1400">
              <a:latin typeface="Open Sans"/>
              <a:cs typeface="Open Sans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2727000" y="1823445"/>
            <a:ext cx="948690" cy="836930"/>
          </a:xfrm>
          <a:custGeom>
            <a:avLst/>
            <a:gdLst/>
            <a:ahLst/>
            <a:cxnLst/>
            <a:rect l="l" t="t" r="r" b="b"/>
            <a:pathLst>
              <a:path w="948689" h="836930">
                <a:moveTo>
                  <a:pt x="808847" y="836699"/>
                </a:moveTo>
                <a:lnTo>
                  <a:pt x="139452" y="836699"/>
                </a:lnTo>
                <a:lnTo>
                  <a:pt x="95374" y="829590"/>
                </a:lnTo>
                <a:lnTo>
                  <a:pt x="57093" y="809793"/>
                </a:lnTo>
                <a:lnTo>
                  <a:pt x="26906" y="779606"/>
                </a:lnTo>
                <a:lnTo>
                  <a:pt x="7109" y="741325"/>
                </a:lnTo>
                <a:lnTo>
                  <a:pt x="0" y="697247"/>
                </a:lnTo>
                <a:lnTo>
                  <a:pt x="0" y="139452"/>
                </a:lnTo>
                <a:lnTo>
                  <a:pt x="7109" y="95374"/>
                </a:lnTo>
                <a:lnTo>
                  <a:pt x="26906" y="57093"/>
                </a:lnTo>
                <a:lnTo>
                  <a:pt x="57093" y="26906"/>
                </a:lnTo>
                <a:lnTo>
                  <a:pt x="95374" y="7109"/>
                </a:lnTo>
                <a:lnTo>
                  <a:pt x="139452" y="0"/>
                </a:lnTo>
                <a:lnTo>
                  <a:pt x="808847" y="0"/>
                </a:lnTo>
                <a:lnTo>
                  <a:pt x="862213" y="10615"/>
                </a:lnTo>
                <a:lnTo>
                  <a:pt x="907454" y="40844"/>
                </a:lnTo>
                <a:lnTo>
                  <a:pt x="937684" y="86086"/>
                </a:lnTo>
                <a:lnTo>
                  <a:pt x="948299" y="139452"/>
                </a:lnTo>
                <a:lnTo>
                  <a:pt x="948299" y="697247"/>
                </a:lnTo>
                <a:lnTo>
                  <a:pt x="941190" y="741325"/>
                </a:lnTo>
                <a:lnTo>
                  <a:pt x="921393" y="779606"/>
                </a:lnTo>
                <a:lnTo>
                  <a:pt x="891206" y="809793"/>
                </a:lnTo>
                <a:lnTo>
                  <a:pt x="852925" y="829590"/>
                </a:lnTo>
                <a:lnTo>
                  <a:pt x="808847" y="836699"/>
                </a:lnTo>
                <a:close/>
              </a:path>
            </a:pathLst>
          </a:custGeom>
          <a:solidFill>
            <a:srgbClr val="B6D7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2810075" y="1878750"/>
            <a:ext cx="34861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666666"/>
                </a:solidFill>
                <a:latin typeface="Open Sans"/>
                <a:cs typeface="Open Sans"/>
              </a:rPr>
              <a:t>Pod</a:t>
            </a:r>
            <a:endParaRPr sz="1400">
              <a:latin typeface="Open Sans"/>
              <a:cs typeface="Open Sans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2065725" y="1523712"/>
            <a:ext cx="1424305" cy="1229995"/>
            <a:chOff x="2065725" y="1523712"/>
            <a:chExt cx="1424305" cy="1229995"/>
          </a:xfrm>
        </p:grpSpPr>
        <p:sp>
          <p:nvSpPr>
            <p:cNvPr id="22" name="object 22" descr=""/>
            <p:cNvSpPr/>
            <p:nvPr/>
          </p:nvSpPr>
          <p:spPr>
            <a:xfrm>
              <a:off x="2075250" y="1533237"/>
              <a:ext cx="1374140" cy="165735"/>
            </a:xfrm>
            <a:custGeom>
              <a:avLst/>
              <a:gdLst/>
              <a:ahLst/>
              <a:cxnLst/>
              <a:rect l="l" t="t" r="r" b="b"/>
              <a:pathLst>
                <a:path w="1374139" h="165735">
                  <a:moveTo>
                    <a:pt x="0" y="0"/>
                  </a:moveTo>
                  <a:lnTo>
                    <a:pt x="1373699" y="0"/>
                  </a:lnTo>
                  <a:lnTo>
                    <a:pt x="1373699" y="165299"/>
                  </a:lnTo>
                </a:path>
              </a:pathLst>
            </a:custGeom>
            <a:ln w="19049">
              <a:solidFill>
                <a:srgbClr val="D844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417484" y="1698537"/>
              <a:ext cx="63500" cy="86995"/>
            </a:xfrm>
            <a:custGeom>
              <a:avLst/>
              <a:gdLst/>
              <a:ahLst/>
              <a:cxnLst/>
              <a:rect l="l" t="t" r="r" b="b"/>
              <a:pathLst>
                <a:path w="63500" h="86994">
                  <a:moveTo>
                    <a:pt x="0" y="0"/>
                  </a:moveTo>
                  <a:lnTo>
                    <a:pt x="31465" y="86450"/>
                  </a:lnTo>
                  <a:lnTo>
                    <a:pt x="62930" y="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D844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2290425" y="2547250"/>
              <a:ext cx="957580" cy="207010"/>
            </a:xfrm>
            <a:custGeom>
              <a:avLst/>
              <a:gdLst/>
              <a:ahLst/>
              <a:cxnLst/>
              <a:rect l="l" t="t" r="r" b="b"/>
              <a:pathLst>
                <a:path w="957580" h="207010">
                  <a:moveTo>
                    <a:pt x="922899" y="206399"/>
                  </a:moveTo>
                  <a:lnTo>
                    <a:pt x="34400" y="206399"/>
                  </a:lnTo>
                  <a:lnTo>
                    <a:pt x="21010" y="203696"/>
                  </a:lnTo>
                  <a:lnTo>
                    <a:pt x="10075" y="196324"/>
                  </a:lnTo>
                  <a:lnTo>
                    <a:pt x="2703" y="185389"/>
                  </a:lnTo>
                  <a:lnTo>
                    <a:pt x="0" y="171999"/>
                  </a:lnTo>
                  <a:lnTo>
                    <a:pt x="0" y="34400"/>
                  </a:lnTo>
                  <a:lnTo>
                    <a:pt x="2703" y="21010"/>
                  </a:lnTo>
                  <a:lnTo>
                    <a:pt x="10075" y="10075"/>
                  </a:lnTo>
                  <a:lnTo>
                    <a:pt x="21010" y="2703"/>
                  </a:lnTo>
                  <a:lnTo>
                    <a:pt x="34400" y="0"/>
                  </a:lnTo>
                  <a:lnTo>
                    <a:pt x="922899" y="0"/>
                  </a:lnTo>
                  <a:lnTo>
                    <a:pt x="954681" y="21236"/>
                  </a:lnTo>
                  <a:lnTo>
                    <a:pt x="957299" y="34400"/>
                  </a:lnTo>
                  <a:lnTo>
                    <a:pt x="957299" y="171999"/>
                  </a:lnTo>
                  <a:lnTo>
                    <a:pt x="954596" y="185389"/>
                  </a:lnTo>
                  <a:lnTo>
                    <a:pt x="947224" y="196324"/>
                  </a:lnTo>
                  <a:lnTo>
                    <a:pt x="936289" y="203696"/>
                  </a:lnTo>
                  <a:lnTo>
                    <a:pt x="922899" y="206399"/>
                  </a:lnTo>
                  <a:close/>
                </a:path>
              </a:pathLst>
            </a:custGeom>
            <a:solidFill>
              <a:srgbClr val="D8443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2396940" y="2556470"/>
            <a:ext cx="74358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FFFFFF"/>
                </a:solidFill>
                <a:latin typeface="Open Sans"/>
                <a:cs typeface="Open Sans"/>
              </a:rPr>
              <a:t>version=</a:t>
            </a:r>
            <a:r>
              <a:rPr dirty="0" sz="1000" spc="-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000" spc="-25" b="1">
                <a:solidFill>
                  <a:srgbClr val="FFFFFF"/>
                </a:solidFill>
                <a:latin typeface="Open Sans"/>
                <a:cs typeface="Open Sans"/>
              </a:rPr>
              <a:t>v1</a:t>
            </a:r>
            <a:endParaRPr sz="1000">
              <a:latin typeface="Open Sans"/>
              <a:cs typeface="Open Sans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475049" y="1496950"/>
            <a:ext cx="1572260" cy="1191260"/>
          </a:xfrm>
          <a:custGeom>
            <a:avLst/>
            <a:gdLst/>
            <a:ahLst/>
            <a:cxnLst/>
            <a:rect l="l" t="t" r="r" b="b"/>
            <a:pathLst>
              <a:path w="1572260" h="1191260">
                <a:moveTo>
                  <a:pt x="1373195" y="1190999"/>
                </a:moveTo>
                <a:lnTo>
                  <a:pt x="198503" y="1190999"/>
                </a:lnTo>
                <a:lnTo>
                  <a:pt x="152988" y="1185757"/>
                </a:lnTo>
                <a:lnTo>
                  <a:pt x="111206" y="1170823"/>
                </a:lnTo>
                <a:lnTo>
                  <a:pt x="74349" y="1147390"/>
                </a:lnTo>
                <a:lnTo>
                  <a:pt x="43609" y="1116650"/>
                </a:lnTo>
                <a:lnTo>
                  <a:pt x="20176" y="1079793"/>
                </a:lnTo>
                <a:lnTo>
                  <a:pt x="5242" y="1038011"/>
                </a:lnTo>
                <a:lnTo>
                  <a:pt x="0" y="992495"/>
                </a:lnTo>
                <a:lnTo>
                  <a:pt x="0" y="198503"/>
                </a:lnTo>
                <a:lnTo>
                  <a:pt x="5242" y="152988"/>
                </a:lnTo>
                <a:lnTo>
                  <a:pt x="20176" y="111206"/>
                </a:lnTo>
                <a:lnTo>
                  <a:pt x="43609" y="74349"/>
                </a:lnTo>
                <a:lnTo>
                  <a:pt x="74349" y="43609"/>
                </a:lnTo>
                <a:lnTo>
                  <a:pt x="111206" y="20176"/>
                </a:lnTo>
                <a:lnTo>
                  <a:pt x="152988" y="5242"/>
                </a:lnTo>
                <a:lnTo>
                  <a:pt x="198503" y="0"/>
                </a:lnTo>
                <a:lnTo>
                  <a:pt x="1373195" y="0"/>
                </a:lnTo>
                <a:lnTo>
                  <a:pt x="1412103" y="3849"/>
                </a:lnTo>
                <a:lnTo>
                  <a:pt x="1449160" y="15110"/>
                </a:lnTo>
                <a:lnTo>
                  <a:pt x="1483326" y="33350"/>
                </a:lnTo>
                <a:lnTo>
                  <a:pt x="1513559" y="58140"/>
                </a:lnTo>
                <a:lnTo>
                  <a:pt x="1538348" y="88373"/>
                </a:lnTo>
                <a:lnTo>
                  <a:pt x="1556589" y="122539"/>
                </a:lnTo>
                <a:lnTo>
                  <a:pt x="1567850" y="159596"/>
                </a:lnTo>
                <a:lnTo>
                  <a:pt x="1571699" y="198503"/>
                </a:lnTo>
                <a:lnTo>
                  <a:pt x="1571699" y="992495"/>
                </a:lnTo>
                <a:lnTo>
                  <a:pt x="1566457" y="1038011"/>
                </a:lnTo>
                <a:lnTo>
                  <a:pt x="1551523" y="1079793"/>
                </a:lnTo>
                <a:lnTo>
                  <a:pt x="1528090" y="1116650"/>
                </a:lnTo>
                <a:lnTo>
                  <a:pt x="1497350" y="1147390"/>
                </a:lnTo>
                <a:lnTo>
                  <a:pt x="1460493" y="1170823"/>
                </a:lnTo>
                <a:lnTo>
                  <a:pt x="1418711" y="1185757"/>
                </a:lnTo>
                <a:lnTo>
                  <a:pt x="1373195" y="1190999"/>
                </a:lnTo>
                <a:close/>
              </a:path>
            </a:pathLst>
          </a:custGeom>
          <a:solidFill>
            <a:srgbClr val="E4A0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 txBox="1"/>
          <p:nvPr/>
        </p:nvSpPr>
        <p:spPr>
          <a:xfrm>
            <a:off x="552850" y="1572662"/>
            <a:ext cx="1078230" cy="86741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715">
              <a:lnSpc>
                <a:spcPts val="1650"/>
              </a:lnSpc>
              <a:spcBef>
                <a:spcPts val="180"/>
              </a:spcBef>
            </a:pPr>
            <a:r>
              <a:rPr dirty="0" sz="1400" spc="-10" b="1">
                <a:solidFill>
                  <a:srgbClr val="666666"/>
                </a:solidFill>
                <a:latin typeface="Open Sans"/>
                <a:cs typeface="Open Sans"/>
              </a:rPr>
              <a:t>ReplicaSet </a:t>
            </a:r>
            <a:r>
              <a:rPr dirty="0" sz="1400" b="1">
                <a:solidFill>
                  <a:srgbClr val="FFFFFF"/>
                </a:solidFill>
                <a:latin typeface="Open Sans"/>
                <a:cs typeface="Open Sans"/>
              </a:rPr>
              <a:t>version</a:t>
            </a:r>
            <a:r>
              <a:rPr dirty="0" sz="1400" spc="-5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sz="1400" spc="-5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400" spc="-25" b="1">
                <a:solidFill>
                  <a:srgbClr val="FFFFFF"/>
                </a:solidFill>
                <a:latin typeface="Open Sans"/>
                <a:cs typeface="Open Sans"/>
              </a:rPr>
              <a:t>v1 </a:t>
            </a:r>
            <a:r>
              <a:rPr dirty="0" sz="1400" b="1">
                <a:solidFill>
                  <a:srgbClr val="FFFFFF"/>
                </a:solidFill>
                <a:latin typeface="Open Sans"/>
                <a:cs typeface="Open Sans"/>
              </a:rPr>
              <a:t>type</a:t>
            </a:r>
            <a:r>
              <a:rPr dirty="0" sz="1400" spc="-3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400" b="1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sz="1400" spc="-3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400" spc="-35" b="1">
                <a:solidFill>
                  <a:srgbClr val="FFFFFF"/>
                </a:solidFill>
                <a:latin typeface="Open Sans"/>
                <a:cs typeface="Open Sans"/>
              </a:rPr>
              <a:t>BE </a:t>
            </a:r>
            <a:r>
              <a:rPr dirty="0" sz="1400">
                <a:solidFill>
                  <a:srgbClr val="FFFFFF"/>
                </a:solidFill>
                <a:latin typeface="Open Sans"/>
                <a:cs typeface="Open Sans"/>
              </a:rPr>
              <a:t>#pods</a:t>
            </a:r>
            <a:r>
              <a:rPr dirty="0" sz="1400" spc="-4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400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sz="1400" spc="-3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Open Sans"/>
                <a:cs typeface="Open Sans"/>
              </a:rPr>
              <a:t>2</a:t>
            </a:r>
            <a:endParaRPr sz="1400">
              <a:latin typeface="Open Sans"/>
              <a:cs typeface="Open Sans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2290424" y="2744074"/>
            <a:ext cx="1941830" cy="808990"/>
            <a:chOff x="2290424" y="2744074"/>
            <a:chExt cx="1941830" cy="808990"/>
          </a:xfrm>
        </p:grpSpPr>
        <p:sp>
          <p:nvSpPr>
            <p:cNvPr id="29" name="object 29" descr=""/>
            <p:cNvSpPr/>
            <p:nvPr/>
          </p:nvSpPr>
          <p:spPr>
            <a:xfrm>
              <a:off x="2768974" y="2753599"/>
              <a:ext cx="1453515" cy="789940"/>
            </a:xfrm>
            <a:custGeom>
              <a:avLst/>
              <a:gdLst/>
              <a:ahLst/>
              <a:cxnLst/>
              <a:rect l="l" t="t" r="r" b="b"/>
              <a:pathLst>
                <a:path w="1453514" h="789939">
                  <a:moveTo>
                    <a:pt x="741599" y="789599"/>
                  </a:moveTo>
                  <a:lnTo>
                    <a:pt x="741599" y="525999"/>
                  </a:lnTo>
                  <a:lnTo>
                    <a:pt x="1453499" y="525999"/>
                  </a:lnTo>
                  <a:lnTo>
                    <a:pt x="1453499" y="0"/>
                  </a:lnTo>
                </a:path>
                <a:path w="1453514" h="789939">
                  <a:moveTo>
                    <a:pt x="741599" y="789599"/>
                  </a:moveTo>
                  <a:lnTo>
                    <a:pt x="741599" y="533453"/>
                  </a:lnTo>
                  <a:lnTo>
                    <a:pt x="0" y="533453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08080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2290424" y="2753599"/>
              <a:ext cx="957580" cy="207010"/>
            </a:xfrm>
            <a:custGeom>
              <a:avLst/>
              <a:gdLst/>
              <a:ahLst/>
              <a:cxnLst/>
              <a:rect l="l" t="t" r="r" b="b"/>
              <a:pathLst>
                <a:path w="957580" h="207010">
                  <a:moveTo>
                    <a:pt x="922899" y="206399"/>
                  </a:moveTo>
                  <a:lnTo>
                    <a:pt x="34400" y="206399"/>
                  </a:lnTo>
                  <a:lnTo>
                    <a:pt x="21010" y="203696"/>
                  </a:lnTo>
                  <a:lnTo>
                    <a:pt x="10075" y="196324"/>
                  </a:lnTo>
                  <a:lnTo>
                    <a:pt x="2703" y="185389"/>
                  </a:lnTo>
                  <a:lnTo>
                    <a:pt x="0" y="171999"/>
                  </a:lnTo>
                  <a:lnTo>
                    <a:pt x="0" y="34400"/>
                  </a:lnTo>
                  <a:lnTo>
                    <a:pt x="2703" y="21010"/>
                  </a:lnTo>
                  <a:lnTo>
                    <a:pt x="10075" y="10075"/>
                  </a:lnTo>
                  <a:lnTo>
                    <a:pt x="21010" y="2703"/>
                  </a:lnTo>
                  <a:lnTo>
                    <a:pt x="34400" y="0"/>
                  </a:lnTo>
                  <a:lnTo>
                    <a:pt x="922899" y="0"/>
                  </a:lnTo>
                  <a:lnTo>
                    <a:pt x="954681" y="21236"/>
                  </a:lnTo>
                  <a:lnTo>
                    <a:pt x="957299" y="34400"/>
                  </a:lnTo>
                  <a:lnTo>
                    <a:pt x="957299" y="171999"/>
                  </a:lnTo>
                  <a:lnTo>
                    <a:pt x="954596" y="185389"/>
                  </a:lnTo>
                  <a:lnTo>
                    <a:pt x="947224" y="196324"/>
                  </a:lnTo>
                  <a:lnTo>
                    <a:pt x="936289" y="203696"/>
                  </a:lnTo>
                  <a:lnTo>
                    <a:pt x="922899" y="206399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2467637" y="2762819"/>
            <a:ext cx="60261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FFFFFF"/>
                </a:solidFill>
                <a:latin typeface="Open Sans"/>
                <a:cs typeface="Open Sans"/>
              </a:rPr>
              <a:t>type</a:t>
            </a:r>
            <a:r>
              <a:rPr dirty="0" sz="1000" spc="-3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sz="1000" spc="-25" b="1">
                <a:solidFill>
                  <a:srgbClr val="FFFFFF"/>
                </a:solidFill>
                <a:latin typeface="Open Sans"/>
                <a:cs typeface="Open Sans"/>
              </a:rPr>
              <a:t> BE</a:t>
            </a:r>
            <a:endParaRPr sz="1000">
              <a:latin typeface="Open Sans"/>
              <a:cs typeface="Open Sans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3743874" y="1823445"/>
            <a:ext cx="1384300" cy="1132205"/>
            <a:chOff x="3743874" y="1823445"/>
            <a:chExt cx="1384300" cy="1132205"/>
          </a:xfrm>
        </p:grpSpPr>
        <p:sp>
          <p:nvSpPr>
            <p:cNvPr id="33" name="object 33" descr=""/>
            <p:cNvSpPr/>
            <p:nvPr/>
          </p:nvSpPr>
          <p:spPr>
            <a:xfrm>
              <a:off x="3743874" y="2748950"/>
              <a:ext cx="957580" cy="207010"/>
            </a:xfrm>
            <a:custGeom>
              <a:avLst/>
              <a:gdLst/>
              <a:ahLst/>
              <a:cxnLst/>
              <a:rect l="l" t="t" r="r" b="b"/>
              <a:pathLst>
                <a:path w="957579" h="207010">
                  <a:moveTo>
                    <a:pt x="922899" y="206399"/>
                  </a:moveTo>
                  <a:lnTo>
                    <a:pt x="34400" y="206399"/>
                  </a:lnTo>
                  <a:lnTo>
                    <a:pt x="21010" y="203696"/>
                  </a:lnTo>
                  <a:lnTo>
                    <a:pt x="10075" y="196324"/>
                  </a:lnTo>
                  <a:lnTo>
                    <a:pt x="2703" y="185389"/>
                  </a:lnTo>
                  <a:lnTo>
                    <a:pt x="0" y="171999"/>
                  </a:lnTo>
                  <a:lnTo>
                    <a:pt x="0" y="34400"/>
                  </a:lnTo>
                  <a:lnTo>
                    <a:pt x="2703" y="21010"/>
                  </a:lnTo>
                  <a:lnTo>
                    <a:pt x="10075" y="10075"/>
                  </a:lnTo>
                  <a:lnTo>
                    <a:pt x="21010" y="2703"/>
                  </a:lnTo>
                  <a:lnTo>
                    <a:pt x="34400" y="0"/>
                  </a:lnTo>
                  <a:lnTo>
                    <a:pt x="922899" y="0"/>
                  </a:lnTo>
                  <a:lnTo>
                    <a:pt x="954681" y="21236"/>
                  </a:lnTo>
                  <a:lnTo>
                    <a:pt x="957299" y="34400"/>
                  </a:lnTo>
                  <a:lnTo>
                    <a:pt x="957299" y="171999"/>
                  </a:lnTo>
                  <a:lnTo>
                    <a:pt x="954596" y="185389"/>
                  </a:lnTo>
                  <a:lnTo>
                    <a:pt x="947224" y="196324"/>
                  </a:lnTo>
                  <a:lnTo>
                    <a:pt x="936289" y="203696"/>
                  </a:lnTo>
                  <a:lnTo>
                    <a:pt x="922899" y="206399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4179824" y="1823445"/>
              <a:ext cx="948690" cy="836930"/>
            </a:xfrm>
            <a:custGeom>
              <a:avLst/>
              <a:gdLst/>
              <a:ahLst/>
              <a:cxnLst/>
              <a:rect l="l" t="t" r="r" b="b"/>
              <a:pathLst>
                <a:path w="948689" h="836930">
                  <a:moveTo>
                    <a:pt x="808847" y="836699"/>
                  </a:moveTo>
                  <a:lnTo>
                    <a:pt x="139452" y="836699"/>
                  </a:lnTo>
                  <a:lnTo>
                    <a:pt x="95374" y="829590"/>
                  </a:lnTo>
                  <a:lnTo>
                    <a:pt x="57093" y="809793"/>
                  </a:lnTo>
                  <a:lnTo>
                    <a:pt x="26906" y="779606"/>
                  </a:lnTo>
                  <a:lnTo>
                    <a:pt x="7109" y="741325"/>
                  </a:lnTo>
                  <a:lnTo>
                    <a:pt x="0" y="697247"/>
                  </a:lnTo>
                  <a:lnTo>
                    <a:pt x="0" y="139452"/>
                  </a:lnTo>
                  <a:lnTo>
                    <a:pt x="7109" y="95374"/>
                  </a:lnTo>
                  <a:lnTo>
                    <a:pt x="26906" y="57093"/>
                  </a:lnTo>
                  <a:lnTo>
                    <a:pt x="57093" y="26906"/>
                  </a:lnTo>
                  <a:lnTo>
                    <a:pt x="95374" y="7109"/>
                  </a:lnTo>
                  <a:lnTo>
                    <a:pt x="139452" y="0"/>
                  </a:lnTo>
                  <a:lnTo>
                    <a:pt x="808847" y="0"/>
                  </a:lnTo>
                  <a:lnTo>
                    <a:pt x="862213" y="10615"/>
                  </a:lnTo>
                  <a:lnTo>
                    <a:pt x="907454" y="40844"/>
                  </a:lnTo>
                  <a:lnTo>
                    <a:pt x="937684" y="86086"/>
                  </a:lnTo>
                  <a:lnTo>
                    <a:pt x="948299" y="139452"/>
                  </a:lnTo>
                  <a:lnTo>
                    <a:pt x="948299" y="697247"/>
                  </a:lnTo>
                  <a:lnTo>
                    <a:pt x="941190" y="741325"/>
                  </a:lnTo>
                  <a:lnTo>
                    <a:pt x="921393" y="779606"/>
                  </a:lnTo>
                  <a:lnTo>
                    <a:pt x="891206" y="809793"/>
                  </a:lnTo>
                  <a:lnTo>
                    <a:pt x="852925" y="829590"/>
                  </a:lnTo>
                  <a:lnTo>
                    <a:pt x="808847" y="8366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 descr=""/>
          <p:cNvSpPr txBox="1"/>
          <p:nvPr/>
        </p:nvSpPr>
        <p:spPr>
          <a:xfrm>
            <a:off x="4262900" y="1878763"/>
            <a:ext cx="34861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666666"/>
                </a:solidFill>
                <a:latin typeface="Open Sans"/>
                <a:cs typeface="Open Sans"/>
              </a:rPr>
              <a:t>Pod</a:t>
            </a:r>
            <a:endParaRPr sz="1400">
              <a:latin typeface="Open Sans"/>
              <a:cs typeface="Open Sans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3497100" y="1538125"/>
            <a:ext cx="1204595" cy="1216025"/>
            <a:chOff x="3497100" y="1538125"/>
            <a:chExt cx="1204595" cy="1216025"/>
          </a:xfrm>
        </p:grpSpPr>
        <p:sp>
          <p:nvSpPr>
            <p:cNvPr id="37" name="object 37" descr=""/>
            <p:cNvSpPr/>
            <p:nvPr/>
          </p:nvSpPr>
          <p:spPr>
            <a:xfrm>
              <a:off x="3506625" y="1547650"/>
              <a:ext cx="1039494" cy="151130"/>
            </a:xfrm>
            <a:custGeom>
              <a:avLst/>
              <a:gdLst/>
              <a:ahLst/>
              <a:cxnLst/>
              <a:rect l="l" t="t" r="r" b="b"/>
              <a:pathLst>
                <a:path w="1039495" h="151130">
                  <a:moveTo>
                    <a:pt x="0" y="0"/>
                  </a:moveTo>
                  <a:lnTo>
                    <a:pt x="1039199" y="0"/>
                  </a:lnTo>
                  <a:lnTo>
                    <a:pt x="1039199" y="150899"/>
                  </a:lnTo>
                </a:path>
              </a:pathLst>
            </a:custGeom>
            <a:ln w="19049">
              <a:solidFill>
                <a:srgbClr val="D844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4514359" y="1698550"/>
              <a:ext cx="63500" cy="86995"/>
            </a:xfrm>
            <a:custGeom>
              <a:avLst/>
              <a:gdLst/>
              <a:ahLst/>
              <a:cxnLst/>
              <a:rect l="l" t="t" r="r" b="b"/>
              <a:pathLst>
                <a:path w="63500" h="86994">
                  <a:moveTo>
                    <a:pt x="0" y="0"/>
                  </a:moveTo>
                  <a:lnTo>
                    <a:pt x="31465" y="86450"/>
                  </a:lnTo>
                  <a:lnTo>
                    <a:pt x="62930" y="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D844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3743875" y="2547250"/>
              <a:ext cx="957580" cy="207010"/>
            </a:xfrm>
            <a:custGeom>
              <a:avLst/>
              <a:gdLst/>
              <a:ahLst/>
              <a:cxnLst/>
              <a:rect l="l" t="t" r="r" b="b"/>
              <a:pathLst>
                <a:path w="957579" h="207010">
                  <a:moveTo>
                    <a:pt x="922899" y="206399"/>
                  </a:moveTo>
                  <a:lnTo>
                    <a:pt x="34400" y="206399"/>
                  </a:lnTo>
                  <a:lnTo>
                    <a:pt x="21010" y="203696"/>
                  </a:lnTo>
                  <a:lnTo>
                    <a:pt x="10075" y="196324"/>
                  </a:lnTo>
                  <a:lnTo>
                    <a:pt x="2703" y="185389"/>
                  </a:lnTo>
                  <a:lnTo>
                    <a:pt x="0" y="171999"/>
                  </a:lnTo>
                  <a:lnTo>
                    <a:pt x="0" y="34400"/>
                  </a:lnTo>
                  <a:lnTo>
                    <a:pt x="2703" y="21010"/>
                  </a:lnTo>
                  <a:lnTo>
                    <a:pt x="10075" y="10075"/>
                  </a:lnTo>
                  <a:lnTo>
                    <a:pt x="21010" y="2703"/>
                  </a:lnTo>
                  <a:lnTo>
                    <a:pt x="34400" y="0"/>
                  </a:lnTo>
                  <a:lnTo>
                    <a:pt x="922899" y="0"/>
                  </a:lnTo>
                  <a:lnTo>
                    <a:pt x="954681" y="21236"/>
                  </a:lnTo>
                  <a:lnTo>
                    <a:pt x="957299" y="34400"/>
                  </a:lnTo>
                  <a:lnTo>
                    <a:pt x="957299" y="171999"/>
                  </a:lnTo>
                  <a:lnTo>
                    <a:pt x="954596" y="185389"/>
                  </a:lnTo>
                  <a:lnTo>
                    <a:pt x="947224" y="196324"/>
                  </a:lnTo>
                  <a:lnTo>
                    <a:pt x="936289" y="203696"/>
                  </a:lnTo>
                  <a:lnTo>
                    <a:pt x="922899" y="206399"/>
                  </a:lnTo>
                  <a:close/>
                </a:path>
              </a:pathLst>
            </a:custGeom>
            <a:solidFill>
              <a:srgbClr val="D8443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/>
          <p:nvPr/>
        </p:nvSpPr>
        <p:spPr>
          <a:xfrm>
            <a:off x="3833901" y="2507170"/>
            <a:ext cx="777240" cy="429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9695" marR="5080" indent="-87630">
              <a:lnSpc>
                <a:spcPct val="1323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FFFFFF"/>
                </a:solidFill>
                <a:latin typeface="Open Sans"/>
                <a:cs typeface="Open Sans"/>
              </a:rPr>
              <a:t>version </a:t>
            </a:r>
            <a:r>
              <a:rPr dirty="0" sz="1000" b="1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sz="1000" spc="-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000" spc="-25" b="1">
                <a:solidFill>
                  <a:srgbClr val="FFFFFF"/>
                </a:solidFill>
                <a:latin typeface="Open Sans"/>
                <a:cs typeface="Open Sans"/>
              </a:rPr>
              <a:t>v1 </a:t>
            </a:r>
            <a:r>
              <a:rPr dirty="0" sz="1000" b="1">
                <a:solidFill>
                  <a:srgbClr val="FFFFFF"/>
                </a:solidFill>
                <a:latin typeface="Open Sans"/>
                <a:cs typeface="Open Sans"/>
              </a:rPr>
              <a:t>type</a:t>
            </a:r>
            <a:r>
              <a:rPr dirty="0" sz="1000" spc="-3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Open Sans"/>
                <a:cs typeface="Open Sans"/>
              </a:rPr>
              <a:t>=</a:t>
            </a:r>
            <a:r>
              <a:rPr dirty="0" sz="1000" spc="-25" b="1">
                <a:solidFill>
                  <a:srgbClr val="FFFFFF"/>
                </a:solidFill>
                <a:latin typeface="Open Sans"/>
                <a:cs typeface="Open Sans"/>
              </a:rPr>
              <a:t> BE</a:t>
            </a:r>
            <a:endParaRPr sz="1000">
              <a:latin typeface="Open Sans"/>
              <a:cs typeface="Open Sans"/>
            </a:endParaRPr>
          </a:p>
        </p:txBody>
      </p:sp>
      <p:sp>
        <p:nvSpPr>
          <p:cNvPr id="41" name="object 4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Autoscaling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2294250" y="1371120"/>
            <a:ext cx="3062605" cy="1136650"/>
            <a:chOff x="2294250" y="1371120"/>
            <a:chExt cx="3062605" cy="1136650"/>
          </a:xfrm>
        </p:grpSpPr>
        <p:sp>
          <p:nvSpPr>
            <p:cNvPr id="4" name="object 4" descr=""/>
            <p:cNvSpPr/>
            <p:nvPr/>
          </p:nvSpPr>
          <p:spPr>
            <a:xfrm>
              <a:off x="2955600" y="1671045"/>
              <a:ext cx="948690" cy="836930"/>
            </a:xfrm>
            <a:custGeom>
              <a:avLst/>
              <a:gdLst/>
              <a:ahLst/>
              <a:cxnLst/>
              <a:rect l="l" t="t" r="r" b="b"/>
              <a:pathLst>
                <a:path w="948689" h="836930">
                  <a:moveTo>
                    <a:pt x="808847" y="836699"/>
                  </a:moveTo>
                  <a:lnTo>
                    <a:pt x="139452" y="836699"/>
                  </a:lnTo>
                  <a:lnTo>
                    <a:pt x="95374" y="829590"/>
                  </a:lnTo>
                  <a:lnTo>
                    <a:pt x="57093" y="809793"/>
                  </a:lnTo>
                  <a:lnTo>
                    <a:pt x="26906" y="779606"/>
                  </a:lnTo>
                  <a:lnTo>
                    <a:pt x="7109" y="741325"/>
                  </a:lnTo>
                  <a:lnTo>
                    <a:pt x="0" y="697247"/>
                  </a:lnTo>
                  <a:lnTo>
                    <a:pt x="0" y="139452"/>
                  </a:lnTo>
                  <a:lnTo>
                    <a:pt x="7109" y="95374"/>
                  </a:lnTo>
                  <a:lnTo>
                    <a:pt x="26906" y="57093"/>
                  </a:lnTo>
                  <a:lnTo>
                    <a:pt x="57093" y="26906"/>
                  </a:lnTo>
                  <a:lnTo>
                    <a:pt x="95374" y="7109"/>
                  </a:lnTo>
                  <a:lnTo>
                    <a:pt x="139452" y="0"/>
                  </a:lnTo>
                  <a:lnTo>
                    <a:pt x="808847" y="0"/>
                  </a:lnTo>
                  <a:lnTo>
                    <a:pt x="862213" y="10615"/>
                  </a:lnTo>
                  <a:lnTo>
                    <a:pt x="907454" y="40844"/>
                  </a:lnTo>
                  <a:lnTo>
                    <a:pt x="937684" y="86086"/>
                  </a:lnTo>
                  <a:lnTo>
                    <a:pt x="948299" y="139452"/>
                  </a:lnTo>
                  <a:lnTo>
                    <a:pt x="948299" y="697247"/>
                  </a:lnTo>
                  <a:lnTo>
                    <a:pt x="941190" y="741325"/>
                  </a:lnTo>
                  <a:lnTo>
                    <a:pt x="921393" y="779606"/>
                  </a:lnTo>
                  <a:lnTo>
                    <a:pt x="891206" y="809793"/>
                  </a:lnTo>
                  <a:lnTo>
                    <a:pt x="852925" y="829590"/>
                  </a:lnTo>
                  <a:lnTo>
                    <a:pt x="808847" y="8366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303850" y="1380945"/>
              <a:ext cx="1126490" cy="175895"/>
            </a:xfrm>
            <a:custGeom>
              <a:avLst/>
              <a:gdLst/>
              <a:ahLst/>
              <a:cxnLst/>
              <a:rect l="l" t="t" r="r" b="b"/>
              <a:pathLst>
                <a:path w="1126489" h="175894">
                  <a:moveTo>
                    <a:pt x="0" y="0"/>
                  </a:moveTo>
                  <a:lnTo>
                    <a:pt x="1125899" y="0"/>
                  </a:lnTo>
                  <a:lnTo>
                    <a:pt x="1125899" y="175799"/>
                  </a:lnTo>
                </a:path>
              </a:pathLst>
            </a:custGeom>
            <a:ln w="19049">
              <a:solidFill>
                <a:srgbClr val="D844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398284" y="1556745"/>
              <a:ext cx="63500" cy="86995"/>
            </a:xfrm>
            <a:custGeom>
              <a:avLst/>
              <a:gdLst/>
              <a:ahLst/>
              <a:cxnLst/>
              <a:rect l="l" t="t" r="r" b="b"/>
              <a:pathLst>
                <a:path w="63500" h="86994">
                  <a:moveTo>
                    <a:pt x="0" y="0"/>
                  </a:moveTo>
                  <a:lnTo>
                    <a:pt x="31465" y="86450"/>
                  </a:lnTo>
                  <a:lnTo>
                    <a:pt x="62930" y="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D844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303775" y="1380645"/>
              <a:ext cx="2579370" cy="176530"/>
            </a:xfrm>
            <a:custGeom>
              <a:avLst/>
              <a:gdLst/>
              <a:ahLst/>
              <a:cxnLst/>
              <a:rect l="l" t="t" r="r" b="b"/>
              <a:pathLst>
                <a:path w="2579370" h="176530">
                  <a:moveTo>
                    <a:pt x="0" y="0"/>
                  </a:moveTo>
                  <a:lnTo>
                    <a:pt x="2578799" y="0"/>
                  </a:lnTo>
                  <a:lnTo>
                    <a:pt x="2578799" y="176099"/>
                  </a:lnTo>
                </a:path>
              </a:pathLst>
            </a:custGeom>
            <a:ln w="19049">
              <a:solidFill>
                <a:srgbClr val="D844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851109" y="1556745"/>
              <a:ext cx="63500" cy="86995"/>
            </a:xfrm>
            <a:custGeom>
              <a:avLst/>
              <a:gdLst/>
              <a:ahLst/>
              <a:cxnLst/>
              <a:rect l="l" t="t" r="r" b="b"/>
              <a:pathLst>
                <a:path w="63500" h="86994">
                  <a:moveTo>
                    <a:pt x="0" y="0"/>
                  </a:moveTo>
                  <a:lnTo>
                    <a:pt x="31465" y="86450"/>
                  </a:lnTo>
                  <a:lnTo>
                    <a:pt x="62930" y="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D844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408425" y="1671045"/>
              <a:ext cx="948690" cy="836930"/>
            </a:xfrm>
            <a:custGeom>
              <a:avLst/>
              <a:gdLst/>
              <a:ahLst/>
              <a:cxnLst/>
              <a:rect l="l" t="t" r="r" b="b"/>
              <a:pathLst>
                <a:path w="948689" h="836930">
                  <a:moveTo>
                    <a:pt x="808847" y="836699"/>
                  </a:moveTo>
                  <a:lnTo>
                    <a:pt x="139452" y="836699"/>
                  </a:lnTo>
                  <a:lnTo>
                    <a:pt x="95374" y="829590"/>
                  </a:lnTo>
                  <a:lnTo>
                    <a:pt x="57093" y="809793"/>
                  </a:lnTo>
                  <a:lnTo>
                    <a:pt x="26906" y="779606"/>
                  </a:lnTo>
                  <a:lnTo>
                    <a:pt x="7109" y="741325"/>
                  </a:lnTo>
                  <a:lnTo>
                    <a:pt x="0" y="697247"/>
                  </a:lnTo>
                  <a:lnTo>
                    <a:pt x="0" y="139452"/>
                  </a:lnTo>
                  <a:lnTo>
                    <a:pt x="7109" y="95374"/>
                  </a:lnTo>
                  <a:lnTo>
                    <a:pt x="26906" y="57093"/>
                  </a:lnTo>
                  <a:lnTo>
                    <a:pt x="57093" y="26906"/>
                  </a:lnTo>
                  <a:lnTo>
                    <a:pt x="95374" y="7109"/>
                  </a:lnTo>
                  <a:lnTo>
                    <a:pt x="139452" y="0"/>
                  </a:lnTo>
                  <a:lnTo>
                    <a:pt x="808847" y="0"/>
                  </a:lnTo>
                  <a:lnTo>
                    <a:pt x="862213" y="10615"/>
                  </a:lnTo>
                  <a:lnTo>
                    <a:pt x="907454" y="40844"/>
                  </a:lnTo>
                  <a:lnTo>
                    <a:pt x="937684" y="86086"/>
                  </a:lnTo>
                  <a:lnTo>
                    <a:pt x="948299" y="139452"/>
                  </a:lnTo>
                  <a:lnTo>
                    <a:pt x="948299" y="697247"/>
                  </a:lnTo>
                  <a:lnTo>
                    <a:pt x="941190" y="741325"/>
                  </a:lnTo>
                  <a:lnTo>
                    <a:pt x="921393" y="779606"/>
                  </a:lnTo>
                  <a:lnTo>
                    <a:pt x="891206" y="809793"/>
                  </a:lnTo>
                  <a:lnTo>
                    <a:pt x="852925" y="829590"/>
                  </a:lnTo>
                  <a:lnTo>
                    <a:pt x="808847" y="8366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4491500" y="1726350"/>
            <a:ext cx="34099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solidFill>
                  <a:srgbClr val="666666"/>
                </a:solidFill>
                <a:latin typeface="Roboto"/>
                <a:cs typeface="Roboto"/>
              </a:rPr>
              <a:t>Pod</a:t>
            </a:r>
            <a:endParaRPr sz="1400">
              <a:latin typeface="Roboto"/>
              <a:cs typeface="Roboto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703649" y="1344550"/>
            <a:ext cx="6124575" cy="1257300"/>
            <a:chOff x="703649" y="1344550"/>
            <a:chExt cx="6124575" cy="1257300"/>
          </a:xfrm>
        </p:grpSpPr>
        <p:sp>
          <p:nvSpPr>
            <p:cNvPr id="12" name="object 12" descr=""/>
            <p:cNvSpPr/>
            <p:nvPr/>
          </p:nvSpPr>
          <p:spPr>
            <a:xfrm>
              <a:off x="2493543" y="2394851"/>
              <a:ext cx="2358390" cy="207010"/>
            </a:xfrm>
            <a:custGeom>
              <a:avLst/>
              <a:gdLst/>
              <a:ahLst/>
              <a:cxnLst/>
              <a:rect l="l" t="t" r="r" b="b"/>
              <a:pathLst>
                <a:path w="2358390" h="207010">
                  <a:moveTo>
                    <a:pt x="835190" y="34404"/>
                  </a:moveTo>
                  <a:lnTo>
                    <a:pt x="813955" y="2628"/>
                  </a:lnTo>
                  <a:lnTo>
                    <a:pt x="800798" y="0"/>
                  </a:lnTo>
                  <a:lnTo>
                    <a:pt x="34391" y="0"/>
                  </a:lnTo>
                  <a:lnTo>
                    <a:pt x="21005" y="2705"/>
                  </a:lnTo>
                  <a:lnTo>
                    <a:pt x="10071" y="10083"/>
                  </a:lnTo>
                  <a:lnTo>
                    <a:pt x="2692" y="21018"/>
                  </a:lnTo>
                  <a:lnTo>
                    <a:pt x="0" y="34404"/>
                  </a:lnTo>
                  <a:lnTo>
                    <a:pt x="0" y="172008"/>
                  </a:lnTo>
                  <a:lnTo>
                    <a:pt x="2692" y="185394"/>
                  </a:lnTo>
                  <a:lnTo>
                    <a:pt x="10071" y="196329"/>
                  </a:lnTo>
                  <a:lnTo>
                    <a:pt x="21005" y="203695"/>
                  </a:lnTo>
                  <a:lnTo>
                    <a:pt x="34391" y="206400"/>
                  </a:lnTo>
                  <a:lnTo>
                    <a:pt x="800798" y="206400"/>
                  </a:lnTo>
                  <a:lnTo>
                    <a:pt x="814184" y="203695"/>
                  </a:lnTo>
                  <a:lnTo>
                    <a:pt x="825119" y="196329"/>
                  </a:lnTo>
                  <a:lnTo>
                    <a:pt x="832497" y="185394"/>
                  </a:lnTo>
                  <a:lnTo>
                    <a:pt x="835190" y="172008"/>
                  </a:lnTo>
                  <a:lnTo>
                    <a:pt x="835190" y="34404"/>
                  </a:lnTo>
                  <a:close/>
                </a:path>
                <a:path w="2358390" h="207010">
                  <a:moveTo>
                    <a:pt x="2357996" y="34404"/>
                  </a:moveTo>
                  <a:lnTo>
                    <a:pt x="2336762" y="2628"/>
                  </a:lnTo>
                  <a:lnTo>
                    <a:pt x="2323604" y="0"/>
                  </a:lnTo>
                  <a:lnTo>
                    <a:pt x="1557197" y="0"/>
                  </a:lnTo>
                  <a:lnTo>
                    <a:pt x="1543812" y="2705"/>
                  </a:lnTo>
                  <a:lnTo>
                    <a:pt x="1532877" y="10083"/>
                  </a:lnTo>
                  <a:lnTo>
                    <a:pt x="1525498" y="21018"/>
                  </a:lnTo>
                  <a:lnTo>
                    <a:pt x="1522806" y="34404"/>
                  </a:lnTo>
                  <a:lnTo>
                    <a:pt x="1522806" y="172008"/>
                  </a:lnTo>
                  <a:lnTo>
                    <a:pt x="1525498" y="185394"/>
                  </a:lnTo>
                  <a:lnTo>
                    <a:pt x="1532877" y="196329"/>
                  </a:lnTo>
                  <a:lnTo>
                    <a:pt x="1543812" y="203695"/>
                  </a:lnTo>
                  <a:lnTo>
                    <a:pt x="1557197" y="206400"/>
                  </a:lnTo>
                  <a:lnTo>
                    <a:pt x="2323604" y="206400"/>
                  </a:lnTo>
                  <a:lnTo>
                    <a:pt x="2336990" y="203695"/>
                  </a:lnTo>
                  <a:lnTo>
                    <a:pt x="2347925" y="196329"/>
                  </a:lnTo>
                  <a:lnTo>
                    <a:pt x="2355291" y="185394"/>
                  </a:lnTo>
                  <a:lnTo>
                    <a:pt x="2357996" y="172008"/>
                  </a:lnTo>
                  <a:lnTo>
                    <a:pt x="2357996" y="34404"/>
                  </a:lnTo>
                  <a:close/>
                </a:path>
              </a:pathLst>
            </a:custGeom>
            <a:solidFill>
              <a:srgbClr val="D844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03649" y="1344550"/>
              <a:ext cx="1572260" cy="1191260"/>
            </a:xfrm>
            <a:custGeom>
              <a:avLst/>
              <a:gdLst/>
              <a:ahLst/>
              <a:cxnLst/>
              <a:rect l="l" t="t" r="r" b="b"/>
              <a:pathLst>
                <a:path w="1572260" h="1191260">
                  <a:moveTo>
                    <a:pt x="1373195" y="1190999"/>
                  </a:moveTo>
                  <a:lnTo>
                    <a:pt x="198503" y="1190999"/>
                  </a:lnTo>
                  <a:lnTo>
                    <a:pt x="152988" y="1185757"/>
                  </a:lnTo>
                  <a:lnTo>
                    <a:pt x="111206" y="1170823"/>
                  </a:lnTo>
                  <a:lnTo>
                    <a:pt x="74349" y="1147390"/>
                  </a:lnTo>
                  <a:lnTo>
                    <a:pt x="43609" y="1116650"/>
                  </a:lnTo>
                  <a:lnTo>
                    <a:pt x="20176" y="1079793"/>
                  </a:lnTo>
                  <a:lnTo>
                    <a:pt x="5242" y="1038011"/>
                  </a:lnTo>
                  <a:lnTo>
                    <a:pt x="0" y="992495"/>
                  </a:lnTo>
                  <a:lnTo>
                    <a:pt x="0" y="198503"/>
                  </a:lnTo>
                  <a:lnTo>
                    <a:pt x="5242" y="152988"/>
                  </a:lnTo>
                  <a:lnTo>
                    <a:pt x="20176" y="111206"/>
                  </a:lnTo>
                  <a:lnTo>
                    <a:pt x="43609" y="74349"/>
                  </a:lnTo>
                  <a:lnTo>
                    <a:pt x="74349" y="43609"/>
                  </a:lnTo>
                  <a:lnTo>
                    <a:pt x="111206" y="20176"/>
                  </a:lnTo>
                  <a:lnTo>
                    <a:pt x="152988" y="5242"/>
                  </a:lnTo>
                  <a:lnTo>
                    <a:pt x="198503" y="0"/>
                  </a:lnTo>
                  <a:lnTo>
                    <a:pt x="1373195" y="0"/>
                  </a:lnTo>
                  <a:lnTo>
                    <a:pt x="1412103" y="3849"/>
                  </a:lnTo>
                  <a:lnTo>
                    <a:pt x="1449160" y="15110"/>
                  </a:lnTo>
                  <a:lnTo>
                    <a:pt x="1483326" y="33350"/>
                  </a:lnTo>
                  <a:lnTo>
                    <a:pt x="1513559" y="58140"/>
                  </a:lnTo>
                  <a:lnTo>
                    <a:pt x="1538348" y="88373"/>
                  </a:lnTo>
                  <a:lnTo>
                    <a:pt x="1556589" y="122539"/>
                  </a:lnTo>
                  <a:lnTo>
                    <a:pt x="1567850" y="159596"/>
                  </a:lnTo>
                  <a:lnTo>
                    <a:pt x="1571699" y="198503"/>
                  </a:lnTo>
                  <a:lnTo>
                    <a:pt x="1571699" y="992495"/>
                  </a:lnTo>
                  <a:lnTo>
                    <a:pt x="1566457" y="1038011"/>
                  </a:lnTo>
                  <a:lnTo>
                    <a:pt x="1551523" y="1079793"/>
                  </a:lnTo>
                  <a:lnTo>
                    <a:pt x="1528090" y="1116650"/>
                  </a:lnTo>
                  <a:lnTo>
                    <a:pt x="1497350" y="1147390"/>
                  </a:lnTo>
                  <a:lnTo>
                    <a:pt x="1460493" y="1170823"/>
                  </a:lnTo>
                  <a:lnTo>
                    <a:pt x="1418711" y="1185757"/>
                  </a:lnTo>
                  <a:lnTo>
                    <a:pt x="1373195" y="1190999"/>
                  </a:lnTo>
                  <a:close/>
                </a:path>
              </a:pathLst>
            </a:custGeom>
            <a:solidFill>
              <a:srgbClr val="E4A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879749" y="1671045"/>
              <a:ext cx="948690" cy="836930"/>
            </a:xfrm>
            <a:custGeom>
              <a:avLst/>
              <a:gdLst/>
              <a:ahLst/>
              <a:cxnLst/>
              <a:rect l="l" t="t" r="r" b="b"/>
              <a:pathLst>
                <a:path w="948690" h="836930">
                  <a:moveTo>
                    <a:pt x="808846" y="836699"/>
                  </a:moveTo>
                  <a:lnTo>
                    <a:pt x="139452" y="836699"/>
                  </a:lnTo>
                  <a:lnTo>
                    <a:pt x="95374" y="829590"/>
                  </a:lnTo>
                  <a:lnTo>
                    <a:pt x="57093" y="809793"/>
                  </a:lnTo>
                  <a:lnTo>
                    <a:pt x="26906" y="779606"/>
                  </a:lnTo>
                  <a:lnTo>
                    <a:pt x="7109" y="741325"/>
                  </a:lnTo>
                  <a:lnTo>
                    <a:pt x="0" y="697247"/>
                  </a:lnTo>
                  <a:lnTo>
                    <a:pt x="0" y="139452"/>
                  </a:lnTo>
                  <a:lnTo>
                    <a:pt x="7109" y="95374"/>
                  </a:lnTo>
                  <a:lnTo>
                    <a:pt x="26906" y="57093"/>
                  </a:lnTo>
                  <a:lnTo>
                    <a:pt x="57093" y="26906"/>
                  </a:lnTo>
                  <a:lnTo>
                    <a:pt x="95374" y="7109"/>
                  </a:lnTo>
                  <a:lnTo>
                    <a:pt x="139452" y="0"/>
                  </a:lnTo>
                  <a:lnTo>
                    <a:pt x="808846" y="0"/>
                  </a:lnTo>
                  <a:lnTo>
                    <a:pt x="862213" y="10615"/>
                  </a:lnTo>
                  <a:lnTo>
                    <a:pt x="907455" y="40844"/>
                  </a:lnTo>
                  <a:lnTo>
                    <a:pt x="937684" y="86086"/>
                  </a:lnTo>
                  <a:lnTo>
                    <a:pt x="948299" y="139452"/>
                  </a:lnTo>
                  <a:lnTo>
                    <a:pt x="948299" y="697247"/>
                  </a:lnTo>
                  <a:lnTo>
                    <a:pt x="941190" y="741325"/>
                  </a:lnTo>
                  <a:lnTo>
                    <a:pt x="921393" y="779606"/>
                  </a:lnTo>
                  <a:lnTo>
                    <a:pt x="891206" y="809793"/>
                  </a:lnTo>
                  <a:lnTo>
                    <a:pt x="852925" y="829590"/>
                  </a:lnTo>
                  <a:lnTo>
                    <a:pt x="808846" y="8366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5962825" y="1726350"/>
            <a:ext cx="34099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solidFill>
                  <a:srgbClr val="666666"/>
                </a:solidFill>
                <a:latin typeface="Roboto"/>
                <a:cs typeface="Roboto"/>
              </a:rPr>
              <a:t>Pod</a:t>
            </a:r>
            <a:endParaRPr sz="1400">
              <a:latin typeface="Roboto"/>
              <a:cs typeface="Roboto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693837" y="1344548"/>
            <a:ext cx="7585075" cy="1257300"/>
            <a:chOff x="693837" y="1344548"/>
            <a:chExt cx="7585075" cy="1257300"/>
          </a:xfrm>
        </p:grpSpPr>
        <p:sp>
          <p:nvSpPr>
            <p:cNvPr id="17" name="object 17" descr=""/>
            <p:cNvSpPr/>
            <p:nvPr/>
          </p:nvSpPr>
          <p:spPr>
            <a:xfrm>
              <a:off x="5435574" y="2394850"/>
              <a:ext cx="835660" cy="207010"/>
            </a:xfrm>
            <a:custGeom>
              <a:avLst/>
              <a:gdLst/>
              <a:ahLst/>
              <a:cxnLst/>
              <a:rect l="l" t="t" r="r" b="b"/>
              <a:pathLst>
                <a:path w="835660" h="207010">
                  <a:moveTo>
                    <a:pt x="800799" y="206399"/>
                  </a:moveTo>
                  <a:lnTo>
                    <a:pt x="34400" y="206399"/>
                  </a:lnTo>
                  <a:lnTo>
                    <a:pt x="21010" y="203696"/>
                  </a:lnTo>
                  <a:lnTo>
                    <a:pt x="10075" y="196324"/>
                  </a:lnTo>
                  <a:lnTo>
                    <a:pt x="2703" y="185389"/>
                  </a:lnTo>
                  <a:lnTo>
                    <a:pt x="0" y="171999"/>
                  </a:lnTo>
                  <a:lnTo>
                    <a:pt x="0" y="34400"/>
                  </a:lnTo>
                  <a:lnTo>
                    <a:pt x="2703" y="21010"/>
                  </a:lnTo>
                  <a:lnTo>
                    <a:pt x="10075" y="10075"/>
                  </a:lnTo>
                  <a:lnTo>
                    <a:pt x="21010" y="2703"/>
                  </a:lnTo>
                  <a:lnTo>
                    <a:pt x="34400" y="0"/>
                  </a:lnTo>
                  <a:lnTo>
                    <a:pt x="800799" y="0"/>
                  </a:lnTo>
                  <a:lnTo>
                    <a:pt x="832581" y="21236"/>
                  </a:lnTo>
                  <a:lnTo>
                    <a:pt x="835199" y="34400"/>
                  </a:lnTo>
                  <a:lnTo>
                    <a:pt x="835199" y="171999"/>
                  </a:lnTo>
                  <a:lnTo>
                    <a:pt x="832496" y="185389"/>
                  </a:lnTo>
                  <a:lnTo>
                    <a:pt x="825124" y="196324"/>
                  </a:lnTo>
                  <a:lnTo>
                    <a:pt x="814189" y="203696"/>
                  </a:lnTo>
                  <a:lnTo>
                    <a:pt x="800799" y="206399"/>
                  </a:lnTo>
                  <a:close/>
                </a:path>
              </a:pathLst>
            </a:custGeom>
            <a:solidFill>
              <a:srgbClr val="D844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93837" y="1344548"/>
              <a:ext cx="1572260" cy="1191260"/>
            </a:xfrm>
            <a:custGeom>
              <a:avLst/>
              <a:gdLst/>
              <a:ahLst/>
              <a:cxnLst/>
              <a:rect l="l" t="t" r="r" b="b"/>
              <a:pathLst>
                <a:path w="1572260" h="1191260">
                  <a:moveTo>
                    <a:pt x="1373196" y="1190999"/>
                  </a:moveTo>
                  <a:lnTo>
                    <a:pt x="198503" y="1190999"/>
                  </a:lnTo>
                  <a:lnTo>
                    <a:pt x="152988" y="1185757"/>
                  </a:lnTo>
                  <a:lnTo>
                    <a:pt x="111206" y="1170823"/>
                  </a:lnTo>
                  <a:lnTo>
                    <a:pt x="74349" y="1147390"/>
                  </a:lnTo>
                  <a:lnTo>
                    <a:pt x="43609" y="1116650"/>
                  </a:lnTo>
                  <a:lnTo>
                    <a:pt x="20176" y="1079793"/>
                  </a:lnTo>
                  <a:lnTo>
                    <a:pt x="5242" y="1038011"/>
                  </a:lnTo>
                  <a:lnTo>
                    <a:pt x="0" y="992496"/>
                  </a:lnTo>
                  <a:lnTo>
                    <a:pt x="0" y="198503"/>
                  </a:lnTo>
                  <a:lnTo>
                    <a:pt x="5242" y="152988"/>
                  </a:lnTo>
                  <a:lnTo>
                    <a:pt x="20176" y="111206"/>
                  </a:lnTo>
                  <a:lnTo>
                    <a:pt x="43609" y="74349"/>
                  </a:lnTo>
                  <a:lnTo>
                    <a:pt x="74349" y="43609"/>
                  </a:lnTo>
                  <a:lnTo>
                    <a:pt x="111206" y="20176"/>
                  </a:lnTo>
                  <a:lnTo>
                    <a:pt x="152988" y="5242"/>
                  </a:lnTo>
                  <a:lnTo>
                    <a:pt x="198503" y="0"/>
                  </a:lnTo>
                  <a:lnTo>
                    <a:pt x="1373196" y="0"/>
                  </a:lnTo>
                  <a:lnTo>
                    <a:pt x="1412103" y="3849"/>
                  </a:lnTo>
                  <a:lnTo>
                    <a:pt x="1449160" y="15110"/>
                  </a:lnTo>
                  <a:lnTo>
                    <a:pt x="1483326" y="33350"/>
                  </a:lnTo>
                  <a:lnTo>
                    <a:pt x="1513559" y="58140"/>
                  </a:lnTo>
                  <a:lnTo>
                    <a:pt x="1538349" y="88373"/>
                  </a:lnTo>
                  <a:lnTo>
                    <a:pt x="1556589" y="122539"/>
                  </a:lnTo>
                  <a:lnTo>
                    <a:pt x="1567850" y="159596"/>
                  </a:lnTo>
                  <a:lnTo>
                    <a:pt x="1571699" y="198503"/>
                  </a:lnTo>
                  <a:lnTo>
                    <a:pt x="1571699" y="992496"/>
                  </a:lnTo>
                  <a:lnTo>
                    <a:pt x="1566457" y="1038011"/>
                  </a:lnTo>
                  <a:lnTo>
                    <a:pt x="1551523" y="1079793"/>
                  </a:lnTo>
                  <a:lnTo>
                    <a:pt x="1528090" y="1116650"/>
                  </a:lnTo>
                  <a:lnTo>
                    <a:pt x="1497350" y="1147390"/>
                  </a:lnTo>
                  <a:lnTo>
                    <a:pt x="1460493" y="1170823"/>
                  </a:lnTo>
                  <a:lnTo>
                    <a:pt x="1418711" y="1185757"/>
                  </a:lnTo>
                  <a:lnTo>
                    <a:pt x="1373196" y="1190999"/>
                  </a:lnTo>
                  <a:close/>
                </a:path>
              </a:pathLst>
            </a:custGeom>
            <a:solidFill>
              <a:srgbClr val="E4A0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312600" y="1380645"/>
              <a:ext cx="4041775" cy="176530"/>
            </a:xfrm>
            <a:custGeom>
              <a:avLst/>
              <a:gdLst/>
              <a:ahLst/>
              <a:cxnLst/>
              <a:rect l="l" t="t" r="r" b="b"/>
              <a:pathLst>
                <a:path w="4041775" h="176530">
                  <a:moveTo>
                    <a:pt x="0" y="0"/>
                  </a:moveTo>
                  <a:lnTo>
                    <a:pt x="4041299" y="0"/>
                  </a:lnTo>
                  <a:lnTo>
                    <a:pt x="4041299" y="176099"/>
                  </a:lnTo>
                </a:path>
              </a:pathLst>
            </a:custGeom>
            <a:ln w="19049">
              <a:solidFill>
                <a:srgbClr val="D844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322434" y="1556745"/>
              <a:ext cx="63500" cy="86995"/>
            </a:xfrm>
            <a:custGeom>
              <a:avLst/>
              <a:gdLst/>
              <a:ahLst/>
              <a:cxnLst/>
              <a:rect l="l" t="t" r="r" b="b"/>
              <a:pathLst>
                <a:path w="63500" h="86994">
                  <a:moveTo>
                    <a:pt x="0" y="0"/>
                  </a:moveTo>
                  <a:lnTo>
                    <a:pt x="31465" y="86450"/>
                  </a:lnTo>
                  <a:lnTo>
                    <a:pt x="62930" y="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D844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330017" y="1684645"/>
              <a:ext cx="948690" cy="836930"/>
            </a:xfrm>
            <a:custGeom>
              <a:avLst/>
              <a:gdLst/>
              <a:ahLst/>
              <a:cxnLst/>
              <a:rect l="l" t="t" r="r" b="b"/>
              <a:pathLst>
                <a:path w="948690" h="836930">
                  <a:moveTo>
                    <a:pt x="808846" y="836699"/>
                  </a:moveTo>
                  <a:lnTo>
                    <a:pt x="139452" y="836699"/>
                  </a:lnTo>
                  <a:lnTo>
                    <a:pt x="95374" y="829590"/>
                  </a:lnTo>
                  <a:lnTo>
                    <a:pt x="57093" y="809793"/>
                  </a:lnTo>
                  <a:lnTo>
                    <a:pt x="26906" y="779606"/>
                  </a:lnTo>
                  <a:lnTo>
                    <a:pt x="7109" y="741325"/>
                  </a:lnTo>
                  <a:lnTo>
                    <a:pt x="0" y="697247"/>
                  </a:lnTo>
                  <a:lnTo>
                    <a:pt x="0" y="139452"/>
                  </a:lnTo>
                  <a:lnTo>
                    <a:pt x="7109" y="95374"/>
                  </a:lnTo>
                  <a:lnTo>
                    <a:pt x="26906" y="57093"/>
                  </a:lnTo>
                  <a:lnTo>
                    <a:pt x="57093" y="26906"/>
                  </a:lnTo>
                  <a:lnTo>
                    <a:pt x="95374" y="7109"/>
                  </a:lnTo>
                  <a:lnTo>
                    <a:pt x="139452" y="0"/>
                  </a:lnTo>
                  <a:lnTo>
                    <a:pt x="808846" y="0"/>
                  </a:lnTo>
                  <a:lnTo>
                    <a:pt x="862213" y="10615"/>
                  </a:lnTo>
                  <a:lnTo>
                    <a:pt x="907454" y="40844"/>
                  </a:lnTo>
                  <a:lnTo>
                    <a:pt x="937684" y="86086"/>
                  </a:lnTo>
                  <a:lnTo>
                    <a:pt x="948299" y="139452"/>
                  </a:lnTo>
                  <a:lnTo>
                    <a:pt x="948299" y="697247"/>
                  </a:lnTo>
                  <a:lnTo>
                    <a:pt x="941190" y="741325"/>
                  </a:lnTo>
                  <a:lnTo>
                    <a:pt x="921393" y="779606"/>
                  </a:lnTo>
                  <a:lnTo>
                    <a:pt x="891205" y="809793"/>
                  </a:lnTo>
                  <a:lnTo>
                    <a:pt x="852924" y="829590"/>
                  </a:lnTo>
                  <a:lnTo>
                    <a:pt x="808846" y="8366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3038675" y="1726350"/>
            <a:ext cx="34099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solidFill>
                  <a:srgbClr val="666666"/>
                </a:solidFill>
                <a:latin typeface="Roboto"/>
                <a:cs typeface="Roboto"/>
              </a:rPr>
              <a:t>Pod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7413092" y="1739950"/>
            <a:ext cx="34099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solidFill>
                  <a:srgbClr val="666666"/>
                </a:solidFill>
                <a:latin typeface="Roboto"/>
                <a:cs typeface="Roboto"/>
              </a:rPr>
              <a:t>Pod</a:t>
            </a:r>
            <a:endParaRPr sz="1400">
              <a:latin typeface="Roboto"/>
              <a:cs typeface="Roboto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2443842" y="1370020"/>
            <a:ext cx="5401310" cy="1437640"/>
            <a:chOff x="2443842" y="1370020"/>
            <a:chExt cx="5401310" cy="1437640"/>
          </a:xfrm>
        </p:grpSpPr>
        <p:sp>
          <p:nvSpPr>
            <p:cNvPr id="25" name="object 25" descr=""/>
            <p:cNvSpPr/>
            <p:nvPr/>
          </p:nvSpPr>
          <p:spPr>
            <a:xfrm>
              <a:off x="6885904" y="2408449"/>
              <a:ext cx="835660" cy="207010"/>
            </a:xfrm>
            <a:custGeom>
              <a:avLst/>
              <a:gdLst/>
              <a:ahLst/>
              <a:cxnLst/>
              <a:rect l="l" t="t" r="r" b="b"/>
              <a:pathLst>
                <a:path w="835659" h="207010">
                  <a:moveTo>
                    <a:pt x="800798" y="206399"/>
                  </a:moveTo>
                  <a:lnTo>
                    <a:pt x="34400" y="206399"/>
                  </a:lnTo>
                  <a:lnTo>
                    <a:pt x="21010" y="203696"/>
                  </a:lnTo>
                  <a:lnTo>
                    <a:pt x="10075" y="196324"/>
                  </a:lnTo>
                  <a:lnTo>
                    <a:pt x="2703" y="185389"/>
                  </a:lnTo>
                  <a:lnTo>
                    <a:pt x="0" y="171999"/>
                  </a:lnTo>
                  <a:lnTo>
                    <a:pt x="0" y="34400"/>
                  </a:lnTo>
                  <a:lnTo>
                    <a:pt x="2703" y="21010"/>
                  </a:lnTo>
                  <a:lnTo>
                    <a:pt x="10075" y="10075"/>
                  </a:lnTo>
                  <a:lnTo>
                    <a:pt x="21010" y="2703"/>
                  </a:lnTo>
                  <a:lnTo>
                    <a:pt x="34400" y="0"/>
                  </a:lnTo>
                  <a:lnTo>
                    <a:pt x="800798" y="0"/>
                  </a:lnTo>
                  <a:lnTo>
                    <a:pt x="832581" y="21236"/>
                  </a:lnTo>
                  <a:lnTo>
                    <a:pt x="835199" y="34400"/>
                  </a:lnTo>
                  <a:lnTo>
                    <a:pt x="835199" y="171999"/>
                  </a:lnTo>
                  <a:lnTo>
                    <a:pt x="832496" y="185389"/>
                  </a:lnTo>
                  <a:lnTo>
                    <a:pt x="825124" y="196324"/>
                  </a:lnTo>
                  <a:lnTo>
                    <a:pt x="814189" y="203696"/>
                  </a:lnTo>
                  <a:lnTo>
                    <a:pt x="800798" y="206399"/>
                  </a:lnTo>
                  <a:close/>
                </a:path>
              </a:pathLst>
            </a:custGeom>
            <a:solidFill>
              <a:srgbClr val="D844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2453367" y="1379545"/>
              <a:ext cx="5351145" cy="191135"/>
            </a:xfrm>
            <a:custGeom>
              <a:avLst/>
              <a:gdLst/>
              <a:ahLst/>
              <a:cxnLst/>
              <a:rect l="l" t="t" r="r" b="b"/>
              <a:pathLst>
                <a:path w="5351145" h="191134">
                  <a:moveTo>
                    <a:pt x="0" y="0"/>
                  </a:moveTo>
                  <a:lnTo>
                    <a:pt x="5350800" y="0"/>
                  </a:lnTo>
                  <a:lnTo>
                    <a:pt x="5350800" y="190799"/>
                  </a:lnTo>
                </a:path>
              </a:pathLst>
            </a:custGeom>
            <a:ln w="19049">
              <a:solidFill>
                <a:srgbClr val="D844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7772701" y="1570345"/>
              <a:ext cx="63500" cy="86995"/>
            </a:xfrm>
            <a:custGeom>
              <a:avLst/>
              <a:gdLst/>
              <a:ahLst/>
              <a:cxnLst/>
              <a:rect l="l" t="t" r="r" b="b"/>
              <a:pathLst>
                <a:path w="63500" h="86994">
                  <a:moveTo>
                    <a:pt x="0" y="0"/>
                  </a:moveTo>
                  <a:lnTo>
                    <a:pt x="31465" y="86450"/>
                  </a:lnTo>
                  <a:lnTo>
                    <a:pt x="62930" y="0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D844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2493545" y="2601199"/>
              <a:ext cx="835660" cy="207010"/>
            </a:xfrm>
            <a:custGeom>
              <a:avLst/>
              <a:gdLst/>
              <a:ahLst/>
              <a:cxnLst/>
              <a:rect l="l" t="t" r="r" b="b"/>
              <a:pathLst>
                <a:path w="835660" h="207010">
                  <a:moveTo>
                    <a:pt x="800799" y="206399"/>
                  </a:moveTo>
                  <a:lnTo>
                    <a:pt x="34400" y="206399"/>
                  </a:lnTo>
                  <a:lnTo>
                    <a:pt x="21010" y="203696"/>
                  </a:lnTo>
                  <a:lnTo>
                    <a:pt x="10075" y="196324"/>
                  </a:lnTo>
                  <a:lnTo>
                    <a:pt x="2703" y="185389"/>
                  </a:lnTo>
                  <a:lnTo>
                    <a:pt x="0" y="171999"/>
                  </a:lnTo>
                  <a:lnTo>
                    <a:pt x="0" y="34400"/>
                  </a:lnTo>
                  <a:lnTo>
                    <a:pt x="2703" y="21010"/>
                  </a:lnTo>
                  <a:lnTo>
                    <a:pt x="10075" y="10075"/>
                  </a:lnTo>
                  <a:lnTo>
                    <a:pt x="21010" y="2703"/>
                  </a:lnTo>
                  <a:lnTo>
                    <a:pt x="34400" y="0"/>
                  </a:lnTo>
                  <a:lnTo>
                    <a:pt x="800799" y="0"/>
                  </a:lnTo>
                  <a:lnTo>
                    <a:pt x="832581" y="21236"/>
                  </a:lnTo>
                  <a:lnTo>
                    <a:pt x="835199" y="34400"/>
                  </a:lnTo>
                  <a:lnTo>
                    <a:pt x="835199" y="171999"/>
                  </a:lnTo>
                  <a:lnTo>
                    <a:pt x="832496" y="185389"/>
                  </a:lnTo>
                  <a:lnTo>
                    <a:pt x="825124" y="196324"/>
                  </a:lnTo>
                  <a:lnTo>
                    <a:pt x="814189" y="203696"/>
                  </a:lnTo>
                  <a:lnTo>
                    <a:pt x="800799" y="206399"/>
                  </a:lnTo>
                  <a:close/>
                </a:path>
              </a:pathLst>
            </a:custGeom>
            <a:solidFill>
              <a:srgbClr val="254A8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2602145" y="2419373"/>
            <a:ext cx="617855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FFFFFF"/>
                </a:solidFill>
                <a:latin typeface="Roboto"/>
                <a:cs typeface="Roboto"/>
              </a:rPr>
              <a:t>name=locust</a:t>
            </a:r>
            <a:endParaRPr sz="800">
              <a:latin typeface="Roboto"/>
              <a:cs typeface="Roboto"/>
            </a:endParaRPr>
          </a:p>
          <a:p>
            <a:pPr marL="34290">
              <a:lnSpc>
                <a:spcPct val="100000"/>
              </a:lnSpc>
              <a:spcBef>
                <a:spcPts val="665"/>
              </a:spcBef>
            </a:pPr>
            <a:r>
              <a:rPr dirty="0" sz="800" spc="-10" b="1">
                <a:solidFill>
                  <a:srgbClr val="FFFFFF"/>
                </a:solidFill>
                <a:latin typeface="Roboto"/>
                <a:cs typeface="Roboto"/>
              </a:rPr>
              <a:t>role=worker</a:t>
            </a:r>
            <a:endParaRPr sz="800">
              <a:latin typeface="Roboto"/>
              <a:cs typeface="Roboto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4016349" y="2596550"/>
            <a:ext cx="835660" cy="207010"/>
          </a:xfrm>
          <a:custGeom>
            <a:avLst/>
            <a:gdLst/>
            <a:ahLst/>
            <a:cxnLst/>
            <a:rect l="l" t="t" r="r" b="b"/>
            <a:pathLst>
              <a:path w="835660" h="207010">
                <a:moveTo>
                  <a:pt x="800799" y="206399"/>
                </a:moveTo>
                <a:lnTo>
                  <a:pt x="34400" y="206399"/>
                </a:lnTo>
                <a:lnTo>
                  <a:pt x="21010" y="203696"/>
                </a:lnTo>
                <a:lnTo>
                  <a:pt x="10075" y="196324"/>
                </a:lnTo>
                <a:lnTo>
                  <a:pt x="2703" y="185389"/>
                </a:lnTo>
                <a:lnTo>
                  <a:pt x="0" y="171999"/>
                </a:lnTo>
                <a:lnTo>
                  <a:pt x="0" y="34400"/>
                </a:lnTo>
                <a:lnTo>
                  <a:pt x="2703" y="21010"/>
                </a:lnTo>
                <a:lnTo>
                  <a:pt x="10075" y="10075"/>
                </a:lnTo>
                <a:lnTo>
                  <a:pt x="21010" y="2703"/>
                </a:lnTo>
                <a:lnTo>
                  <a:pt x="34400" y="0"/>
                </a:lnTo>
                <a:lnTo>
                  <a:pt x="800799" y="0"/>
                </a:lnTo>
                <a:lnTo>
                  <a:pt x="832581" y="21236"/>
                </a:lnTo>
                <a:lnTo>
                  <a:pt x="835199" y="34400"/>
                </a:lnTo>
                <a:lnTo>
                  <a:pt x="835199" y="171999"/>
                </a:lnTo>
                <a:lnTo>
                  <a:pt x="832496" y="185389"/>
                </a:lnTo>
                <a:lnTo>
                  <a:pt x="825124" y="196324"/>
                </a:lnTo>
                <a:lnTo>
                  <a:pt x="814189" y="203696"/>
                </a:lnTo>
                <a:lnTo>
                  <a:pt x="800799" y="206399"/>
                </a:lnTo>
                <a:close/>
              </a:path>
            </a:pathLst>
          </a:custGeom>
          <a:solidFill>
            <a:srgbClr val="254A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4124950" y="2419373"/>
            <a:ext cx="617855" cy="349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FFFFFF"/>
                </a:solidFill>
                <a:latin typeface="Roboto"/>
                <a:cs typeface="Roboto"/>
              </a:rPr>
              <a:t>name=locust</a:t>
            </a:r>
            <a:endParaRPr sz="800">
              <a:latin typeface="Roboto"/>
              <a:cs typeface="Roboto"/>
            </a:endParaRPr>
          </a:p>
          <a:p>
            <a:pPr marL="34290">
              <a:lnSpc>
                <a:spcPct val="100000"/>
              </a:lnSpc>
              <a:spcBef>
                <a:spcPts val="625"/>
              </a:spcBef>
            </a:pPr>
            <a:r>
              <a:rPr dirty="0" sz="800" spc="-10" b="1">
                <a:solidFill>
                  <a:srgbClr val="FFFFFF"/>
                </a:solidFill>
                <a:latin typeface="Roboto"/>
                <a:cs typeface="Roboto"/>
              </a:rPr>
              <a:t>role=worker</a:t>
            </a:r>
            <a:endParaRPr sz="800">
              <a:latin typeface="Roboto"/>
              <a:cs typeface="Roboto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5435574" y="2596550"/>
            <a:ext cx="835660" cy="207010"/>
          </a:xfrm>
          <a:custGeom>
            <a:avLst/>
            <a:gdLst/>
            <a:ahLst/>
            <a:cxnLst/>
            <a:rect l="l" t="t" r="r" b="b"/>
            <a:pathLst>
              <a:path w="835660" h="207010">
                <a:moveTo>
                  <a:pt x="800799" y="206399"/>
                </a:moveTo>
                <a:lnTo>
                  <a:pt x="34400" y="206399"/>
                </a:lnTo>
                <a:lnTo>
                  <a:pt x="21010" y="203696"/>
                </a:lnTo>
                <a:lnTo>
                  <a:pt x="10075" y="196324"/>
                </a:lnTo>
                <a:lnTo>
                  <a:pt x="2703" y="185389"/>
                </a:lnTo>
                <a:lnTo>
                  <a:pt x="0" y="171999"/>
                </a:lnTo>
                <a:lnTo>
                  <a:pt x="0" y="34400"/>
                </a:lnTo>
                <a:lnTo>
                  <a:pt x="2703" y="21010"/>
                </a:lnTo>
                <a:lnTo>
                  <a:pt x="10075" y="10075"/>
                </a:lnTo>
                <a:lnTo>
                  <a:pt x="21010" y="2703"/>
                </a:lnTo>
                <a:lnTo>
                  <a:pt x="34400" y="0"/>
                </a:lnTo>
                <a:lnTo>
                  <a:pt x="800799" y="0"/>
                </a:lnTo>
                <a:lnTo>
                  <a:pt x="832581" y="21236"/>
                </a:lnTo>
                <a:lnTo>
                  <a:pt x="835199" y="34400"/>
                </a:lnTo>
                <a:lnTo>
                  <a:pt x="835199" y="171999"/>
                </a:lnTo>
                <a:lnTo>
                  <a:pt x="832496" y="185389"/>
                </a:lnTo>
                <a:lnTo>
                  <a:pt x="825124" y="196324"/>
                </a:lnTo>
                <a:lnTo>
                  <a:pt x="814189" y="203696"/>
                </a:lnTo>
                <a:lnTo>
                  <a:pt x="800799" y="206399"/>
                </a:lnTo>
                <a:close/>
              </a:path>
            </a:pathLst>
          </a:custGeom>
          <a:solidFill>
            <a:srgbClr val="254A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5544175" y="2419373"/>
            <a:ext cx="617855" cy="349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FFFFFF"/>
                </a:solidFill>
                <a:latin typeface="Roboto"/>
                <a:cs typeface="Roboto"/>
              </a:rPr>
              <a:t>name=locust</a:t>
            </a:r>
            <a:endParaRPr sz="800">
              <a:latin typeface="Roboto"/>
              <a:cs typeface="Roboto"/>
            </a:endParaRPr>
          </a:p>
          <a:p>
            <a:pPr marL="34290">
              <a:lnSpc>
                <a:spcPct val="100000"/>
              </a:lnSpc>
              <a:spcBef>
                <a:spcPts val="625"/>
              </a:spcBef>
            </a:pPr>
            <a:r>
              <a:rPr dirty="0" sz="800" spc="-10" b="1">
                <a:solidFill>
                  <a:srgbClr val="FFFFFF"/>
                </a:solidFill>
                <a:latin typeface="Roboto"/>
                <a:cs typeface="Roboto"/>
              </a:rPr>
              <a:t>role=worker</a:t>
            </a:r>
            <a:endParaRPr sz="800">
              <a:latin typeface="Roboto"/>
              <a:cs typeface="Roboto"/>
            </a:endParaRPr>
          </a:p>
        </p:txBody>
      </p:sp>
      <p:sp>
        <p:nvSpPr>
          <p:cNvPr id="34" name="object 34" descr=""/>
          <p:cNvSpPr/>
          <p:nvPr/>
        </p:nvSpPr>
        <p:spPr>
          <a:xfrm>
            <a:off x="6885905" y="2610149"/>
            <a:ext cx="835660" cy="207010"/>
          </a:xfrm>
          <a:custGeom>
            <a:avLst/>
            <a:gdLst/>
            <a:ahLst/>
            <a:cxnLst/>
            <a:rect l="l" t="t" r="r" b="b"/>
            <a:pathLst>
              <a:path w="835659" h="207010">
                <a:moveTo>
                  <a:pt x="800798" y="206399"/>
                </a:moveTo>
                <a:lnTo>
                  <a:pt x="34400" y="206399"/>
                </a:lnTo>
                <a:lnTo>
                  <a:pt x="21010" y="203696"/>
                </a:lnTo>
                <a:lnTo>
                  <a:pt x="10075" y="196324"/>
                </a:lnTo>
                <a:lnTo>
                  <a:pt x="2703" y="185389"/>
                </a:lnTo>
                <a:lnTo>
                  <a:pt x="0" y="171999"/>
                </a:lnTo>
                <a:lnTo>
                  <a:pt x="0" y="34400"/>
                </a:lnTo>
                <a:lnTo>
                  <a:pt x="2703" y="21010"/>
                </a:lnTo>
                <a:lnTo>
                  <a:pt x="10075" y="10075"/>
                </a:lnTo>
                <a:lnTo>
                  <a:pt x="21010" y="2703"/>
                </a:lnTo>
                <a:lnTo>
                  <a:pt x="34400" y="0"/>
                </a:lnTo>
                <a:lnTo>
                  <a:pt x="800798" y="0"/>
                </a:lnTo>
                <a:lnTo>
                  <a:pt x="832581" y="21236"/>
                </a:lnTo>
                <a:lnTo>
                  <a:pt x="835199" y="34400"/>
                </a:lnTo>
                <a:lnTo>
                  <a:pt x="835199" y="171999"/>
                </a:lnTo>
                <a:lnTo>
                  <a:pt x="832496" y="185389"/>
                </a:lnTo>
                <a:lnTo>
                  <a:pt x="825124" y="196324"/>
                </a:lnTo>
                <a:lnTo>
                  <a:pt x="814189" y="203696"/>
                </a:lnTo>
                <a:lnTo>
                  <a:pt x="800798" y="206399"/>
                </a:lnTo>
                <a:close/>
              </a:path>
            </a:pathLst>
          </a:custGeom>
          <a:solidFill>
            <a:srgbClr val="254A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 txBox="1"/>
          <p:nvPr/>
        </p:nvSpPr>
        <p:spPr>
          <a:xfrm>
            <a:off x="6994504" y="2432973"/>
            <a:ext cx="617855" cy="349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FFFFFF"/>
                </a:solidFill>
                <a:latin typeface="Roboto"/>
                <a:cs typeface="Roboto"/>
              </a:rPr>
              <a:t>name=locust</a:t>
            </a:r>
            <a:endParaRPr sz="800">
              <a:latin typeface="Roboto"/>
              <a:cs typeface="Roboto"/>
            </a:endParaRPr>
          </a:p>
          <a:p>
            <a:pPr marL="34290">
              <a:lnSpc>
                <a:spcPct val="100000"/>
              </a:lnSpc>
              <a:spcBef>
                <a:spcPts val="625"/>
              </a:spcBef>
            </a:pPr>
            <a:r>
              <a:rPr dirty="0" sz="800" spc="-10" b="1">
                <a:solidFill>
                  <a:srgbClr val="FFFFFF"/>
                </a:solidFill>
                <a:latin typeface="Roboto"/>
                <a:cs typeface="Roboto"/>
              </a:rPr>
              <a:t>role=worker</a:t>
            </a:r>
            <a:endParaRPr sz="800">
              <a:latin typeface="Roboto"/>
              <a:cs typeface="Roboto"/>
            </a:endParaRPr>
          </a:p>
        </p:txBody>
      </p:sp>
      <p:sp>
        <p:nvSpPr>
          <p:cNvPr id="36" name="object 36" descr=""/>
          <p:cNvSpPr/>
          <p:nvPr/>
        </p:nvSpPr>
        <p:spPr>
          <a:xfrm>
            <a:off x="698532" y="1344554"/>
            <a:ext cx="1572260" cy="1191260"/>
          </a:xfrm>
          <a:custGeom>
            <a:avLst/>
            <a:gdLst/>
            <a:ahLst/>
            <a:cxnLst/>
            <a:rect l="l" t="t" r="r" b="b"/>
            <a:pathLst>
              <a:path w="1572260" h="1191260">
                <a:moveTo>
                  <a:pt x="1373196" y="1190999"/>
                </a:moveTo>
                <a:lnTo>
                  <a:pt x="198504" y="1190999"/>
                </a:lnTo>
                <a:lnTo>
                  <a:pt x="152988" y="1185757"/>
                </a:lnTo>
                <a:lnTo>
                  <a:pt x="111206" y="1170823"/>
                </a:lnTo>
                <a:lnTo>
                  <a:pt x="74349" y="1147390"/>
                </a:lnTo>
                <a:lnTo>
                  <a:pt x="43609" y="1116650"/>
                </a:lnTo>
                <a:lnTo>
                  <a:pt x="20176" y="1079793"/>
                </a:lnTo>
                <a:lnTo>
                  <a:pt x="5242" y="1038011"/>
                </a:lnTo>
                <a:lnTo>
                  <a:pt x="0" y="992495"/>
                </a:lnTo>
                <a:lnTo>
                  <a:pt x="0" y="198503"/>
                </a:lnTo>
                <a:lnTo>
                  <a:pt x="5242" y="152988"/>
                </a:lnTo>
                <a:lnTo>
                  <a:pt x="20176" y="111206"/>
                </a:lnTo>
                <a:lnTo>
                  <a:pt x="43609" y="74349"/>
                </a:lnTo>
                <a:lnTo>
                  <a:pt x="74349" y="43609"/>
                </a:lnTo>
                <a:lnTo>
                  <a:pt x="111206" y="20176"/>
                </a:lnTo>
                <a:lnTo>
                  <a:pt x="152988" y="5242"/>
                </a:lnTo>
                <a:lnTo>
                  <a:pt x="198504" y="0"/>
                </a:lnTo>
                <a:lnTo>
                  <a:pt x="1373196" y="0"/>
                </a:lnTo>
                <a:lnTo>
                  <a:pt x="1412103" y="3849"/>
                </a:lnTo>
                <a:lnTo>
                  <a:pt x="1449160" y="15110"/>
                </a:lnTo>
                <a:lnTo>
                  <a:pt x="1483326" y="33350"/>
                </a:lnTo>
                <a:lnTo>
                  <a:pt x="1513559" y="58140"/>
                </a:lnTo>
                <a:lnTo>
                  <a:pt x="1538349" y="88373"/>
                </a:lnTo>
                <a:lnTo>
                  <a:pt x="1556589" y="122539"/>
                </a:lnTo>
                <a:lnTo>
                  <a:pt x="1567850" y="159596"/>
                </a:lnTo>
                <a:lnTo>
                  <a:pt x="1571699" y="198503"/>
                </a:lnTo>
                <a:lnTo>
                  <a:pt x="1571699" y="992495"/>
                </a:lnTo>
                <a:lnTo>
                  <a:pt x="1566457" y="1038011"/>
                </a:lnTo>
                <a:lnTo>
                  <a:pt x="1551523" y="1079793"/>
                </a:lnTo>
                <a:lnTo>
                  <a:pt x="1528090" y="1116650"/>
                </a:lnTo>
                <a:lnTo>
                  <a:pt x="1497350" y="1147390"/>
                </a:lnTo>
                <a:lnTo>
                  <a:pt x="1460493" y="1170823"/>
                </a:lnTo>
                <a:lnTo>
                  <a:pt x="1418711" y="1185757"/>
                </a:lnTo>
                <a:lnTo>
                  <a:pt x="1373196" y="1190999"/>
                </a:lnTo>
                <a:close/>
              </a:path>
            </a:pathLst>
          </a:custGeom>
          <a:solidFill>
            <a:srgbClr val="E4A01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 txBox="1"/>
          <p:nvPr/>
        </p:nvSpPr>
        <p:spPr>
          <a:xfrm>
            <a:off x="776332" y="1420267"/>
            <a:ext cx="1061720" cy="86741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dirty="0" sz="1400" spc="-10" b="1">
                <a:solidFill>
                  <a:srgbClr val="FFFFFF"/>
                </a:solidFill>
                <a:latin typeface="Roboto"/>
                <a:cs typeface="Roboto"/>
              </a:rPr>
              <a:t>ReplicaSet name=locust role=worker </a:t>
            </a:r>
            <a:r>
              <a:rPr dirty="0" sz="1400">
                <a:solidFill>
                  <a:srgbClr val="FFFFFF"/>
                </a:solidFill>
                <a:latin typeface="Roboto"/>
                <a:cs typeface="Roboto"/>
              </a:rPr>
              <a:t>#pods</a:t>
            </a:r>
            <a:r>
              <a:rPr dirty="0" sz="1400" spc="-3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FFFFFF"/>
                </a:solidFill>
                <a:latin typeface="Roboto"/>
                <a:cs typeface="Roboto"/>
              </a:rPr>
              <a:t>=</a:t>
            </a:r>
            <a:r>
              <a:rPr dirty="0" sz="1400" spc="-2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400" spc="-790" b="1">
                <a:latin typeface="Roboto"/>
                <a:cs typeface="Roboto"/>
              </a:rPr>
              <a:t>4</a:t>
            </a:r>
            <a:r>
              <a:rPr dirty="0" sz="1400" spc="-819">
                <a:solidFill>
                  <a:srgbClr val="FFFFFF"/>
                </a:solidFill>
                <a:latin typeface="Roboto"/>
                <a:cs typeface="Roboto"/>
              </a:rPr>
              <a:t>1</a:t>
            </a:r>
            <a:r>
              <a:rPr dirty="0" sz="1400" spc="-20" b="1">
                <a:latin typeface="Roboto"/>
                <a:cs typeface="Roboto"/>
              </a:rPr>
              <a:t>2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38" name="object 38" descr=""/>
          <p:cNvSpPr/>
          <p:nvPr/>
        </p:nvSpPr>
        <p:spPr>
          <a:xfrm>
            <a:off x="4882574" y="3443127"/>
            <a:ext cx="1572260" cy="649605"/>
          </a:xfrm>
          <a:custGeom>
            <a:avLst/>
            <a:gdLst/>
            <a:ahLst/>
            <a:cxnLst/>
            <a:rect l="l" t="t" r="r" b="b"/>
            <a:pathLst>
              <a:path w="1572260" h="649604">
                <a:moveTo>
                  <a:pt x="1463497" y="649199"/>
                </a:moveTo>
                <a:lnTo>
                  <a:pt x="108202" y="649199"/>
                </a:lnTo>
                <a:lnTo>
                  <a:pt x="66085" y="640696"/>
                </a:lnTo>
                <a:lnTo>
                  <a:pt x="31691" y="617508"/>
                </a:lnTo>
                <a:lnTo>
                  <a:pt x="8503" y="583114"/>
                </a:lnTo>
                <a:lnTo>
                  <a:pt x="0" y="540997"/>
                </a:lnTo>
                <a:lnTo>
                  <a:pt x="0" y="108202"/>
                </a:lnTo>
                <a:lnTo>
                  <a:pt x="8503" y="66085"/>
                </a:lnTo>
                <a:lnTo>
                  <a:pt x="31691" y="31691"/>
                </a:lnTo>
                <a:lnTo>
                  <a:pt x="66085" y="8503"/>
                </a:lnTo>
                <a:lnTo>
                  <a:pt x="108202" y="0"/>
                </a:lnTo>
                <a:lnTo>
                  <a:pt x="1463497" y="0"/>
                </a:lnTo>
                <a:lnTo>
                  <a:pt x="1504905" y="8236"/>
                </a:lnTo>
                <a:lnTo>
                  <a:pt x="1540008" y="31691"/>
                </a:lnTo>
                <a:lnTo>
                  <a:pt x="1563463" y="66794"/>
                </a:lnTo>
                <a:lnTo>
                  <a:pt x="1571699" y="108202"/>
                </a:lnTo>
                <a:lnTo>
                  <a:pt x="1571699" y="540997"/>
                </a:lnTo>
                <a:lnTo>
                  <a:pt x="1563196" y="583114"/>
                </a:lnTo>
                <a:lnTo>
                  <a:pt x="1540008" y="617508"/>
                </a:lnTo>
                <a:lnTo>
                  <a:pt x="1505614" y="640696"/>
                </a:lnTo>
                <a:lnTo>
                  <a:pt x="1463497" y="649199"/>
                </a:lnTo>
                <a:close/>
              </a:path>
            </a:pathLst>
          </a:custGeom>
          <a:solidFill>
            <a:srgbClr val="C17A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 txBox="1"/>
          <p:nvPr/>
        </p:nvSpPr>
        <p:spPr>
          <a:xfrm>
            <a:off x="5317081" y="3648410"/>
            <a:ext cx="70231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FFFFFF"/>
                </a:solidFill>
                <a:latin typeface="Roboto"/>
                <a:cs typeface="Roboto"/>
              </a:rPr>
              <a:t>Heapster</a:t>
            </a:r>
            <a:endParaRPr sz="1300">
              <a:latin typeface="Roboto"/>
              <a:cs typeface="Roboto"/>
            </a:endParaRPr>
          </a:p>
        </p:txBody>
      </p:sp>
      <p:grpSp>
        <p:nvGrpSpPr>
          <p:cNvPr id="40" name="object 40" descr=""/>
          <p:cNvGrpSpPr/>
          <p:nvPr/>
        </p:nvGrpSpPr>
        <p:grpSpPr>
          <a:xfrm>
            <a:off x="3494987" y="2098650"/>
            <a:ext cx="4619625" cy="1685289"/>
            <a:chOff x="3494987" y="2098650"/>
            <a:chExt cx="4619625" cy="1685289"/>
          </a:xfrm>
        </p:grpSpPr>
        <p:sp>
          <p:nvSpPr>
            <p:cNvPr id="41" name="object 41" descr=""/>
            <p:cNvSpPr/>
            <p:nvPr/>
          </p:nvSpPr>
          <p:spPr>
            <a:xfrm>
              <a:off x="3650174" y="2304926"/>
              <a:ext cx="1200150" cy="1463040"/>
            </a:xfrm>
            <a:custGeom>
              <a:avLst/>
              <a:gdLst/>
              <a:ahLst/>
              <a:cxnLst/>
              <a:rect l="l" t="t" r="r" b="b"/>
              <a:pathLst>
                <a:path w="1200150" h="1463039">
                  <a:moveTo>
                    <a:pt x="1199756" y="1462799"/>
                  </a:moveTo>
                  <a:lnTo>
                    <a:pt x="0" y="1462799"/>
                  </a:lnTo>
                  <a:lnTo>
                    <a:pt x="0" y="0"/>
                  </a:lnTo>
                </a:path>
              </a:pathLst>
            </a:custGeom>
            <a:ln w="9524">
              <a:solidFill>
                <a:srgbClr val="0F9D5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4839220" y="3757015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0" y="21423"/>
                  </a:moveTo>
                  <a:lnTo>
                    <a:pt x="10711" y="10711"/>
                  </a:lnTo>
                  <a:lnTo>
                    <a:pt x="0" y="0"/>
                  </a:lnTo>
                  <a:lnTo>
                    <a:pt x="29430" y="10711"/>
                  </a:lnTo>
                  <a:lnTo>
                    <a:pt x="0" y="21423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4839220" y="3757015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10711" y="10711"/>
                  </a:moveTo>
                  <a:lnTo>
                    <a:pt x="0" y="21423"/>
                  </a:lnTo>
                  <a:lnTo>
                    <a:pt x="29430" y="10711"/>
                  </a:lnTo>
                  <a:lnTo>
                    <a:pt x="0" y="0"/>
                  </a:lnTo>
                  <a:lnTo>
                    <a:pt x="10711" y="10711"/>
                  </a:lnTo>
                  <a:close/>
                </a:path>
              </a:pathLst>
            </a:custGeom>
            <a:ln w="9524">
              <a:solidFill>
                <a:srgbClr val="0F9D5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5067524" y="2309427"/>
              <a:ext cx="601345" cy="1101090"/>
            </a:xfrm>
            <a:custGeom>
              <a:avLst/>
              <a:gdLst/>
              <a:ahLst/>
              <a:cxnLst/>
              <a:rect l="l" t="t" r="r" b="b"/>
              <a:pathLst>
                <a:path w="601345" h="1101089">
                  <a:moveTo>
                    <a:pt x="600899" y="1101056"/>
                  </a:moveTo>
                  <a:lnTo>
                    <a:pt x="600899" y="566917"/>
                  </a:lnTo>
                  <a:lnTo>
                    <a:pt x="0" y="566917"/>
                  </a:lnTo>
                  <a:lnTo>
                    <a:pt x="0" y="0"/>
                  </a:lnTo>
                </a:path>
              </a:pathLst>
            </a:custGeom>
            <a:ln w="9524">
              <a:solidFill>
                <a:srgbClr val="0F9D5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5657713" y="3399772"/>
              <a:ext cx="21590" cy="29845"/>
            </a:xfrm>
            <a:custGeom>
              <a:avLst/>
              <a:gdLst/>
              <a:ahLst/>
              <a:cxnLst/>
              <a:rect l="l" t="t" r="r" b="b"/>
              <a:pathLst>
                <a:path w="21589" h="29845">
                  <a:moveTo>
                    <a:pt x="10711" y="29430"/>
                  </a:moveTo>
                  <a:lnTo>
                    <a:pt x="0" y="0"/>
                  </a:lnTo>
                  <a:lnTo>
                    <a:pt x="10711" y="10711"/>
                  </a:lnTo>
                  <a:lnTo>
                    <a:pt x="21423" y="0"/>
                  </a:lnTo>
                  <a:lnTo>
                    <a:pt x="10711" y="29430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5657713" y="3399772"/>
              <a:ext cx="21590" cy="29845"/>
            </a:xfrm>
            <a:custGeom>
              <a:avLst/>
              <a:gdLst/>
              <a:ahLst/>
              <a:cxnLst/>
              <a:rect l="l" t="t" r="r" b="b"/>
              <a:pathLst>
                <a:path w="21589" h="29845">
                  <a:moveTo>
                    <a:pt x="10711" y="10711"/>
                  </a:moveTo>
                  <a:lnTo>
                    <a:pt x="0" y="0"/>
                  </a:lnTo>
                  <a:lnTo>
                    <a:pt x="10711" y="29430"/>
                  </a:lnTo>
                  <a:lnTo>
                    <a:pt x="21423" y="0"/>
                  </a:lnTo>
                  <a:lnTo>
                    <a:pt x="10711" y="10711"/>
                  </a:lnTo>
                  <a:close/>
                </a:path>
              </a:pathLst>
            </a:custGeom>
            <a:ln w="9524">
              <a:solidFill>
                <a:srgbClr val="0F9D5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5668424" y="2309427"/>
              <a:ext cx="833755" cy="1101090"/>
            </a:xfrm>
            <a:custGeom>
              <a:avLst/>
              <a:gdLst/>
              <a:ahLst/>
              <a:cxnLst/>
              <a:rect l="l" t="t" r="r" b="b"/>
              <a:pathLst>
                <a:path w="833754" h="1101089">
                  <a:moveTo>
                    <a:pt x="0" y="1101056"/>
                  </a:moveTo>
                  <a:lnTo>
                    <a:pt x="0" y="566906"/>
                  </a:lnTo>
                  <a:lnTo>
                    <a:pt x="833699" y="566906"/>
                  </a:lnTo>
                  <a:lnTo>
                    <a:pt x="833699" y="0"/>
                  </a:lnTo>
                </a:path>
              </a:pathLst>
            </a:custGeom>
            <a:ln w="9524">
              <a:solidFill>
                <a:srgbClr val="0F9D5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5657713" y="3399772"/>
              <a:ext cx="21590" cy="29845"/>
            </a:xfrm>
            <a:custGeom>
              <a:avLst/>
              <a:gdLst/>
              <a:ahLst/>
              <a:cxnLst/>
              <a:rect l="l" t="t" r="r" b="b"/>
              <a:pathLst>
                <a:path w="21589" h="29845">
                  <a:moveTo>
                    <a:pt x="10711" y="29430"/>
                  </a:moveTo>
                  <a:lnTo>
                    <a:pt x="0" y="0"/>
                  </a:lnTo>
                  <a:lnTo>
                    <a:pt x="10711" y="10711"/>
                  </a:lnTo>
                  <a:lnTo>
                    <a:pt x="21423" y="0"/>
                  </a:lnTo>
                  <a:lnTo>
                    <a:pt x="10711" y="29430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5657713" y="3399772"/>
              <a:ext cx="21590" cy="29845"/>
            </a:xfrm>
            <a:custGeom>
              <a:avLst/>
              <a:gdLst/>
              <a:ahLst/>
              <a:cxnLst/>
              <a:rect l="l" t="t" r="r" b="b"/>
              <a:pathLst>
                <a:path w="21589" h="29845">
                  <a:moveTo>
                    <a:pt x="10711" y="10711"/>
                  </a:moveTo>
                  <a:lnTo>
                    <a:pt x="0" y="0"/>
                  </a:lnTo>
                  <a:lnTo>
                    <a:pt x="10711" y="29430"/>
                  </a:lnTo>
                  <a:lnTo>
                    <a:pt x="21423" y="0"/>
                  </a:lnTo>
                  <a:lnTo>
                    <a:pt x="10711" y="10711"/>
                  </a:lnTo>
                  <a:close/>
                </a:path>
              </a:pathLst>
            </a:custGeom>
            <a:ln w="9524">
              <a:solidFill>
                <a:srgbClr val="0F9D5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6486917" y="2309575"/>
              <a:ext cx="1472565" cy="1458595"/>
            </a:xfrm>
            <a:custGeom>
              <a:avLst/>
              <a:gdLst/>
              <a:ahLst/>
              <a:cxnLst/>
              <a:rect l="l" t="t" r="r" b="b"/>
              <a:pathLst>
                <a:path w="1472565" h="1458595">
                  <a:moveTo>
                    <a:pt x="0" y="1458299"/>
                  </a:moveTo>
                  <a:lnTo>
                    <a:pt x="1472456" y="1458299"/>
                  </a:lnTo>
                  <a:lnTo>
                    <a:pt x="1472456" y="0"/>
                  </a:lnTo>
                </a:path>
              </a:pathLst>
            </a:custGeom>
            <a:ln w="9524">
              <a:solidFill>
                <a:srgbClr val="0F9D5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6468199" y="3757163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29430" y="21423"/>
                  </a:moveTo>
                  <a:lnTo>
                    <a:pt x="0" y="10711"/>
                  </a:lnTo>
                  <a:lnTo>
                    <a:pt x="29430" y="0"/>
                  </a:lnTo>
                  <a:lnTo>
                    <a:pt x="18718" y="10711"/>
                  </a:lnTo>
                  <a:lnTo>
                    <a:pt x="29430" y="21423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6468199" y="3757163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18718" y="10711"/>
                  </a:moveTo>
                  <a:lnTo>
                    <a:pt x="29430" y="0"/>
                  </a:lnTo>
                  <a:lnTo>
                    <a:pt x="0" y="10711"/>
                  </a:lnTo>
                  <a:lnTo>
                    <a:pt x="29430" y="21423"/>
                  </a:lnTo>
                  <a:lnTo>
                    <a:pt x="18718" y="10711"/>
                  </a:lnTo>
                  <a:close/>
                </a:path>
              </a:pathLst>
            </a:custGeom>
            <a:ln w="9524">
              <a:solidFill>
                <a:srgbClr val="0F9D5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94987" y="2098650"/>
              <a:ext cx="310424" cy="206400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12287" y="2103162"/>
              <a:ext cx="310424" cy="206400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46787" y="2103150"/>
              <a:ext cx="310424" cy="206400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04162" y="2103175"/>
              <a:ext cx="310424" cy="206400"/>
            </a:xfrm>
            <a:prstGeom prst="rect">
              <a:avLst/>
            </a:prstGeom>
          </p:spPr>
        </p:pic>
      </p:grpSp>
      <p:sp>
        <p:nvSpPr>
          <p:cNvPr id="57" name="object 57" descr=""/>
          <p:cNvSpPr txBox="1"/>
          <p:nvPr/>
        </p:nvSpPr>
        <p:spPr>
          <a:xfrm>
            <a:off x="3678732" y="3154866"/>
            <a:ext cx="6400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Roboto"/>
                <a:cs typeface="Roboto"/>
              </a:rPr>
              <a:t>70%</a:t>
            </a:r>
            <a:r>
              <a:rPr dirty="0" sz="1200" spc="-25">
                <a:latin typeface="Roboto"/>
                <a:cs typeface="Roboto"/>
              </a:rPr>
              <a:t> CPU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4944239" y="3055766"/>
            <a:ext cx="6400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Roboto"/>
                <a:cs typeface="Roboto"/>
              </a:rPr>
              <a:t>40%</a:t>
            </a:r>
            <a:r>
              <a:rPr dirty="0" sz="1200" spc="-25">
                <a:latin typeface="Roboto"/>
                <a:cs typeface="Roboto"/>
              </a:rPr>
              <a:t> CPU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59" name="object 59" descr=""/>
          <p:cNvSpPr/>
          <p:nvPr/>
        </p:nvSpPr>
        <p:spPr>
          <a:xfrm>
            <a:off x="693849" y="3519327"/>
            <a:ext cx="1572260" cy="649605"/>
          </a:xfrm>
          <a:custGeom>
            <a:avLst/>
            <a:gdLst/>
            <a:ahLst/>
            <a:cxnLst/>
            <a:rect l="l" t="t" r="r" b="b"/>
            <a:pathLst>
              <a:path w="1572260" h="649604">
                <a:moveTo>
                  <a:pt x="1463497" y="649199"/>
                </a:moveTo>
                <a:lnTo>
                  <a:pt x="108202" y="649199"/>
                </a:lnTo>
                <a:lnTo>
                  <a:pt x="66084" y="640696"/>
                </a:lnTo>
                <a:lnTo>
                  <a:pt x="31691" y="617508"/>
                </a:lnTo>
                <a:lnTo>
                  <a:pt x="8503" y="583114"/>
                </a:lnTo>
                <a:lnTo>
                  <a:pt x="0" y="540997"/>
                </a:lnTo>
                <a:lnTo>
                  <a:pt x="0" y="108202"/>
                </a:lnTo>
                <a:lnTo>
                  <a:pt x="8503" y="66085"/>
                </a:lnTo>
                <a:lnTo>
                  <a:pt x="31691" y="31691"/>
                </a:lnTo>
                <a:lnTo>
                  <a:pt x="66084" y="8503"/>
                </a:lnTo>
                <a:lnTo>
                  <a:pt x="108202" y="0"/>
                </a:lnTo>
                <a:lnTo>
                  <a:pt x="1463497" y="0"/>
                </a:lnTo>
                <a:lnTo>
                  <a:pt x="1504905" y="8236"/>
                </a:lnTo>
                <a:lnTo>
                  <a:pt x="1540008" y="31691"/>
                </a:lnTo>
                <a:lnTo>
                  <a:pt x="1563463" y="66794"/>
                </a:lnTo>
                <a:lnTo>
                  <a:pt x="1571699" y="108202"/>
                </a:lnTo>
                <a:lnTo>
                  <a:pt x="1571699" y="540997"/>
                </a:lnTo>
                <a:lnTo>
                  <a:pt x="1563196" y="583114"/>
                </a:lnTo>
                <a:lnTo>
                  <a:pt x="1540008" y="617508"/>
                </a:lnTo>
                <a:lnTo>
                  <a:pt x="1505615" y="640696"/>
                </a:lnTo>
                <a:lnTo>
                  <a:pt x="1463497" y="649199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 txBox="1"/>
          <p:nvPr/>
        </p:nvSpPr>
        <p:spPr>
          <a:xfrm>
            <a:off x="808974" y="3624598"/>
            <a:ext cx="1341120" cy="4235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FFFFFF"/>
                </a:solidFill>
                <a:latin typeface="Roboto"/>
                <a:cs typeface="Roboto"/>
              </a:rPr>
              <a:t>Scale</a:t>
            </a:r>
            <a:endParaRPr sz="13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dirty="0" sz="1300">
                <a:solidFill>
                  <a:srgbClr val="FFFFFF"/>
                </a:solidFill>
                <a:latin typeface="Roboto"/>
                <a:cs typeface="Roboto"/>
              </a:rPr>
              <a:t>CPU</a:t>
            </a:r>
            <a:r>
              <a:rPr dirty="0" sz="130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>
                <a:solidFill>
                  <a:srgbClr val="FFFFFF"/>
                </a:solidFill>
                <a:latin typeface="Roboto"/>
                <a:cs typeface="Roboto"/>
              </a:rPr>
              <a:t>Target%</a:t>
            </a:r>
            <a:r>
              <a:rPr dirty="0" sz="1300" spc="-2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>
                <a:solidFill>
                  <a:srgbClr val="FFFFFF"/>
                </a:solidFill>
                <a:latin typeface="Roboto"/>
                <a:cs typeface="Roboto"/>
              </a:rPr>
              <a:t>=</a:t>
            </a:r>
            <a:r>
              <a:rPr dirty="0" sz="130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Roboto"/>
                <a:cs typeface="Roboto"/>
              </a:rPr>
              <a:t>50</a:t>
            </a:r>
            <a:endParaRPr sz="1300">
              <a:latin typeface="Roboto"/>
              <a:cs typeface="Roboto"/>
            </a:endParaRPr>
          </a:p>
        </p:txBody>
      </p:sp>
      <p:grpSp>
        <p:nvGrpSpPr>
          <p:cNvPr id="61" name="object 61" descr=""/>
          <p:cNvGrpSpPr/>
          <p:nvPr/>
        </p:nvGrpSpPr>
        <p:grpSpPr>
          <a:xfrm>
            <a:off x="1422178" y="2563112"/>
            <a:ext cx="4255770" cy="1853564"/>
            <a:chOff x="1422178" y="2563112"/>
            <a:chExt cx="4255770" cy="1853564"/>
          </a:xfrm>
        </p:grpSpPr>
        <p:sp>
          <p:nvSpPr>
            <p:cNvPr id="62" name="object 62" descr=""/>
            <p:cNvSpPr/>
            <p:nvPr/>
          </p:nvSpPr>
          <p:spPr>
            <a:xfrm>
              <a:off x="1479699" y="4092327"/>
              <a:ext cx="4189095" cy="314325"/>
            </a:xfrm>
            <a:custGeom>
              <a:avLst/>
              <a:gdLst/>
              <a:ahLst/>
              <a:cxnLst/>
              <a:rect l="l" t="t" r="r" b="b"/>
              <a:pathLst>
                <a:path w="4189095" h="314325">
                  <a:moveTo>
                    <a:pt x="0" y="141485"/>
                  </a:moveTo>
                  <a:lnTo>
                    <a:pt x="0" y="314324"/>
                  </a:lnTo>
                  <a:lnTo>
                    <a:pt x="4188599" y="314324"/>
                  </a:lnTo>
                  <a:lnTo>
                    <a:pt x="4188599" y="0"/>
                  </a:lnTo>
                </a:path>
              </a:pathLst>
            </a:custGeom>
            <a:ln w="19049">
              <a:solidFill>
                <a:srgbClr val="C17A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1458276" y="4196376"/>
              <a:ext cx="43180" cy="59055"/>
            </a:xfrm>
            <a:custGeom>
              <a:avLst/>
              <a:gdLst/>
              <a:ahLst/>
              <a:cxnLst/>
              <a:rect l="l" t="t" r="r" b="b"/>
              <a:pathLst>
                <a:path w="43180" h="59054">
                  <a:moveTo>
                    <a:pt x="42846" y="58859"/>
                  </a:moveTo>
                  <a:lnTo>
                    <a:pt x="21423" y="37436"/>
                  </a:lnTo>
                  <a:lnTo>
                    <a:pt x="0" y="58859"/>
                  </a:lnTo>
                  <a:lnTo>
                    <a:pt x="21423" y="0"/>
                  </a:lnTo>
                  <a:lnTo>
                    <a:pt x="42846" y="58859"/>
                  </a:lnTo>
                  <a:close/>
                </a:path>
              </a:pathLst>
            </a:custGeom>
            <a:solidFill>
              <a:srgbClr val="C17A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458276" y="4196376"/>
              <a:ext cx="43180" cy="59055"/>
            </a:xfrm>
            <a:custGeom>
              <a:avLst/>
              <a:gdLst/>
              <a:ahLst/>
              <a:cxnLst/>
              <a:rect l="l" t="t" r="r" b="b"/>
              <a:pathLst>
                <a:path w="43180" h="59054">
                  <a:moveTo>
                    <a:pt x="21423" y="37436"/>
                  </a:moveTo>
                  <a:lnTo>
                    <a:pt x="42846" y="58859"/>
                  </a:lnTo>
                  <a:lnTo>
                    <a:pt x="21423" y="0"/>
                  </a:lnTo>
                  <a:lnTo>
                    <a:pt x="0" y="58859"/>
                  </a:lnTo>
                  <a:lnTo>
                    <a:pt x="21423" y="37436"/>
                  </a:lnTo>
                  <a:close/>
                </a:path>
              </a:pathLst>
            </a:custGeom>
            <a:ln w="19049">
              <a:solidFill>
                <a:srgbClr val="C17A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1479699" y="2707075"/>
              <a:ext cx="4445" cy="812800"/>
            </a:xfrm>
            <a:custGeom>
              <a:avLst/>
              <a:gdLst/>
              <a:ahLst/>
              <a:cxnLst/>
              <a:rect l="l" t="t" r="r" b="b"/>
              <a:pathLst>
                <a:path w="4444" h="812800">
                  <a:moveTo>
                    <a:pt x="0" y="812251"/>
                  </a:moveTo>
                  <a:lnTo>
                    <a:pt x="3963" y="0"/>
                  </a:lnTo>
                </a:path>
              </a:pathLst>
            </a:custGeom>
            <a:ln w="2857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22178" y="2563112"/>
              <a:ext cx="122970" cy="158479"/>
            </a:xfrm>
            <a:prstGeom prst="rect">
              <a:avLst/>
            </a:prstGeom>
          </p:spPr>
        </p:pic>
      </p:grpSp>
      <p:sp>
        <p:nvSpPr>
          <p:cNvPr id="67" name="object 67" descr=""/>
          <p:cNvSpPr txBox="1"/>
          <p:nvPr/>
        </p:nvSpPr>
        <p:spPr>
          <a:xfrm>
            <a:off x="1489224" y="4141979"/>
            <a:ext cx="41700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0287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Roboto"/>
                <a:cs typeface="Roboto"/>
              </a:rPr>
              <a:t>&gt;</a:t>
            </a:r>
            <a:r>
              <a:rPr dirty="0" sz="1200" spc="-10">
                <a:latin typeface="Roboto"/>
                <a:cs typeface="Roboto"/>
              </a:rPr>
              <a:t> </a:t>
            </a:r>
            <a:r>
              <a:rPr dirty="0" sz="1200">
                <a:latin typeface="Roboto"/>
                <a:cs typeface="Roboto"/>
              </a:rPr>
              <a:t>50%</a:t>
            </a:r>
            <a:r>
              <a:rPr dirty="0" sz="1200" spc="-10">
                <a:latin typeface="Roboto"/>
                <a:cs typeface="Roboto"/>
              </a:rPr>
              <a:t> </a:t>
            </a:r>
            <a:r>
              <a:rPr dirty="0" sz="1200" spc="-25">
                <a:latin typeface="Roboto"/>
                <a:cs typeface="Roboto"/>
              </a:rPr>
              <a:t>CPU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69" name="object 6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68" name="object 68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742" y="1926806"/>
            <a:ext cx="8748395" cy="810895"/>
            <a:chOff x="-742" y="1926806"/>
            <a:chExt cx="8748395" cy="810895"/>
          </a:xfrm>
        </p:grpSpPr>
        <p:sp>
          <p:nvSpPr>
            <p:cNvPr id="3" name="object 3" descr=""/>
            <p:cNvSpPr/>
            <p:nvPr/>
          </p:nvSpPr>
          <p:spPr>
            <a:xfrm>
              <a:off x="-355" y="1999716"/>
              <a:ext cx="8747760" cy="737870"/>
            </a:xfrm>
            <a:custGeom>
              <a:avLst/>
              <a:gdLst/>
              <a:ahLst/>
              <a:cxnLst/>
              <a:rect l="l" t="t" r="r" b="b"/>
              <a:pathLst>
                <a:path w="8747760" h="737869">
                  <a:moveTo>
                    <a:pt x="8747481" y="0"/>
                  </a:moveTo>
                  <a:lnTo>
                    <a:pt x="381" y="0"/>
                  </a:lnTo>
                  <a:lnTo>
                    <a:pt x="0" y="76"/>
                  </a:lnTo>
                  <a:lnTo>
                    <a:pt x="0" y="666076"/>
                  </a:lnTo>
                  <a:lnTo>
                    <a:pt x="0" y="704545"/>
                  </a:lnTo>
                  <a:lnTo>
                    <a:pt x="381" y="704545"/>
                  </a:lnTo>
                  <a:lnTo>
                    <a:pt x="381" y="737400"/>
                  </a:lnTo>
                  <a:lnTo>
                    <a:pt x="8747481" y="737400"/>
                  </a:lnTo>
                  <a:lnTo>
                    <a:pt x="8747481" y="0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12" y="2638106"/>
              <a:ext cx="8643620" cy="8255"/>
            </a:xfrm>
            <a:custGeom>
              <a:avLst/>
              <a:gdLst/>
              <a:ahLst/>
              <a:cxnLst/>
              <a:rect l="l" t="t" r="r" b="b"/>
              <a:pathLst>
                <a:path w="8643620" h="8255">
                  <a:moveTo>
                    <a:pt x="0" y="7874"/>
                  </a:moveTo>
                  <a:lnTo>
                    <a:pt x="8643299" y="7874"/>
                  </a:lnTo>
                  <a:lnTo>
                    <a:pt x="8643299" y="0"/>
                  </a:lnTo>
                  <a:lnTo>
                    <a:pt x="0" y="0"/>
                  </a:lnTo>
                  <a:lnTo>
                    <a:pt x="0" y="7874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-742" y="1926806"/>
              <a:ext cx="8637270" cy="711835"/>
            </a:xfrm>
            <a:custGeom>
              <a:avLst/>
              <a:gdLst/>
              <a:ahLst/>
              <a:cxnLst/>
              <a:rect l="l" t="t" r="r" b="b"/>
              <a:pathLst>
                <a:path w="8637270" h="711835">
                  <a:moveTo>
                    <a:pt x="8636699" y="711299"/>
                  </a:moveTo>
                  <a:lnTo>
                    <a:pt x="0" y="711299"/>
                  </a:lnTo>
                  <a:lnTo>
                    <a:pt x="0" y="0"/>
                  </a:lnTo>
                  <a:lnTo>
                    <a:pt x="8636699" y="0"/>
                  </a:lnTo>
                  <a:lnTo>
                    <a:pt x="8636699" y="71129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9694" y="1975243"/>
            <a:ext cx="262572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/>
              <a:t>DaemonSets</a:t>
            </a:r>
            <a:endParaRPr sz="3600"/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7765384" y="412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737373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515569" y="783295"/>
            <a:ext cx="3270885" cy="3355340"/>
            <a:chOff x="5515569" y="783295"/>
            <a:chExt cx="3270885" cy="3355340"/>
          </a:xfrm>
        </p:grpSpPr>
        <p:sp>
          <p:nvSpPr>
            <p:cNvPr id="3" name="object 3" descr=""/>
            <p:cNvSpPr/>
            <p:nvPr/>
          </p:nvSpPr>
          <p:spPr>
            <a:xfrm>
              <a:off x="5515569" y="2904648"/>
              <a:ext cx="883919" cy="1233805"/>
            </a:xfrm>
            <a:custGeom>
              <a:avLst/>
              <a:gdLst/>
              <a:ahLst/>
              <a:cxnLst/>
              <a:rect l="l" t="t" r="r" b="b"/>
              <a:pathLst>
                <a:path w="883920" h="1233804">
                  <a:moveTo>
                    <a:pt x="736505" y="1233450"/>
                  </a:moveTo>
                  <a:lnTo>
                    <a:pt x="147304" y="1233450"/>
                  </a:lnTo>
                  <a:lnTo>
                    <a:pt x="100745" y="1225940"/>
                  </a:lnTo>
                  <a:lnTo>
                    <a:pt x="60308" y="1205028"/>
                  </a:lnTo>
                  <a:lnTo>
                    <a:pt x="28421" y="1173141"/>
                  </a:lnTo>
                  <a:lnTo>
                    <a:pt x="7509" y="1132704"/>
                  </a:lnTo>
                  <a:lnTo>
                    <a:pt x="0" y="1086145"/>
                  </a:lnTo>
                  <a:lnTo>
                    <a:pt x="0" y="147304"/>
                  </a:lnTo>
                  <a:lnTo>
                    <a:pt x="7509" y="100745"/>
                  </a:lnTo>
                  <a:lnTo>
                    <a:pt x="28421" y="60308"/>
                  </a:lnTo>
                  <a:lnTo>
                    <a:pt x="60308" y="28421"/>
                  </a:lnTo>
                  <a:lnTo>
                    <a:pt x="100745" y="7509"/>
                  </a:lnTo>
                  <a:lnTo>
                    <a:pt x="147304" y="0"/>
                  </a:lnTo>
                  <a:lnTo>
                    <a:pt x="736505" y="0"/>
                  </a:lnTo>
                  <a:lnTo>
                    <a:pt x="792876" y="11212"/>
                  </a:lnTo>
                  <a:lnTo>
                    <a:pt x="840665" y="43144"/>
                  </a:lnTo>
                  <a:lnTo>
                    <a:pt x="872597" y="90933"/>
                  </a:lnTo>
                  <a:lnTo>
                    <a:pt x="883810" y="147304"/>
                  </a:lnTo>
                  <a:lnTo>
                    <a:pt x="883810" y="1086145"/>
                  </a:lnTo>
                  <a:lnTo>
                    <a:pt x="876300" y="1132704"/>
                  </a:lnTo>
                  <a:lnTo>
                    <a:pt x="855389" y="1173141"/>
                  </a:lnTo>
                  <a:lnTo>
                    <a:pt x="823502" y="1205028"/>
                  </a:lnTo>
                  <a:lnTo>
                    <a:pt x="783065" y="1225940"/>
                  </a:lnTo>
                  <a:lnTo>
                    <a:pt x="736505" y="1233450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5638115" y="3049642"/>
              <a:ext cx="638810" cy="473075"/>
            </a:xfrm>
            <a:custGeom>
              <a:avLst/>
              <a:gdLst/>
              <a:ahLst/>
              <a:cxnLst/>
              <a:rect l="l" t="t" r="r" b="b"/>
              <a:pathLst>
                <a:path w="638810" h="473075">
                  <a:moveTo>
                    <a:pt x="559968" y="472500"/>
                  </a:moveTo>
                  <a:lnTo>
                    <a:pt x="78751" y="472500"/>
                  </a:lnTo>
                  <a:lnTo>
                    <a:pt x="48097" y="466311"/>
                  </a:lnTo>
                  <a:lnTo>
                    <a:pt x="23065" y="449434"/>
                  </a:lnTo>
                  <a:lnTo>
                    <a:pt x="6188" y="424401"/>
                  </a:lnTo>
                  <a:lnTo>
                    <a:pt x="0" y="393748"/>
                  </a:lnTo>
                  <a:lnTo>
                    <a:pt x="0" y="78751"/>
                  </a:lnTo>
                  <a:lnTo>
                    <a:pt x="6188" y="48097"/>
                  </a:lnTo>
                  <a:lnTo>
                    <a:pt x="23065" y="23065"/>
                  </a:lnTo>
                  <a:lnTo>
                    <a:pt x="48097" y="6188"/>
                  </a:lnTo>
                  <a:lnTo>
                    <a:pt x="78751" y="0"/>
                  </a:lnTo>
                  <a:lnTo>
                    <a:pt x="559968" y="0"/>
                  </a:lnTo>
                  <a:lnTo>
                    <a:pt x="603659" y="13231"/>
                  </a:lnTo>
                  <a:lnTo>
                    <a:pt x="632725" y="48614"/>
                  </a:lnTo>
                  <a:lnTo>
                    <a:pt x="638719" y="78751"/>
                  </a:lnTo>
                  <a:lnTo>
                    <a:pt x="638719" y="393748"/>
                  </a:lnTo>
                  <a:lnTo>
                    <a:pt x="632531" y="424401"/>
                  </a:lnTo>
                  <a:lnTo>
                    <a:pt x="615654" y="449434"/>
                  </a:lnTo>
                  <a:lnTo>
                    <a:pt x="590622" y="466311"/>
                  </a:lnTo>
                  <a:lnTo>
                    <a:pt x="559968" y="4725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725541" y="3132594"/>
              <a:ext cx="464184" cy="289560"/>
            </a:xfrm>
            <a:custGeom>
              <a:avLst/>
              <a:gdLst/>
              <a:ahLst/>
              <a:cxnLst/>
              <a:rect l="l" t="t" r="r" b="b"/>
              <a:pathLst>
                <a:path w="464185" h="289560">
                  <a:moveTo>
                    <a:pt x="463854" y="166789"/>
                  </a:moveTo>
                  <a:lnTo>
                    <a:pt x="0" y="166789"/>
                  </a:lnTo>
                  <a:lnTo>
                    <a:pt x="0" y="289191"/>
                  </a:lnTo>
                  <a:lnTo>
                    <a:pt x="463854" y="289191"/>
                  </a:lnTo>
                  <a:lnTo>
                    <a:pt x="463854" y="166789"/>
                  </a:lnTo>
                  <a:close/>
                </a:path>
                <a:path w="464185" h="289560">
                  <a:moveTo>
                    <a:pt x="463854" y="0"/>
                  </a:moveTo>
                  <a:lnTo>
                    <a:pt x="0" y="0"/>
                  </a:lnTo>
                  <a:lnTo>
                    <a:pt x="0" y="122402"/>
                  </a:lnTo>
                  <a:lnTo>
                    <a:pt x="463854" y="122402"/>
                  </a:lnTo>
                  <a:lnTo>
                    <a:pt x="463854" y="0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988707" y="1734417"/>
              <a:ext cx="1905" cy="995680"/>
            </a:xfrm>
            <a:custGeom>
              <a:avLst/>
              <a:gdLst/>
              <a:ahLst/>
              <a:cxnLst/>
              <a:rect l="l" t="t" r="r" b="b"/>
              <a:pathLst>
                <a:path w="1904" h="995680">
                  <a:moveTo>
                    <a:pt x="0" y="0"/>
                  </a:moveTo>
                  <a:lnTo>
                    <a:pt x="1833" y="995301"/>
                  </a:lnTo>
                </a:path>
              </a:pathLst>
            </a:custGeom>
            <a:ln w="38099">
              <a:solidFill>
                <a:srgbClr val="98989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08932" y="2710668"/>
              <a:ext cx="163448" cy="163448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5943085" y="2478309"/>
              <a:ext cx="2091689" cy="0"/>
            </a:xfrm>
            <a:custGeom>
              <a:avLst/>
              <a:gdLst/>
              <a:ahLst/>
              <a:cxnLst/>
              <a:rect l="l" t="t" r="r" b="b"/>
              <a:pathLst>
                <a:path w="2091690" h="0">
                  <a:moveTo>
                    <a:pt x="0" y="0"/>
                  </a:moveTo>
                  <a:lnTo>
                    <a:pt x="2091299" y="0"/>
                  </a:lnTo>
                </a:path>
              </a:pathLst>
            </a:custGeom>
            <a:ln w="38099">
              <a:solidFill>
                <a:srgbClr val="98989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75701" y="2476453"/>
              <a:ext cx="163449" cy="397799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39727" y="2483784"/>
              <a:ext cx="163448" cy="390299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7640235" y="1260023"/>
              <a:ext cx="278765" cy="0"/>
            </a:xfrm>
            <a:custGeom>
              <a:avLst/>
              <a:gdLst/>
              <a:ahLst/>
              <a:cxnLst/>
              <a:rect l="l" t="t" r="r" b="b"/>
              <a:pathLst>
                <a:path w="278765" h="0">
                  <a:moveTo>
                    <a:pt x="0" y="0"/>
                  </a:moveTo>
                  <a:lnTo>
                    <a:pt x="278549" y="0"/>
                  </a:lnTo>
                </a:path>
              </a:pathLst>
            </a:custGeom>
            <a:ln w="28574">
              <a:solidFill>
                <a:srgbClr val="98989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96272" y="1198537"/>
              <a:ext cx="158250" cy="122971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6485496" y="783348"/>
              <a:ext cx="1009015" cy="951230"/>
            </a:xfrm>
            <a:custGeom>
              <a:avLst/>
              <a:gdLst/>
              <a:ahLst/>
              <a:cxnLst/>
              <a:rect l="l" t="t" r="r" b="b"/>
              <a:pathLst>
                <a:path w="1009015" h="951230">
                  <a:moveTo>
                    <a:pt x="1008761" y="225666"/>
                  </a:moveTo>
                  <a:lnTo>
                    <a:pt x="1004506" y="182587"/>
                  </a:lnTo>
                  <a:lnTo>
                    <a:pt x="992085" y="141566"/>
                  </a:lnTo>
                  <a:lnTo>
                    <a:pt x="971956" y="103733"/>
                  </a:lnTo>
                  <a:lnTo>
                    <a:pt x="944600" y="70256"/>
                  </a:lnTo>
                  <a:lnTo>
                    <a:pt x="911237" y="42811"/>
                  </a:lnTo>
                  <a:lnTo>
                    <a:pt x="873544" y="22618"/>
                  </a:lnTo>
                  <a:lnTo>
                    <a:pt x="832650" y="10160"/>
                  </a:lnTo>
                  <a:lnTo>
                    <a:pt x="789711" y="5892"/>
                  </a:lnTo>
                  <a:lnTo>
                    <a:pt x="745578" y="10363"/>
                  </a:lnTo>
                  <a:lnTo>
                    <a:pt x="704456" y="23164"/>
                  </a:lnTo>
                  <a:lnTo>
                    <a:pt x="668655" y="42659"/>
                  </a:lnTo>
                  <a:lnTo>
                    <a:pt x="655053" y="36195"/>
                  </a:lnTo>
                  <a:lnTo>
                    <a:pt x="611543" y="20561"/>
                  </a:lnTo>
                  <a:lnTo>
                    <a:pt x="566610" y="9220"/>
                  </a:lnTo>
                  <a:lnTo>
                    <a:pt x="520585" y="2324"/>
                  </a:lnTo>
                  <a:lnTo>
                    <a:pt x="473760" y="0"/>
                  </a:lnTo>
                  <a:lnTo>
                    <a:pt x="425310" y="2463"/>
                  </a:lnTo>
                  <a:lnTo>
                    <a:pt x="378282" y="9664"/>
                  </a:lnTo>
                  <a:lnTo>
                    <a:pt x="332879" y="21386"/>
                  </a:lnTo>
                  <a:lnTo>
                    <a:pt x="289344" y="37376"/>
                  </a:lnTo>
                  <a:lnTo>
                    <a:pt x="247929" y="57404"/>
                  </a:lnTo>
                  <a:lnTo>
                    <a:pt x="208876" y="81216"/>
                  </a:lnTo>
                  <a:lnTo>
                    <a:pt x="172402" y="108597"/>
                  </a:lnTo>
                  <a:lnTo>
                    <a:pt x="138760" y="139280"/>
                  </a:lnTo>
                  <a:lnTo>
                    <a:pt x="108178" y="173050"/>
                  </a:lnTo>
                  <a:lnTo>
                    <a:pt x="80911" y="209664"/>
                  </a:lnTo>
                  <a:lnTo>
                    <a:pt x="57175" y="248869"/>
                  </a:lnTo>
                  <a:lnTo>
                    <a:pt x="37223" y="290436"/>
                  </a:lnTo>
                  <a:lnTo>
                    <a:pt x="21297" y="334124"/>
                  </a:lnTo>
                  <a:lnTo>
                    <a:pt x="9626" y="379704"/>
                  </a:lnTo>
                  <a:lnTo>
                    <a:pt x="2438" y="426923"/>
                  </a:lnTo>
                  <a:lnTo>
                    <a:pt x="2362" y="428536"/>
                  </a:lnTo>
                  <a:lnTo>
                    <a:pt x="0" y="475538"/>
                  </a:lnTo>
                  <a:lnTo>
                    <a:pt x="2438" y="524154"/>
                  </a:lnTo>
                  <a:lnTo>
                    <a:pt x="9626" y="571373"/>
                  </a:lnTo>
                  <a:lnTo>
                    <a:pt x="21297" y="616953"/>
                  </a:lnTo>
                  <a:lnTo>
                    <a:pt x="37223" y="660641"/>
                  </a:lnTo>
                  <a:lnTo>
                    <a:pt x="57175" y="702208"/>
                  </a:lnTo>
                  <a:lnTo>
                    <a:pt x="80911" y="741413"/>
                  </a:lnTo>
                  <a:lnTo>
                    <a:pt x="108178" y="778027"/>
                  </a:lnTo>
                  <a:lnTo>
                    <a:pt x="138760" y="811796"/>
                  </a:lnTo>
                  <a:lnTo>
                    <a:pt x="172402" y="842479"/>
                  </a:lnTo>
                  <a:lnTo>
                    <a:pt x="208876" y="869861"/>
                  </a:lnTo>
                  <a:lnTo>
                    <a:pt x="247929" y="893673"/>
                  </a:lnTo>
                  <a:lnTo>
                    <a:pt x="289344" y="913701"/>
                  </a:lnTo>
                  <a:lnTo>
                    <a:pt x="332879" y="929690"/>
                  </a:lnTo>
                  <a:lnTo>
                    <a:pt x="378282" y="941412"/>
                  </a:lnTo>
                  <a:lnTo>
                    <a:pt x="425310" y="948613"/>
                  </a:lnTo>
                  <a:lnTo>
                    <a:pt x="473760" y="951077"/>
                  </a:lnTo>
                  <a:lnTo>
                    <a:pt x="522198" y="948613"/>
                  </a:lnTo>
                  <a:lnTo>
                    <a:pt x="569239" y="941412"/>
                  </a:lnTo>
                  <a:lnTo>
                    <a:pt x="614641" y="929690"/>
                  </a:lnTo>
                  <a:lnTo>
                    <a:pt x="658164" y="913701"/>
                  </a:lnTo>
                  <a:lnTo>
                    <a:pt x="699579" y="893673"/>
                  </a:lnTo>
                  <a:lnTo>
                    <a:pt x="738632" y="869861"/>
                  </a:lnTo>
                  <a:lnTo>
                    <a:pt x="775106" y="842479"/>
                  </a:lnTo>
                  <a:lnTo>
                    <a:pt x="808748" y="811796"/>
                  </a:lnTo>
                  <a:lnTo>
                    <a:pt x="839330" y="778027"/>
                  </a:lnTo>
                  <a:lnTo>
                    <a:pt x="866597" y="741413"/>
                  </a:lnTo>
                  <a:lnTo>
                    <a:pt x="890333" y="702208"/>
                  </a:lnTo>
                  <a:lnTo>
                    <a:pt x="910285" y="660641"/>
                  </a:lnTo>
                  <a:lnTo>
                    <a:pt x="926211" y="616953"/>
                  </a:lnTo>
                  <a:lnTo>
                    <a:pt x="937882" y="571373"/>
                  </a:lnTo>
                  <a:lnTo>
                    <a:pt x="945070" y="524154"/>
                  </a:lnTo>
                  <a:lnTo>
                    <a:pt x="947508" y="475538"/>
                  </a:lnTo>
                  <a:lnTo>
                    <a:pt x="945197" y="428536"/>
                  </a:lnTo>
                  <a:lnTo>
                    <a:pt x="938834" y="385838"/>
                  </a:lnTo>
                  <a:lnTo>
                    <a:pt x="944600" y="381063"/>
                  </a:lnTo>
                  <a:lnTo>
                    <a:pt x="971346" y="348538"/>
                  </a:lnTo>
                  <a:lnTo>
                    <a:pt x="991539" y="311213"/>
                  </a:lnTo>
                  <a:lnTo>
                    <a:pt x="1004303" y="269951"/>
                  </a:lnTo>
                  <a:lnTo>
                    <a:pt x="1008761" y="225666"/>
                  </a:lnTo>
                  <a:close/>
                </a:path>
              </a:pathLst>
            </a:custGeom>
            <a:solidFill>
              <a:srgbClr val="D844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637668" y="933754"/>
              <a:ext cx="711200" cy="646430"/>
            </a:xfrm>
            <a:custGeom>
              <a:avLst/>
              <a:gdLst/>
              <a:ahLst/>
              <a:cxnLst/>
              <a:rect l="l" t="t" r="r" b="b"/>
              <a:pathLst>
                <a:path w="711200" h="646430">
                  <a:moveTo>
                    <a:pt x="710984" y="146672"/>
                  </a:moveTo>
                  <a:lnTo>
                    <a:pt x="699846" y="90551"/>
                  </a:lnTo>
                  <a:lnTo>
                    <a:pt x="668147" y="42964"/>
                  </a:lnTo>
                  <a:lnTo>
                    <a:pt x="620699" y="11163"/>
                  </a:lnTo>
                  <a:lnTo>
                    <a:pt x="564743" y="0"/>
                  </a:lnTo>
                  <a:lnTo>
                    <a:pt x="518515" y="7480"/>
                  </a:lnTo>
                  <a:lnTo>
                    <a:pt x="478370" y="28308"/>
                  </a:lnTo>
                  <a:lnTo>
                    <a:pt x="469430" y="37274"/>
                  </a:lnTo>
                  <a:lnTo>
                    <a:pt x="467512" y="36093"/>
                  </a:lnTo>
                  <a:lnTo>
                    <a:pt x="421157" y="16840"/>
                  </a:lnTo>
                  <a:lnTo>
                    <a:pt x="372237" y="5016"/>
                  </a:lnTo>
                  <a:lnTo>
                    <a:pt x="321627" y="1003"/>
                  </a:lnTo>
                  <a:lnTo>
                    <a:pt x="274104" y="4495"/>
                  </a:lnTo>
                  <a:lnTo>
                    <a:pt x="228739" y="14655"/>
                  </a:lnTo>
                  <a:lnTo>
                    <a:pt x="186042" y="30988"/>
                  </a:lnTo>
                  <a:lnTo>
                    <a:pt x="146494" y="52984"/>
                  </a:lnTo>
                  <a:lnTo>
                    <a:pt x="110617" y="80137"/>
                  </a:lnTo>
                  <a:lnTo>
                    <a:pt x="78892" y="111963"/>
                  </a:lnTo>
                  <a:lnTo>
                    <a:pt x="51816" y="147955"/>
                  </a:lnTo>
                  <a:lnTo>
                    <a:pt x="29895" y="187629"/>
                  </a:lnTo>
                  <a:lnTo>
                    <a:pt x="13614" y="230466"/>
                  </a:lnTo>
                  <a:lnTo>
                    <a:pt x="3492" y="275971"/>
                  </a:lnTo>
                  <a:lnTo>
                    <a:pt x="0" y="323646"/>
                  </a:lnTo>
                  <a:lnTo>
                    <a:pt x="3492" y="371322"/>
                  </a:lnTo>
                  <a:lnTo>
                    <a:pt x="13614" y="416839"/>
                  </a:lnTo>
                  <a:lnTo>
                    <a:pt x="29895" y="459663"/>
                  </a:lnTo>
                  <a:lnTo>
                    <a:pt x="51816" y="499338"/>
                  </a:lnTo>
                  <a:lnTo>
                    <a:pt x="78892" y="535330"/>
                  </a:lnTo>
                  <a:lnTo>
                    <a:pt x="110617" y="567156"/>
                  </a:lnTo>
                  <a:lnTo>
                    <a:pt x="146494" y="594321"/>
                  </a:lnTo>
                  <a:lnTo>
                    <a:pt x="186042" y="616305"/>
                  </a:lnTo>
                  <a:lnTo>
                    <a:pt x="228739" y="632637"/>
                  </a:lnTo>
                  <a:lnTo>
                    <a:pt x="274104" y="642797"/>
                  </a:lnTo>
                  <a:lnTo>
                    <a:pt x="321627" y="646303"/>
                  </a:lnTo>
                  <a:lnTo>
                    <a:pt x="369150" y="642797"/>
                  </a:lnTo>
                  <a:lnTo>
                    <a:pt x="414515" y="632637"/>
                  </a:lnTo>
                  <a:lnTo>
                    <a:pt x="457212" y="616305"/>
                  </a:lnTo>
                  <a:lnTo>
                    <a:pt x="496760" y="594321"/>
                  </a:lnTo>
                  <a:lnTo>
                    <a:pt x="532638" y="567156"/>
                  </a:lnTo>
                  <a:lnTo>
                    <a:pt x="564362" y="535330"/>
                  </a:lnTo>
                  <a:lnTo>
                    <a:pt x="591439" y="499338"/>
                  </a:lnTo>
                  <a:lnTo>
                    <a:pt x="613359" y="459663"/>
                  </a:lnTo>
                  <a:lnTo>
                    <a:pt x="629640" y="416839"/>
                  </a:lnTo>
                  <a:lnTo>
                    <a:pt x="639762" y="371322"/>
                  </a:lnTo>
                  <a:lnTo>
                    <a:pt x="643255" y="323646"/>
                  </a:lnTo>
                  <a:lnTo>
                    <a:pt x="639241" y="272872"/>
                  </a:lnTo>
                  <a:lnTo>
                    <a:pt x="638873" y="271399"/>
                  </a:lnTo>
                  <a:lnTo>
                    <a:pt x="651103" y="265049"/>
                  </a:lnTo>
                  <a:lnTo>
                    <a:pt x="682764" y="233299"/>
                  </a:lnTo>
                  <a:lnTo>
                    <a:pt x="703529" y="193040"/>
                  </a:lnTo>
                  <a:lnTo>
                    <a:pt x="710984" y="1466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684507" y="981872"/>
              <a:ext cx="549910" cy="551180"/>
            </a:xfrm>
            <a:custGeom>
              <a:avLst/>
              <a:gdLst/>
              <a:ahLst/>
              <a:cxnLst/>
              <a:rect l="l" t="t" r="r" b="b"/>
              <a:pathLst>
                <a:path w="549909" h="551180">
                  <a:moveTo>
                    <a:pt x="274792" y="551022"/>
                  </a:moveTo>
                  <a:lnTo>
                    <a:pt x="225398" y="546583"/>
                  </a:lnTo>
                  <a:lnTo>
                    <a:pt x="178908" y="533785"/>
                  </a:lnTo>
                  <a:lnTo>
                    <a:pt x="136099" y="513406"/>
                  </a:lnTo>
                  <a:lnTo>
                    <a:pt x="97747" y="486225"/>
                  </a:lnTo>
                  <a:lnTo>
                    <a:pt x="64627" y="453019"/>
                  </a:lnTo>
                  <a:lnTo>
                    <a:pt x="37517" y="414566"/>
                  </a:lnTo>
                  <a:lnTo>
                    <a:pt x="17191" y="371645"/>
                  </a:lnTo>
                  <a:lnTo>
                    <a:pt x="4427" y="325034"/>
                  </a:lnTo>
                  <a:lnTo>
                    <a:pt x="0" y="275511"/>
                  </a:lnTo>
                  <a:lnTo>
                    <a:pt x="4427" y="225987"/>
                  </a:lnTo>
                  <a:lnTo>
                    <a:pt x="17191" y="179376"/>
                  </a:lnTo>
                  <a:lnTo>
                    <a:pt x="37517" y="136455"/>
                  </a:lnTo>
                  <a:lnTo>
                    <a:pt x="64627" y="98002"/>
                  </a:lnTo>
                  <a:lnTo>
                    <a:pt x="97747" y="64796"/>
                  </a:lnTo>
                  <a:lnTo>
                    <a:pt x="136099" y="37615"/>
                  </a:lnTo>
                  <a:lnTo>
                    <a:pt x="178908" y="17236"/>
                  </a:lnTo>
                  <a:lnTo>
                    <a:pt x="225398" y="4438"/>
                  </a:lnTo>
                  <a:lnTo>
                    <a:pt x="274792" y="0"/>
                  </a:lnTo>
                  <a:lnTo>
                    <a:pt x="328652" y="5342"/>
                  </a:lnTo>
                  <a:lnTo>
                    <a:pt x="379951" y="20972"/>
                  </a:lnTo>
                  <a:lnTo>
                    <a:pt x="427247" y="46289"/>
                  </a:lnTo>
                  <a:lnTo>
                    <a:pt x="469099" y="80695"/>
                  </a:lnTo>
                  <a:lnTo>
                    <a:pt x="503416" y="122657"/>
                  </a:lnTo>
                  <a:lnTo>
                    <a:pt x="528667" y="170077"/>
                  </a:lnTo>
                  <a:lnTo>
                    <a:pt x="544256" y="221510"/>
                  </a:lnTo>
                  <a:lnTo>
                    <a:pt x="549585" y="275511"/>
                  </a:lnTo>
                  <a:lnTo>
                    <a:pt x="545158" y="325034"/>
                  </a:lnTo>
                  <a:lnTo>
                    <a:pt x="532393" y="371645"/>
                  </a:lnTo>
                  <a:lnTo>
                    <a:pt x="512068" y="414566"/>
                  </a:lnTo>
                  <a:lnTo>
                    <a:pt x="484957" y="453019"/>
                  </a:lnTo>
                  <a:lnTo>
                    <a:pt x="451838" y="486225"/>
                  </a:lnTo>
                  <a:lnTo>
                    <a:pt x="413485" y="513406"/>
                  </a:lnTo>
                  <a:lnTo>
                    <a:pt x="370676" y="533785"/>
                  </a:lnTo>
                  <a:lnTo>
                    <a:pt x="324186" y="546583"/>
                  </a:lnTo>
                  <a:lnTo>
                    <a:pt x="274792" y="551022"/>
                  </a:lnTo>
                  <a:close/>
                </a:path>
              </a:pathLst>
            </a:custGeom>
            <a:solidFill>
              <a:srgbClr val="D8443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02192" y="979635"/>
              <a:ext cx="200717" cy="201616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6816814" y="1115072"/>
              <a:ext cx="285115" cy="284480"/>
            </a:xfrm>
            <a:custGeom>
              <a:avLst/>
              <a:gdLst/>
              <a:ahLst/>
              <a:cxnLst/>
              <a:rect l="l" t="t" r="r" b="b"/>
              <a:pathLst>
                <a:path w="285115" h="284480">
                  <a:moveTo>
                    <a:pt x="284949" y="113030"/>
                  </a:moveTo>
                  <a:lnTo>
                    <a:pt x="170916" y="113030"/>
                  </a:lnTo>
                  <a:lnTo>
                    <a:pt x="170916" y="0"/>
                  </a:lnTo>
                  <a:lnTo>
                    <a:pt x="114046" y="0"/>
                  </a:lnTo>
                  <a:lnTo>
                    <a:pt x="114046" y="113030"/>
                  </a:lnTo>
                  <a:lnTo>
                    <a:pt x="0" y="113030"/>
                  </a:lnTo>
                  <a:lnTo>
                    <a:pt x="0" y="170180"/>
                  </a:lnTo>
                  <a:lnTo>
                    <a:pt x="114046" y="170180"/>
                  </a:lnTo>
                  <a:lnTo>
                    <a:pt x="114046" y="284480"/>
                  </a:lnTo>
                  <a:lnTo>
                    <a:pt x="170916" y="284480"/>
                  </a:lnTo>
                  <a:lnTo>
                    <a:pt x="170916" y="170180"/>
                  </a:lnTo>
                  <a:lnTo>
                    <a:pt x="284949" y="170180"/>
                  </a:lnTo>
                  <a:lnTo>
                    <a:pt x="284949" y="1130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918717" y="783297"/>
              <a:ext cx="868044" cy="951230"/>
            </a:xfrm>
            <a:custGeom>
              <a:avLst/>
              <a:gdLst/>
              <a:ahLst/>
              <a:cxnLst/>
              <a:rect l="l" t="t" r="r" b="b"/>
              <a:pathLst>
                <a:path w="868045" h="951230">
                  <a:moveTo>
                    <a:pt x="830529" y="295325"/>
                  </a:moveTo>
                  <a:lnTo>
                    <a:pt x="568553" y="24155"/>
                  </a:lnTo>
                  <a:lnTo>
                    <a:pt x="568553" y="295325"/>
                  </a:lnTo>
                  <a:lnTo>
                    <a:pt x="830529" y="295325"/>
                  </a:lnTo>
                  <a:close/>
                </a:path>
                <a:path w="868045" h="951230">
                  <a:moveTo>
                    <a:pt x="867689" y="328777"/>
                  </a:moveTo>
                  <a:lnTo>
                    <a:pt x="536968" y="328777"/>
                  </a:lnTo>
                  <a:lnTo>
                    <a:pt x="536968" y="0"/>
                  </a:lnTo>
                  <a:lnTo>
                    <a:pt x="0" y="1866"/>
                  </a:lnTo>
                  <a:lnTo>
                    <a:pt x="0" y="951001"/>
                  </a:lnTo>
                  <a:lnTo>
                    <a:pt x="867689" y="951001"/>
                  </a:lnTo>
                  <a:lnTo>
                    <a:pt x="867689" y="328777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8072768" y="1179906"/>
              <a:ext cx="509905" cy="509270"/>
            </a:xfrm>
            <a:custGeom>
              <a:avLst/>
              <a:gdLst/>
              <a:ahLst/>
              <a:cxnLst/>
              <a:rect l="l" t="t" r="r" b="b"/>
              <a:pathLst>
                <a:path w="509904" h="509269">
                  <a:moveTo>
                    <a:pt x="254717" y="509271"/>
                  </a:moveTo>
                  <a:lnTo>
                    <a:pt x="208931" y="505169"/>
                  </a:lnTo>
                  <a:lnTo>
                    <a:pt x="165838" y="493341"/>
                  </a:lnTo>
                  <a:lnTo>
                    <a:pt x="126156" y="474506"/>
                  </a:lnTo>
                  <a:lnTo>
                    <a:pt x="90606" y="449384"/>
                  </a:lnTo>
                  <a:lnTo>
                    <a:pt x="59906" y="418694"/>
                  </a:lnTo>
                  <a:lnTo>
                    <a:pt x="34776" y="383155"/>
                  </a:lnTo>
                  <a:lnTo>
                    <a:pt x="15935" y="343486"/>
                  </a:lnTo>
                  <a:lnTo>
                    <a:pt x="4103" y="300406"/>
                  </a:lnTo>
                  <a:lnTo>
                    <a:pt x="0" y="254635"/>
                  </a:lnTo>
                  <a:lnTo>
                    <a:pt x="4103" y="208864"/>
                  </a:lnTo>
                  <a:lnTo>
                    <a:pt x="15935" y="165785"/>
                  </a:lnTo>
                  <a:lnTo>
                    <a:pt x="34776" y="126116"/>
                  </a:lnTo>
                  <a:lnTo>
                    <a:pt x="59906" y="90577"/>
                  </a:lnTo>
                  <a:lnTo>
                    <a:pt x="90606" y="59887"/>
                  </a:lnTo>
                  <a:lnTo>
                    <a:pt x="126156" y="34765"/>
                  </a:lnTo>
                  <a:lnTo>
                    <a:pt x="165838" y="15930"/>
                  </a:lnTo>
                  <a:lnTo>
                    <a:pt x="208931" y="4102"/>
                  </a:lnTo>
                  <a:lnTo>
                    <a:pt x="254717" y="0"/>
                  </a:lnTo>
                  <a:lnTo>
                    <a:pt x="304643" y="4937"/>
                  </a:lnTo>
                  <a:lnTo>
                    <a:pt x="352194" y="19383"/>
                  </a:lnTo>
                  <a:lnTo>
                    <a:pt x="396035" y="42781"/>
                  </a:lnTo>
                  <a:lnTo>
                    <a:pt x="434830" y="74581"/>
                  </a:lnTo>
                  <a:lnTo>
                    <a:pt x="466640" y="113363"/>
                  </a:lnTo>
                  <a:lnTo>
                    <a:pt x="490046" y="157190"/>
                  </a:lnTo>
                  <a:lnTo>
                    <a:pt x="504496" y="204726"/>
                  </a:lnTo>
                  <a:lnTo>
                    <a:pt x="509435" y="254635"/>
                  </a:lnTo>
                  <a:lnTo>
                    <a:pt x="505332" y="300406"/>
                  </a:lnTo>
                  <a:lnTo>
                    <a:pt x="493500" y="343486"/>
                  </a:lnTo>
                  <a:lnTo>
                    <a:pt x="474659" y="383155"/>
                  </a:lnTo>
                  <a:lnTo>
                    <a:pt x="449529" y="418694"/>
                  </a:lnTo>
                  <a:lnTo>
                    <a:pt x="418829" y="449384"/>
                  </a:lnTo>
                  <a:lnTo>
                    <a:pt x="383278" y="474506"/>
                  </a:lnTo>
                  <a:lnTo>
                    <a:pt x="343597" y="493341"/>
                  </a:lnTo>
                  <a:lnTo>
                    <a:pt x="300503" y="505169"/>
                  </a:lnTo>
                  <a:lnTo>
                    <a:pt x="254717" y="5092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8107936" y="1215063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19">
                  <a:moveTo>
                    <a:pt x="219510" y="438880"/>
                  </a:moveTo>
                  <a:lnTo>
                    <a:pt x="175271" y="434421"/>
                  </a:lnTo>
                  <a:lnTo>
                    <a:pt x="134067" y="421635"/>
                  </a:lnTo>
                  <a:lnTo>
                    <a:pt x="96780" y="401403"/>
                  </a:lnTo>
                  <a:lnTo>
                    <a:pt x="64293" y="374607"/>
                  </a:lnTo>
                  <a:lnTo>
                    <a:pt x="37488" y="342131"/>
                  </a:lnTo>
                  <a:lnTo>
                    <a:pt x="17250" y="304856"/>
                  </a:lnTo>
                  <a:lnTo>
                    <a:pt x="4459" y="263664"/>
                  </a:lnTo>
                  <a:lnTo>
                    <a:pt x="0" y="219440"/>
                  </a:lnTo>
                  <a:lnTo>
                    <a:pt x="4337" y="176429"/>
                  </a:lnTo>
                  <a:lnTo>
                    <a:pt x="17250" y="134024"/>
                  </a:lnTo>
                  <a:lnTo>
                    <a:pt x="37488" y="96749"/>
                  </a:lnTo>
                  <a:lnTo>
                    <a:pt x="64293" y="64272"/>
                  </a:lnTo>
                  <a:lnTo>
                    <a:pt x="96780" y="37476"/>
                  </a:lnTo>
                  <a:lnTo>
                    <a:pt x="134067" y="17244"/>
                  </a:lnTo>
                  <a:lnTo>
                    <a:pt x="175271" y="4458"/>
                  </a:lnTo>
                  <a:lnTo>
                    <a:pt x="219510" y="0"/>
                  </a:lnTo>
                  <a:lnTo>
                    <a:pt x="262535" y="4255"/>
                  </a:lnTo>
                  <a:lnTo>
                    <a:pt x="303514" y="16703"/>
                  </a:lnTo>
                  <a:lnTo>
                    <a:pt x="341295" y="36868"/>
                  </a:lnTo>
                  <a:lnTo>
                    <a:pt x="374727" y="64272"/>
                  </a:lnTo>
                  <a:lnTo>
                    <a:pt x="402140" y="97694"/>
                  </a:lnTo>
                  <a:lnTo>
                    <a:pt x="422312" y="135463"/>
                  </a:lnTo>
                  <a:lnTo>
                    <a:pt x="434764" y="176429"/>
                  </a:lnTo>
                  <a:lnTo>
                    <a:pt x="439021" y="219440"/>
                  </a:lnTo>
                  <a:lnTo>
                    <a:pt x="434561" y="263664"/>
                  </a:lnTo>
                  <a:lnTo>
                    <a:pt x="421771" y="304856"/>
                  </a:lnTo>
                  <a:lnTo>
                    <a:pt x="401532" y="342131"/>
                  </a:lnTo>
                  <a:lnTo>
                    <a:pt x="374728" y="374607"/>
                  </a:lnTo>
                  <a:lnTo>
                    <a:pt x="342241" y="401403"/>
                  </a:lnTo>
                  <a:lnTo>
                    <a:pt x="304954" y="421635"/>
                  </a:lnTo>
                  <a:lnTo>
                    <a:pt x="263750" y="434421"/>
                  </a:lnTo>
                  <a:lnTo>
                    <a:pt x="219510" y="438880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43065" y="1169583"/>
              <a:ext cx="489296" cy="465625"/>
            </a:xfrm>
            <a:prstGeom prst="rect">
              <a:avLst/>
            </a:prstGeom>
          </p:spPr>
        </p:pic>
      </p:grpSp>
      <p:sp>
        <p:nvSpPr>
          <p:cNvPr id="22" name="object 22" descr=""/>
          <p:cNvSpPr txBox="1"/>
          <p:nvPr/>
        </p:nvSpPr>
        <p:spPr>
          <a:xfrm>
            <a:off x="426484" y="1062883"/>
            <a:ext cx="4353560" cy="2312035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dirty="0" sz="1800" spc="-10" b="1">
                <a:solidFill>
                  <a:srgbClr val="666666"/>
                </a:solidFill>
                <a:latin typeface="Roboto"/>
                <a:cs typeface="Roboto"/>
              </a:rPr>
              <a:t>Problem:</a:t>
            </a:r>
            <a:r>
              <a:rPr dirty="0" sz="1800" spc="-30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how</a:t>
            </a:r>
            <a:r>
              <a:rPr dirty="0" sz="1800" spc="-30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to</a:t>
            </a:r>
            <a:r>
              <a:rPr dirty="0" sz="1800" spc="-30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run</a:t>
            </a:r>
            <a:r>
              <a:rPr dirty="0" sz="1800" spc="-30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a</a:t>
            </a:r>
            <a:r>
              <a:rPr dirty="0" sz="1800" spc="-30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Pod</a:t>
            </a:r>
            <a:r>
              <a:rPr dirty="0" sz="1800" spc="-25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on</a:t>
            </a:r>
            <a:r>
              <a:rPr dirty="0" sz="1800" spc="-30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every</a:t>
            </a:r>
            <a:r>
              <a:rPr dirty="0" sz="1800" spc="-30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 b="1">
                <a:solidFill>
                  <a:srgbClr val="666666"/>
                </a:solidFill>
                <a:latin typeface="Roboto"/>
                <a:cs typeface="Roboto"/>
              </a:rPr>
              <a:t>node?</a:t>
            </a:r>
            <a:endParaRPr sz="1800">
              <a:latin typeface="Roboto"/>
              <a:cs typeface="Roboto"/>
            </a:endParaRPr>
          </a:p>
          <a:p>
            <a:pPr marL="354965" indent="-229235">
              <a:lnSpc>
                <a:spcPct val="100000"/>
              </a:lnSpc>
              <a:spcBef>
                <a:spcPts val="330"/>
              </a:spcBef>
              <a:buChar char="•"/>
              <a:tabLst>
                <a:tab pos="354965" algn="l"/>
              </a:tabLst>
            </a:pP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or</a:t>
            </a:r>
            <a:r>
              <a:rPr dirty="0" sz="1500" spc="-1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a</a:t>
            </a:r>
            <a:r>
              <a:rPr dirty="0" sz="1500" spc="-1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subset</a:t>
            </a:r>
            <a:r>
              <a:rPr dirty="0" sz="1500" spc="-1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of</a:t>
            </a:r>
            <a:r>
              <a:rPr dirty="0" sz="1500" spc="-1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 spc="-20">
                <a:solidFill>
                  <a:srgbClr val="666666"/>
                </a:solidFill>
                <a:latin typeface="Roboto"/>
                <a:cs typeface="Roboto"/>
              </a:rPr>
              <a:t>nodes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Similar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to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ReplicaSet</a:t>
            </a:r>
            <a:endParaRPr sz="1800">
              <a:latin typeface="Roboto"/>
              <a:cs typeface="Roboto"/>
            </a:endParaRPr>
          </a:p>
          <a:p>
            <a:pPr marL="354965" indent="-229235">
              <a:lnSpc>
                <a:spcPct val="100000"/>
              </a:lnSpc>
              <a:spcBef>
                <a:spcPts val="330"/>
              </a:spcBef>
              <a:buChar char="•"/>
              <a:tabLst>
                <a:tab pos="354965" algn="l"/>
              </a:tabLst>
            </a:pP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principle:</a:t>
            </a:r>
            <a:r>
              <a:rPr dirty="0" sz="15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do</a:t>
            </a:r>
            <a:r>
              <a:rPr dirty="0" sz="15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one</a:t>
            </a:r>
            <a:r>
              <a:rPr dirty="0" sz="15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thing,</a:t>
            </a:r>
            <a:r>
              <a:rPr dirty="0" sz="15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don’t</a:t>
            </a:r>
            <a:r>
              <a:rPr dirty="0" sz="15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666666"/>
                </a:solidFill>
                <a:latin typeface="Roboto"/>
                <a:cs typeface="Roboto"/>
              </a:rPr>
              <a:t>overload</a:t>
            </a:r>
            <a:endParaRPr sz="1500">
              <a:latin typeface="Roboto"/>
              <a:cs typeface="Roboto"/>
            </a:endParaRPr>
          </a:p>
          <a:p>
            <a:pPr marL="12700" marR="1218565">
              <a:lnSpc>
                <a:spcPts val="3750"/>
              </a:lnSpc>
              <a:spcBef>
                <a:spcPts val="160"/>
              </a:spcBef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“Which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nodes?”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is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selector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Use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familiar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tools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and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patterns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7978698" y="844725"/>
            <a:ext cx="34099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solidFill>
                  <a:srgbClr val="FFFFFF"/>
                </a:solidFill>
                <a:latin typeface="Roboto"/>
                <a:cs typeface="Roboto"/>
              </a:rPr>
              <a:t>Pod</a:t>
            </a:r>
            <a:endParaRPr sz="1400">
              <a:latin typeface="Roboto"/>
              <a:cs typeface="Roboto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5672419" y="2904648"/>
            <a:ext cx="2783205" cy="1233805"/>
            <a:chOff x="5672419" y="2904648"/>
            <a:chExt cx="2783205" cy="1233805"/>
          </a:xfrm>
        </p:grpSpPr>
        <p:sp>
          <p:nvSpPr>
            <p:cNvPr id="25" name="object 25" descr=""/>
            <p:cNvSpPr/>
            <p:nvPr/>
          </p:nvSpPr>
          <p:spPr>
            <a:xfrm>
              <a:off x="5672419" y="3575768"/>
              <a:ext cx="518795" cy="518795"/>
            </a:xfrm>
            <a:custGeom>
              <a:avLst/>
              <a:gdLst/>
              <a:ahLst/>
              <a:cxnLst/>
              <a:rect l="l" t="t" r="r" b="b"/>
              <a:pathLst>
                <a:path w="518795" h="518795">
                  <a:moveTo>
                    <a:pt x="259283" y="518424"/>
                  </a:moveTo>
                  <a:lnTo>
                    <a:pt x="212676" y="514248"/>
                  </a:lnTo>
                  <a:lnTo>
                    <a:pt x="168811" y="502207"/>
                  </a:lnTo>
                  <a:lnTo>
                    <a:pt x="128418" y="483034"/>
                  </a:lnTo>
                  <a:lnTo>
                    <a:pt x="92230" y="457461"/>
                  </a:lnTo>
                  <a:lnTo>
                    <a:pt x="60980" y="426219"/>
                  </a:lnTo>
                  <a:lnTo>
                    <a:pt x="35399" y="390041"/>
                  </a:lnTo>
                  <a:lnTo>
                    <a:pt x="16221" y="349660"/>
                  </a:lnTo>
                  <a:lnTo>
                    <a:pt x="4177" y="305806"/>
                  </a:lnTo>
                  <a:lnTo>
                    <a:pt x="0" y="259212"/>
                  </a:lnTo>
                  <a:lnTo>
                    <a:pt x="4177" y="212618"/>
                  </a:lnTo>
                  <a:lnTo>
                    <a:pt x="16221" y="168764"/>
                  </a:lnTo>
                  <a:lnTo>
                    <a:pt x="35399" y="128382"/>
                  </a:lnTo>
                  <a:lnTo>
                    <a:pt x="60980" y="92205"/>
                  </a:lnTo>
                  <a:lnTo>
                    <a:pt x="92230" y="60963"/>
                  </a:lnTo>
                  <a:lnTo>
                    <a:pt x="128418" y="35390"/>
                  </a:lnTo>
                  <a:lnTo>
                    <a:pt x="168811" y="16216"/>
                  </a:lnTo>
                  <a:lnTo>
                    <a:pt x="212676" y="4176"/>
                  </a:lnTo>
                  <a:lnTo>
                    <a:pt x="259283" y="0"/>
                  </a:lnTo>
                  <a:lnTo>
                    <a:pt x="310103" y="5026"/>
                  </a:lnTo>
                  <a:lnTo>
                    <a:pt x="358507" y="19731"/>
                  </a:lnTo>
                  <a:lnTo>
                    <a:pt x="403134" y="43550"/>
                  </a:lnTo>
                  <a:lnTo>
                    <a:pt x="442624" y="75921"/>
                  </a:lnTo>
                  <a:lnTo>
                    <a:pt x="475004" y="115401"/>
                  </a:lnTo>
                  <a:lnTo>
                    <a:pt x="498830" y="160015"/>
                  </a:lnTo>
                  <a:lnTo>
                    <a:pt x="513538" y="208406"/>
                  </a:lnTo>
                  <a:lnTo>
                    <a:pt x="518566" y="259212"/>
                  </a:lnTo>
                  <a:lnTo>
                    <a:pt x="514389" y="305806"/>
                  </a:lnTo>
                  <a:lnTo>
                    <a:pt x="502345" y="349660"/>
                  </a:lnTo>
                  <a:lnTo>
                    <a:pt x="483167" y="390041"/>
                  </a:lnTo>
                  <a:lnTo>
                    <a:pt x="457586" y="426219"/>
                  </a:lnTo>
                  <a:lnTo>
                    <a:pt x="426336" y="457461"/>
                  </a:lnTo>
                  <a:lnTo>
                    <a:pt x="390148" y="483034"/>
                  </a:lnTo>
                  <a:lnTo>
                    <a:pt x="349755" y="502207"/>
                  </a:lnTo>
                  <a:lnTo>
                    <a:pt x="305890" y="514248"/>
                  </a:lnTo>
                  <a:lnTo>
                    <a:pt x="259283" y="518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5708219" y="3611558"/>
              <a:ext cx="447040" cy="447040"/>
            </a:xfrm>
            <a:custGeom>
              <a:avLst/>
              <a:gdLst/>
              <a:ahLst/>
              <a:cxnLst/>
              <a:rect l="l" t="t" r="r" b="b"/>
              <a:pathLst>
                <a:path w="447039" h="447039">
                  <a:moveTo>
                    <a:pt x="223417" y="446713"/>
                  </a:moveTo>
                  <a:lnTo>
                    <a:pt x="178391" y="442176"/>
                  </a:lnTo>
                  <a:lnTo>
                    <a:pt x="136453" y="429161"/>
                  </a:lnTo>
                  <a:lnTo>
                    <a:pt x="98502" y="408568"/>
                  </a:lnTo>
                  <a:lnTo>
                    <a:pt x="65437" y="381294"/>
                  </a:lnTo>
                  <a:lnTo>
                    <a:pt x="38156" y="348238"/>
                  </a:lnTo>
                  <a:lnTo>
                    <a:pt x="17557" y="310297"/>
                  </a:lnTo>
                  <a:lnTo>
                    <a:pt x="4539" y="268371"/>
                  </a:lnTo>
                  <a:lnTo>
                    <a:pt x="0" y="223356"/>
                  </a:lnTo>
                  <a:lnTo>
                    <a:pt x="4414" y="179578"/>
                  </a:lnTo>
                  <a:lnTo>
                    <a:pt x="4539" y="178342"/>
                  </a:lnTo>
                  <a:lnTo>
                    <a:pt x="17557" y="136416"/>
                  </a:lnTo>
                  <a:lnTo>
                    <a:pt x="38156" y="98476"/>
                  </a:lnTo>
                  <a:lnTo>
                    <a:pt x="65438" y="65419"/>
                  </a:lnTo>
                  <a:lnTo>
                    <a:pt x="98502" y="38145"/>
                  </a:lnTo>
                  <a:lnTo>
                    <a:pt x="136453" y="17552"/>
                  </a:lnTo>
                  <a:lnTo>
                    <a:pt x="178391" y="4537"/>
                  </a:lnTo>
                  <a:lnTo>
                    <a:pt x="223417" y="0"/>
                  </a:lnTo>
                  <a:lnTo>
                    <a:pt x="267208" y="4331"/>
                  </a:lnTo>
                  <a:lnTo>
                    <a:pt x="308916" y="17001"/>
                  </a:lnTo>
                  <a:lnTo>
                    <a:pt x="347370" y="37526"/>
                  </a:lnTo>
                  <a:lnTo>
                    <a:pt x="381398" y="65419"/>
                  </a:lnTo>
                  <a:lnTo>
                    <a:pt x="409299" y="99438"/>
                  </a:lnTo>
                  <a:lnTo>
                    <a:pt x="429829" y="137881"/>
                  </a:lnTo>
                  <a:lnTo>
                    <a:pt x="442503" y="179578"/>
                  </a:lnTo>
                  <a:lnTo>
                    <a:pt x="446836" y="223356"/>
                  </a:lnTo>
                  <a:lnTo>
                    <a:pt x="442297" y="268371"/>
                  </a:lnTo>
                  <a:lnTo>
                    <a:pt x="429278" y="310297"/>
                  </a:lnTo>
                  <a:lnTo>
                    <a:pt x="408679" y="348238"/>
                  </a:lnTo>
                  <a:lnTo>
                    <a:pt x="381398" y="381294"/>
                  </a:lnTo>
                  <a:lnTo>
                    <a:pt x="348333" y="408568"/>
                  </a:lnTo>
                  <a:lnTo>
                    <a:pt x="310382" y="429161"/>
                  </a:lnTo>
                  <a:lnTo>
                    <a:pt x="268444" y="442176"/>
                  </a:lnTo>
                  <a:lnTo>
                    <a:pt x="223417" y="446713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44294" y="3565370"/>
              <a:ext cx="497892" cy="473726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6547857" y="2904648"/>
              <a:ext cx="883919" cy="1233805"/>
            </a:xfrm>
            <a:custGeom>
              <a:avLst/>
              <a:gdLst/>
              <a:ahLst/>
              <a:cxnLst/>
              <a:rect l="l" t="t" r="r" b="b"/>
              <a:pathLst>
                <a:path w="883920" h="1233804">
                  <a:moveTo>
                    <a:pt x="736506" y="1233450"/>
                  </a:moveTo>
                  <a:lnTo>
                    <a:pt x="147304" y="1233450"/>
                  </a:lnTo>
                  <a:lnTo>
                    <a:pt x="100745" y="1225940"/>
                  </a:lnTo>
                  <a:lnTo>
                    <a:pt x="60308" y="1205028"/>
                  </a:lnTo>
                  <a:lnTo>
                    <a:pt x="28421" y="1173141"/>
                  </a:lnTo>
                  <a:lnTo>
                    <a:pt x="7509" y="1132704"/>
                  </a:lnTo>
                  <a:lnTo>
                    <a:pt x="0" y="1086145"/>
                  </a:lnTo>
                  <a:lnTo>
                    <a:pt x="0" y="147304"/>
                  </a:lnTo>
                  <a:lnTo>
                    <a:pt x="7509" y="100745"/>
                  </a:lnTo>
                  <a:lnTo>
                    <a:pt x="28421" y="60308"/>
                  </a:lnTo>
                  <a:lnTo>
                    <a:pt x="60308" y="28421"/>
                  </a:lnTo>
                  <a:lnTo>
                    <a:pt x="100745" y="7509"/>
                  </a:lnTo>
                  <a:lnTo>
                    <a:pt x="147304" y="0"/>
                  </a:lnTo>
                  <a:lnTo>
                    <a:pt x="736506" y="0"/>
                  </a:lnTo>
                  <a:lnTo>
                    <a:pt x="792877" y="11212"/>
                  </a:lnTo>
                  <a:lnTo>
                    <a:pt x="840666" y="43144"/>
                  </a:lnTo>
                  <a:lnTo>
                    <a:pt x="872598" y="90933"/>
                  </a:lnTo>
                  <a:lnTo>
                    <a:pt x="883810" y="147304"/>
                  </a:lnTo>
                  <a:lnTo>
                    <a:pt x="883810" y="1086145"/>
                  </a:lnTo>
                  <a:lnTo>
                    <a:pt x="876301" y="1132704"/>
                  </a:lnTo>
                  <a:lnTo>
                    <a:pt x="855389" y="1173141"/>
                  </a:lnTo>
                  <a:lnTo>
                    <a:pt x="823502" y="1205028"/>
                  </a:lnTo>
                  <a:lnTo>
                    <a:pt x="783065" y="1225940"/>
                  </a:lnTo>
                  <a:lnTo>
                    <a:pt x="736506" y="1233450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6670402" y="3049642"/>
              <a:ext cx="638810" cy="473075"/>
            </a:xfrm>
            <a:custGeom>
              <a:avLst/>
              <a:gdLst/>
              <a:ahLst/>
              <a:cxnLst/>
              <a:rect l="l" t="t" r="r" b="b"/>
              <a:pathLst>
                <a:path w="638809" h="473075">
                  <a:moveTo>
                    <a:pt x="559968" y="472500"/>
                  </a:moveTo>
                  <a:lnTo>
                    <a:pt x="78751" y="472500"/>
                  </a:lnTo>
                  <a:lnTo>
                    <a:pt x="48097" y="466311"/>
                  </a:lnTo>
                  <a:lnTo>
                    <a:pt x="23065" y="449434"/>
                  </a:lnTo>
                  <a:lnTo>
                    <a:pt x="6188" y="424401"/>
                  </a:lnTo>
                  <a:lnTo>
                    <a:pt x="0" y="393748"/>
                  </a:lnTo>
                  <a:lnTo>
                    <a:pt x="0" y="78751"/>
                  </a:lnTo>
                  <a:lnTo>
                    <a:pt x="6188" y="48097"/>
                  </a:lnTo>
                  <a:lnTo>
                    <a:pt x="23065" y="23065"/>
                  </a:lnTo>
                  <a:lnTo>
                    <a:pt x="48097" y="6188"/>
                  </a:lnTo>
                  <a:lnTo>
                    <a:pt x="78751" y="0"/>
                  </a:lnTo>
                  <a:lnTo>
                    <a:pt x="559968" y="0"/>
                  </a:lnTo>
                  <a:lnTo>
                    <a:pt x="603660" y="13231"/>
                  </a:lnTo>
                  <a:lnTo>
                    <a:pt x="632725" y="48614"/>
                  </a:lnTo>
                  <a:lnTo>
                    <a:pt x="638719" y="78751"/>
                  </a:lnTo>
                  <a:lnTo>
                    <a:pt x="638719" y="393748"/>
                  </a:lnTo>
                  <a:lnTo>
                    <a:pt x="632531" y="424401"/>
                  </a:lnTo>
                  <a:lnTo>
                    <a:pt x="615654" y="449434"/>
                  </a:lnTo>
                  <a:lnTo>
                    <a:pt x="590622" y="466311"/>
                  </a:lnTo>
                  <a:lnTo>
                    <a:pt x="559968" y="4725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6757835" y="3132594"/>
              <a:ext cx="464184" cy="289560"/>
            </a:xfrm>
            <a:custGeom>
              <a:avLst/>
              <a:gdLst/>
              <a:ahLst/>
              <a:cxnLst/>
              <a:rect l="l" t="t" r="r" b="b"/>
              <a:pathLst>
                <a:path w="464184" h="289560">
                  <a:moveTo>
                    <a:pt x="463842" y="166789"/>
                  </a:moveTo>
                  <a:lnTo>
                    <a:pt x="0" y="166789"/>
                  </a:lnTo>
                  <a:lnTo>
                    <a:pt x="0" y="289191"/>
                  </a:lnTo>
                  <a:lnTo>
                    <a:pt x="463842" y="289191"/>
                  </a:lnTo>
                  <a:lnTo>
                    <a:pt x="463842" y="166789"/>
                  </a:lnTo>
                  <a:close/>
                </a:path>
                <a:path w="464184" h="289560">
                  <a:moveTo>
                    <a:pt x="463842" y="0"/>
                  </a:moveTo>
                  <a:lnTo>
                    <a:pt x="0" y="0"/>
                  </a:lnTo>
                  <a:lnTo>
                    <a:pt x="0" y="122402"/>
                  </a:lnTo>
                  <a:lnTo>
                    <a:pt x="463842" y="122402"/>
                  </a:lnTo>
                  <a:lnTo>
                    <a:pt x="463842" y="0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6704707" y="3575768"/>
              <a:ext cx="518795" cy="518795"/>
            </a:xfrm>
            <a:custGeom>
              <a:avLst/>
              <a:gdLst/>
              <a:ahLst/>
              <a:cxnLst/>
              <a:rect l="l" t="t" r="r" b="b"/>
              <a:pathLst>
                <a:path w="518795" h="518795">
                  <a:moveTo>
                    <a:pt x="259283" y="518424"/>
                  </a:moveTo>
                  <a:lnTo>
                    <a:pt x="212677" y="514248"/>
                  </a:lnTo>
                  <a:lnTo>
                    <a:pt x="168811" y="502207"/>
                  </a:lnTo>
                  <a:lnTo>
                    <a:pt x="128418" y="483034"/>
                  </a:lnTo>
                  <a:lnTo>
                    <a:pt x="92230" y="457461"/>
                  </a:lnTo>
                  <a:lnTo>
                    <a:pt x="60980" y="426219"/>
                  </a:lnTo>
                  <a:lnTo>
                    <a:pt x="35399" y="390041"/>
                  </a:lnTo>
                  <a:lnTo>
                    <a:pt x="16221" y="349660"/>
                  </a:lnTo>
                  <a:lnTo>
                    <a:pt x="4177" y="305806"/>
                  </a:lnTo>
                  <a:lnTo>
                    <a:pt x="0" y="259212"/>
                  </a:lnTo>
                  <a:lnTo>
                    <a:pt x="4177" y="212618"/>
                  </a:lnTo>
                  <a:lnTo>
                    <a:pt x="16221" y="168764"/>
                  </a:lnTo>
                  <a:lnTo>
                    <a:pt x="35399" y="128382"/>
                  </a:lnTo>
                  <a:lnTo>
                    <a:pt x="60980" y="92205"/>
                  </a:lnTo>
                  <a:lnTo>
                    <a:pt x="92230" y="60963"/>
                  </a:lnTo>
                  <a:lnTo>
                    <a:pt x="128418" y="35390"/>
                  </a:lnTo>
                  <a:lnTo>
                    <a:pt x="168811" y="16216"/>
                  </a:lnTo>
                  <a:lnTo>
                    <a:pt x="212677" y="4176"/>
                  </a:lnTo>
                  <a:lnTo>
                    <a:pt x="259283" y="0"/>
                  </a:lnTo>
                  <a:lnTo>
                    <a:pt x="310103" y="5026"/>
                  </a:lnTo>
                  <a:lnTo>
                    <a:pt x="358506" y="19731"/>
                  </a:lnTo>
                  <a:lnTo>
                    <a:pt x="403133" y="43550"/>
                  </a:lnTo>
                  <a:lnTo>
                    <a:pt x="442624" y="75921"/>
                  </a:lnTo>
                  <a:lnTo>
                    <a:pt x="475004" y="115401"/>
                  </a:lnTo>
                  <a:lnTo>
                    <a:pt x="498830" y="160015"/>
                  </a:lnTo>
                  <a:lnTo>
                    <a:pt x="513539" y="208406"/>
                  </a:lnTo>
                  <a:lnTo>
                    <a:pt x="518567" y="259212"/>
                  </a:lnTo>
                  <a:lnTo>
                    <a:pt x="514389" y="305806"/>
                  </a:lnTo>
                  <a:lnTo>
                    <a:pt x="502345" y="349660"/>
                  </a:lnTo>
                  <a:lnTo>
                    <a:pt x="483167" y="390041"/>
                  </a:lnTo>
                  <a:lnTo>
                    <a:pt x="457586" y="426219"/>
                  </a:lnTo>
                  <a:lnTo>
                    <a:pt x="426336" y="457461"/>
                  </a:lnTo>
                  <a:lnTo>
                    <a:pt x="390148" y="483034"/>
                  </a:lnTo>
                  <a:lnTo>
                    <a:pt x="349755" y="502207"/>
                  </a:lnTo>
                  <a:lnTo>
                    <a:pt x="305889" y="514248"/>
                  </a:lnTo>
                  <a:lnTo>
                    <a:pt x="259283" y="518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6740506" y="3611558"/>
              <a:ext cx="447040" cy="447040"/>
            </a:xfrm>
            <a:custGeom>
              <a:avLst/>
              <a:gdLst/>
              <a:ahLst/>
              <a:cxnLst/>
              <a:rect l="l" t="t" r="r" b="b"/>
              <a:pathLst>
                <a:path w="447040" h="447039">
                  <a:moveTo>
                    <a:pt x="223417" y="446713"/>
                  </a:moveTo>
                  <a:lnTo>
                    <a:pt x="178391" y="442176"/>
                  </a:lnTo>
                  <a:lnTo>
                    <a:pt x="136453" y="429161"/>
                  </a:lnTo>
                  <a:lnTo>
                    <a:pt x="98502" y="408568"/>
                  </a:lnTo>
                  <a:lnTo>
                    <a:pt x="65437" y="381294"/>
                  </a:lnTo>
                  <a:lnTo>
                    <a:pt x="38156" y="348238"/>
                  </a:lnTo>
                  <a:lnTo>
                    <a:pt x="17557" y="310297"/>
                  </a:lnTo>
                  <a:lnTo>
                    <a:pt x="4539" y="268371"/>
                  </a:lnTo>
                  <a:lnTo>
                    <a:pt x="0" y="223356"/>
                  </a:lnTo>
                  <a:lnTo>
                    <a:pt x="4414" y="179578"/>
                  </a:lnTo>
                  <a:lnTo>
                    <a:pt x="4539" y="178342"/>
                  </a:lnTo>
                  <a:lnTo>
                    <a:pt x="17557" y="136416"/>
                  </a:lnTo>
                  <a:lnTo>
                    <a:pt x="38156" y="98476"/>
                  </a:lnTo>
                  <a:lnTo>
                    <a:pt x="65437" y="65419"/>
                  </a:lnTo>
                  <a:lnTo>
                    <a:pt x="98502" y="38145"/>
                  </a:lnTo>
                  <a:lnTo>
                    <a:pt x="136453" y="17552"/>
                  </a:lnTo>
                  <a:lnTo>
                    <a:pt x="178391" y="4537"/>
                  </a:lnTo>
                  <a:lnTo>
                    <a:pt x="223417" y="0"/>
                  </a:lnTo>
                  <a:lnTo>
                    <a:pt x="267208" y="4331"/>
                  </a:lnTo>
                  <a:lnTo>
                    <a:pt x="308916" y="17001"/>
                  </a:lnTo>
                  <a:lnTo>
                    <a:pt x="347370" y="37526"/>
                  </a:lnTo>
                  <a:lnTo>
                    <a:pt x="381398" y="65419"/>
                  </a:lnTo>
                  <a:lnTo>
                    <a:pt x="409299" y="99438"/>
                  </a:lnTo>
                  <a:lnTo>
                    <a:pt x="429829" y="137881"/>
                  </a:lnTo>
                  <a:lnTo>
                    <a:pt x="442503" y="179578"/>
                  </a:lnTo>
                  <a:lnTo>
                    <a:pt x="446835" y="223356"/>
                  </a:lnTo>
                  <a:lnTo>
                    <a:pt x="442296" y="268371"/>
                  </a:lnTo>
                  <a:lnTo>
                    <a:pt x="429278" y="310297"/>
                  </a:lnTo>
                  <a:lnTo>
                    <a:pt x="408679" y="348238"/>
                  </a:lnTo>
                  <a:lnTo>
                    <a:pt x="381398" y="381294"/>
                  </a:lnTo>
                  <a:lnTo>
                    <a:pt x="348333" y="408568"/>
                  </a:lnTo>
                  <a:lnTo>
                    <a:pt x="310382" y="429161"/>
                  </a:lnTo>
                  <a:lnTo>
                    <a:pt x="268444" y="442176"/>
                  </a:lnTo>
                  <a:lnTo>
                    <a:pt x="223417" y="446713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76582" y="3565370"/>
              <a:ext cx="497892" cy="473726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7571348" y="2904648"/>
              <a:ext cx="883919" cy="1233805"/>
            </a:xfrm>
            <a:custGeom>
              <a:avLst/>
              <a:gdLst/>
              <a:ahLst/>
              <a:cxnLst/>
              <a:rect l="l" t="t" r="r" b="b"/>
              <a:pathLst>
                <a:path w="883920" h="1233804">
                  <a:moveTo>
                    <a:pt x="736506" y="1233450"/>
                  </a:moveTo>
                  <a:lnTo>
                    <a:pt x="147304" y="1233450"/>
                  </a:lnTo>
                  <a:lnTo>
                    <a:pt x="100744" y="1225940"/>
                  </a:lnTo>
                  <a:lnTo>
                    <a:pt x="60308" y="1205028"/>
                  </a:lnTo>
                  <a:lnTo>
                    <a:pt x="28421" y="1173141"/>
                  </a:lnTo>
                  <a:lnTo>
                    <a:pt x="7509" y="1132704"/>
                  </a:lnTo>
                  <a:lnTo>
                    <a:pt x="0" y="1086145"/>
                  </a:lnTo>
                  <a:lnTo>
                    <a:pt x="0" y="147304"/>
                  </a:lnTo>
                  <a:lnTo>
                    <a:pt x="7509" y="100745"/>
                  </a:lnTo>
                  <a:lnTo>
                    <a:pt x="28421" y="60308"/>
                  </a:lnTo>
                  <a:lnTo>
                    <a:pt x="60308" y="28421"/>
                  </a:lnTo>
                  <a:lnTo>
                    <a:pt x="100744" y="7509"/>
                  </a:lnTo>
                  <a:lnTo>
                    <a:pt x="147304" y="0"/>
                  </a:lnTo>
                  <a:lnTo>
                    <a:pt x="736506" y="0"/>
                  </a:lnTo>
                  <a:lnTo>
                    <a:pt x="792877" y="11212"/>
                  </a:lnTo>
                  <a:lnTo>
                    <a:pt x="840666" y="43144"/>
                  </a:lnTo>
                  <a:lnTo>
                    <a:pt x="872598" y="90933"/>
                  </a:lnTo>
                  <a:lnTo>
                    <a:pt x="883810" y="147304"/>
                  </a:lnTo>
                  <a:lnTo>
                    <a:pt x="883810" y="1086145"/>
                  </a:lnTo>
                  <a:lnTo>
                    <a:pt x="876301" y="1132704"/>
                  </a:lnTo>
                  <a:lnTo>
                    <a:pt x="855389" y="1173141"/>
                  </a:lnTo>
                  <a:lnTo>
                    <a:pt x="823502" y="1205028"/>
                  </a:lnTo>
                  <a:lnTo>
                    <a:pt x="783065" y="1225940"/>
                  </a:lnTo>
                  <a:lnTo>
                    <a:pt x="736506" y="1233450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7693893" y="3049642"/>
              <a:ext cx="638810" cy="473075"/>
            </a:xfrm>
            <a:custGeom>
              <a:avLst/>
              <a:gdLst/>
              <a:ahLst/>
              <a:cxnLst/>
              <a:rect l="l" t="t" r="r" b="b"/>
              <a:pathLst>
                <a:path w="638809" h="473075">
                  <a:moveTo>
                    <a:pt x="559968" y="472500"/>
                  </a:moveTo>
                  <a:lnTo>
                    <a:pt x="78751" y="472500"/>
                  </a:lnTo>
                  <a:lnTo>
                    <a:pt x="48097" y="466311"/>
                  </a:lnTo>
                  <a:lnTo>
                    <a:pt x="23065" y="449434"/>
                  </a:lnTo>
                  <a:lnTo>
                    <a:pt x="6188" y="424401"/>
                  </a:lnTo>
                  <a:lnTo>
                    <a:pt x="0" y="393748"/>
                  </a:lnTo>
                  <a:lnTo>
                    <a:pt x="0" y="78751"/>
                  </a:lnTo>
                  <a:lnTo>
                    <a:pt x="6188" y="48097"/>
                  </a:lnTo>
                  <a:lnTo>
                    <a:pt x="23065" y="23065"/>
                  </a:lnTo>
                  <a:lnTo>
                    <a:pt x="48097" y="6188"/>
                  </a:lnTo>
                  <a:lnTo>
                    <a:pt x="78751" y="0"/>
                  </a:lnTo>
                  <a:lnTo>
                    <a:pt x="559968" y="0"/>
                  </a:lnTo>
                  <a:lnTo>
                    <a:pt x="603660" y="13231"/>
                  </a:lnTo>
                  <a:lnTo>
                    <a:pt x="632725" y="48614"/>
                  </a:lnTo>
                  <a:lnTo>
                    <a:pt x="638720" y="78751"/>
                  </a:lnTo>
                  <a:lnTo>
                    <a:pt x="638720" y="393748"/>
                  </a:lnTo>
                  <a:lnTo>
                    <a:pt x="632531" y="424401"/>
                  </a:lnTo>
                  <a:lnTo>
                    <a:pt x="615654" y="449434"/>
                  </a:lnTo>
                  <a:lnTo>
                    <a:pt x="590622" y="466311"/>
                  </a:lnTo>
                  <a:lnTo>
                    <a:pt x="559968" y="4725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7781328" y="3132594"/>
              <a:ext cx="464184" cy="289560"/>
            </a:xfrm>
            <a:custGeom>
              <a:avLst/>
              <a:gdLst/>
              <a:ahLst/>
              <a:cxnLst/>
              <a:rect l="l" t="t" r="r" b="b"/>
              <a:pathLst>
                <a:path w="464184" h="289560">
                  <a:moveTo>
                    <a:pt x="463842" y="166789"/>
                  </a:moveTo>
                  <a:lnTo>
                    <a:pt x="0" y="166789"/>
                  </a:lnTo>
                  <a:lnTo>
                    <a:pt x="0" y="289191"/>
                  </a:lnTo>
                  <a:lnTo>
                    <a:pt x="463842" y="289191"/>
                  </a:lnTo>
                  <a:lnTo>
                    <a:pt x="463842" y="166789"/>
                  </a:lnTo>
                  <a:close/>
                </a:path>
                <a:path w="464184" h="289560">
                  <a:moveTo>
                    <a:pt x="463842" y="0"/>
                  </a:moveTo>
                  <a:lnTo>
                    <a:pt x="0" y="0"/>
                  </a:lnTo>
                  <a:lnTo>
                    <a:pt x="0" y="122402"/>
                  </a:lnTo>
                  <a:lnTo>
                    <a:pt x="463842" y="122402"/>
                  </a:lnTo>
                  <a:lnTo>
                    <a:pt x="463842" y="0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7728198" y="3575768"/>
              <a:ext cx="518795" cy="518795"/>
            </a:xfrm>
            <a:custGeom>
              <a:avLst/>
              <a:gdLst/>
              <a:ahLst/>
              <a:cxnLst/>
              <a:rect l="l" t="t" r="r" b="b"/>
              <a:pathLst>
                <a:path w="518795" h="518795">
                  <a:moveTo>
                    <a:pt x="259283" y="518424"/>
                  </a:moveTo>
                  <a:lnTo>
                    <a:pt x="212676" y="514248"/>
                  </a:lnTo>
                  <a:lnTo>
                    <a:pt x="168811" y="502207"/>
                  </a:lnTo>
                  <a:lnTo>
                    <a:pt x="128418" y="483034"/>
                  </a:lnTo>
                  <a:lnTo>
                    <a:pt x="92230" y="457461"/>
                  </a:lnTo>
                  <a:lnTo>
                    <a:pt x="60980" y="426219"/>
                  </a:lnTo>
                  <a:lnTo>
                    <a:pt x="35399" y="390041"/>
                  </a:lnTo>
                  <a:lnTo>
                    <a:pt x="16221" y="349660"/>
                  </a:lnTo>
                  <a:lnTo>
                    <a:pt x="4177" y="305806"/>
                  </a:lnTo>
                  <a:lnTo>
                    <a:pt x="0" y="259212"/>
                  </a:lnTo>
                  <a:lnTo>
                    <a:pt x="4177" y="212618"/>
                  </a:lnTo>
                  <a:lnTo>
                    <a:pt x="16221" y="168764"/>
                  </a:lnTo>
                  <a:lnTo>
                    <a:pt x="35399" y="128382"/>
                  </a:lnTo>
                  <a:lnTo>
                    <a:pt x="60980" y="92205"/>
                  </a:lnTo>
                  <a:lnTo>
                    <a:pt x="92230" y="60963"/>
                  </a:lnTo>
                  <a:lnTo>
                    <a:pt x="128418" y="35390"/>
                  </a:lnTo>
                  <a:lnTo>
                    <a:pt x="168811" y="16216"/>
                  </a:lnTo>
                  <a:lnTo>
                    <a:pt x="212676" y="4176"/>
                  </a:lnTo>
                  <a:lnTo>
                    <a:pt x="259283" y="0"/>
                  </a:lnTo>
                  <a:lnTo>
                    <a:pt x="310103" y="5026"/>
                  </a:lnTo>
                  <a:lnTo>
                    <a:pt x="358506" y="19731"/>
                  </a:lnTo>
                  <a:lnTo>
                    <a:pt x="403133" y="43550"/>
                  </a:lnTo>
                  <a:lnTo>
                    <a:pt x="442623" y="75921"/>
                  </a:lnTo>
                  <a:lnTo>
                    <a:pt x="475004" y="115401"/>
                  </a:lnTo>
                  <a:lnTo>
                    <a:pt x="498830" y="160015"/>
                  </a:lnTo>
                  <a:lnTo>
                    <a:pt x="513538" y="208406"/>
                  </a:lnTo>
                  <a:lnTo>
                    <a:pt x="518566" y="259212"/>
                  </a:lnTo>
                  <a:lnTo>
                    <a:pt x="514389" y="305806"/>
                  </a:lnTo>
                  <a:lnTo>
                    <a:pt x="502345" y="349660"/>
                  </a:lnTo>
                  <a:lnTo>
                    <a:pt x="483167" y="390041"/>
                  </a:lnTo>
                  <a:lnTo>
                    <a:pt x="457586" y="426219"/>
                  </a:lnTo>
                  <a:lnTo>
                    <a:pt x="426336" y="457461"/>
                  </a:lnTo>
                  <a:lnTo>
                    <a:pt x="390148" y="483034"/>
                  </a:lnTo>
                  <a:lnTo>
                    <a:pt x="349755" y="502207"/>
                  </a:lnTo>
                  <a:lnTo>
                    <a:pt x="305890" y="514248"/>
                  </a:lnTo>
                  <a:lnTo>
                    <a:pt x="259283" y="5184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7763998" y="3611558"/>
              <a:ext cx="447040" cy="447040"/>
            </a:xfrm>
            <a:custGeom>
              <a:avLst/>
              <a:gdLst/>
              <a:ahLst/>
              <a:cxnLst/>
              <a:rect l="l" t="t" r="r" b="b"/>
              <a:pathLst>
                <a:path w="447040" h="447039">
                  <a:moveTo>
                    <a:pt x="223417" y="446713"/>
                  </a:moveTo>
                  <a:lnTo>
                    <a:pt x="178391" y="442176"/>
                  </a:lnTo>
                  <a:lnTo>
                    <a:pt x="136453" y="429161"/>
                  </a:lnTo>
                  <a:lnTo>
                    <a:pt x="98503" y="408568"/>
                  </a:lnTo>
                  <a:lnTo>
                    <a:pt x="65437" y="381294"/>
                  </a:lnTo>
                  <a:lnTo>
                    <a:pt x="38156" y="348238"/>
                  </a:lnTo>
                  <a:lnTo>
                    <a:pt x="17557" y="310297"/>
                  </a:lnTo>
                  <a:lnTo>
                    <a:pt x="4539" y="268371"/>
                  </a:lnTo>
                  <a:lnTo>
                    <a:pt x="0" y="223356"/>
                  </a:lnTo>
                  <a:lnTo>
                    <a:pt x="4414" y="179578"/>
                  </a:lnTo>
                  <a:lnTo>
                    <a:pt x="4539" y="178342"/>
                  </a:lnTo>
                  <a:lnTo>
                    <a:pt x="17557" y="136416"/>
                  </a:lnTo>
                  <a:lnTo>
                    <a:pt x="38156" y="98476"/>
                  </a:lnTo>
                  <a:lnTo>
                    <a:pt x="65438" y="65419"/>
                  </a:lnTo>
                  <a:lnTo>
                    <a:pt x="98503" y="38145"/>
                  </a:lnTo>
                  <a:lnTo>
                    <a:pt x="136453" y="17552"/>
                  </a:lnTo>
                  <a:lnTo>
                    <a:pt x="178391" y="4537"/>
                  </a:lnTo>
                  <a:lnTo>
                    <a:pt x="223417" y="0"/>
                  </a:lnTo>
                  <a:lnTo>
                    <a:pt x="267208" y="4331"/>
                  </a:lnTo>
                  <a:lnTo>
                    <a:pt x="308916" y="17001"/>
                  </a:lnTo>
                  <a:lnTo>
                    <a:pt x="347370" y="37526"/>
                  </a:lnTo>
                  <a:lnTo>
                    <a:pt x="381398" y="65419"/>
                  </a:lnTo>
                  <a:lnTo>
                    <a:pt x="409299" y="99438"/>
                  </a:lnTo>
                  <a:lnTo>
                    <a:pt x="429829" y="137881"/>
                  </a:lnTo>
                  <a:lnTo>
                    <a:pt x="442503" y="179578"/>
                  </a:lnTo>
                  <a:lnTo>
                    <a:pt x="446836" y="223356"/>
                  </a:lnTo>
                  <a:lnTo>
                    <a:pt x="442297" y="268371"/>
                  </a:lnTo>
                  <a:lnTo>
                    <a:pt x="429279" y="310297"/>
                  </a:lnTo>
                  <a:lnTo>
                    <a:pt x="408680" y="348238"/>
                  </a:lnTo>
                  <a:lnTo>
                    <a:pt x="381398" y="381294"/>
                  </a:lnTo>
                  <a:lnTo>
                    <a:pt x="348333" y="408568"/>
                  </a:lnTo>
                  <a:lnTo>
                    <a:pt x="310382" y="429161"/>
                  </a:lnTo>
                  <a:lnTo>
                    <a:pt x="268444" y="442176"/>
                  </a:lnTo>
                  <a:lnTo>
                    <a:pt x="223417" y="446713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00073" y="3565370"/>
              <a:ext cx="497891" cy="473726"/>
            </a:xfrm>
            <a:prstGeom prst="rect">
              <a:avLst/>
            </a:prstGeom>
          </p:spPr>
        </p:pic>
      </p:grpSp>
      <p:sp>
        <p:nvSpPr>
          <p:cNvPr id="40" name="object 4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DaemonSets</a:t>
            </a:r>
          </a:p>
        </p:txBody>
      </p:sp>
      <p:sp>
        <p:nvSpPr>
          <p:cNvPr id="42" name="object 4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41" name="object 41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742" y="1926806"/>
            <a:ext cx="8748395" cy="810895"/>
            <a:chOff x="-742" y="1926806"/>
            <a:chExt cx="8748395" cy="810895"/>
          </a:xfrm>
        </p:grpSpPr>
        <p:sp>
          <p:nvSpPr>
            <p:cNvPr id="3" name="object 3" descr=""/>
            <p:cNvSpPr/>
            <p:nvPr/>
          </p:nvSpPr>
          <p:spPr>
            <a:xfrm>
              <a:off x="-355" y="1999716"/>
              <a:ext cx="8747760" cy="737870"/>
            </a:xfrm>
            <a:custGeom>
              <a:avLst/>
              <a:gdLst/>
              <a:ahLst/>
              <a:cxnLst/>
              <a:rect l="l" t="t" r="r" b="b"/>
              <a:pathLst>
                <a:path w="8747760" h="737869">
                  <a:moveTo>
                    <a:pt x="8747481" y="0"/>
                  </a:moveTo>
                  <a:lnTo>
                    <a:pt x="381" y="0"/>
                  </a:lnTo>
                  <a:lnTo>
                    <a:pt x="0" y="76"/>
                  </a:lnTo>
                  <a:lnTo>
                    <a:pt x="0" y="666076"/>
                  </a:lnTo>
                  <a:lnTo>
                    <a:pt x="0" y="704545"/>
                  </a:lnTo>
                  <a:lnTo>
                    <a:pt x="381" y="704545"/>
                  </a:lnTo>
                  <a:lnTo>
                    <a:pt x="381" y="737400"/>
                  </a:lnTo>
                  <a:lnTo>
                    <a:pt x="8747481" y="737400"/>
                  </a:lnTo>
                  <a:lnTo>
                    <a:pt x="8747481" y="0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12" y="2638106"/>
              <a:ext cx="8643620" cy="8255"/>
            </a:xfrm>
            <a:custGeom>
              <a:avLst/>
              <a:gdLst/>
              <a:ahLst/>
              <a:cxnLst/>
              <a:rect l="l" t="t" r="r" b="b"/>
              <a:pathLst>
                <a:path w="8643620" h="8255">
                  <a:moveTo>
                    <a:pt x="0" y="7874"/>
                  </a:moveTo>
                  <a:lnTo>
                    <a:pt x="8643299" y="7874"/>
                  </a:lnTo>
                  <a:lnTo>
                    <a:pt x="8643299" y="0"/>
                  </a:lnTo>
                  <a:lnTo>
                    <a:pt x="0" y="0"/>
                  </a:lnTo>
                  <a:lnTo>
                    <a:pt x="0" y="7874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-742" y="1926806"/>
              <a:ext cx="8637270" cy="711835"/>
            </a:xfrm>
            <a:custGeom>
              <a:avLst/>
              <a:gdLst/>
              <a:ahLst/>
              <a:cxnLst/>
              <a:rect l="l" t="t" r="r" b="b"/>
              <a:pathLst>
                <a:path w="8637270" h="711835">
                  <a:moveTo>
                    <a:pt x="8636699" y="711299"/>
                  </a:moveTo>
                  <a:lnTo>
                    <a:pt x="0" y="711299"/>
                  </a:lnTo>
                  <a:lnTo>
                    <a:pt x="0" y="0"/>
                  </a:lnTo>
                  <a:lnTo>
                    <a:pt x="8636699" y="0"/>
                  </a:lnTo>
                  <a:lnTo>
                    <a:pt x="8636699" y="71129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9694" y="1975243"/>
            <a:ext cx="1029969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20"/>
              <a:t>Jobs</a:t>
            </a:r>
            <a:endParaRPr sz="3600"/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7765384" y="412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737373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972782" y="948273"/>
            <a:ext cx="2115185" cy="1914525"/>
            <a:chOff x="5972782" y="948273"/>
            <a:chExt cx="2115185" cy="1914525"/>
          </a:xfrm>
        </p:grpSpPr>
        <p:sp>
          <p:nvSpPr>
            <p:cNvPr id="3" name="object 3" descr=""/>
            <p:cNvSpPr/>
            <p:nvPr/>
          </p:nvSpPr>
          <p:spPr>
            <a:xfrm>
              <a:off x="6333708" y="1423694"/>
              <a:ext cx="1735455" cy="1420495"/>
            </a:xfrm>
            <a:custGeom>
              <a:avLst/>
              <a:gdLst/>
              <a:ahLst/>
              <a:cxnLst/>
              <a:rect l="l" t="t" r="r" b="b"/>
              <a:pathLst>
                <a:path w="1735454" h="1420495">
                  <a:moveTo>
                    <a:pt x="1388086" y="1419999"/>
                  </a:moveTo>
                  <a:lnTo>
                    <a:pt x="0" y="1419999"/>
                  </a:lnTo>
                  <a:lnTo>
                    <a:pt x="347021" y="0"/>
                  </a:lnTo>
                  <a:lnTo>
                    <a:pt x="1735107" y="0"/>
                  </a:lnTo>
                  <a:lnTo>
                    <a:pt x="1388086" y="1419999"/>
                  </a:lnTo>
                  <a:close/>
                </a:path>
              </a:pathLst>
            </a:custGeom>
            <a:solidFill>
              <a:srgbClr val="7ACE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6333708" y="1423694"/>
              <a:ext cx="1735455" cy="1420495"/>
            </a:xfrm>
            <a:custGeom>
              <a:avLst/>
              <a:gdLst/>
              <a:ahLst/>
              <a:cxnLst/>
              <a:rect l="l" t="t" r="r" b="b"/>
              <a:pathLst>
                <a:path w="1735454" h="1420495">
                  <a:moveTo>
                    <a:pt x="0" y="1419999"/>
                  </a:moveTo>
                  <a:lnTo>
                    <a:pt x="347021" y="0"/>
                  </a:lnTo>
                  <a:lnTo>
                    <a:pt x="1735107" y="0"/>
                  </a:lnTo>
                  <a:lnTo>
                    <a:pt x="1388086" y="1419999"/>
                  </a:lnTo>
                  <a:lnTo>
                    <a:pt x="0" y="1419999"/>
                  </a:lnTo>
                  <a:close/>
                </a:path>
              </a:pathLst>
            </a:custGeom>
            <a:ln w="38099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207765" y="1282550"/>
              <a:ext cx="1735455" cy="1420495"/>
            </a:xfrm>
            <a:custGeom>
              <a:avLst/>
              <a:gdLst/>
              <a:ahLst/>
              <a:cxnLst/>
              <a:rect l="l" t="t" r="r" b="b"/>
              <a:pathLst>
                <a:path w="1735454" h="1420495">
                  <a:moveTo>
                    <a:pt x="1388086" y="1419999"/>
                  </a:moveTo>
                  <a:lnTo>
                    <a:pt x="0" y="1419999"/>
                  </a:lnTo>
                  <a:lnTo>
                    <a:pt x="347021" y="0"/>
                  </a:lnTo>
                  <a:lnTo>
                    <a:pt x="1735108" y="0"/>
                  </a:lnTo>
                  <a:lnTo>
                    <a:pt x="1388086" y="1419999"/>
                  </a:lnTo>
                  <a:close/>
                </a:path>
              </a:pathLst>
            </a:custGeom>
            <a:solidFill>
              <a:srgbClr val="7ACE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07765" y="1282550"/>
              <a:ext cx="1735455" cy="1420495"/>
            </a:xfrm>
            <a:custGeom>
              <a:avLst/>
              <a:gdLst/>
              <a:ahLst/>
              <a:cxnLst/>
              <a:rect l="l" t="t" r="r" b="b"/>
              <a:pathLst>
                <a:path w="1735454" h="1420495">
                  <a:moveTo>
                    <a:pt x="0" y="1419999"/>
                  </a:moveTo>
                  <a:lnTo>
                    <a:pt x="347021" y="0"/>
                  </a:lnTo>
                  <a:lnTo>
                    <a:pt x="1735108" y="0"/>
                  </a:lnTo>
                  <a:lnTo>
                    <a:pt x="1388086" y="1419999"/>
                  </a:lnTo>
                  <a:lnTo>
                    <a:pt x="0" y="1419999"/>
                  </a:lnTo>
                  <a:close/>
                </a:path>
              </a:pathLst>
            </a:custGeom>
            <a:ln w="38099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085384" y="1145023"/>
              <a:ext cx="1735455" cy="1420495"/>
            </a:xfrm>
            <a:custGeom>
              <a:avLst/>
              <a:gdLst/>
              <a:ahLst/>
              <a:cxnLst/>
              <a:rect l="l" t="t" r="r" b="b"/>
              <a:pathLst>
                <a:path w="1735454" h="1420495">
                  <a:moveTo>
                    <a:pt x="1388086" y="1419999"/>
                  </a:moveTo>
                  <a:lnTo>
                    <a:pt x="0" y="1419999"/>
                  </a:lnTo>
                  <a:lnTo>
                    <a:pt x="347021" y="0"/>
                  </a:lnTo>
                  <a:lnTo>
                    <a:pt x="1735107" y="0"/>
                  </a:lnTo>
                  <a:lnTo>
                    <a:pt x="1388086" y="1419999"/>
                  </a:lnTo>
                  <a:close/>
                </a:path>
              </a:pathLst>
            </a:custGeom>
            <a:solidFill>
              <a:srgbClr val="7ACE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085384" y="1145023"/>
              <a:ext cx="1735455" cy="1420495"/>
            </a:xfrm>
            <a:custGeom>
              <a:avLst/>
              <a:gdLst/>
              <a:ahLst/>
              <a:cxnLst/>
              <a:rect l="l" t="t" r="r" b="b"/>
              <a:pathLst>
                <a:path w="1735454" h="1420495">
                  <a:moveTo>
                    <a:pt x="0" y="1419999"/>
                  </a:moveTo>
                  <a:lnTo>
                    <a:pt x="347021" y="0"/>
                  </a:lnTo>
                  <a:lnTo>
                    <a:pt x="1735107" y="0"/>
                  </a:lnTo>
                  <a:lnTo>
                    <a:pt x="1388086" y="1419999"/>
                  </a:lnTo>
                  <a:lnTo>
                    <a:pt x="0" y="1419999"/>
                  </a:lnTo>
                  <a:close/>
                </a:path>
              </a:pathLst>
            </a:custGeom>
            <a:ln w="38099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991832" y="967323"/>
              <a:ext cx="1735455" cy="1420495"/>
            </a:xfrm>
            <a:custGeom>
              <a:avLst/>
              <a:gdLst/>
              <a:ahLst/>
              <a:cxnLst/>
              <a:rect l="l" t="t" r="r" b="b"/>
              <a:pathLst>
                <a:path w="1735454" h="1420495">
                  <a:moveTo>
                    <a:pt x="1388086" y="1419999"/>
                  </a:moveTo>
                  <a:lnTo>
                    <a:pt x="0" y="1419999"/>
                  </a:lnTo>
                  <a:lnTo>
                    <a:pt x="347021" y="0"/>
                  </a:lnTo>
                  <a:lnTo>
                    <a:pt x="1735107" y="0"/>
                  </a:lnTo>
                  <a:lnTo>
                    <a:pt x="1388086" y="1419999"/>
                  </a:lnTo>
                  <a:close/>
                </a:path>
              </a:pathLst>
            </a:custGeom>
            <a:solidFill>
              <a:srgbClr val="7ACEA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991832" y="967323"/>
              <a:ext cx="1735455" cy="1420495"/>
            </a:xfrm>
            <a:custGeom>
              <a:avLst/>
              <a:gdLst/>
              <a:ahLst/>
              <a:cxnLst/>
              <a:rect l="l" t="t" r="r" b="b"/>
              <a:pathLst>
                <a:path w="1735454" h="1420495">
                  <a:moveTo>
                    <a:pt x="0" y="1419999"/>
                  </a:moveTo>
                  <a:lnTo>
                    <a:pt x="347021" y="0"/>
                  </a:lnTo>
                  <a:lnTo>
                    <a:pt x="1735107" y="0"/>
                  </a:lnTo>
                  <a:lnTo>
                    <a:pt x="1388086" y="1419999"/>
                  </a:lnTo>
                  <a:lnTo>
                    <a:pt x="0" y="1419999"/>
                  </a:lnTo>
                  <a:close/>
                </a:path>
              </a:pathLst>
            </a:custGeom>
            <a:ln w="38099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912468" y="1986157"/>
              <a:ext cx="626745" cy="490220"/>
            </a:xfrm>
            <a:custGeom>
              <a:avLst/>
              <a:gdLst/>
              <a:ahLst/>
              <a:cxnLst/>
              <a:rect l="l" t="t" r="r" b="b"/>
              <a:pathLst>
                <a:path w="626745" h="490219">
                  <a:moveTo>
                    <a:pt x="503999" y="489899"/>
                  </a:moveTo>
                  <a:lnTo>
                    <a:pt x="0" y="443999"/>
                  </a:lnTo>
                  <a:lnTo>
                    <a:pt x="626399" y="0"/>
                  </a:lnTo>
                  <a:lnTo>
                    <a:pt x="503999" y="489899"/>
                  </a:lnTo>
                  <a:close/>
                </a:path>
              </a:pathLst>
            </a:custGeom>
            <a:solidFill>
              <a:srgbClr val="7ACEA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426484" y="1062883"/>
            <a:ext cx="4675505" cy="2159635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dirty="0" sz="1800" spc="-20" b="1">
                <a:solidFill>
                  <a:srgbClr val="666666"/>
                </a:solidFill>
                <a:latin typeface="Roboto"/>
                <a:cs typeface="Roboto"/>
              </a:rPr>
              <a:t>Run-to-</a:t>
            </a:r>
            <a:r>
              <a:rPr dirty="0" sz="1800" spc="-10" b="1">
                <a:solidFill>
                  <a:srgbClr val="666666"/>
                </a:solidFill>
                <a:latin typeface="Roboto"/>
                <a:cs typeface="Roboto"/>
              </a:rPr>
              <a:t>completion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,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as</a:t>
            </a:r>
            <a:r>
              <a:rPr dirty="0" sz="1800" spc="-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opposed</a:t>
            </a:r>
            <a:r>
              <a:rPr dirty="0" sz="1800" spc="-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to</a:t>
            </a:r>
            <a:r>
              <a:rPr dirty="0" sz="1800" spc="-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run-forever</a:t>
            </a:r>
            <a:endParaRPr sz="1800">
              <a:latin typeface="Roboto"/>
              <a:cs typeface="Roboto"/>
            </a:endParaRPr>
          </a:p>
          <a:p>
            <a:pPr marL="354965" indent="-229235">
              <a:lnSpc>
                <a:spcPct val="100000"/>
              </a:lnSpc>
              <a:spcBef>
                <a:spcPts val="330"/>
              </a:spcBef>
              <a:buChar char="•"/>
              <a:tabLst>
                <a:tab pos="354965" algn="l"/>
              </a:tabLst>
            </a:pP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Express</a:t>
            </a:r>
            <a:r>
              <a:rPr dirty="0" sz="1500" spc="-5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parallelism</a:t>
            </a:r>
            <a:r>
              <a:rPr dirty="0" sz="1500" spc="-5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vs.</a:t>
            </a:r>
            <a:r>
              <a:rPr dirty="0" sz="1500" spc="-4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666666"/>
                </a:solidFill>
                <a:latin typeface="Roboto"/>
                <a:cs typeface="Roboto"/>
              </a:rPr>
              <a:t>required</a:t>
            </a:r>
            <a:r>
              <a:rPr dirty="0" sz="1500" spc="-5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666666"/>
                </a:solidFill>
                <a:latin typeface="Roboto"/>
                <a:cs typeface="Roboto"/>
              </a:rPr>
              <a:t>completions</a:t>
            </a:r>
            <a:endParaRPr sz="1500">
              <a:latin typeface="Roboto"/>
              <a:cs typeface="Roboto"/>
            </a:endParaRPr>
          </a:p>
          <a:p>
            <a:pPr marL="354965" indent="-229235">
              <a:lnSpc>
                <a:spcPct val="100000"/>
              </a:lnSpc>
              <a:spcBef>
                <a:spcPts val="300"/>
              </a:spcBef>
              <a:buChar char="•"/>
              <a:tabLst>
                <a:tab pos="354965" algn="l"/>
              </a:tabLst>
            </a:pP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Workflow:</a:t>
            </a:r>
            <a:r>
              <a:rPr dirty="0" sz="1500" spc="-4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restart</a:t>
            </a:r>
            <a:r>
              <a:rPr dirty="0" sz="1500" spc="-4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on</a:t>
            </a:r>
            <a:r>
              <a:rPr dirty="0" sz="1500" spc="-4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666666"/>
                </a:solidFill>
                <a:latin typeface="Roboto"/>
                <a:cs typeface="Roboto"/>
              </a:rPr>
              <a:t>failure</a:t>
            </a:r>
            <a:endParaRPr sz="1500">
              <a:latin typeface="Roboto"/>
              <a:cs typeface="Roboto"/>
            </a:endParaRPr>
          </a:p>
          <a:p>
            <a:pPr marL="354965" indent="-229235">
              <a:lnSpc>
                <a:spcPct val="100000"/>
              </a:lnSpc>
              <a:spcBef>
                <a:spcPts val="300"/>
              </a:spcBef>
              <a:buChar char="•"/>
              <a:tabLst>
                <a:tab pos="354965" algn="l"/>
              </a:tabLst>
            </a:pP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Build/test:</a:t>
            </a:r>
            <a:r>
              <a:rPr dirty="0" sz="1500" spc="-4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don’t</a:t>
            </a:r>
            <a:r>
              <a:rPr dirty="0" sz="15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restart</a:t>
            </a:r>
            <a:r>
              <a:rPr dirty="0" sz="1500" spc="-4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on</a:t>
            </a:r>
            <a:r>
              <a:rPr dirty="0" sz="15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666666"/>
                </a:solidFill>
                <a:latin typeface="Roboto"/>
                <a:cs typeface="Roboto"/>
              </a:rPr>
              <a:t>failure</a:t>
            </a:r>
            <a:endParaRPr sz="1500">
              <a:latin typeface="Roboto"/>
              <a:cs typeface="Roboto"/>
            </a:endParaRPr>
          </a:p>
          <a:p>
            <a:pPr marL="12700" marR="1108710">
              <a:lnSpc>
                <a:spcPts val="3979"/>
              </a:lnSpc>
              <a:spcBef>
                <a:spcPts val="200"/>
              </a:spcBef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Aggregates</a:t>
            </a:r>
            <a:r>
              <a:rPr dirty="0" sz="1800" spc="-6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success/failure</a:t>
            </a:r>
            <a:r>
              <a:rPr dirty="0" sz="1800" spc="-6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counts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Built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for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batch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and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big-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data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work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465755" y="3924927"/>
            <a:ext cx="50038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-25" b="1">
                <a:solidFill>
                  <a:srgbClr val="4A86E7"/>
                </a:solidFill>
                <a:latin typeface="Arial"/>
                <a:cs typeface="Arial"/>
              </a:rPr>
              <a:t>...</a:t>
            </a:r>
            <a:endParaRPr sz="4500">
              <a:latin typeface="Arial"/>
              <a:cs typeface="Arial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5334891" y="1067883"/>
            <a:ext cx="3692525" cy="3529965"/>
            <a:chOff x="5334891" y="1067883"/>
            <a:chExt cx="3692525" cy="3529965"/>
          </a:xfrm>
        </p:grpSpPr>
        <p:sp>
          <p:nvSpPr>
            <p:cNvPr id="15" name="object 15" descr=""/>
            <p:cNvSpPr/>
            <p:nvPr/>
          </p:nvSpPr>
          <p:spPr>
            <a:xfrm>
              <a:off x="7030315" y="2873479"/>
              <a:ext cx="0" cy="589915"/>
            </a:xfrm>
            <a:custGeom>
              <a:avLst/>
              <a:gdLst/>
              <a:ahLst/>
              <a:cxnLst/>
              <a:rect l="l" t="t" r="r" b="b"/>
              <a:pathLst>
                <a:path w="0" h="589914">
                  <a:moveTo>
                    <a:pt x="0" y="0"/>
                  </a:moveTo>
                  <a:lnTo>
                    <a:pt x="0" y="589400"/>
                  </a:lnTo>
                </a:path>
              </a:pathLst>
            </a:custGeom>
            <a:ln w="38099">
              <a:solidFill>
                <a:srgbClr val="98989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48590" y="3443830"/>
              <a:ext cx="163448" cy="163448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5810844" y="3250537"/>
              <a:ext cx="2735580" cy="0"/>
            </a:xfrm>
            <a:custGeom>
              <a:avLst/>
              <a:gdLst/>
              <a:ahLst/>
              <a:cxnLst/>
              <a:rect l="l" t="t" r="r" b="b"/>
              <a:pathLst>
                <a:path w="2735579" h="0">
                  <a:moveTo>
                    <a:pt x="0" y="0"/>
                  </a:moveTo>
                  <a:lnTo>
                    <a:pt x="2735099" y="0"/>
                  </a:lnTo>
                </a:path>
              </a:pathLst>
            </a:custGeom>
            <a:ln w="38099">
              <a:solidFill>
                <a:srgbClr val="98989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48132" y="3256003"/>
              <a:ext cx="163448" cy="390299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50617" y="3252281"/>
              <a:ext cx="163449" cy="397799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5334889" y="3651656"/>
              <a:ext cx="994410" cy="930275"/>
            </a:xfrm>
            <a:custGeom>
              <a:avLst/>
              <a:gdLst/>
              <a:ahLst/>
              <a:cxnLst/>
              <a:rect l="l" t="t" r="r" b="b"/>
              <a:pathLst>
                <a:path w="994410" h="930275">
                  <a:moveTo>
                    <a:pt x="994410" y="208813"/>
                  </a:moveTo>
                  <a:lnTo>
                    <a:pt x="990358" y="167881"/>
                  </a:lnTo>
                  <a:lnTo>
                    <a:pt x="978496" y="128905"/>
                  </a:lnTo>
                  <a:lnTo>
                    <a:pt x="959294" y="92964"/>
                  </a:lnTo>
                  <a:lnTo>
                    <a:pt x="933183" y="61150"/>
                  </a:lnTo>
                  <a:lnTo>
                    <a:pt x="901357" y="35077"/>
                  </a:lnTo>
                  <a:lnTo>
                    <a:pt x="865378" y="15887"/>
                  </a:lnTo>
                  <a:lnTo>
                    <a:pt x="826363" y="4038"/>
                  </a:lnTo>
                  <a:lnTo>
                    <a:pt x="785393" y="0"/>
                  </a:lnTo>
                  <a:lnTo>
                    <a:pt x="737463" y="5511"/>
                  </a:lnTo>
                  <a:lnTo>
                    <a:pt x="693470" y="21221"/>
                  </a:lnTo>
                  <a:lnTo>
                    <a:pt x="654659" y="45872"/>
                  </a:lnTo>
                  <a:lnTo>
                    <a:pt x="635241" y="65265"/>
                  </a:lnTo>
                  <a:lnTo>
                    <a:pt x="601713" y="51371"/>
                  </a:lnTo>
                  <a:lnTo>
                    <a:pt x="553212" y="37376"/>
                  </a:lnTo>
                  <a:lnTo>
                    <a:pt x="503237" y="28841"/>
                  </a:lnTo>
                  <a:lnTo>
                    <a:pt x="452208" y="25958"/>
                  </a:lnTo>
                  <a:lnTo>
                    <a:pt x="402932" y="28613"/>
                  </a:lnTo>
                  <a:lnTo>
                    <a:pt x="355193" y="36385"/>
                  </a:lnTo>
                  <a:lnTo>
                    <a:pt x="309270" y="49009"/>
                  </a:lnTo>
                  <a:lnTo>
                    <a:pt x="265442" y="66192"/>
                  </a:lnTo>
                  <a:lnTo>
                    <a:pt x="223964" y="87680"/>
                  </a:lnTo>
                  <a:lnTo>
                    <a:pt x="185140" y="113182"/>
                  </a:lnTo>
                  <a:lnTo>
                    <a:pt x="149225" y="142417"/>
                  </a:lnTo>
                  <a:lnTo>
                    <a:pt x="116497" y="175133"/>
                  </a:lnTo>
                  <a:lnTo>
                    <a:pt x="87249" y="211023"/>
                  </a:lnTo>
                  <a:lnTo>
                    <a:pt x="61734" y="249847"/>
                  </a:lnTo>
                  <a:lnTo>
                    <a:pt x="40246" y="291299"/>
                  </a:lnTo>
                  <a:lnTo>
                    <a:pt x="23050" y="335114"/>
                  </a:lnTo>
                  <a:lnTo>
                    <a:pt x="10426" y="381025"/>
                  </a:lnTo>
                  <a:lnTo>
                    <a:pt x="2654" y="428739"/>
                  </a:lnTo>
                  <a:lnTo>
                    <a:pt x="0" y="478002"/>
                  </a:lnTo>
                  <a:lnTo>
                    <a:pt x="2654" y="527253"/>
                  </a:lnTo>
                  <a:lnTo>
                    <a:pt x="10426" y="574967"/>
                  </a:lnTo>
                  <a:lnTo>
                    <a:pt x="23050" y="620877"/>
                  </a:lnTo>
                  <a:lnTo>
                    <a:pt x="40246" y="664692"/>
                  </a:lnTo>
                  <a:lnTo>
                    <a:pt x="61734" y="706145"/>
                  </a:lnTo>
                  <a:lnTo>
                    <a:pt x="87249" y="744969"/>
                  </a:lnTo>
                  <a:lnTo>
                    <a:pt x="116497" y="780859"/>
                  </a:lnTo>
                  <a:lnTo>
                    <a:pt x="149225" y="813574"/>
                  </a:lnTo>
                  <a:lnTo>
                    <a:pt x="185140" y="842822"/>
                  </a:lnTo>
                  <a:lnTo>
                    <a:pt x="223964" y="868324"/>
                  </a:lnTo>
                  <a:lnTo>
                    <a:pt x="265442" y="889800"/>
                  </a:lnTo>
                  <a:lnTo>
                    <a:pt x="309270" y="906983"/>
                  </a:lnTo>
                  <a:lnTo>
                    <a:pt x="355193" y="919607"/>
                  </a:lnTo>
                  <a:lnTo>
                    <a:pt x="402932" y="927379"/>
                  </a:lnTo>
                  <a:lnTo>
                    <a:pt x="452208" y="930033"/>
                  </a:lnTo>
                  <a:lnTo>
                    <a:pt x="501484" y="927379"/>
                  </a:lnTo>
                  <a:lnTo>
                    <a:pt x="549224" y="919607"/>
                  </a:lnTo>
                  <a:lnTo>
                    <a:pt x="595147" y="906983"/>
                  </a:lnTo>
                  <a:lnTo>
                    <a:pt x="638975" y="889800"/>
                  </a:lnTo>
                  <a:lnTo>
                    <a:pt x="680453" y="868324"/>
                  </a:lnTo>
                  <a:lnTo>
                    <a:pt x="719277" y="842822"/>
                  </a:lnTo>
                  <a:lnTo>
                    <a:pt x="755192" y="813574"/>
                  </a:lnTo>
                  <a:lnTo>
                    <a:pt x="787920" y="780859"/>
                  </a:lnTo>
                  <a:lnTo>
                    <a:pt x="817168" y="744969"/>
                  </a:lnTo>
                  <a:lnTo>
                    <a:pt x="842683" y="706145"/>
                  </a:lnTo>
                  <a:lnTo>
                    <a:pt x="864171" y="664692"/>
                  </a:lnTo>
                  <a:lnTo>
                    <a:pt x="881367" y="620877"/>
                  </a:lnTo>
                  <a:lnTo>
                    <a:pt x="893991" y="574967"/>
                  </a:lnTo>
                  <a:lnTo>
                    <a:pt x="901763" y="527253"/>
                  </a:lnTo>
                  <a:lnTo>
                    <a:pt x="904417" y="478002"/>
                  </a:lnTo>
                  <a:lnTo>
                    <a:pt x="901534" y="426986"/>
                  </a:lnTo>
                  <a:lnTo>
                    <a:pt x="894448" y="385533"/>
                  </a:lnTo>
                  <a:lnTo>
                    <a:pt x="916127" y="371754"/>
                  </a:lnTo>
                  <a:lnTo>
                    <a:pt x="948486" y="339420"/>
                  </a:lnTo>
                  <a:lnTo>
                    <a:pt x="973162" y="300647"/>
                  </a:lnTo>
                  <a:lnTo>
                    <a:pt x="988885" y="256692"/>
                  </a:lnTo>
                  <a:lnTo>
                    <a:pt x="994410" y="208813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5973687" y="3714042"/>
              <a:ext cx="293370" cy="293370"/>
            </a:xfrm>
            <a:custGeom>
              <a:avLst/>
              <a:gdLst/>
              <a:ahLst/>
              <a:cxnLst/>
              <a:rect l="l" t="t" r="r" b="b"/>
              <a:pathLst>
                <a:path w="293370" h="293370">
                  <a:moveTo>
                    <a:pt x="146591" y="292836"/>
                  </a:moveTo>
                  <a:lnTo>
                    <a:pt x="100257" y="285372"/>
                  </a:lnTo>
                  <a:lnTo>
                    <a:pt x="60016" y="264586"/>
                  </a:lnTo>
                  <a:lnTo>
                    <a:pt x="28283" y="232890"/>
                  </a:lnTo>
                  <a:lnTo>
                    <a:pt x="7473" y="192697"/>
                  </a:lnTo>
                  <a:lnTo>
                    <a:pt x="0" y="146417"/>
                  </a:lnTo>
                  <a:lnTo>
                    <a:pt x="7473" y="100138"/>
                  </a:lnTo>
                  <a:lnTo>
                    <a:pt x="28283" y="59945"/>
                  </a:lnTo>
                  <a:lnTo>
                    <a:pt x="60016" y="28250"/>
                  </a:lnTo>
                  <a:lnTo>
                    <a:pt x="100257" y="7464"/>
                  </a:lnTo>
                  <a:lnTo>
                    <a:pt x="146591" y="0"/>
                  </a:lnTo>
                  <a:lnTo>
                    <a:pt x="175323" y="2839"/>
                  </a:lnTo>
                  <a:lnTo>
                    <a:pt x="227920" y="24600"/>
                  </a:lnTo>
                  <a:lnTo>
                    <a:pt x="268553" y="65185"/>
                  </a:lnTo>
                  <a:lnTo>
                    <a:pt x="290339" y="117719"/>
                  </a:lnTo>
                  <a:lnTo>
                    <a:pt x="293182" y="146417"/>
                  </a:lnTo>
                  <a:lnTo>
                    <a:pt x="285709" y="192697"/>
                  </a:lnTo>
                  <a:lnTo>
                    <a:pt x="264898" y="232890"/>
                  </a:lnTo>
                  <a:lnTo>
                    <a:pt x="233166" y="264586"/>
                  </a:lnTo>
                  <a:lnTo>
                    <a:pt x="192925" y="285372"/>
                  </a:lnTo>
                  <a:lnTo>
                    <a:pt x="146591" y="2928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6084202" y="3795153"/>
              <a:ext cx="113030" cy="130810"/>
            </a:xfrm>
            <a:custGeom>
              <a:avLst/>
              <a:gdLst/>
              <a:ahLst/>
              <a:cxnLst/>
              <a:rect l="l" t="t" r="r" b="b"/>
              <a:pathLst>
                <a:path w="113029" h="130810">
                  <a:moveTo>
                    <a:pt x="0" y="130614"/>
                  </a:moveTo>
                  <a:lnTo>
                    <a:pt x="0" y="0"/>
                  </a:lnTo>
                  <a:lnTo>
                    <a:pt x="112994" y="65306"/>
                  </a:lnTo>
                  <a:lnTo>
                    <a:pt x="0" y="130614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41907" y="3884907"/>
              <a:ext cx="227702" cy="228191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5691759" y="3905681"/>
              <a:ext cx="128905" cy="129539"/>
            </a:xfrm>
            <a:custGeom>
              <a:avLst/>
              <a:gdLst/>
              <a:ahLst/>
              <a:cxnLst/>
              <a:rect l="l" t="t" r="r" b="b"/>
              <a:pathLst>
                <a:path w="128904" h="129539">
                  <a:moveTo>
                    <a:pt x="128765" y="72288"/>
                  </a:moveTo>
                  <a:lnTo>
                    <a:pt x="119646" y="67284"/>
                  </a:lnTo>
                  <a:lnTo>
                    <a:pt x="119735" y="60756"/>
                  </a:lnTo>
                  <a:lnTo>
                    <a:pt x="119075" y="57353"/>
                  </a:lnTo>
                  <a:lnTo>
                    <a:pt x="127355" y="52184"/>
                  </a:lnTo>
                  <a:lnTo>
                    <a:pt x="122364" y="36639"/>
                  </a:lnTo>
                  <a:lnTo>
                    <a:pt x="111544" y="37376"/>
                  </a:lnTo>
                  <a:lnTo>
                    <a:pt x="107746" y="31661"/>
                  </a:lnTo>
                  <a:lnTo>
                    <a:pt x="106489" y="30416"/>
                  </a:lnTo>
                  <a:lnTo>
                    <a:pt x="111239" y="20396"/>
                  </a:lnTo>
                  <a:lnTo>
                    <a:pt x="98590" y="10045"/>
                  </a:lnTo>
                  <a:lnTo>
                    <a:pt x="89052" y="17132"/>
                  </a:lnTo>
                  <a:lnTo>
                    <a:pt x="81178" y="13792"/>
                  </a:lnTo>
                  <a:lnTo>
                    <a:pt x="79502" y="1854"/>
                  </a:lnTo>
                  <a:lnTo>
                    <a:pt x="63246" y="0"/>
                  </a:lnTo>
                  <a:lnTo>
                    <a:pt x="58559" y="12484"/>
                  </a:lnTo>
                  <a:lnTo>
                    <a:pt x="51765" y="13030"/>
                  </a:lnTo>
                  <a:lnTo>
                    <a:pt x="43510" y="3314"/>
                  </a:lnTo>
                  <a:lnTo>
                    <a:pt x="28854" y="10553"/>
                  </a:lnTo>
                  <a:lnTo>
                    <a:pt x="31330" y="21907"/>
                  </a:lnTo>
                  <a:lnTo>
                    <a:pt x="29616" y="22771"/>
                  </a:lnTo>
                  <a:lnTo>
                    <a:pt x="25209" y="27774"/>
                  </a:lnTo>
                  <a:lnTo>
                    <a:pt x="13627" y="24257"/>
                  </a:lnTo>
                  <a:lnTo>
                    <a:pt x="5270" y="38290"/>
                  </a:lnTo>
                  <a:lnTo>
                    <a:pt x="13246" y="46278"/>
                  </a:lnTo>
                  <a:lnTo>
                    <a:pt x="10477" y="54673"/>
                  </a:lnTo>
                  <a:lnTo>
                    <a:pt x="0" y="57632"/>
                  </a:lnTo>
                  <a:lnTo>
                    <a:pt x="533" y="73977"/>
                  </a:lnTo>
                  <a:lnTo>
                    <a:pt x="10718" y="76200"/>
                  </a:lnTo>
                  <a:lnTo>
                    <a:pt x="11087" y="80162"/>
                  </a:lnTo>
                  <a:lnTo>
                    <a:pt x="14122" y="85801"/>
                  </a:lnTo>
                  <a:lnTo>
                    <a:pt x="6743" y="94119"/>
                  </a:lnTo>
                  <a:lnTo>
                    <a:pt x="16065" y="107556"/>
                  </a:lnTo>
                  <a:lnTo>
                    <a:pt x="26962" y="103505"/>
                  </a:lnTo>
                  <a:lnTo>
                    <a:pt x="33261" y="108737"/>
                  </a:lnTo>
                  <a:lnTo>
                    <a:pt x="31521" y="120370"/>
                  </a:lnTo>
                  <a:lnTo>
                    <a:pt x="46609" y="126631"/>
                  </a:lnTo>
                  <a:lnTo>
                    <a:pt x="53632" y="117208"/>
                  </a:lnTo>
                  <a:lnTo>
                    <a:pt x="58267" y="118668"/>
                  </a:lnTo>
                  <a:lnTo>
                    <a:pt x="62598" y="118325"/>
                  </a:lnTo>
                  <a:lnTo>
                    <a:pt x="67335" y="129032"/>
                  </a:lnTo>
                  <a:lnTo>
                    <a:pt x="83464" y="126238"/>
                  </a:lnTo>
                  <a:lnTo>
                    <a:pt x="84302" y="114884"/>
                  </a:lnTo>
                  <a:lnTo>
                    <a:pt x="92811" y="110604"/>
                  </a:lnTo>
                  <a:lnTo>
                    <a:pt x="102273" y="116763"/>
                  </a:lnTo>
                  <a:lnTo>
                    <a:pt x="114312" y="105676"/>
                  </a:lnTo>
                  <a:lnTo>
                    <a:pt x="109042" y="96126"/>
                  </a:lnTo>
                  <a:lnTo>
                    <a:pt x="112890" y="91744"/>
                  </a:lnTo>
                  <a:lnTo>
                    <a:pt x="114134" y="87972"/>
                  </a:lnTo>
                  <a:lnTo>
                    <a:pt x="124574" y="88099"/>
                  </a:lnTo>
                  <a:lnTo>
                    <a:pt x="128765" y="722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5725051" y="3939430"/>
              <a:ext cx="65405" cy="62865"/>
            </a:xfrm>
            <a:custGeom>
              <a:avLst/>
              <a:gdLst/>
              <a:ahLst/>
              <a:cxnLst/>
              <a:rect l="l" t="t" r="r" b="b"/>
              <a:pathLst>
                <a:path w="65404" h="62864">
                  <a:moveTo>
                    <a:pt x="28626" y="62429"/>
                  </a:moveTo>
                  <a:lnTo>
                    <a:pt x="16378" y="58550"/>
                  </a:lnTo>
                  <a:lnTo>
                    <a:pt x="6911" y="50696"/>
                  </a:lnTo>
                  <a:lnTo>
                    <a:pt x="1144" y="39990"/>
                  </a:lnTo>
                  <a:lnTo>
                    <a:pt x="0" y="27552"/>
                  </a:lnTo>
                  <a:lnTo>
                    <a:pt x="3913" y="15689"/>
                  </a:lnTo>
                  <a:lnTo>
                    <a:pt x="11940" y="6552"/>
                  </a:lnTo>
                  <a:lnTo>
                    <a:pt x="23043" y="971"/>
                  </a:lnTo>
                  <a:lnTo>
                    <a:pt x="23628" y="971"/>
                  </a:lnTo>
                  <a:lnTo>
                    <a:pt x="35738" y="0"/>
                  </a:lnTo>
                  <a:lnTo>
                    <a:pt x="44274" y="971"/>
                  </a:lnTo>
                  <a:lnTo>
                    <a:pt x="52084" y="5191"/>
                  </a:lnTo>
                  <a:lnTo>
                    <a:pt x="62821" y="18272"/>
                  </a:lnTo>
                  <a:lnTo>
                    <a:pt x="65308" y="26598"/>
                  </a:lnTo>
                  <a:lnTo>
                    <a:pt x="64364" y="34876"/>
                  </a:lnTo>
                  <a:lnTo>
                    <a:pt x="60451" y="46739"/>
                  </a:lnTo>
                  <a:lnTo>
                    <a:pt x="52424" y="55876"/>
                  </a:lnTo>
                  <a:lnTo>
                    <a:pt x="41432" y="61401"/>
                  </a:lnTo>
                  <a:lnTo>
                    <a:pt x="28626" y="6242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5612143" y="4042333"/>
              <a:ext cx="459740" cy="453390"/>
            </a:xfrm>
            <a:custGeom>
              <a:avLst/>
              <a:gdLst/>
              <a:ahLst/>
              <a:cxnLst/>
              <a:rect l="l" t="t" r="r" b="b"/>
              <a:pathLst>
                <a:path w="459739" h="453389">
                  <a:moveTo>
                    <a:pt x="459536" y="228485"/>
                  </a:moveTo>
                  <a:lnTo>
                    <a:pt x="425437" y="214515"/>
                  </a:lnTo>
                  <a:lnTo>
                    <a:pt x="423100" y="191477"/>
                  </a:lnTo>
                  <a:lnTo>
                    <a:pt x="419404" y="179717"/>
                  </a:lnTo>
                  <a:lnTo>
                    <a:pt x="446493" y="158203"/>
                  </a:lnTo>
                  <a:lnTo>
                    <a:pt x="422694" y="105384"/>
                  </a:lnTo>
                  <a:lnTo>
                    <a:pt x="384873" y="112318"/>
                  </a:lnTo>
                  <a:lnTo>
                    <a:pt x="369176" y="93726"/>
                  </a:lnTo>
                  <a:lnTo>
                    <a:pt x="364261" y="89827"/>
                  </a:lnTo>
                  <a:lnTo>
                    <a:pt x="376948" y="52616"/>
                  </a:lnTo>
                  <a:lnTo>
                    <a:pt x="328244" y="21221"/>
                  </a:lnTo>
                  <a:lnTo>
                    <a:pt x="297522" y="49999"/>
                  </a:lnTo>
                  <a:lnTo>
                    <a:pt x="268414" y="41402"/>
                  </a:lnTo>
                  <a:lnTo>
                    <a:pt x="268033" y="41376"/>
                  </a:lnTo>
                  <a:lnTo>
                    <a:pt x="257695" y="0"/>
                  </a:lnTo>
                  <a:lnTo>
                    <a:pt x="199669" y="0"/>
                  </a:lnTo>
                  <a:lnTo>
                    <a:pt x="189090" y="42240"/>
                  </a:lnTo>
                  <a:lnTo>
                    <a:pt x="184556" y="42748"/>
                  </a:lnTo>
                  <a:lnTo>
                    <a:pt x="163868" y="49923"/>
                  </a:lnTo>
                  <a:lnTo>
                    <a:pt x="131470" y="19570"/>
                  </a:lnTo>
                  <a:lnTo>
                    <a:pt x="82765" y="50965"/>
                  </a:lnTo>
                  <a:lnTo>
                    <a:pt x="96012" y="89852"/>
                  </a:lnTo>
                  <a:lnTo>
                    <a:pt x="75920" y="109334"/>
                  </a:lnTo>
                  <a:lnTo>
                    <a:pt x="73799" y="112560"/>
                  </a:lnTo>
                  <a:lnTo>
                    <a:pt x="34607" y="105384"/>
                  </a:lnTo>
                  <a:lnTo>
                    <a:pt x="10807" y="158203"/>
                  </a:lnTo>
                  <a:lnTo>
                    <a:pt x="39370" y="180898"/>
                  </a:lnTo>
                  <a:lnTo>
                    <a:pt x="37820" y="185115"/>
                  </a:lnTo>
                  <a:lnTo>
                    <a:pt x="34340" y="214401"/>
                  </a:lnTo>
                  <a:lnTo>
                    <a:pt x="0" y="228485"/>
                  </a:lnTo>
                  <a:lnTo>
                    <a:pt x="8432" y="285889"/>
                  </a:lnTo>
                  <a:lnTo>
                    <a:pt x="43942" y="289483"/>
                  </a:lnTo>
                  <a:lnTo>
                    <a:pt x="52654" y="313093"/>
                  </a:lnTo>
                  <a:lnTo>
                    <a:pt x="59740" y="323913"/>
                  </a:lnTo>
                  <a:lnTo>
                    <a:pt x="38392" y="354380"/>
                  </a:lnTo>
                  <a:lnTo>
                    <a:pt x="76606" y="397967"/>
                  </a:lnTo>
                  <a:lnTo>
                    <a:pt x="110540" y="380746"/>
                  </a:lnTo>
                  <a:lnTo>
                    <a:pt x="137655" y="397471"/>
                  </a:lnTo>
                  <a:lnTo>
                    <a:pt x="136220" y="436968"/>
                  </a:lnTo>
                  <a:lnTo>
                    <a:pt x="191897" y="452945"/>
                  </a:lnTo>
                  <a:lnTo>
                    <a:pt x="212051" y="418274"/>
                  </a:lnTo>
                  <a:lnTo>
                    <a:pt x="229768" y="420243"/>
                  </a:lnTo>
                  <a:lnTo>
                    <a:pt x="245605" y="418477"/>
                  </a:lnTo>
                  <a:lnTo>
                    <a:pt x="265887" y="453097"/>
                  </a:lnTo>
                  <a:lnTo>
                    <a:pt x="321576" y="436816"/>
                  </a:lnTo>
                  <a:lnTo>
                    <a:pt x="320052" y="398589"/>
                  </a:lnTo>
                  <a:lnTo>
                    <a:pt x="351205" y="379387"/>
                  </a:lnTo>
                  <a:lnTo>
                    <a:pt x="384060" y="395846"/>
                  </a:lnTo>
                  <a:lnTo>
                    <a:pt x="421995" y="351980"/>
                  </a:lnTo>
                  <a:lnTo>
                    <a:pt x="400913" y="322211"/>
                  </a:lnTo>
                  <a:lnTo>
                    <a:pt x="406895" y="313093"/>
                  </a:lnTo>
                  <a:lnTo>
                    <a:pt x="415582" y="289483"/>
                  </a:lnTo>
                  <a:lnTo>
                    <a:pt x="451104" y="285889"/>
                  </a:lnTo>
                  <a:lnTo>
                    <a:pt x="459536" y="2284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22926" y="4159869"/>
              <a:ext cx="229709" cy="222881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6532867" y="3636797"/>
              <a:ext cx="995044" cy="930275"/>
            </a:xfrm>
            <a:custGeom>
              <a:avLst/>
              <a:gdLst/>
              <a:ahLst/>
              <a:cxnLst/>
              <a:rect l="l" t="t" r="r" b="b"/>
              <a:pathLst>
                <a:path w="995045" h="930275">
                  <a:moveTo>
                    <a:pt x="994422" y="208813"/>
                  </a:moveTo>
                  <a:lnTo>
                    <a:pt x="990358" y="167881"/>
                  </a:lnTo>
                  <a:lnTo>
                    <a:pt x="978509" y="128905"/>
                  </a:lnTo>
                  <a:lnTo>
                    <a:pt x="959294" y="92964"/>
                  </a:lnTo>
                  <a:lnTo>
                    <a:pt x="933196" y="61150"/>
                  </a:lnTo>
                  <a:lnTo>
                    <a:pt x="901369" y="35077"/>
                  </a:lnTo>
                  <a:lnTo>
                    <a:pt x="865390" y="15887"/>
                  </a:lnTo>
                  <a:lnTo>
                    <a:pt x="826363" y="4038"/>
                  </a:lnTo>
                  <a:lnTo>
                    <a:pt x="785406" y="0"/>
                  </a:lnTo>
                  <a:lnTo>
                    <a:pt x="737476" y="5511"/>
                  </a:lnTo>
                  <a:lnTo>
                    <a:pt x="693483" y="21221"/>
                  </a:lnTo>
                  <a:lnTo>
                    <a:pt x="654672" y="45872"/>
                  </a:lnTo>
                  <a:lnTo>
                    <a:pt x="635254" y="65265"/>
                  </a:lnTo>
                  <a:lnTo>
                    <a:pt x="601726" y="51371"/>
                  </a:lnTo>
                  <a:lnTo>
                    <a:pt x="553224" y="37376"/>
                  </a:lnTo>
                  <a:lnTo>
                    <a:pt x="503237" y="28841"/>
                  </a:lnTo>
                  <a:lnTo>
                    <a:pt x="452221" y="25958"/>
                  </a:lnTo>
                  <a:lnTo>
                    <a:pt x="402945" y="28613"/>
                  </a:lnTo>
                  <a:lnTo>
                    <a:pt x="355206" y="36385"/>
                  </a:lnTo>
                  <a:lnTo>
                    <a:pt x="309283" y="49009"/>
                  </a:lnTo>
                  <a:lnTo>
                    <a:pt x="265442" y="66192"/>
                  </a:lnTo>
                  <a:lnTo>
                    <a:pt x="223977" y="87680"/>
                  </a:lnTo>
                  <a:lnTo>
                    <a:pt x="185153" y="113169"/>
                  </a:lnTo>
                  <a:lnTo>
                    <a:pt x="149237" y="142417"/>
                  </a:lnTo>
                  <a:lnTo>
                    <a:pt x="116509" y="175133"/>
                  </a:lnTo>
                  <a:lnTo>
                    <a:pt x="87261" y="211023"/>
                  </a:lnTo>
                  <a:lnTo>
                    <a:pt x="61747" y="249847"/>
                  </a:lnTo>
                  <a:lnTo>
                    <a:pt x="40259" y="291299"/>
                  </a:lnTo>
                  <a:lnTo>
                    <a:pt x="23063" y="335114"/>
                  </a:lnTo>
                  <a:lnTo>
                    <a:pt x="10439" y="381025"/>
                  </a:lnTo>
                  <a:lnTo>
                    <a:pt x="2654" y="428739"/>
                  </a:lnTo>
                  <a:lnTo>
                    <a:pt x="0" y="478002"/>
                  </a:lnTo>
                  <a:lnTo>
                    <a:pt x="2654" y="527253"/>
                  </a:lnTo>
                  <a:lnTo>
                    <a:pt x="10439" y="574967"/>
                  </a:lnTo>
                  <a:lnTo>
                    <a:pt x="23063" y="620877"/>
                  </a:lnTo>
                  <a:lnTo>
                    <a:pt x="40259" y="664692"/>
                  </a:lnTo>
                  <a:lnTo>
                    <a:pt x="61747" y="706145"/>
                  </a:lnTo>
                  <a:lnTo>
                    <a:pt x="87261" y="744969"/>
                  </a:lnTo>
                  <a:lnTo>
                    <a:pt x="116509" y="780859"/>
                  </a:lnTo>
                  <a:lnTo>
                    <a:pt x="149237" y="813574"/>
                  </a:lnTo>
                  <a:lnTo>
                    <a:pt x="185153" y="842822"/>
                  </a:lnTo>
                  <a:lnTo>
                    <a:pt x="223977" y="868311"/>
                  </a:lnTo>
                  <a:lnTo>
                    <a:pt x="265442" y="889800"/>
                  </a:lnTo>
                  <a:lnTo>
                    <a:pt x="309283" y="906983"/>
                  </a:lnTo>
                  <a:lnTo>
                    <a:pt x="355206" y="919607"/>
                  </a:lnTo>
                  <a:lnTo>
                    <a:pt x="402945" y="927379"/>
                  </a:lnTo>
                  <a:lnTo>
                    <a:pt x="452221" y="930033"/>
                  </a:lnTo>
                  <a:lnTo>
                    <a:pt x="501497" y="927379"/>
                  </a:lnTo>
                  <a:lnTo>
                    <a:pt x="549224" y="919607"/>
                  </a:lnTo>
                  <a:lnTo>
                    <a:pt x="595147" y="906983"/>
                  </a:lnTo>
                  <a:lnTo>
                    <a:pt x="638987" y="889800"/>
                  </a:lnTo>
                  <a:lnTo>
                    <a:pt x="680453" y="868311"/>
                  </a:lnTo>
                  <a:lnTo>
                    <a:pt x="719289" y="842822"/>
                  </a:lnTo>
                  <a:lnTo>
                    <a:pt x="755205" y="813574"/>
                  </a:lnTo>
                  <a:lnTo>
                    <a:pt x="787920" y="780859"/>
                  </a:lnTo>
                  <a:lnTo>
                    <a:pt x="817181" y="744969"/>
                  </a:lnTo>
                  <a:lnTo>
                    <a:pt x="842695" y="706145"/>
                  </a:lnTo>
                  <a:lnTo>
                    <a:pt x="864184" y="664692"/>
                  </a:lnTo>
                  <a:lnTo>
                    <a:pt x="881380" y="620877"/>
                  </a:lnTo>
                  <a:lnTo>
                    <a:pt x="894003" y="574967"/>
                  </a:lnTo>
                  <a:lnTo>
                    <a:pt x="901776" y="527253"/>
                  </a:lnTo>
                  <a:lnTo>
                    <a:pt x="904430" y="478002"/>
                  </a:lnTo>
                  <a:lnTo>
                    <a:pt x="901547" y="426986"/>
                  </a:lnTo>
                  <a:lnTo>
                    <a:pt x="894461" y="385521"/>
                  </a:lnTo>
                  <a:lnTo>
                    <a:pt x="916127" y="371754"/>
                  </a:lnTo>
                  <a:lnTo>
                    <a:pt x="948499" y="339420"/>
                  </a:lnTo>
                  <a:lnTo>
                    <a:pt x="973175" y="300647"/>
                  </a:lnTo>
                  <a:lnTo>
                    <a:pt x="988898" y="256692"/>
                  </a:lnTo>
                  <a:lnTo>
                    <a:pt x="994422" y="208813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7171674" y="3699183"/>
              <a:ext cx="293370" cy="293370"/>
            </a:xfrm>
            <a:custGeom>
              <a:avLst/>
              <a:gdLst/>
              <a:ahLst/>
              <a:cxnLst/>
              <a:rect l="l" t="t" r="r" b="b"/>
              <a:pathLst>
                <a:path w="293370" h="293370">
                  <a:moveTo>
                    <a:pt x="146591" y="292836"/>
                  </a:moveTo>
                  <a:lnTo>
                    <a:pt x="100257" y="285371"/>
                  </a:lnTo>
                  <a:lnTo>
                    <a:pt x="60016" y="264586"/>
                  </a:lnTo>
                  <a:lnTo>
                    <a:pt x="28283" y="232890"/>
                  </a:lnTo>
                  <a:lnTo>
                    <a:pt x="7473" y="192697"/>
                  </a:lnTo>
                  <a:lnTo>
                    <a:pt x="0" y="146417"/>
                  </a:lnTo>
                  <a:lnTo>
                    <a:pt x="7473" y="100138"/>
                  </a:lnTo>
                  <a:lnTo>
                    <a:pt x="28283" y="59945"/>
                  </a:lnTo>
                  <a:lnTo>
                    <a:pt x="60016" y="28250"/>
                  </a:lnTo>
                  <a:lnTo>
                    <a:pt x="100257" y="7464"/>
                  </a:lnTo>
                  <a:lnTo>
                    <a:pt x="146591" y="0"/>
                  </a:lnTo>
                  <a:lnTo>
                    <a:pt x="175323" y="2839"/>
                  </a:lnTo>
                  <a:lnTo>
                    <a:pt x="227920" y="24599"/>
                  </a:lnTo>
                  <a:lnTo>
                    <a:pt x="268553" y="65185"/>
                  </a:lnTo>
                  <a:lnTo>
                    <a:pt x="290339" y="117719"/>
                  </a:lnTo>
                  <a:lnTo>
                    <a:pt x="293182" y="146417"/>
                  </a:lnTo>
                  <a:lnTo>
                    <a:pt x="285709" y="192697"/>
                  </a:lnTo>
                  <a:lnTo>
                    <a:pt x="264899" y="232890"/>
                  </a:lnTo>
                  <a:lnTo>
                    <a:pt x="233166" y="264586"/>
                  </a:lnTo>
                  <a:lnTo>
                    <a:pt x="192925" y="285371"/>
                  </a:lnTo>
                  <a:lnTo>
                    <a:pt x="146591" y="2928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7282189" y="3780294"/>
              <a:ext cx="113030" cy="130810"/>
            </a:xfrm>
            <a:custGeom>
              <a:avLst/>
              <a:gdLst/>
              <a:ahLst/>
              <a:cxnLst/>
              <a:rect l="l" t="t" r="r" b="b"/>
              <a:pathLst>
                <a:path w="113029" h="130810">
                  <a:moveTo>
                    <a:pt x="0" y="130614"/>
                  </a:moveTo>
                  <a:lnTo>
                    <a:pt x="0" y="0"/>
                  </a:lnTo>
                  <a:lnTo>
                    <a:pt x="112994" y="65306"/>
                  </a:lnTo>
                  <a:lnTo>
                    <a:pt x="0" y="130614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39894" y="3870048"/>
              <a:ext cx="227702" cy="228191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6889750" y="3890822"/>
              <a:ext cx="128905" cy="129539"/>
            </a:xfrm>
            <a:custGeom>
              <a:avLst/>
              <a:gdLst/>
              <a:ahLst/>
              <a:cxnLst/>
              <a:rect l="l" t="t" r="r" b="b"/>
              <a:pathLst>
                <a:path w="128904" h="129539">
                  <a:moveTo>
                    <a:pt x="128765" y="72288"/>
                  </a:moveTo>
                  <a:lnTo>
                    <a:pt x="119646" y="67297"/>
                  </a:lnTo>
                  <a:lnTo>
                    <a:pt x="119735" y="60756"/>
                  </a:lnTo>
                  <a:lnTo>
                    <a:pt x="119075" y="57353"/>
                  </a:lnTo>
                  <a:lnTo>
                    <a:pt x="127355" y="52184"/>
                  </a:lnTo>
                  <a:lnTo>
                    <a:pt x="122364" y="36639"/>
                  </a:lnTo>
                  <a:lnTo>
                    <a:pt x="111544" y="37376"/>
                  </a:lnTo>
                  <a:lnTo>
                    <a:pt x="107746" y="31661"/>
                  </a:lnTo>
                  <a:lnTo>
                    <a:pt x="106489" y="30416"/>
                  </a:lnTo>
                  <a:lnTo>
                    <a:pt x="111239" y="20396"/>
                  </a:lnTo>
                  <a:lnTo>
                    <a:pt x="98590" y="10045"/>
                  </a:lnTo>
                  <a:lnTo>
                    <a:pt x="89052" y="17132"/>
                  </a:lnTo>
                  <a:lnTo>
                    <a:pt x="81178" y="13792"/>
                  </a:lnTo>
                  <a:lnTo>
                    <a:pt x="79502" y="1854"/>
                  </a:lnTo>
                  <a:lnTo>
                    <a:pt x="63233" y="0"/>
                  </a:lnTo>
                  <a:lnTo>
                    <a:pt x="58559" y="12484"/>
                  </a:lnTo>
                  <a:lnTo>
                    <a:pt x="51752" y="13030"/>
                  </a:lnTo>
                  <a:lnTo>
                    <a:pt x="43510" y="3314"/>
                  </a:lnTo>
                  <a:lnTo>
                    <a:pt x="28854" y="10553"/>
                  </a:lnTo>
                  <a:lnTo>
                    <a:pt x="31330" y="21907"/>
                  </a:lnTo>
                  <a:lnTo>
                    <a:pt x="29616" y="22771"/>
                  </a:lnTo>
                  <a:lnTo>
                    <a:pt x="25209" y="27774"/>
                  </a:lnTo>
                  <a:lnTo>
                    <a:pt x="13627" y="24257"/>
                  </a:lnTo>
                  <a:lnTo>
                    <a:pt x="5270" y="38290"/>
                  </a:lnTo>
                  <a:lnTo>
                    <a:pt x="13246" y="46278"/>
                  </a:lnTo>
                  <a:lnTo>
                    <a:pt x="10477" y="54673"/>
                  </a:lnTo>
                  <a:lnTo>
                    <a:pt x="0" y="57632"/>
                  </a:lnTo>
                  <a:lnTo>
                    <a:pt x="533" y="73977"/>
                  </a:lnTo>
                  <a:lnTo>
                    <a:pt x="10718" y="76200"/>
                  </a:lnTo>
                  <a:lnTo>
                    <a:pt x="11087" y="80162"/>
                  </a:lnTo>
                  <a:lnTo>
                    <a:pt x="14109" y="85801"/>
                  </a:lnTo>
                  <a:lnTo>
                    <a:pt x="6743" y="94119"/>
                  </a:lnTo>
                  <a:lnTo>
                    <a:pt x="16052" y="107543"/>
                  </a:lnTo>
                  <a:lnTo>
                    <a:pt x="26949" y="103505"/>
                  </a:lnTo>
                  <a:lnTo>
                    <a:pt x="33261" y="108737"/>
                  </a:lnTo>
                  <a:lnTo>
                    <a:pt x="31521" y="120370"/>
                  </a:lnTo>
                  <a:lnTo>
                    <a:pt x="46609" y="126631"/>
                  </a:lnTo>
                  <a:lnTo>
                    <a:pt x="53619" y="117208"/>
                  </a:lnTo>
                  <a:lnTo>
                    <a:pt x="58254" y="118668"/>
                  </a:lnTo>
                  <a:lnTo>
                    <a:pt x="62585" y="118325"/>
                  </a:lnTo>
                  <a:lnTo>
                    <a:pt x="67335" y="129032"/>
                  </a:lnTo>
                  <a:lnTo>
                    <a:pt x="83464" y="126238"/>
                  </a:lnTo>
                  <a:lnTo>
                    <a:pt x="84289" y="114884"/>
                  </a:lnTo>
                  <a:lnTo>
                    <a:pt x="92811" y="110604"/>
                  </a:lnTo>
                  <a:lnTo>
                    <a:pt x="102273" y="116763"/>
                  </a:lnTo>
                  <a:lnTo>
                    <a:pt x="114300" y="105676"/>
                  </a:lnTo>
                  <a:lnTo>
                    <a:pt x="109042" y="96126"/>
                  </a:lnTo>
                  <a:lnTo>
                    <a:pt x="112890" y="91744"/>
                  </a:lnTo>
                  <a:lnTo>
                    <a:pt x="114134" y="87972"/>
                  </a:lnTo>
                  <a:lnTo>
                    <a:pt x="124574" y="88099"/>
                  </a:lnTo>
                  <a:lnTo>
                    <a:pt x="128765" y="722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6923038" y="3924570"/>
              <a:ext cx="65405" cy="62865"/>
            </a:xfrm>
            <a:custGeom>
              <a:avLst/>
              <a:gdLst/>
              <a:ahLst/>
              <a:cxnLst/>
              <a:rect l="l" t="t" r="r" b="b"/>
              <a:pathLst>
                <a:path w="65404" h="62864">
                  <a:moveTo>
                    <a:pt x="28625" y="62429"/>
                  </a:moveTo>
                  <a:lnTo>
                    <a:pt x="16378" y="58550"/>
                  </a:lnTo>
                  <a:lnTo>
                    <a:pt x="6911" y="50697"/>
                  </a:lnTo>
                  <a:lnTo>
                    <a:pt x="1144" y="39990"/>
                  </a:lnTo>
                  <a:lnTo>
                    <a:pt x="0" y="27552"/>
                  </a:lnTo>
                  <a:lnTo>
                    <a:pt x="3913" y="15690"/>
                  </a:lnTo>
                  <a:lnTo>
                    <a:pt x="11940" y="6552"/>
                  </a:lnTo>
                  <a:lnTo>
                    <a:pt x="23043" y="971"/>
                  </a:lnTo>
                  <a:lnTo>
                    <a:pt x="23630" y="971"/>
                  </a:lnTo>
                  <a:lnTo>
                    <a:pt x="35738" y="0"/>
                  </a:lnTo>
                  <a:lnTo>
                    <a:pt x="44274" y="971"/>
                  </a:lnTo>
                  <a:lnTo>
                    <a:pt x="52085" y="5191"/>
                  </a:lnTo>
                  <a:lnTo>
                    <a:pt x="62821" y="18273"/>
                  </a:lnTo>
                  <a:lnTo>
                    <a:pt x="65307" y="26598"/>
                  </a:lnTo>
                  <a:lnTo>
                    <a:pt x="64364" y="34876"/>
                  </a:lnTo>
                  <a:lnTo>
                    <a:pt x="60451" y="46739"/>
                  </a:lnTo>
                  <a:lnTo>
                    <a:pt x="52424" y="55876"/>
                  </a:lnTo>
                  <a:lnTo>
                    <a:pt x="41432" y="61401"/>
                  </a:lnTo>
                  <a:lnTo>
                    <a:pt x="28625" y="6242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6810121" y="4027461"/>
              <a:ext cx="459740" cy="453390"/>
            </a:xfrm>
            <a:custGeom>
              <a:avLst/>
              <a:gdLst/>
              <a:ahLst/>
              <a:cxnLst/>
              <a:rect l="l" t="t" r="r" b="b"/>
              <a:pathLst>
                <a:path w="459740" h="453389">
                  <a:moveTo>
                    <a:pt x="459549" y="228498"/>
                  </a:moveTo>
                  <a:lnTo>
                    <a:pt x="425450" y="214528"/>
                  </a:lnTo>
                  <a:lnTo>
                    <a:pt x="423113" y="191490"/>
                  </a:lnTo>
                  <a:lnTo>
                    <a:pt x="419417" y="179717"/>
                  </a:lnTo>
                  <a:lnTo>
                    <a:pt x="446506" y="158216"/>
                  </a:lnTo>
                  <a:lnTo>
                    <a:pt x="422706" y="105397"/>
                  </a:lnTo>
                  <a:lnTo>
                    <a:pt x="384898" y="112331"/>
                  </a:lnTo>
                  <a:lnTo>
                    <a:pt x="369189" y="93738"/>
                  </a:lnTo>
                  <a:lnTo>
                    <a:pt x="364274" y="89839"/>
                  </a:lnTo>
                  <a:lnTo>
                    <a:pt x="376961" y="52628"/>
                  </a:lnTo>
                  <a:lnTo>
                    <a:pt x="328256" y="21234"/>
                  </a:lnTo>
                  <a:lnTo>
                    <a:pt x="297522" y="50012"/>
                  </a:lnTo>
                  <a:lnTo>
                    <a:pt x="268427" y="41414"/>
                  </a:lnTo>
                  <a:lnTo>
                    <a:pt x="268046" y="41389"/>
                  </a:lnTo>
                  <a:lnTo>
                    <a:pt x="257708" y="0"/>
                  </a:lnTo>
                  <a:lnTo>
                    <a:pt x="199682" y="0"/>
                  </a:lnTo>
                  <a:lnTo>
                    <a:pt x="189103" y="42265"/>
                  </a:lnTo>
                  <a:lnTo>
                    <a:pt x="184569" y="42760"/>
                  </a:lnTo>
                  <a:lnTo>
                    <a:pt x="163868" y="49936"/>
                  </a:lnTo>
                  <a:lnTo>
                    <a:pt x="131470" y="19583"/>
                  </a:lnTo>
                  <a:lnTo>
                    <a:pt x="82765" y="50977"/>
                  </a:lnTo>
                  <a:lnTo>
                    <a:pt x="96012" y="89877"/>
                  </a:lnTo>
                  <a:lnTo>
                    <a:pt x="75933" y="109347"/>
                  </a:lnTo>
                  <a:lnTo>
                    <a:pt x="73812" y="112572"/>
                  </a:lnTo>
                  <a:lnTo>
                    <a:pt x="34620" y="105397"/>
                  </a:lnTo>
                  <a:lnTo>
                    <a:pt x="10820" y="158216"/>
                  </a:lnTo>
                  <a:lnTo>
                    <a:pt x="39370" y="180898"/>
                  </a:lnTo>
                  <a:lnTo>
                    <a:pt x="37820" y="185127"/>
                  </a:lnTo>
                  <a:lnTo>
                    <a:pt x="34340" y="214414"/>
                  </a:lnTo>
                  <a:lnTo>
                    <a:pt x="0" y="228498"/>
                  </a:lnTo>
                  <a:lnTo>
                    <a:pt x="8432" y="285902"/>
                  </a:lnTo>
                  <a:lnTo>
                    <a:pt x="43942" y="289496"/>
                  </a:lnTo>
                  <a:lnTo>
                    <a:pt x="52654" y="313105"/>
                  </a:lnTo>
                  <a:lnTo>
                    <a:pt x="59740" y="323926"/>
                  </a:lnTo>
                  <a:lnTo>
                    <a:pt x="38392" y="354393"/>
                  </a:lnTo>
                  <a:lnTo>
                    <a:pt x="76619" y="397979"/>
                  </a:lnTo>
                  <a:lnTo>
                    <a:pt x="110553" y="380758"/>
                  </a:lnTo>
                  <a:lnTo>
                    <a:pt x="137668" y="397497"/>
                  </a:lnTo>
                  <a:lnTo>
                    <a:pt x="136232" y="436981"/>
                  </a:lnTo>
                  <a:lnTo>
                    <a:pt x="191909" y="452958"/>
                  </a:lnTo>
                  <a:lnTo>
                    <a:pt x="212064" y="418287"/>
                  </a:lnTo>
                  <a:lnTo>
                    <a:pt x="229781" y="420255"/>
                  </a:lnTo>
                  <a:lnTo>
                    <a:pt x="245618" y="418490"/>
                  </a:lnTo>
                  <a:lnTo>
                    <a:pt x="265899" y="453097"/>
                  </a:lnTo>
                  <a:lnTo>
                    <a:pt x="321589" y="436829"/>
                  </a:lnTo>
                  <a:lnTo>
                    <a:pt x="320052" y="398614"/>
                  </a:lnTo>
                  <a:lnTo>
                    <a:pt x="351205" y="379387"/>
                  </a:lnTo>
                  <a:lnTo>
                    <a:pt x="384073" y="395859"/>
                  </a:lnTo>
                  <a:lnTo>
                    <a:pt x="422008" y="351993"/>
                  </a:lnTo>
                  <a:lnTo>
                    <a:pt x="400926" y="322224"/>
                  </a:lnTo>
                  <a:lnTo>
                    <a:pt x="406895" y="313105"/>
                  </a:lnTo>
                  <a:lnTo>
                    <a:pt x="415594" y="289496"/>
                  </a:lnTo>
                  <a:lnTo>
                    <a:pt x="451116" y="285902"/>
                  </a:lnTo>
                  <a:lnTo>
                    <a:pt x="459549" y="22849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20913" y="4145009"/>
              <a:ext cx="229710" cy="222881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8032394" y="3667328"/>
              <a:ext cx="995044" cy="930275"/>
            </a:xfrm>
            <a:custGeom>
              <a:avLst/>
              <a:gdLst/>
              <a:ahLst/>
              <a:cxnLst/>
              <a:rect l="l" t="t" r="r" b="b"/>
              <a:pathLst>
                <a:path w="995045" h="930275">
                  <a:moveTo>
                    <a:pt x="994422" y="208813"/>
                  </a:moveTo>
                  <a:lnTo>
                    <a:pt x="990371" y="167894"/>
                  </a:lnTo>
                  <a:lnTo>
                    <a:pt x="978509" y="128905"/>
                  </a:lnTo>
                  <a:lnTo>
                    <a:pt x="959307" y="92964"/>
                  </a:lnTo>
                  <a:lnTo>
                    <a:pt x="933196" y="61163"/>
                  </a:lnTo>
                  <a:lnTo>
                    <a:pt x="901369" y="35077"/>
                  </a:lnTo>
                  <a:lnTo>
                    <a:pt x="865390" y="15887"/>
                  </a:lnTo>
                  <a:lnTo>
                    <a:pt x="826363" y="4051"/>
                  </a:lnTo>
                  <a:lnTo>
                    <a:pt x="785406" y="0"/>
                  </a:lnTo>
                  <a:lnTo>
                    <a:pt x="737476" y="5511"/>
                  </a:lnTo>
                  <a:lnTo>
                    <a:pt x="693483" y="21221"/>
                  </a:lnTo>
                  <a:lnTo>
                    <a:pt x="654672" y="45872"/>
                  </a:lnTo>
                  <a:lnTo>
                    <a:pt x="635254" y="65278"/>
                  </a:lnTo>
                  <a:lnTo>
                    <a:pt x="601726" y="51384"/>
                  </a:lnTo>
                  <a:lnTo>
                    <a:pt x="553224" y="37376"/>
                  </a:lnTo>
                  <a:lnTo>
                    <a:pt x="503250" y="28841"/>
                  </a:lnTo>
                  <a:lnTo>
                    <a:pt x="452221" y="25958"/>
                  </a:lnTo>
                  <a:lnTo>
                    <a:pt x="402945" y="28613"/>
                  </a:lnTo>
                  <a:lnTo>
                    <a:pt x="355206" y="36385"/>
                  </a:lnTo>
                  <a:lnTo>
                    <a:pt x="309283" y="49009"/>
                  </a:lnTo>
                  <a:lnTo>
                    <a:pt x="265455" y="66192"/>
                  </a:lnTo>
                  <a:lnTo>
                    <a:pt x="223977" y="87680"/>
                  </a:lnTo>
                  <a:lnTo>
                    <a:pt x="185153" y="113182"/>
                  </a:lnTo>
                  <a:lnTo>
                    <a:pt x="149237" y="142417"/>
                  </a:lnTo>
                  <a:lnTo>
                    <a:pt x="116509" y="175133"/>
                  </a:lnTo>
                  <a:lnTo>
                    <a:pt x="87261" y="211035"/>
                  </a:lnTo>
                  <a:lnTo>
                    <a:pt x="61747" y="249847"/>
                  </a:lnTo>
                  <a:lnTo>
                    <a:pt x="40259" y="291299"/>
                  </a:lnTo>
                  <a:lnTo>
                    <a:pt x="23063" y="335114"/>
                  </a:lnTo>
                  <a:lnTo>
                    <a:pt x="10439" y="381025"/>
                  </a:lnTo>
                  <a:lnTo>
                    <a:pt x="2654" y="428739"/>
                  </a:lnTo>
                  <a:lnTo>
                    <a:pt x="0" y="478002"/>
                  </a:lnTo>
                  <a:lnTo>
                    <a:pt x="2654" y="527253"/>
                  </a:lnTo>
                  <a:lnTo>
                    <a:pt x="10439" y="574967"/>
                  </a:lnTo>
                  <a:lnTo>
                    <a:pt x="23063" y="620877"/>
                  </a:lnTo>
                  <a:lnTo>
                    <a:pt x="40259" y="664692"/>
                  </a:lnTo>
                  <a:lnTo>
                    <a:pt x="61747" y="706158"/>
                  </a:lnTo>
                  <a:lnTo>
                    <a:pt x="87261" y="744969"/>
                  </a:lnTo>
                  <a:lnTo>
                    <a:pt x="116509" y="780872"/>
                  </a:lnTo>
                  <a:lnTo>
                    <a:pt x="149237" y="813574"/>
                  </a:lnTo>
                  <a:lnTo>
                    <a:pt x="185153" y="842822"/>
                  </a:lnTo>
                  <a:lnTo>
                    <a:pt x="223977" y="868324"/>
                  </a:lnTo>
                  <a:lnTo>
                    <a:pt x="265455" y="889800"/>
                  </a:lnTo>
                  <a:lnTo>
                    <a:pt x="309283" y="906995"/>
                  </a:lnTo>
                  <a:lnTo>
                    <a:pt x="355206" y="919607"/>
                  </a:lnTo>
                  <a:lnTo>
                    <a:pt x="402945" y="927379"/>
                  </a:lnTo>
                  <a:lnTo>
                    <a:pt x="452221" y="930033"/>
                  </a:lnTo>
                  <a:lnTo>
                    <a:pt x="501497" y="927379"/>
                  </a:lnTo>
                  <a:lnTo>
                    <a:pt x="549224" y="919607"/>
                  </a:lnTo>
                  <a:lnTo>
                    <a:pt x="595147" y="906995"/>
                  </a:lnTo>
                  <a:lnTo>
                    <a:pt x="638987" y="889800"/>
                  </a:lnTo>
                  <a:lnTo>
                    <a:pt x="680453" y="868324"/>
                  </a:lnTo>
                  <a:lnTo>
                    <a:pt x="719289" y="842822"/>
                  </a:lnTo>
                  <a:lnTo>
                    <a:pt x="755205" y="813574"/>
                  </a:lnTo>
                  <a:lnTo>
                    <a:pt x="787920" y="780872"/>
                  </a:lnTo>
                  <a:lnTo>
                    <a:pt x="817181" y="744969"/>
                  </a:lnTo>
                  <a:lnTo>
                    <a:pt x="842695" y="706158"/>
                  </a:lnTo>
                  <a:lnTo>
                    <a:pt x="864184" y="664692"/>
                  </a:lnTo>
                  <a:lnTo>
                    <a:pt x="881380" y="620877"/>
                  </a:lnTo>
                  <a:lnTo>
                    <a:pt x="894003" y="574967"/>
                  </a:lnTo>
                  <a:lnTo>
                    <a:pt x="901776" y="527253"/>
                  </a:lnTo>
                  <a:lnTo>
                    <a:pt x="904430" y="478002"/>
                  </a:lnTo>
                  <a:lnTo>
                    <a:pt x="901547" y="426999"/>
                  </a:lnTo>
                  <a:lnTo>
                    <a:pt x="894461" y="385533"/>
                  </a:lnTo>
                  <a:lnTo>
                    <a:pt x="916127" y="371767"/>
                  </a:lnTo>
                  <a:lnTo>
                    <a:pt x="948499" y="339420"/>
                  </a:lnTo>
                  <a:lnTo>
                    <a:pt x="973175" y="300647"/>
                  </a:lnTo>
                  <a:lnTo>
                    <a:pt x="988898" y="256692"/>
                  </a:lnTo>
                  <a:lnTo>
                    <a:pt x="994422" y="208813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8671202" y="3729717"/>
              <a:ext cx="293370" cy="293370"/>
            </a:xfrm>
            <a:custGeom>
              <a:avLst/>
              <a:gdLst/>
              <a:ahLst/>
              <a:cxnLst/>
              <a:rect l="l" t="t" r="r" b="b"/>
              <a:pathLst>
                <a:path w="293370" h="293370">
                  <a:moveTo>
                    <a:pt x="146591" y="292836"/>
                  </a:moveTo>
                  <a:lnTo>
                    <a:pt x="100257" y="285372"/>
                  </a:lnTo>
                  <a:lnTo>
                    <a:pt x="60016" y="264586"/>
                  </a:lnTo>
                  <a:lnTo>
                    <a:pt x="28283" y="232890"/>
                  </a:lnTo>
                  <a:lnTo>
                    <a:pt x="7473" y="192697"/>
                  </a:lnTo>
                  <a:lnTo>
                    <a:pt x="0" y="146417"/>
                  </a:lnTo>
                  <a:lnTo>
                    <a:pt x="7473" y="100138"/>
                  </a:lnTo>
                  <a:lnTo>
                    <a:pt x="28283" y="59945"/>
                  </a:lnTo>
                  <a:lnTo>
                    <a:pt x="60016" y="28250"/>
                  </a:lnTo>
                  <a:lnTo>
                    <a:pt x="100257" y="7464"/>
                  </a:lnTo>
                  <a:lnTo>
                    <a:pt x="146591" y="0"/>
                  </a:lnTo>
                  <a:lnTo>
                    <a:pt x="175323" y="2839"/>
                  </a:lnTo>
                  <a:lnTo>
                    <a:pt x="227920" y="24600"/>
                  </a:lnTo>
                  <a:lnTo>
                    <a:pt x="268553" y="65185"/>
                  </a:lnTo>
                  <a:lnTo>
                    <a:pt x="290339" y="117719"/>
                  </a:lnTo>
                  <a:lnTo>
                    <a:pt x="293182" y="146417"/>
                  </a:lnTo>
                  <a:lnTo>
                    <a:pt x="285709" y="192697"/>
                  </a:lnTo>
                  <a:lnTo>
                    <a:pt x="264898" y="232890"/>
                  </a:lnTo>
                  <a:lnTo>
                    <a:pt x="233166" y="264586"/>
                  </a:lnTo>
                  <a:lnTo>
                    <a:pt x="192925" y="285372"/>
                  </a:lnTo>
                  <a:lnTo>
                    <a:pt x="146591" y="2928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8781717" y="3810828"/>
              <a:ext cx="113030" cy="130810"/>
            </a:xfrm>
            <a:custGeom>
              <a:avLst/>
              <a:gdLst/>
              <a:ahLst/>
              <a:cxnLst/>
              <a:rect l="l" t="t" r="r" b="b"/>
              <a:pathLst>
                <a:path w="113029" h="130810">
                  <a:moveTo>
                    <a:pt x="0" y="130614"/>
                  </a:moveTo>
                  <a:lnTo>
                    <a:pt x="0" y="0"/>
                  </a:lnTo>
                  <a:lnTo>
                    <a:pt x="112994" y="65306"/>
                  </a:lnTo>
                  <a:lnTo>
                    <a:pt x="0" y="130614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39422" y="3900582"/>
              <a:ext cx="227702" cy="228191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8389277" y="3921353"/>
              <a:ext cx="128905" cy="129539"/>
            </a:xfrm>
            <a:custGeom>
              <a:avLst/>
              <a:gdLst/>
              <a:ahLst/>
              <a:cxnLst/>
              <a:rect l="l" t="t" r="r" b="b"/>
              <a:pathLst>
                <a:path w="128904" h="129539">
                  <a:moveTo>
                    <a:pt x="128765" y="72288"/>
                  </a:moveTo>
                  <a:lnTo>
                    <a:pt x="119646" y="67297"/>
                  </a:lnTo>
                  <a:lnTo>
                    <a:pt x="119735" y="60769"/>
                  </a:lnTo>
                  <a:lnTo>
                    <a:pt x="119075" y="57353"/>
                  </a:lnTo>
                  <a:lnTo>
                    <a:pt x="127355" y="52184"/>
                  </a:lnTo>
                  <a:lnTo>
                    <a:pt x="122364" y="36639"/>
                  </a:lnTo>
                  <a:lnTo>
                    <a:pt x="111544" y="37376"/>
                  </a:lnTo>
                  <a:lnTo>
                    <a:pt x="107746" y="31661"/>
                  </a:lnTo>
                  <a:lnTo>
                    <a:pt x="106489" y="30416"/>
                  </a:lnTo>
                  <a:lnTo>
                    <a:pt x="111239" y="20396"/>
                  </a:lnTo>
                  <a:lnTo>
                    <a:pt x="98590" y="10058"/>
                  </a:lnTo>
                  <a:lnTo>
                    <a:pt x="89065" y="17132"/>
                  </a:lnTo>
                  <a:lnTo>
                    <a:pt x="81178" y="13792"/>
                  </a:lnTo>
                  <a:lnTo>
                    <a:pt x="79502" y="1854"/>
                  </a:lnTo>
                  <a:lnTo>
                    <a:pt x="63233" y="0"/>
                  </a:lnTo>
                  <a:lnTo>
                    <a:pt x="58559" y="12484"/>
                  </a:lnTo>
                  <a:lnTo>
                    <a:pt x="51765" y="13030"/>
                  </a:lnTo>
                  <a:lnTo>
                    <a:pt x="43510" y="3314"/>
                  </a:lnTo>
                  <a:lnTo>
                    <a:pt x="28854" y="10553"/>
                  </a:lnTo>
                  <a:lnTo>
                    <a:pt x="31330" y="21907"/>
                  </a:lnTo>
                  <a:lnTo>
                    <a:pt x="29616" y="22771"/>
                  </a:lnTo>
                  <a:lnTo>
                    <a:pt x="25209" y="27774"/>
                  </a:lnTo>
                  <a:lnTo>
                    <a:pt x="13627" y="24257"/>
                  </a:lnTo>
                  <a:lnTo>
                    <a:pt x="5270" y="38303"/>
                  </a:lnTo>
                  <a:lnTo>
                    <a:pt x="13246" y="46278"/>
                  </a:lnTo>
                  <a:lnTo>
                    <a:pt x="10477" y="54686"/>
                  </a:lnTo>
                  <a:lnTo>
                    <a:pt x="0" y="57645"/>
                  </a:lnTo>
                  <a:lnTo>
                    <a:pt x="533" y="73990"/>
                  </a:lnTo>
                  <a:lnTo>
                    <a:pt x="10718" y="76212"/>
                  </a:lnTo>
                  <a:lnTo>
                    <a:pt x="11087" y="80162"/>
                  </a:lnTo>
                  <a:lnTo>
                    <a:pt x="14109" y="85801"/>
                  </a:lnTo>
                  <a:lnTo>
                    <a:pt x="6743" y="94132"/>
                  </a:lnTo>
                  <a:lnTo>
                    <a:pt x="16052" y="107556"/>
                  </a:lnTo>
                  <a:lnTo>
                    <a:pt x="26949" y="103505"/>
                  </a:lnTo>
                  <a:lnTo>
                    <a:pt x="33261" y="108737"/>
                  </a:lnTo>
                  <a:lnTo>
                    <a:pt x="31521" y="120383"/>
                  </a:lnTo>
                  <a:lnTo>
                    <a:pt x="46609" y="126631"/>
                  </a:lnTo>
                  <a:lnTo>
                    <a:pt x="53619" y="117221"/>
                  </a:lnTo>
                  <a:lnTo>
                    <a:pt x="58267" y="118681"/>
                  </a:lnTo>
                  <a:lnTo>
                    <a:pt x="62598" y="118338"/>
                  </a:lnTo>
                  <a:lnTo>
                    <a:pt x="67335" y="129032"/>
                  </a:lnTo>
                  <a:lnTo>
                    <a:pt x="83464" y="126250"/>
                  </a:lnTo>
                  <a:lnTo>
                    <a:pt x="84289" y="114884"/>
                  </a:lnTo>
                  <a:lnTo>
                    <a:pt x="92811" y="110604"/>
                  </a:lnTo>
                  <a:lnTo>
                    <a:pt x="102273" y="116763"/>
                  </a:lnTo>
                  <a:lnTo>
                    <a:pt x="114300" y="105689"/>
                  </a:lnTo>
                  <a:lnTo>
                    <a:pt x="109042" y="96126"/>
                  </a:lnTo>
                  <a:lnTo>
                    <a:pt x="112890" y="91744"/>
                  </a:lnTo>
                  <a:lnTo>
                    <a:pt x="114134" y="87972"/>
                  </a:lnTo>
                  <a:lnTo>
                    <a:pt x="124574" y="88099"/>
                  </a:lnTo>
                  <a:lnTo>
                    <a:pt x="128765" y="722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8422566" y="3955105"/>
              <a:ext cx="65405" cy="62865"/>
            </a:xfrm>
            <a:custGeom>
              <a:avLst/>
              <a:gdLst/>
              <a:ahLst/>
              <a:cxnLst/>
              <a:rect l="l" t="t" r="r" b="b"/>
              <a:pathLst>
                <a:path w="65404" h="62864">
                  <a:moveTo>
                    <a:pt x="28625" y="62429"/>
                  </a:moveTo>
                  <a:lnTo>
                    <a:pt x="16378" y="58550"/>
                  </a:lnTo>
                  <a:lnTo>
                    <a:pt x="6911" y="50696"/>
                  </a:lnTo>
                  <a:lnTo>
                    <a:pt x="1144" y="39990"/>
                  </a:lnTo>
                  <a:lnTo>
                    <a:pt x="0" y="27552"/>
                  </a:lnTo>
                  <a:lnTo>
                    <a:pt x="3913" y="15689"/>
                  </a:lnTo>
                  <a:lnTo>
                    <a:pt x="11940" y="6552"/>
                  </a:lnTo>
                  <a:lnTo>
                    <a:pt x="23043" y="971"/>
                  </a:lnTo>
                  <a:lnTo>
                    <a:pt x="23628" y="971"/>
                  </a:lnTo>
                  <a:lnTo>
                    <a:pt x="35738" y="0"/>
                  </a:lnTo>
                  <a:lnTo>
                    <a:pt x="44273" y="971"/>
                  </a:lnTo>
                  <a:lnTo>
                    <a:pt x="52084" y="5191"/>
                  </a:lnTo>
                  <a:lnTo>
                    <a:pt x="62821" y="18272"/>
                  </a:lnTo>
                  <a:lnTo>
                    <a:pt x="65307" y="26598"/>
                  </a:lnTo>
                  <a:lnTo>
                    <a:pt x="64364" y="34876"/>
                  </a:lnTo>
                  <a:lnTo>
                    <a:pt x="60451" y="46739"/>
                  </a:lnTo>
                  <a:lnTo>
                    <a:pt x="52424" y="55876"/>
                  </a:lnTo>
                  <a:lnTo>
                    <a:pt x="41432" y="61401"/>
                  </a:lnTo>
                  <a:lnTo>
                    <a:pt x="28625" y="6242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8309648" y="4058005"/>
              <a:ext cx="459740" cy="453390"/>
            </a:xfrm>
            <a:custGeom>
              <a:avLst/>
              <a:gdLst/>
              <a:ahLst/>
              <a:cxnLst/>
              <a:rect l="l" t="t" r="r" b="b"/>
              <a:pathLst>
                <a:path w="459740" h="453389">
                  <a:moveTo>
                    <a:pt x="459549" y="228485"/>
                  </a:moveTo>
                  <a:lnTo>
                    <a:pt x="425450" y="214515"/>
                  </a:lnTo>
                  <a:lnTo>
                    <a:pt x="423113" y="191490"/>
                  </a:lnTo>
                  <a:lnTo>
                    <a:pt x="419417" y="179717"/>
                  </a:lnTo>
                  <a:lnTo>
                    <a:pt x="446506" y="158203"/>
                  </a:lnTo>
                  <a:lnTo>
                    <a:pt x="422706" y="105384"/>
                  </a:lnTo>
                  <a:lnTo>
                    <a:pt x="384886" y="112318"/>
                  </a:lnTo>
                  <a:lnTo>
                    <a:pt x="369189" y="93726"/>
                  </a:lnTo>
                  <a:lnTo>
                    <a:pt x="364274" y="89827"/>
                  </a:lnTo>
                  <a:lnTo>
                    <a:pt x="376961" y="52616"/>
                  </a:lnTo>
                  <a:lnTo>
                    <a:pt x="328256" y="21234"/>
                  </a:lnTo>
                  <a:lnTo>
                    <a:pt x="297535" y="49999"/>
                  </a:lnTo>
                  <a:lnTo>
                    <a:pt x="268427" y="41414"/>
                  </a:lnTo>
                  <a:lnTo>
                    <a:pt x="268046" y="41389"/>
                  </a:lnTo>
                  <a:lnTo>
                    <a:pt x="257708" y="0"/>
                  </a:lnTo>
                  <a:lnTo>
                    <a:pt x="199682" y="0"/>
                  </a:lnTo>
                  <a:lnTo>
                    <a:pt x="189103" y="42252"/>
                  </a:lnTo>
                  <a:lnTo>
                    <a:pt x="184569" y="42748"/>
                  </a:lnTo>
                  <a:lnTo>
                    <a:pt x="163868" y="49936"/>
                  </a:lnTo>
                  <a:lnTo>
                    <a:pt x="131470" y="19570"/>
                  </a:lnTo>
                  <a:lnTo>
                    <a:pt x="82765" y="50965"/>
                  </a:lnTo>
                  <a:lnTo>
                    <a:pt x="96012" y="89865"/>
                  </a:lnTo>
                  <a:lnTo>
                    <a:pt x="75933" y="109347"/>
                  </a:lnTo>
                  <a:lnTo>
                    <a:pt x="73825" y="112572"/>
                  </a:lnTo>
                  <a:lnTo>
                    <a:pt x="34620" y="105384"/>
                  </a:lnTo>
                  <a:lnTo>
                    <a:pt x="10820" y="158203"/>
                  </a:lnTo>
                  <a:lnTo>
                    <a:pt x="39370" y="180886"/>
                  </a:lnTo>
                  <a:lnTo>
                    <a:pt x="37820" y="185115"/>
                  </a:lnTo>
                  <a:lnTo>
                    <a:pt x="34340" y="214414"/>
                  </a:lnTo>
                  <a:lnTo>
                    <a:pt x="0" y="228485"/>
                  </a:lnTo>
                  <a:lnTo>
                    <a:pt x="8432" y="285889"/>
                  </a:lnTo>
                  <a:lnTo>
                    <a:pt x="43942" y="289483"/>
                  </a:lnTo>
                  <a:lnTo>
                    <a:pt x="52654" y="313093"/>
                  </a:lnTo>
                  <a:lnTo>
                    <a:pt x="59740" y="323926"/>
                  </a:lnTo>
                  <a:lnTo>
                    <a:pt x="38392" y="354393"/>
                  </a:lnTo>
                  <a:lnTo>
                    <a:pt x="76619" y="397967"/>
                  </a:lnTo>
                  <a:lnTo>
                    <a:pt x="110553" y="380758"/>
                  </a:lnTo>
                  <a:lnTo>
                    <a:pt x="137668" y="397484"/>
                  </a:lnTo>
                  <a:lnTo>
                    <a:pt x="136232" y="436968"/>
                  </a:lnTo>
                  <a:lnTo>
                    <a:pt x="191909" y="452958"/>
                  </a:lnTo>
                  <a:lnTo>
                    <a:pt x="212064" y="418274"/>
                  </a:lnTo>
                  <a:lnTo>
                    <a:pt x="229781" y="420243"/>
                  </a:lnTo>
                  <a:lnTo>
                    <a:pt x="245618" y="418477"/>
                  </a:lnTo>
                  <a:lnTo>
                    <a:pt x="265899" y="453097"/>
                  </a:lnTo>
                  <a:lnTo>
                    <a:pt x="321589" y="436816"/>
                  </a:lnTo>
                  <a:lnTo>
                    <a:pt x="320052" y="398614"/>
                  </a:lnTo>
                  <a:lnTo>
                    <a:pt x="351218" y="379387"/>
                  </a:lnTo>
                  <a:lnTo>
                    <a:pt x="384073" y="395859"/>
                  </a:lnTo>
                  <a:lnTo>
                    <a:pt x="422008" y="351980"/>
                  </a:lnTo>
                  <a:lnTo>
                    <a:pt x="400926" y="322211"/>
                  </a:lnTo>
                  <a:lnTo>
                    <a:pt x="406895" y="313093"/>
                  </a:lnTo>
                  <a:lnTo>
                    <a:pt x="415594" y="289483"/>
                  </a:lnTo>
                  <a:lnTo>
                    <a:pt x="451116" y="285889"/>
                  </a:lnTo>
                  <a:lnTo>
                    <a:pt x="459549" y="2284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20441" y="4175544"/>
              <a:ext cx="229709" cy="222881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6942843" y="1947943"/>
              <a:ext cx="555625" cy="466090"/>
            </a:xfrm>
            <a:custGeom>
              <a:avLst/>
              <a:gdLst/>
              <a:ahLst/>
              <a:cxnLst/>
              <a:rect l="l" t="t" r="r" b="b"/>
              <a:pathLst>
                <a:path w="555625" h="466089">
                  <a:moveTo>
                    <a:pt x="0" y="466049"/>
                  </a:moveTo>
                  <a:lnTo>
                    <a:pt x="85649" y="0"/>
                  </a:lnTo>
                  <a:lnTo>
                    <a:pt x="555299" y="68549"/>
                  </a:lnTo>
                  <a:lnTo>
                    <a:pt x="0" y="466049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6399225" y="1067891"/>
              <a:ext cx="920750" cy="864869"/>
            </a:xfrm>
            <a:custGeom>
              <a:avLst/>
              <a:gdLst/>
              <a:ahLst/>
              <a:cxnLst/>
              <a:rect l="l" t="t" r="r" b="b"/>
              <a:pathLst>
                <a:path w="920750" h="864869">
                  <a:moveTo>
                    <a:pt x="920394" y="207784"/>
                  </a:moveTo>
                  <a:lnTo>
                    <a:pt x="916355" y="167055"/>
                  </a:lnTo>
                  <a:lnTo>
                    <a:pt x="904557" y="128270"/>
                  </a:lnTo>
                  <a:lnTo>
                    <a:pt x="885431" y="92506"/>
                  </a:lnTo>
                  <a:lnTo>
                    <a:pt x="859447" y="60858"/>
                  </a:lnTo>
                  <a:lnTo>
                    <a:pt x="827760" y="34912"/>
                  </a:lnTo>
                  <a:lnTo>
                    <a:pt x="791946" y="15811"/>
                  </a:lnTo>
                  <a:lnTo>
                    <a:pt x="753110" y="4025"/>
                  </a:lnTo>
                  <a:lnTo>
                    <a:pt x="712330" y="0"/>
                  </a:lnTo>
                  <a:lnTo>
                    <a:pt x="664616" y="5486"/>
                  </a:lnTo>
                  <a:lnTo>
                    <a:pt x="620826" y="21120"/>
                  </a:lnTo>
                  <a:lnTo>
                    <a:pt x="582193" y="45643"/>
                  </a:lnTo>
                  <a:lnTo>
                    <a:pt x="579920" y="47904"/>
                  </a:lnTo>
                  <a:lnTo>
                    <a:pt x="563892" y="41262"/>
                  </a:lnTo>
                  <a:lnTo>
                    <a:pt x="518439" y="28143"/>
                  </a:lnTo>
                  <a:lnTo>
                    <a:pt x="471601" y="20142"/>
                  </a:lnTo>
                  <a:lnTo>
                    <a:pt x="423786" y="17437"/>
                  </a:lnTo>
                  <a:lnTo>
                    <a:pt x="374357" y="20281"/>
                  </a:lnTo>
                  <a:lnTo>
                    <a:pt x="326605" y="28625"/>
                  </a:lnTo>
                  <a:lnTo>
                    <a:pt x="280860" y="42138"/>
                  </a:lnTo>
                  <a:lnTo>
                    <a:pt x="237413" y="60502"/>
                  </a:lnTo>
                  <a:lnTo>
                    <a:pt x="196596" y="83400"/>
                  </a:lnTo>
                  <a:lnTo>
                    <a:pt x="158724" y="110515"/>
                  </a:lnTo>
                  <a:lnTo>
                    <a:pt x="124117" y="141528"/>
                  </a:lnTo>
                  <a:lnTo>
                    <a:pt x="93091" y="176123"/>
                  </a:lnTo>
                  <a:lnTo>
                    <a:pt x="65976" y="213982"/>
                  </a:lnTo>
                  <a:lnTo>
                    <a:pt x="43065" y="254787"/>
                  </a:lnTo>
                  <a:lnTo>
                    <a:pt x="24701" y="298221"/>
                  </a:lnTo>
                  <a:lnTo>
                    <a:pt x="11188" y="343966"/>
                  </a:lnTo>
                  <a:lnTo>
                    <a:pt x="2844" y="391706"/>
                  </a:lnTo>
                  <a:lnTo>
                    <a:pt x="2755" y="393306"/>
                  </a:lnTo>
                  <a:lnTo>
                    <a:pt x="0" y="441109"/>
                  </a:lnTo>
                  <a:lnTo>
                    <a:pt x="2844" y="490524"/>
                  </a:lnTo>
                  <a:lnTo>
                    <a:pt x="11188" y="538251"/>
                  </a:lnTo>
                  <a:lnTo>
                    <a:pt x="24701" y="583996"/>
                  </a:lnTo>
                  <a:lnTo>
                    <a:pt x="43065" y="627430"/>
                  </a:lnTo>
                  <a:lnTo>
                    <a:pt x="65976" y="668235"/>
                  </a:lnTo>
                  <a:lnTo>
                    <a:pt x="93091" y="706094"/>
                  </a:lnTo>
                  <a:lnTo>
                    <a:pt x="124117" y="740689"/>
                  </a:lnTo>
                  <a:lnTo>
                    <a:pt x="158724" y="771702"/>
                  </a:lnTo>
                  <a:lnTo>
                    <a:pt x="196596" y="798830"/>
                  </a:lnTo>
                  <a:lnTo>
                    <a:pt x="237413" y="821728"/>
                  </a:lnTo>
                  <a:lnTo>
                    <a:pt x="280860" y="840079"/>
                  </a:lnTo>
                  <a:lnTo>
                    <a:pt x="326605" y="853592"/>
                  </a:lnTo>
                  <a:lnTo>
                    <a:pt x="374357" y="861936"/>
                  </a:lnTo>
                  <a:lnTo>
                    <a:pt x="423786" y="864781"/>
                  </a:lnTo>
                  <a:lnTo>
                    <a:pt x="473202" y="861936"/>
                  </a:lnTo>
                  <a:lnTo>
                    <a:pt x="520954" y="853592"/>
                  </a:lnTo>
                  <a:lnTo>
                    <a:pt x="566712" y="840079"/>
                  </a:lnTo>
                  <a:lnTo>
                    <a:pt x="610158" y="821728"/>
                  </a:lnTo>
                  <a:lnTo>
                    <a:pt x="650963" y="798830"/>
                  </a:lnTo>
                  <a:lnTo>
                    <a:pt x="688835" y="771702"/>
                  </a:lnTo>
                  <a:lnTo>
                    <a:pt x="723442" y="740689"/>
                  </a:lnTo>
                  <a:lnTo>
                    <a:pt x="754468" y="706094"/>
                  </a:lnTo>
                  <a:lnTo>
                    <a:pt x="781596" y="668235"/>
                  </a:lnTo>
                  <a:lnTo>
                    <a:pt x="804494" y="627430"/>
                  </a:lnTo>
                  <a:lnTo>
                    <a:pt x="822858" y="583996"/>
                  </a:lnTo>
                  <a:lnTo>
                    <a:pt x="836371" y="538251"/>
                  </a:lnTo>
                  <a:lnTo>
                    <a:pt x="844715" y="490524"/>
                  </a:lnTo>
                  <a:lnTo>
                    <a:pt x="847572" y="441109"/>
                  </a:lnTo>
                  <a:lnTo>
                    <a:pt x="844867" y="393306"/>
                  </a:lnTo>
                  <a:lnTo>
                    <a:pt x="841019" y="370840"/>
                  </a:lnTo>
                  <a:lnTo>
                    <a:pt x="842467" y="369925"/>
                  </a:lnTo>
                  <a:lnTo>
                    <a:pt x="874687" y="337743"/>
                  </a:lnTo>
                  <a:lnTo>
                    <a:pt x="899248" y="299161"/>
                  </a:lnTo>
                  <a:lnTo>
                    <a:pt x="914895" y="255435"/>
                  </a:lnTo>
                  <a:lnTo>
                    <a:pt x="920394" y="20778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6431496" y="1096022"/>
              <a:ext cx="859155" cy="803275"/>
            </a:xfrm>
            <a:custGeom>
              <a:avLst/>
              <a:gdLst/>
              <a:ahLst/>
              <a:cxnLst/>
              <a:rect l="l" t="t" r="r" b="b"/>
              <a:pathLst>
                <a:path w="859154" h="803275">
                  <a:moveTo>
                    <a:pt x="858723" y="180352"/>
                  </a:moveTo>
                  <a:lnTo>
                    <a:pt x="844994" y="111340"/>
                  </a:lnTo>
                  <a:lnTo>
                    <a:pt x="805865" y="52832"/>
                  </a:lnTo>
                  <a:lnTo>
                    <a:pt x="747306" y="13728"/>
                  </a:lnTo>
                  <a:lnTo>
                    <a:pt x="678230" y="0"/>
                  </a:lnTo>
                  <a:lnTo>
                    <a:pt x="630250" y="6438"/>
                  </a:lnTo>
                  <a:lnTo>
                    <a:pt x="587133" y="24625"/>
                  </a:lnTo>
                  <a:lnTo>
                    <a:pt x="550595" y="52832"/>
                  </a:lnTo>
                  <a:lnTo>
                    <a:pt x="548043" y="56134"/>
                  </a:lnTo>
                  <a:lnTo>
                    <a:pt x="539953" y="52146"/>
                  </a:lnTo>
                  <a:lnTo>
                    <a:pt x="491858" y="35801"/>
                  </a:lnTo>
                  <a:lnTo>
                    <a:pt x="441845" y="25819"/>
                  </a:lnTo>
                  <a:lnTo>
                    <a:pt x="390512" y="22428"/>
                  </a:lnTo>
                  <a:lnTo>
                    <a:pt x="341528" y="25463"/>
                  </a:lnTo>
                  <a:lnTo>
                    <a:pt x="294360" y="34353"/>
                  </a:lnTo>
                  <a:lnTo>
                    <a:pt x="249364" y="48704"/>
                  </a:lnTo>
                  <a:lnTo>
                    <a:pt x="206933" y="68173"/>
                  </a:lnTo>
                  <a:lnTo>
                    <a:pt x="167398" y="92379"/>
                  </a:lnTo>
                  <a:lnTo>
                    <a:pt x="131152" y="120954"/>
                  </a:lnTo>
                  <a:lnTo>
                    <a:pt x="98552" y="153543"/>
                  </a:lnTo>
                  <a:lnTo>
                    <a:pt x="69964" y="189788"/>
                  </a:lnTo>
                  <a:lnTo>
                    <a:pt x="45758" y="229298"/>
                  </a:lnTo>
                  <a:lnTo>
                    <a:pt x="26289" y="271729"/>
                  </a:lnTo>
                  <a:lnTo>
                    <a:pt x="11925" y="316699"/>
                  </a:lnTo>
                  <a:lnTo>
                    <a:pt x="3048" y="363867"/>
                  </a:lnTo>
                  <a:lnTo>
                    <a:pt x="0" y="412838"/>
                  </a:lnTo>
                  <a:lnTo>
                    <a:pt x="3048" y="461810"/>
                  </a:lnTo>
                  <a:lnTo>
                    <a:pt x="11925" y="508965"/>
                  </a:lnTo>
                  <a:lnTo>
                    <a:pt x="26289" y="553935"/>
                  </a:lnTo>
                  <a:lnTo>
                    <a:pt x="45758" y="596366"/>
                  </a:lnTo>
                  <a:lnTo>
                    <a:pt x="69964" y="635876"/>
                  </a:lnTo>
                  <a:lnTo>
                    <a:pt x="98552" y="672122"/>
                  </a:lnTo>
                  <a:lnTo>
                    <a:pt x="131152" y="704710"/>
                  </a:lnTo>
                  <a:lnTo>
                    <a:pt x="167398" y="733285"/>
                  </a:lnTo>
                  <a:lnTo>
                    <a:pt x="206933" y="757491"/>
                  </a:lnTo>
                  <a:lnTo>
                    <a:pt x="249364" y="776960"/>
                  </a:lnTo>
                  <a:lnTo>
                    <a:pt x="294360" y="791311"/>
                  </a:lnTo>
                  <a:lnTo>
                    <a:pt x="341528" y="800201"/>
                  </a:lnTo>
                  <a:lnTo>
                    <a:pt x="390512" y="803236"/>
                  </a:lnTo>
                  <a:lnTo>
                    <a:pt x="439496" y="800201"/>
                  </a:lnTo>
                  <a:lnTo>
                    <a:pt x="486664" y="791311"/>
                  </a:lnTo>
                  <a:lnTo>
                    <a:pt x="531647" y="776960"/>
                  </a:lnTo>
                  <a:lnTo>
                    <a:pt x="574090" y="757491"/>
                  </a:lnTo>
                  <a:lnTo>
                    <a:pt x="613613" y="733285"/>
                  </a:lnTo>
                  <a:lnTo>
                    <a:pt x="649859" y="704710"/>
                  </a:lnTo>
                  <a:lnTo>
                    <a:pt x="682459" y="672122"/>
                  </a:lnTo>
                  <a:lnTo>
                    <a:pt x="711047" y="635876"/>
                  </a:lnTo>
                  <a:lnTo>
                    <a:pt x="735266" y="596366"/>
                  </a:lnTo>
                  <a:lnTo>
                    <a:pt x="754735" y="553935"/>
                  </a:lnTo>
                  <a:lnTo>
                    <a:pt x="769086" y="508965"/>
                  </a:lnTo>
                  <a:lnTo>
                    <a:pt x="777976" y="461810"/>
                  </a:lnTo>
                  <a:lnTo>
                    <a:pt x="781024" y="412838"/>
                  </a:lnTo>
                  <a:lnTo>
                    <a:pt x="777633" y="361518"/>
                  </a:lnTo>
                  <a:lnTo>
                    <a:pt x="772109" y="333933"/>
                  </a:lnTo>
                  <a:lnTo>
                    <a:pt x="805865" y="307873"/>
                  </a:lnTo>
                  <a:lnTo>
                    <a:pt x="834085" y="271373"/>
                  </a:lnTo>
                  <a:lnTo>
                    <a:pt x="852284" y="228295"/>
                  </a:lnTo>
                  <a:lnTo>
                    <a:pt x="858723" y="180352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83135" y="1149909"/>
              <a:ext cx="253177" cy="252910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23915" y="1297478"/>
              <a:ext cx="196632" cy="197078"/>
            </a:xfrm>
            <a:prstGeom prst="rect">
              <a:avLst/>
            </a:prstGeom>
          </p:spPr>
        </p:pic>
        <p:sp>
          <p:nvSpPr>
            <p:cNvPr id="49" name="object 49" descr=""/>
            <p:cNvSpPr/>
            <p:nvPr/>
          </p:nvSpPr>
          <p:spPr>
            <a:xfrm>
              <a:off x="6739674" y="1315427"/>
              <a:ext cx="111760" cy="111760"/>
            </a:xfrm>
            <a:custGeom>
              <a:avLst/>
              <a:gdLst/>
              <a:ahLst/>
              <a:cxnLst/>
              <a:rect l="l" t="t" r="r" b="b"/>
              <a:pathLst>
                <a:path w="111759" h="111759">
                  <a:moveTo>
                    <a:pt x="111201" y="62433"/>
                  </a:moveTo>
                  <a:lnTo>
                    <a:pt x="103327" y="58115"/>
                  </a:lnTo>
                  <a:lnTo>
                    <a:pt x="103403" y="52476"/>
                  </a:lnTo>
                  <a:lnTo>
                    <a:pt x="102831" y="49530"/>
                  </a:lnTo>
                  <a:lnTo>
                    <a:pt x="109982" y="45059"/>
                  </a:lnTo>
                  <a:lnTo>
                    <a:pt x="105676" y="31635"/>
                  </a:lnTo>
                  <a:lnTo>
                    <a:pt x="96329" y="32283"/>
                  </a:lnTo>
                  <a:lnTo>
                    <a:pt x="93052" y="27343"/>
                  </a:lnTo>
                  <a:lnTo>
                    <a:pt x="91960" y="26263"/>
                  </a:lnTo>
                  <a:lnTo>
                    <a:pt x="96062" y="17602"/>
                  </a:lnTo>
                  <a:lnTo>
                    <a:pt x="85140" y="8674"/>
                  </a:lnTo>
                  <a:lnTo>
                    <a:pt x="76911" y="14795"/>
                  </a:lnTo>
                  <a:lnTo>
                    <a:pt x="70104" y="11912"/>
                  </a:lnTo>
                  <a:lnTo>
                    <a:pt x="68656" y="1587"/>
                  </a:lnTo>
                  <a:lnTo>
                    <a:pt x="54610" y="0"/>
                  </a:lnTo>
                  <a:lnTo>
                    <a:pt x="50584" y="10769"/>
                  </a:lnTo>
                  <a:lnTo>
                    <a:pt x="44691" y="11252"/>
                  </a:lnTo>
                  <a:lnTo>
                    <a:pt x="37566" y="2857"/>
                  </a:lnTo>
                  <a:lnTo>
                    <a:pt x="24917" y="9105"/>
                  </a:lnTo>
                  <a:lnTo>
                    <a:pt x="27051" y="18923"/>
                  </a:lnTo>
                  <a:lnTo>
                    <a:pt x="25577" y="19659"/>
                  </a:lnTo>
                  <a:lnTo>
                    <a:pt x="21780" y="23990"/>
                  </a:lnTo>
                  <a:lnTo>
                    <a:pt x="11772" y="20942"/>
                  </a:lnTo>
                  <a:lnTo>
                    <a:pt x="4559" y="33070"/>
                  </a:lnTo>
                  <a:lnTo>
                    <a:pt x="11442" y="39954"/>
                  </a:lnTo>
                  <a:lnTo>
                    <a:pt x="9055" y="47218"/>
                  </a:lnTo>
                  <a:lnTo>
                    <a:pt x="0" y="49771"/>
                  </a:lnTo>
                  <a:lnTo>
                    <a:pt x="457" y="63893"/>
                  </a:lnTo>
                  <a:lnTo>
                    <a:pt x="9258" y="65811"/>
                  </a:lnTo>
                  <a:lnTo>
                    <a:pt x="9575" y="69227"/>
                  </a:lnTo>
                  <a:lnTo>
                    <a:pt x="12192" y="74091"/>
                  </a:lnTo>
                  <a:lnTo>
                    <a:pt x="5816" y="81280"/>
                  </a:lnTo>
                  <a:lnTo>
                    <a:pt x="13868" y="92875"/>
                  </a:lnTo>
                  <a:lnTo>
                    <a:pt x="23279" y="89382"/>
                  </a:lnTo>
                  <a:lnTo>
                    <a:pt x="28727" y="93903"/>
                  </a:lnTo>
                  <a:lnTo>
                    <a:pt x="27216" y="103949"/>
                  </a:lnTo>
                  <a:lnTo>
                    <a:pt x="40246" y="109359"/>
                  </a:lnTo>
                  <a:lnTo>
                    <a:pt x="46304" y="101219"/>
                  </a:lnTo>
                  <a:lnTo>
                    <a:pt x="50317" y="102489"/>
                  </a:lnTo>
                  <a:lnTo>
                    <a:pt x="54051" y="102196"/>
                  </a:lnTo>
                  <a:lnTo>
                    <a:pt x="58153" y="111429"/>
                  </a:lnTo>
                  <a:lnTo>
                    <a:pt x="72072" y="109016"/>
                  </a:lnTo>
                  <a:lnTo>
                    <a:pt x="72783" y="99212"/>
                  </a:lnTo>
                  <a:lnTo>
                    <a:pt x="80149" y="95516"/>
                  </a:lnTo>
                  <a:lnTo>
                    <a:pt x="88328" y="100838"/>
                  </a:lnTo>
                  <a:lnTo>
                    <a:pt x="98717" y="91262"/>
                  </a:lnTo>
                  <a:lnTo>
                    <a:pt x="94170" y="83019"/>
                  </a:lnTo>
                  <a:lnTo>
                    <a:pt x="97497" y="79235"/>
                  </a:lnTo>
                  <a:lnTo>
                    <a:pt x="98564" y="75971"/>
                  </a:lnTo>
                  <a:lnTo>
                    <a:pt x="107569" y="76085"/>
                  </a:lnTo>
                  <a:lnTo>
                    <a:pt x="111201" y="624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6768425" y="1344567"/>
              <a:ext cx="56515" cy="53975"/>
            </a:xfrm>
            <a:custGeom>
              <a:avLst/>
              <a:gdLst/>
              <a:ahLst/>
              <a:cxnLst/>
              <a:rect l="l" t="t" r="r" b="b"/>
              <a:pathLst>
                <a:path w="56515" h="53975">
                  <a:moveTo>
                    <a:pt x="24719" y="53917"/>
                  </a:moveTo>
                  <a:lnTo>
                    <a:pt x="14144" y="50567"/>
                  </a:lnTo>
                  <a:lnTo>
                    <a:pt x="5968" y="43784"/>
                  </a:lnTo>
                  <a:lnTo>
                    <a:pt x="988" y="34537"/>
                  </a:lnTo>
                  <a:lnTo>
                    <a:pt x="0" y="23795"/>
                  </a:lnTo>
                  <a:lnTo>
                    <a:pt x="3379" y="13550"/>
                  </a:lnTo>
                  <a:lnTo>
                    <a:pt x="10311" y="5659"/>
                  </a:lnTo>
                  <a:lnTo>
                    <a:pt x="19899" y="838"/>
                  </a:lnTo>
                  <a:lnTo>
                    <a:pt x="20406" y="838"/>
                  </a:lnTo>
                  <a:lnTo>
                    <a:pt x="30862" y="0"/>
                  </a:lnTo>
                  <a:lnTo>
                    <a:pt x="38232" y="838"/>
                  </a:lnTo>
                  <a:lnTo>
                    <a:pt x="44977" y="4483"/>
                  </a:lnTo>
                  <a:lnTo>
                    <a:pt x="54249" y="15781"/>
                  </a:lnTo>
                  <a:lnTo>
                    <a:pt x="56396" y="22971"/>
                  </a:lnTo>
                  <a:lnTo>
                    <a:pt x="55582" y="30121"/>
                  </a:lnTo>
                  <a:lnTo>
                    <a:pt x="52203" y="40366"/>
                  </a:lnTo>
                  <a:lnTo>
                    <a:pt x="45271" y="48257"/>
                  </a:lnTo>
                  <a:lnTo>
                    <a:pt x="35779" y="53030"/>
                  </a:lnTo>
                  <a:lnTo>
                    <a:pt x="24719" y="53917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6670916" y="1433436"/>
              <a:ext cx="396875" cy="391795"/>
            </a:xfrm>
            <a:custGeom>
              <a:avLst/>
              <a:gdLst/>
              <a:ahLst/>
              <a:cxnLst/>
              <a:rect l="l" t="t" r="r" b="b"/>
              <a:pathLst>
                <a:path w="396875" h="391794">
                  <a:moveTo>
                    <a:pt x="396836" y="197345"/>
                  </a:moveTo>
                  <a:lnTo>
                    <a:pt x="367398" y="185267"/>
                  </a:lnTo>
                  <a:lnTo>
                    <a:pt x="365379" y="165379"/>
                  </a:lnTo>
                  <a:lnTo>
                    <a:pt x="362191" y="155219"/>
                  </a:lnTo>
                  <a:lnTo>
                    <a:pt x="385584" y="136639"/>
                  </a:lnTo>
                  <a:lnTo>
                    <a:pt x="365023" y="91020"/>
                  </a:lnTo>
                  <a:lnTo>
                    <a:pt x="332371" y="97002"/>
                  </a:lnTo>
                  <a:lnTo>
                    <a:pt x="318808" y="80949"/>
                  </a:lnTo>
                  <a:lnTo>
                    <a:pt x="314566" y="77584"/>
                  </a:lnTo>
                  <a:lnTo>
                    <a:pt x="325526" y="45453"/>
                  </a:lnTo>
                  <a:lnTo>
                    <a:pt x="283464" y="18338"/>
                  </a:lnTo>
                  <a:lnTo>
                    <a:pt x="256933" y="43180"/>
                  </a:lnTo>
                  <a:lnTo>
                    <a:pt x="231787" y="35763"/>
                  </a:lnTo>
                  <a:lnTo>
                    <a:pt x="231470" y="35737"/>
                  </a:lnTo>
                  <a:lnTo>
                    <a:pt x="222542" y="0"/>
                  </a:lnTo>
                  <a:lnTo>
                    <a:pt x="172440" y="0"/>
                  </a:lnTo>
                  <a:lnTo>
                    <a:pt x="163131" y="37172"/>
                  </a:lnTo>
                  <a:lnTo>
                    <a:pt x="153162" y="38468"/>
                  </a:lnTo>
                  <a:lnTo>
                    <a:pt x="141592" y="43205"/>
                  </a:lnTo>
                  <a:lnTo>
                    <a:pt x="113538" y="16903"/>
                  </a:lnTo>
                  <a:lnTo>
                    <a:pt x="71475" y="44018"/>
                  </a:lnTo>
                  <a:lnTo>
                    <a:pt x="82816" y="77355"/>
                  </a:lnTo>
                  <a:lnTo>
                    <a:pt x="78028" y="80949"/>
                  </a:lnTo>
                  <a:lnTo>
                    <a:pt x="64897" y="97434"/>
                  </a:lnTo>
                  <a:lnTo>
                    <a:pt x="29895" y="91020"/>
                  </a:lnTo>
                  <a:lnTo>
                    <a:pt x="9334" y="136639"/>
                  </a:lnTo>
                  <a:lnTo>
                    <a:pt x="33921" y="156184"/>
                  </a:lnTo>
                  <a:lnTo>
                    <a:pt x="29921" y="185077"/>
                  </a:lnTo>
                  <a:lnTo>
                    <a:pt x="0" y="197345"/>
                  </a:lnTo>
                  <a:lnTo>
                    <a:pt x="7289" y="246913"/>
                  </a:lnTo>
                  <a:lnTo>
                    <a:pt x="37871" y="250012"/>
                  </a:lnTo>
                  <a:lnTo>
                    <a:pt x="51104" y="280454"/>
                  </a:lnTo>
                  <a:lnTo>
                    <a:pt x="33159" y="306070"/>
                  </a:lnTo>
                  <a:lnTo>
                    <a:pt x="66167" y="343712"/>
                  </a:lnTo>
                  <a:lnTo>
                    <a:pt x="96418" y="328358"/>
                  </a:lnTo>
                  <a:lnTo>
                    <a:pt x="112496" y="340398"/>
                  </a:lnTo>
                  <a:lnTo>
                    <a:pt x="118884" y="343027"/>
                  </a:lnTo>
                  <a:lnTo>
                    <a:pt x="117640" y="377393"/>
                  </a:lnTo>
                  <a:lnTo>
                    <a:pt x="165722" y="391198"/>
                  </a:lnTo>
                  <a:lnTo>
                    <a:pt x="183286" y="360984"/>
                  </a:lnTo>
                  <a:lnTo>
                    <a:pt x="198424" y="362953"/>
                  </a:lnTo>
                  <a:lnTo>
                    <a:pt x="211963" y="361188"/>
                  </a:lnTo>
                  <a:lnTo>
                    <a:pt x="229616" y="391325"/>
                  </a:lnTo>
                  <a:lnTo>
                    <a:pt x="277698" y="377266"/>
                  </a:lnTo>
                  <a:lnTo>
                    <a:pt x="276364" y="343674"/>
                  </a:lnTo>
                  <a:lnTo>
                    <a:pt x="284353" y="340398"/>
                  </a:lnTo>
                  <a:lnTo>
                    <a:pt x="302120" y="327075"/>
                  </a:lnTo>
                  <a:lnTo>
                    <a:pt x="331660" y="341884"/>
                  </a:lnTo>
                  <a:lnTo>
                    <a:pt x="364426" y="303987"/>
                  </a:lnTo>
                  <a:lnTo>
                    <a:pt x="346506" y="278688"/>
                  </a:lnTo>
                  <a:lnTo>
                    <a:pt x="358965" y="250012"/>
                  </a:lnTo>
                  <a:lnTo>
                    <a:pt x="389559" y="246913"/>
                  </a:lnTo>
                  <a:lnTo>
                    <a:pt x="396836" y="1973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66590" y="1534950"/>
              <a:ext cx="198366" cy="192492"/>
            </a:xfrm>
            <a:prstGeom prst="rect">
              <a:avLst/>
            </a:prstGeom>
          </p:spPr>
        </p:pic>
      </p:grpSp>
      <p:sp>
        <p:nvSpPr>
          <p:cNvPr id="53" name="object 5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Jobs</a:t>
            </a:r>
          </a:p>
        </p:txBody>
      </p:sp>
      <p:sp>
        <p:nvSpPr>
          <p:cNvPr id="55" name="object 5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54" name="object 54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742" y="1926806"/>
            <a:ext cx="8748395" cy="810895"/>
            <a:chOff x="-742" y="1926806"/>
            <a:chExt cx="8748395" cy="810895"/>
          </a:xfrm>
        </p:grpSpPr>
        <p:sp>
          <p:nvSpPr>
            <p:cNvPr id="3" name="object 3" descr=""/>
            <p:cNvSpPr/>
            <p:nvPr/>
          </p:nvSpPr>
          <p:spPr>
            <a:xfrm>
              <a:off x="-355" y="1999716"/>
              <a:ext cx="8747760" cy="737870"/>
            </a:xfrm>
            <a:custGeom>
              <a:avLst/>
              <a:gdLst/>
              <a:ahLst/>
              <a:cxnLst/>
              <a:rect l="l" t="t" r="r" b="b"/>
              <a:pathLst>
                <a:path w="8747760" h="737869">
                  <a:moveTo>
                    <a:pt x="8747481" y="0"/>
                  </a:moveTo>
                  <a:lnTo>
                    <a:pt x="381" y="0"/>
                  </a:lnTo>
                  <a:lnTo>
                    <a:pt x="0" y="76"/>
                  </a:lnTo>
                  <a:lnTo>
                    <a:pt x="0" y="666076"/>
                  </a:lnTo>
                  <a:lnTo>
                    <a:pt x="0" y="704545"/>
                  </a:lnTo>
                  <a:lnTo>
                    <a:pt x="381" y="704545"/>
                  </a:lnTo>
                  <a:lnTo>
                    <a:pt x="381" y="737400"/>
                  </a:lnTo>
                  <a:lnTo>
                    <a:pt x="8747481" y="737400"/>
                  </a:lnTo>
                  <a:lnTo>
                    <a:pt x="8747481" y="0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12" y="2638106"/>
              <a:ext cx="8643620" cy="8255"/>
            </a:xfrm>
            <a:custGeom>
              <a:avLst/>
              <a:gdLst/>
              <a:ahLst/>
              <a:cxnLst/>
              <a:rect l="l" t="t" r="r" b="b"/>
              <a:pathLst>
                <a:path w="8643620" h="8255">
                  <a:moveTo>
                    <a:pt x="0" y="7874"/>
                  </a:moveTo>
                  <a:lnTo>
                    <a:pt x="8643299" y="7874"/>
                  </a:lnTo>
                  <a:lnTo>
                    <a:pt x="8643299" y="0"/>
                  </a:lnTo>
                  <a:lnTo>
                    <a:pt x="0" y="0"/>
                  </a:lnTo>
                  <a:lnTo>
                    <a:pt x="0" y="7874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-742" y="1926806"/>
              <a:ext cx="8637270" cy="711835"/>
            </a:xfrm>
            <a:custGeom>
              <a:avLst/>
              <a:gdLst/>
              <a:ahLst/>
              <a:cxnLst/>
              <a:rect l="l" t="t" r="r" b="b"/>
              <a:pathLst>
                <a:path w="8637270" h="711835">
                  <a:moveTo>
                    <a:pt x="8636699" y="711299"/>
                  </a:moveTo>
                  <a:lnTo>
                    <a:pt x="0" y="711299"/>
                  </a:lnTo>
                  <a:lnTo>
                    <a:pt x="0" y="0"/>
                  </a:lnTo>
                  <a:lnTo>
                    <a:pt x="8636699" y="0"/>
                  </a:lnTo>
                  <a:lnTo>
                    <a:pt x="8636699" y="71129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9694" y="1975243"/>
            <a:ext cx="250317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/>
              <a:t>StatefulSets</a:t>
            </a:r>
            <a:endParaRPr sz="3600"/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7765384" y="412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737373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576554" y="1011468"/>
            <a:ext cx="3406775" cy="3373754"/>
            <a:chOff x="5576554" y="1011468"/>
            <a:chExt cx="3406775" cy="3373754"/>
          </a:xfrm>
        </p:grpSpPr>
        <p:sp>
          <p:nvSpPr>
            <p:cNvPr id="3" name="object 3" descr=""/>
            <p:cNvSpPr/>
            <p:nvPr/>
          </p:nvSpPr>
          <p:spPr>
            <a:xfrm>
              <a:off x="7986625" y="3568245"/>
              <a:ext cx="815975" cy="797560"/>
            </a:xfrm>
            <a:custGeom>
              <a:avLst/>
              <a:gdLst/>
              <a:ahLst/>
              <a:cxnLst/>
              <a:rect l="l" t="t" r="r" b="b"/>
              <a:pathLst>
                <a:path w="815975" h="797560">
                  <a:moveTo>
                    <a:pt x="407713" y="797349"/>
                  </a:moveTo>
                  <a:lnTo>
                    <a:pt x="334426" y="795707"/>
                  </a:lnTo>
                  <a:lnTo>
                    <a:pt x="265449" y="790972"/>
                  </a:lnTo>
                  <a:lnTo>
                    <a:pt x="201932" y="783433"/>
                  </a:lnTo>
                  <a:lnTo>
                    <a:pt x="145028" y="773377"/>
                  </a:lnTo>
                  <a:lnTo>
                    <a:pt x="95889" y="761092"/>
                  </a:lnTo>
                  <a:lnTo>
                    <a:pt x="55664" y="746866"/>
                  </a:lnTo>
                  <a:lnTo>
                    <a:pt x="6568" y="713743"/>
                  </a:lnTo>
                  <a:lnTo>
                    <a:pt x="0" y="695421"/>
                  </a:lnTo>
                  <a:lnTo>
                    <a:pt x="0" y="0"/>
                  </a:lnTo>
                  <a:lnTo>
                    <a:pt x="6568" y="18321"/>
                  </a:lnTo>
                  <a:lnTo>
                    <a:pt x="25507" y="35565"/>
                  </a:lnTo>
                  <a:lnTo>
                    <a:pt x="95889" y="65670"/>
                  </a:lnTo>
                  <a:lnTo>
                    <a:pt x="145028" y="77955"/>
                  </a:lnTo>
                  <a:lnTo>
                    <a:pt x="201932" y="88011"/>
                  </a:lnTo>
                  <a:lnTo>
                    <a:pt x="265449" y="95551"/>
                  </a:lnTo>
                  <a:lnTo>
                    <a:pt x="334426" y="100285"/>
                  </a:lnTo>
                  <a:lnTo>
                    <a:pt x="407713" y="101927"/>
                  </a:lnTo>
                  <a:lnTo>
                    <a:pt x="481000" y="100285"/>
                  </a:lnTo>
                  <a:lnTo>
                    <a:pt x="549977" y="95551"/>
                  </a:lnTo>
                  <a:lnTo>
                    <a:pt x="613493" y="88011"/>
                  </a:lnTo>
                  <a:lnTo>
                    <a:pt x="670397" y="77955"/>
                  </a:lnTo>
                  <a:lnTo>
                    <a:pt x="719537" y="65670"/>
                  </a:lnTo>
                  <a:lnTo>
                    <a:pt x="759761" y="51444"/>
                  </a:lnTo>
                  <a:lnTo>
                    <a:pt x="808857" y="18321"/>
                  </a:lnTo>
                  <a:lnTo>
                    <a:pt x="815426" y="0"/>
                  </a:lnTo>
                  <a:lnTo>
                    <a:pt x="815426" y="695421"/>
                  </a:lnTo>
                  <a:lnTo>
                    <a:pt x="789919" y="730987"/>
                  </a:lnTo>
                  <a:lnTo>
                    <a:pt x="719537" y="761092"/>
                  </a:lnTo>
                  <a:lnTo>
                    <a:pt x="670397" y="773377"/>
                  </a:lnTo>
                  <a:lnTo>
                    <a:pt x="613493" y="783433"/>
                  </a:lnTo>
                  <a:lnTo>
                    <a:pt x="549977" y="790972"/>
                  </a:lnTo>
                  <a:lnTo>
                    <a:pt x="481000" y="795707"/>
                  </a:lnTo>
                  <a:lnTo>
                    <a:pt x="407713" y="79734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986625" y="3466317"/>
              <a:ext cx="815975" cy="204470"/>
            </a:xfrm>
            <a:custGeom>
              <a:avLst/>
              <a:gdLst/>
              <a:ahLst/>
              <a:cxnLst/>
              <a:rect l="l" t="t" r="r" b="b"/>
              <a:pathLst>
                <a:path w="815975" h="204470">
                  <a:moveTo>
                    <a:pt x="407713" y="203856"/>
                  </a:moveTo>
                  <a:lnTo>
                    <a:pt x="334426" y="202214"/>
                  </a:lnTo>
                  <a:lnTo>
                    <a:pt x="265449" y="197479"/>
                  </a:lnTo>
                  <a:lnTo>
                    <a:pt x="201932" y="189940"/>
                  </a:lnTo>
                  <a:lnTo>
                    <a:pt x="145028" y="179884"/>
                  </a:lnTo>
                  <a:lnTo>
                    <a:pt x="95889" y="167599"/>
                  </a:lnTo>
                  <a:lnTo>
                    <a:pt x="55664" y="153373"/>
                  </a:lnTo>
                  <a:lnTo>
                    <a:pt x="6568" y="120249"/>
                  </a:lnTo>
                  <a:lnTo>
                    <a:pt x="0" y="101928"/>
                  </a:lnTo>
                  <a:lnTo>
                    <a:pt x="6568" y="83606"/>
                  </a:lnTo>
                  <a:lnTo>
                    <a:pt x="55664" y="50483"/>
                  </a:lnTo>
                  <a:lnTo>
                    <a:pt x="95889" y="36257"/>
                  </a:lnTo>
                  <a:lnTo>
                    <a:pt x="145028" y="23972"/>
                  </a:lnTo>
                  <a:lnTo>
                    <a:pt x="201932" y="13916"/>
                  </a:lnTo>
                  <a:lnTo>
                    <a:pt x="265449" y="6376"/>
                  </a:lnTo>
                  <a:lnTo>
                    <a:pt x="334426" y="1642"/>
                  </a:lnTo>
                  <a:lnTo>
                    <a:pt x="407713" y="0"/>
                  </a:lnTo>
                  <a:lnTo>
                    <a:pt x="481000" y="1642"/>
                  </a:lnTo>
                  <a:lnTo>
                    <a:pt x="549977" y="6376"/>
                  </a:lnTo>
                  <a:lnTo>
                    <a:pt x="613493" y="13916"/>
                  </a:lnTo>
                  <a:lnTo>
                    <a:pt x="670397" y="23972"/>
                  </a:lnTo>
                  <a:lnTo>
                    <a:pt x="719537" y="36257"/>
                  </a:lnTo>
                  <a:lnTo>
                    <a:pt x="759761" y="50483"/>
                  </a:lnTo>
                  <a:lnTo>
                    <a:pt x="808857" y="83606"/>
                  </a:lnTo>
                  <a:lnTo>
                    <a:pt x="815426" y="101928"/>
                  </a:lnTo>
                  <a:lnTo>
                    <a:pt x="808857" y="120249"/>
                  </a:lnTo>
                  <a:lnTo>
                    <a:pt x="759761" y="153373"/>
                  </a:lnTo>
                  <a:lnTo>
                    <a:pt x="719537" y="167599"/>
                  </a:lnTo>
                  <a:lnTo>
                    <a:pt x="670397" y="179884"/>
                  </a:lnTo>
                  <a:lnTo>
                    <a:pt x="613493" y="189940"/>
                  </a:lnTo>
                  <a:lnTo>
                    <a:pt x="549977" y="197479"/>
                  </a:lnTo>
                  <a:lnTo>
                    <a:pt x="481000" y="202214"/>
                  </a:lnTo>
                  <a:lnTo>
                    <a:pt x="407713" y="203856"/>
                  </a:lnTo>
                  <a:close/>
                </a:path>
              </a:pathLst>
            </a:custGeom>
            <a:solidFill>
              <a:srgbClr val="8DB5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986625" y="3466317"/>
              <a:ext cx="815975" cy="899794"/>
            </a:xfrm>
            <a:custGeom>
              <a:avLst/>
              <a:gdLst/>
              <a:ahLst/>
              <a:cxnLst/>
              <a:rect l="l" t="t" r="r" b="b"/>
              <a:pathLst>
                <a:path w="815975" h="899795">
                  <a:moveTo>
                    <a:pt x="815426" y="101928"/>
                  </a:moveTo>
                  <a:lnTo>
                    <a:pt x="808857" y="120249"/>
                  </a:lnTo>
                  <a:lnTo>
                    <a:pt x="789919" y="137494"/>
                  </a:lnTo>
                  <a:lnTo>
                    <a:pt x="719537" y="167599"/>
                  </a:lnTo>
                  <a:lnTo>
                    <a:pt x="670397" y="179884"/>
                  </a:lnTo>
                  <a:lnTo>
                    <a:pt x="613493" y="189940"/>
                  </a:lnTo>
                  <a:lnTo>
                    <a:pt x="549977" y="197479"/>
                  </a:lnTo>
                  <a:lnTo>
                    <a:pt x="481000" y="202214"/>
                  </a:lnTo>
                  <a:lnTo>
                    <a:pt x="407713" y="203856"/>
                  </a:lnTo>
                  <a:lnTo>
                    <a:pt x="334426" y="202214"/>
                  </a:lnTo>
                  <a:lnTo>
                    <a:pt x="265449" y="197479"/>
                  </a:lnTo>
                  <a:lnTo>
                    <a:pt x="201932" y="189940"/>
                  </a:lnTo>
                  <a:lnTo>
                    <a:pt x="145028" y="179884"/>
                  </a:lnTo>
                  <a:lnTo>
                    <a:pt x="95889" y="167599"/>
                  </a:lnTo>
                  <a:lnTo>
                    <a:pt x="55664" y="153373"/>
                  </a:lnTo>
                  <a:lnTo>
                    <a:pt x="6568" y="120249"/>
                  </a:lnTo>
                  <a:lnTo>
                    <a:pt x="0" y="101928"/>
                  </a:lnTo>
                  <a:lnTo>
                    <a:pt x="25507" y="66362"/>
                  </a:lnTo>
                  <a:lnTo>
                    <a:pt x="95889" y="36257"/>
                  </a:lnTo>
                  <a:lnTo>
                    <a:pt x="145028" y="23972"/>
                  </a:lnTo>
                  <a:lnTo>
                    <a:pt x="201932" y="13916"/>
                  </a:lnTo>
                  <a:lnTo>
                    <a:pt x="265449" y="6376"/>
                  </a:lnTo>
                  <a:lnTo>
                    <a:pt x="334426" y="1642"/>
                  </a:lnTo>
                  <a:lnTo>
                    <a:pt x="407713" y="0"/>
                  </a:lnTo>
                  <a:lnTo>
                    <a:pt x="481000" y="1642"/>
                  </a:lnTo>
                  <a:lnTo>
                    <a:pt x="549977" y="6376"/>
                  </a:lnTo>
                  <a:lnTo>
                    <a:pt x="613493" y="13916"/>
                  </a:lnTo>
                  <a:lnTo>
                    <a:pt x="670397" y="23972"/>
                  </a:lnTo>
                  <a:lnTo>
                    <a:pt x="719537" y="36257"/>
                  </a:lnTo>
                  <a:lnTo>
                    <a:pt x="759761" y="50483"/>
                  </a:lnTo>
                  <a:lnTo>
                    <a:pt x="808857" y="83606"/>
                  </a:lnTo>
                  <a:lnTo>
                    <a:pt x="815426" y="101928"/>
                  </a:lnTo>
                  <a:lnTo>
                    <a:pt x="815426" y="797349"/>
                  </a:lnTo>
                  <a:lnTo>
                    <a:pt x="789919" y="832915"/>
                  </a:lnTo>
                  <a:lnTo>
                    <a:pt x="719537" y="863020"/>
                  </a:lnTo>
                  <a:lnTo>
                    <a:pt x="670397" y="875305"/>
                  </a:lnTo>
                  <a:lnTo>
                    <a:pt x="613493" y="885361"/>
                  </a:lnTo>
                  <a:lnTo>
                    <a:pt x="549977" y="892900"/>
                  </a:lnTo>
                  <a:lnTo>
                    <a:pt x="481000" y="897635"/>
                  </a:lnTo>
                  <a:lnTo>
                    <a:pt x="407713" y="899277"/>
                  </a:lnTo>
                  <a:lnTo>
                    <a:pt x="334426" y="897635"/>
                  </a:lnTo>
                  <a:lnTo>
                    <a:pt x="265449" y="892900"/>
                  </a:lnTo>
                  <a:lnTo>
                    <a:pt x="201932" y="885361"/>
                  </a:lnTo>
                  <a:lnTo>
                    <a:pt x="145028" y="875305"/>
                  </a:lnTo>
                  <a:lnTo>
                    <a:pt x="95889" y="863020"/>
                  </a:lnTo>
                  <a:lnTo>
                    <a:pt x="55664" y="848794"/>
                  </a:lnTo>
                  <a:lnTo>
                    <a:pt x="6568" y="815671"/>
                  </a:lnTo>
                  <a:lnTo>
                    <a:pt x="0" y="797349"/>
                  </a:lnTo>
                  <a:lnTo>
                    <a:pt x="0" y="101928"/>
                  </a:lnTo>
                </a:path>
                <a:path w="815975" h="899795">
                  <a:moveTo>
                    <a:pt x="178941" y="355947"/>
                  </a:moveTo>
                  <a:lnTo>
                    <a:pt x="178941" y="676878"/>
                  </a:lnTo>
                  <a:lnTo>
                    <a:pt x="631831" y="676878"/>
                  </a:lnTo>
                  <a:lnTo>
                    <a:pt x="631831" y="386434"/>
                  </a:lnTo>
                  <a:lnTo>
                    <a:pt x="332700" y="386434"/>
                  </a:lnTo>
                  <a:lnTo>
                    <a:pt x="306142" y="355947"/>
                  </a:lnTo>
                  <a:lnTo>
                    <a:pt x="178941" y="355947"/>
                  </a:lnTo>
                  <a:close/>
                </a:path>
                <a:path w="815975" h="899795">
                  <a:moveTo>
                    <a:pt x="4449" y="255198"/>
                  </a:moveTo>
                  <a:lnTo>
                    <a:pt x="116018" y="298376"/>
                  </a:lnTo>
                </a:path>
                <a:path w="815975" h="899795">
                  <a:moveTo>
                    <a:pt x="4449" y="466028"/>
                  </a:moveTo>
                  <a:lnTo>
                    <a:pt x="116018" y="509206"/>
                  </a:lnTo>
                </a:path>
                <a:path w="815975" h="899795">
                  <a:moveTo>
                    <a:pt x="0" y="676859"/>
                  </a:moveTo>
                  <a:lnTo>
                    <a:pt x="111568" y="720037"/>
                  </a:lnTo>
                </a:path>
                <a:path w="815975" h="899795">
                  <a:moveTo>
                    <a:pt x="810933" y="255198"/>
                  </a:moveTo>
                  <a:lnTo>
                    <a:pt x="699364" y="298376"/>
                  </a:lnTo>
                </a:path>
                <a:path w="815975" h="899795">
                  <a:moveTo>
                    <a:pt x="810933" y="466028"/>
                  </a:moveTo>
                  <a:lnTo>
                    <a:pt x="699364" y="509206"/>
                  </a:lnTo>
                </a:path>
                <a:path w="815975" h="899795">
                  <a:moveTo>
                    <a:pt x="815383" y="676859"/>
                  </a:moveTo>
                  <a:lnTo>
                    <a:pt x="703814" y="720037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758070" y="3568245"/>
              <a:ext cx="815975" cy="797560"/>
            </a:xfrm>
            <a:custGeom>
              <a:avLst/>
              <a:gdLst/>
              <a:ahLst/>
              <a:cxnLst/>
              <a:rect l="l" t="t" r="r" b="b"/>
              <a:pathLst>
                <a:path w="815975" h="797560">
                  <a:moveTo>
                    <a:pt x="407712" y="797349"/>
                  </a:moveTo>
                  <a:lnTo>
                    <a:pt x="334426" y="795707"/>
                  </a:lnTo>
                  <a:lnTo>
                    <a:pt x="265448" y="790972"/>
                  </a:lnTo>
                  <a:lnTo>
                    <a:pt x="201932" y="783433"/>
                  </a:lnTo>
                  <a:lnTo>
                    <a:pt x="145028" y="773377"/>
                  </a:lnTo>
                  <a:lnTo>
                    <a:pt x="95889" y="761092"/>
                  </a:lnTo>
                  <a:lnTo>
                    <a:pt x="55664" y="746866"/>
                  </a:lnTo>
                  <a:lnTo>
                    <a:pt x="6568" y="713743"/>
                  </a:lnTo>
                  <a:lnTo>
                    <a:pt x="0" y="695421"/>
                  </a:lnTo>
                  <a:lnTo>
                    <a:pt x="0" y="0"/>
                  </a:lnTo>
                  <a:lnTo>
                    <a:pt x="6568" y="18321"/>
                  </a:lnTo>
                  <a:lnTo>
                    <a:pt x="25507" y="35565"/>
                  </a:lnTo>
                  <a:lnTo>
                    <a:pt x="95889" y="65670"/>
                  </a:lnTo>
                  <a:lnTo>
                    <a:pt x="145028" y="77955"/>
                  </a:lnTo>
                  <a:lnTo>
                    <a:pt x="201932" y="88011"/>
                  </a:lnTo>
                  <a:lnTo>
                    <a:pt x="265448" y="95551"/>
                  </a:lnTo>
                  <a:lnTo>
                    <a:pt x="334426" y="100285"/>
                  </a:lnTo>
                  <a:lnTo>
                    <a:pt x="407712" y="101927"/>
                  </a:lnTo>
                  <a:lnTo>
                    <a:pt x="480999" y="100285"/>
                  </a:lnTo>
                  <a:lnTo>
                    <a:pt x="549977" y="95551"/>
                  </a:lnTo>
                  <a:lnTo>
                    <a:pt x="613493" y="88011"/>
                  </a:lnTo>
                  <a:lnTo>
                    <a:pt x="670397" y="77955"/>
                  </a:lnTo>
                  <a:lnTo>
                    <a:pt x="719536" y="65670"/>
                  </a:lnTo>
                  <a:lnTo>
                    <a:pt x="759761" y="51444"/>
                  </a:lnTo>
                  <a:lnTo>
                    <a:pt x="808856" y="18321"/>
                  </a:lnTo>
                  <a:lnTo>
                    <a:pt x="815425" y="0"/>
                  </a:lnTo>
                  <a:lnTo>
                    <a:pt x="815425" y="695421"/>
                  </a:lnTo>
                  <a:lnTo>
                    <a:pt x="789918" y="730987"/>
                  </a:lnTo>
                  <a:lnTo>
                    <a:pt x="719536" y="761092"/>
                  </a:lnTo>
                  <a:lnTo>
                    <a:pt x="670397" y="773377"/>
                  </a:lnTo>
                  <a:lnTo>
                    <a:pt x="613493" y="783433"/>
                  </a:lnTo>
                  <a:lnTo>
                    <a:pt x="549977" y="790972"/>
                  </a:lnTo>
                  <a:lnTo>
                    <a:pt x="480999" y="795707"/>
                  </a:lnTo>
                  <a:lnTo>
                    <a:pt x="407712" y="797349"/>
                  </a:lnTo>
                  <a:close/>
                </a:path>
              </a:pathLst>
            </a:custGeom>
            <a:solidFill>
              <a:srgbClr val="D40F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758070" y="3466317"/>
              <a:ext cx="815975" cy="204470"/>
            </a:xfrm>
            <a:custGeom>
              <a:avLst/>
              <a:gdLst/>
              <a:ahLst/>
              <a:cxnLst/>
              <a:rect l="l" t="t" r="r" b="b"/>
              <a:pathLst>
                <a:path w="815975" h="204470">
                  <a:moveTo>
                    <a:pt x="407712" y="203856"/>
                  </a:moveTo>
                  <a:lnTo>
                    <a:pt x="334426" y="202214"/>
                  </a:lnTo>
                  <a:lnTo>
                    <a:pt x="265448" y="197479"/>
                  </a:lnTo>
                  <a:lnTo>
                    <a:pt x="201932" y="189940"/>
                  </a:lnTo>
                  <a:lnTo>
                    <a:pt x="145028" y="179884"/>
                  </a:lnTo>
                  <a:lnTo>
                    <a:pt x="95889" y="167599"/>
                  </a:lnTo>
                  <a:lnTo>
                    <a:pt x="55664" y="153373"/>
                  </a:lnTo>
                  <a:lnTo>
                    <a:pt x="6568" y="120249"/>
                  </a:lnTo>
                  <a:lnTo>
                    <a:pt x="0" y="101928"/>
                  </a:lnTo>
                  <a:lnTo>
                    <a:pt x="6568" y="83606"/>
                  </a:lnTo>
                  <a:lnTo>
                    <a:pt x="55664" y="50483"/>
                  </a:lnTo>
                  <a:lnTo>
                    <a:pt x="95889" y="36257"/>
                  </a:lnTo>
                  <a:lnTo>
                    <a:pt x="145028" y="23972"/>
                  </a:lnTo>
                  <a:lnTo>
                    <a:pt x="201932" y="13916"/>
                  </a:lnTo>
                  <a:lnTo>
                    <a:pt x="265448" y="6376"/>
                  </a:lnTo>
                  <a:lnTo>
                    <a:pt x="334426" y="1642"/>
                  </a:lnTo>
                  <a:lnTo>
                    <a:pt x="407712" y="0"/>
                  </a:lnTo>
                  <a:lnTo>
                    <a:pt x="480999" y="1642"/>
                  </a:lnTo>
                  <a:lnTo>
                    <a:pt x="549977" y="6376"/>
                  </a:lnTo>
                  <a:lnTo>
                    <a:pt x="613493" y="13916"/>
                  </a:lnTo>
                  <a:lnTo>
                    <a:pt x="670397" y="23972"/>
                  </a:lnTo>
                  <a:lnTo>
                    <a:pt x="719536" y="36257"/>
                  </a:lnTo>
                  <a:lnTo>
                    <a:pt x="759761" y="50483"/>
                  </a:lnTo>
                  <a:lnTo>
                    <a:pt x="808856" y="83606"/>
                  </a:lnTo>
                  <a:lnTo>
                    <a:pt x="815425" y="101928"/>
                  </a:lnTo>
                  <a:lnTo>
                    <a:pt x="808856" y="120249"/>
                  </a:lnTo>
                  <a:lnTo>
                    <a:pt x="759761" y="153373"/>
                  </a:lnTo>
                  <a:lnTo>
                    <a:pt x="719536" y="167599"/>
                  </a:lnTo>
                  <a:lnTo>
                    <a:pt x="670397" y="179884"/>
                  </a:lnTo>
                  <a:lnTo>
                    <a:pt x="613493" y="189940"/>
                  </a:lnTo>
                  <a:lnTo>
                    <a:pt x="549977" y="197479"/>
                  </a:lnTo>
                  <a:lnTo>
                    <a:pt x="480999" y="202214"/>
                  </a:lnTo>
                  <a:lnTo>
                    <a:pt x="407712" y="203856"/>
                  </a:lnTo>
                  <a:close/>
                </a:path>
              </a:pathLst>
            </a:custGeom>
            <a:solidFill>
              <a:srgbClr val="E46F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758070" y="3466317"/>
              <a:ext cx="815975" cy="899794"/>
            </a:xfrm>
            <a:custGeom>
              <a:avLst/>
              <a:gdLst/>
              <a:ahLst/>
              <a:cxnLst/>
              <a:rect l="l" t="t" r="r" b="b"/>
              <a:pathLst>
                <a:path w="815975" h="899795">
                  <a:moveTo>
                    <a:pt x="815425" y="101928"/>
                  </a:moveTo>
                  <a:lnTo>
                    <a:pt x="808856" y="120249"/>
                  </a:lnTo>
                  <a:lnTo>
                    <a:pt x="789918" y="137494"/>
                  </a:lnTo>
                  <a:lnTo>
                    <a:pt x="719536" y="167599"/>
                  </a:lnTo>
                  <a:lnTo>
                    <a:pt x="670397" y="179884"/>
                  </a:lnTo>
                  <a:lnTo>
                    <a:pt x="613493" y="189940"/>
                  </a:lnTo>
                  <a:lnTo>
                    <a:pt x="549977" y="197479"/>
                  </a:lnTo>
                  <a:lnTo>
                    <a:pt x="480999" y="202214"/>
                  </a:lnTo>
                  <a:lnTo>
                    <a:pt x="407712" y="203856"/>
                  </a:lnTo>
                  <a:lnTo>
                    <a:pt x="334426" y="202214"/>
                  </a:lnTo>
                  <a:lnTo>
                    <a:pt x="265448" y="197479"/>
                  </a:lnTo>
                  <a:lnTo>
                    <a:pt x="201932" y="189940"/>
                  </a:lnTo>
                  <a:lnTo>
                    <a:pt x="145028" y="179884"/>
                  </a:lnTo>
                  <a:lnTo>
                    <a:pt x="95889" y="167599"/>
                  </a:lnTo>
                  <a:lnTo>
                    <a:pt x="55664" y="153373"/>
                  </a:lnTo>
                  <a:lnTo>
                    <a:pt x="6568" y="120249"/>
                  </a:lnTo>
                  <a:lnTo>
                    <a:pt x="0" y="101928"/>
                  </a:lnTo>
                  <a:lnTo>
                    <a:pt x="25507" y="66362"/>
                  </a:lnTo>
                  <a:lnTo>
                    <a:pt x="95889" y="36257"/>
                  </a:lnTo>
                  <a:lnTo>
                    <a:pt x="145028" y="23972"/>
                  </a:lnTo>
                  <a:lnTo>
                    <a:pt x="201932" y="13916"/>
                  </a:lnTo>
                  <a:lnTo>
                    <a:pt x="265448" y="6376"/>
                  </a:lnTo>
                  <a:lnTo>
                    <a:pt x="334426" y="1642"/>
                  </a:lnTo>
                  <a:lnTo>
                    <a:pt x="407712" y="0"/>
                  </a:lnTo>
                  <a:lnTo>
                    <a:pt x="480999" y="1642"/>
                  </a:lnTo>
                  <a:lnTo>
                    <a:pt x="549977" y="6376"/>
                  </a:lnTo>
                  <a:lnTo>
                    <a:pt x="613493" y="13916"/>
                  </a:lnTo>
                  <a:lnTo>
                    <a:pt x="670397" y="23972"/>
                  </a:lnTo>
                  <a:lnTo>
                    <a:pt x="719536" y="36257"/>
                  </a:lnTo>
                  <a:lnTo>
                    <a:pt x="759761" y="50483"/>
                  </a:lnTo>
                  <a:lnTo>
                    <a:pt x="808856" y="83606"/>
                  </a:lnTo>
                  <a:lnTo>
                    <a:pt x="815425" y="101928"/>
                  </a:lnTo>
                  <a:lnTo>
                    <a:pt x="815425" y="797349"/>
                  </a:lnTo>
                  <a:lnTo>
                    <a:pt x="789918" y="832915"/>
                  </a:lnTo>
                  <a:lnTo>
                    <a:pt x="719536" y="863020"/>
                  </a:lnTo>
                  <a:lnTo>
                    <a:pt x="670397" y="875305"/>
                  </a:lnTo>
                  <a:lnTo>
                    <a:pt x="613493" y="885361"/>
                  </a:lnTo>
                  <a:lnTo>
                    <a:pt x="549977" y="892900"/>
                  </a:lnTo>
                  <a:lnTo>
                    <a:pt x="480999" y="897635"/>
                  </a:lnTo>
                  <a:lnTo>
                    <a:pt x="407712" y="899277"/>
                  </a:lnTo>
                  <a:lnTo>
                    <a:pt x="334426" y="897635"/>
                  </a:lnTo>
                  <a:lnTo>
                    <a:pt x="265448" y="892900"/>
                  </a:lnTo>
                  <a:lnTo>
                    <a:pt x="201932" y="885361"/>
                  </a:lnTo>
                  <a:lnTo>
                    <a:pt x="145028" y="875305"/>
                  </a:lnTo>
                  <a:lnTo>
                    <a:pt x="95889" y="863020"/>
                  </a:lnTo>
                  <a:lnTo>
                    <a:pt x="55664" y="848794"/>
                  </a:lnTo>
                  <a:lnTo>
                    <a:pt x="6568" y="815671"/>
                  </a:lnTo>
                  <a:lnTo>
                    <a:pt x="0" y="797349"/>
                  </a:lnTo>
                  <a:lnTo>
                    <a:pt x="0" y="101928"/>
                  </a:lnTo>
                </a:path>
                <a:path w="815975" h="899795">
                  <a:moveTo>
                    <a:pt x="178941" y="355947"/>
                  </a:moveTo>
                  <a:lnTo>
                    <a:pt x="178941" y="676878"/>
                  </a:lnTo>
                  <a:lnTo>
                    <a:pt x="631831" y="676878"/>
                  </a:lnTo>
                  <a:lnTo>
                    <a:pt x="631831" y="386434"/>
                  </a:lnTo>
                  <a:lnTo>
                    <a:pt x="332700" y="386434"/>
                  </a:lnTo>
                  <a:lnTo>
                    <a:pt x="306142" y="355947"/>
                  </a:lnTo>
                  <a:lnTo>
                    <a:pt x="178941" y="355947"/>
                  </a:lnTo>
                  <a:close/>
                </a:path>
                <a:path w="815975" h="899795">
                  <a:moveTo>
                    <a:pt x="4449" y="255198"/>
                  </a:moveTo>
                  <a:lnTo>
                    <a:pt x="116018" y="298376"/>
                  </a:lnTo>
                </a:path>
                <a:path w="815975" h="899795">
                  <a:moveTo>
                    <a:pt x="4449" y="466028"/>
                  </a:moveTo>
                  <a:lnTo>
                    <a:pt x="116018" y="509206"/>
                  </a:lnTo>
                </a:path>
                <a:path w="815975" h="899795">
                  <a:moveTo>
                    <a:pt x="0" y="676859"/>
                  </a:moveTo>
                  <a:lnTo>
                    <a:pt x="111568" y="720037"/>
                  </a:lnTo>
                </a:path>
                <a:path w="815975" h="899795">
                  <a:moveTo>
                    <a:pt x="810933" y="255198"/>
                  </a:moveTo>
                  <a:lnTo>
                    <a:pt x="699364" y="298376"/>
                  </a:lnTo>
                </a:path>
                <a:path w="815975" h="899795">
                  <a:moveTo>
                    <a:pt x="810933" y="466028"/>
                  </a:moveTo>
                  <a:lnTo>
                    <a:pt x="699364" y="509206"/>
                  </a:lnTo>
                </a:path>
                <a:path w="815975" h="899795">
                  <a:moveTo>
                    <a:pt x="815383" y="676859"/>
                  </a:moveTo>
                  <a:lnTo>
                    <a:pt x="703814" y="720037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872331" y="3568245"/>
              <a:ext cx="815975" cy="797560"/>
            </a:xfrm>
            <a:custGeom>
              <a:avLst/>
              <a:gdLst/>
              <a:ahLst/>
              <a:cxnLst/>
              <a:rect l="l" t="t" r="r" b="b"/>
              <a:pathLst>
                <a:path w="815975" h="797560">
                  <a:moveTo>
                    <a:pt x="407712" y="797349"/>
                  </a:moveTo>
                  <a:lnTo>
                    <a:pt x="334426" y="795707"/>
                  </a:lnTo>
                  <a:lnTo>
                    <a:pt x="265448" y="790972"/>
                  </a:lnTo>
                  <a:lnTo>
                    <a:pt x="201932" y="783433"/>
                  </a:lnTo>
                  <a:lnTo>
                    <a:pt x="145028" y="773377"/>
                  </a:lnTo>
                  <a:lnTo>
                    <a:pt x="95889" y="761092"/>
                  </a:lnTo>
                  <a:lnTo>
                    <a:pt x="55664" y="746866"/>
                  </a:lnTo>
                  <a:lnTo>
                    <a:pt x="6568" y="713743"/>
                  </a:lnTo>
                  <a:lnTo>
                    <a:pt x="0" y="695421"/>
                  </a:lnTo>
                  <a:lnTo>
                    <a:pt x="0" y="0"/>
                  </a:lnTo>
                  <a:lnTo>
                    <a:pt x="6568" y="18321"/>
                  </a:lnTo>
                  <a:lnTo>
                    <a:pt x="25507" y="35565"/>
                  </a:lnTo>
                  <a:lnTo>
                    <a:pt x="95889" y="65670"/>
                  </a:lnTo>
                  <a:lnTo>
                    <a:pt x="145028" y="77955"/>
                  </a:lnTo>
                  <a:lnTo>
                    <a:pt x="201932" y="88011"/>
                  </a:lnTo>
                  <a:lnTo>
                    <a:pt x="265448" y="95551"/>
                  </a:lnTo>
                  <a:lnTo>
                    <a:pt x="334426" y="100285"/>
                  </a:lnTo>
                  <a:lnTo>
                    <a:pt x="407712" y="101927"/>
                  </a:lnTo>
                  <a:lnTo>
                    <a:pt x="480999" y="100285"/>
                  </a:lnTo>
                  <a:lnTo>
                    <a:pt x="549977" y="95551"/>
                  </a:lnTo>
                  <a:lnTo>
                    <a:pt x="613493" y="88011"/>
                  </a:lnTo>
                  <a:lnTo>
                    <a:pt x="670397" y="77955"/>
                  </a:lnTo>
                  <a:lnTo>
                    <a:pt x="719537" y="65670"/>
                  </a:lnTo>
                  <a:lnTo>
                    <a:pt x="759761" y="51444"/>
                  </a:lnTo>
                  <a:lnTo>
                    <a:pt x="808857" y="18321"/>
                  </a:lnTo>
                  <a:lnTo>
                    <a:pt x="815426" y="0"/>
                  </a:lnTo>
                  <a:lnTo>
                    <a:pt x="815426" y="695421"/>
                  </a:lnTo>
                  <a:lnTo>
                    <a:pt x="789918" y="730987"/>
                  </a:lnTo>
                  <a:lnTo>
                    <a:pt x="719537" y="761092"/>
                  </a:lnTo>
                  <a:lnTo>
                    <a:pt x="670397" y="773377"/>
                  </a:lnTo>
                  <a:lnTo>
                    <a:pt x="613493" y="783433"/>
                  </a:lnTo>
                  <a:lnTo>
                    <a:pt x="549977" y="790972"/>
                  </a:lnTo>
                  <a:lnTo>
                    <a:pt x="480999" y="795707"/>
                  </a:lnTo>
                  <a:lnTo>
                    <a:pt x="407712" y="797349"/>
                  </a:lnTo>
                  <a:close/>
                </a:path>
              </a:pathLst>
            </a:custGeom>
            <a:solidFill>
              <a:srgbClr val="0F9D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872331" y="3466317"/>
              <a:ext cx="815975" cy="204470"/>
            </a:xfrm>
            <a:custGeom>
              <a:avLst/>
              <a:gdLst/>
              <a:ahLst/>
              <a:cxnLst/>
              <a:rect l="l" t="t" r="r" b="b"/>
              <a:pathLst>
                <a:path w="815975" h="204470">
                  <a:moveTo>
                    <a:pt x="407712" y="203856"/>
                  </a:moveTo>
                  <a:lnTo>
                    <a:pt x="334426" y="202214"/>
                  </a:lnTo>
                  <a:lnTo>
                    <a:pt x="265448" y="197479"/>
                  </a:lnTo>
                  <a:lnTo>
                    <a:pt x="201932" y="189940"/>
                  </a:lnTo>
                  <a:lnTo>
                    <a:pt x="145028" y="179884"/>
                  </a:lnTo>
                  <a:lnTo>
                    <a:pt x="95889" y="167599"/>
                  </a:lnTo>
                  <a:lnTo>
                    <a:pt x="55664" y="153373"/>
                  </a:lnTo>
                  <a:lnTo>
                    <a:pt x="6568" y="120249"/>
                  </a:lnTo>
                  <a:lnTo>
                    <a:pt x="0" y="101928"/>
                  </a:lnTo>
                  <a:lnTo>
                    <a:pt x="6568" y="83606"/>
                  </a:lnTo>
                  <a:lnTo>
                    <a:pt x="55664" y="50483"/>
                  </a:lnTo>
                  <a:lnTo>
                    <a:pt x="95889" y="36257"/>
                  </a:lnTo>
                  <a:lnTo>
                    <a:pt x="145028" y="23972"/>
                  </a:lnTo>
                  <a:lnTo>
                    <a:pt x="201932" y="13916"/>
                  </a:lnTo>
                  <a:lnTo>
                    <a:pt x="265448" y="6376"/>
                  </a:lnTo>
                  <a:lnTo>
                    <a:pt x="334426" y="1642"/>
                  </a:lnTo>
                  <a:lnTo>
                    <a:pt x="407712" y="0"/>
                  </a:lnTo>
                  <a:lnTo>
                    <a:pt x="480999" y="1642"/>
                  </a:lnTo>
                  <a:lnTo>
                    <a:pt x="549977" y="6376"/>
                  </a:lnTo>
                  <a:lnTo>
                    <a:pt x="613493" y="13916"/>
                  </a:lnTo>
                  <a:lnTo>
                    <a:pt x="670397" y="23972"/>
                  </a:lnTo>
                  <a:lnTo>
                    <a:pt x="719537" y="36257"/>
                  </a:lnTo>
                  <a:lnTo>
                    <a:pt x="759761" y="50483"/>
                  </a:lnTo>
                  <a:lnTo>
                    <a:pt x="808857" y="83606"/>
                  </a:lnTo>
                  <a:lnTo>
                    <a:pt x="815426" y="101928"/>
                  </a:lnTo>
                  <a:lnTo>
                    <a:pt x="808857" y="120249"/>
                  </a:lnTo>
                  <a:lnTo>
                    <a:pt x="759761" y="153373"/>
                  </a:lnTo>
                  <a:lnTo>
                    <a:pt x="719537" y="167599"/>
                  </a:lnTo>
                  <a:lnTo>
                    <a:pt x="670397" y="179884"/>
                  </a:lnTo>
                  <a:lnTo>
                    <a:pt x="613493" y="189940"/>
                  </a:lnTo>
                  <a:lnTo>
                    <a:pt x="549977" y="197479"/>
                  </a:lnTo>
                  <a:lnTo>
                    <a:pt x="480999" y="202214"/>
                  </a:lnTo>
                  <a:lnTo>
                    <a:pt x="407712" y="203856"/>
                  </a:lnTo>
                  <a:close/>
                </a:path>
              </a:pathLst>
            </a:custGeom>
            <a:solidFill>
              <a:srgbClr val="6FC4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872331" y="3466317"/>
              <a:ext cx="815975" cy="899794"/>
            </a:xfrm>
            <a:custGeom>
              <a:avLst/>
              <a:gdLst/>
              <a:ahLst/>
              <a:cxnLst/>
              <a:rect l="l" t="t" r="r" b="b"/>
              <a:pathLst>
                <a:path w="815975" h="899795">
                  <a:moveTo>
                    <a:pt x="815426" y="101928"/>
                  </a:moveTo>
                  <a:lnTo>
                    <a:pt x="808857" y="120249"/>
                  </a:lnTo>
                  <a:lnTo>
                    <a:pt x="789918" y="137494"/>
                  </a:lnTo>
                  <a:lnTo>
                    <a:pt x="719537" y="167599"/>
                  </a:lnTo>
                  <a:lnTo>
                    <a:pt x="670397" y="179884"/>
                  </a:lnTo>
                  <a:lnTo>
                    <a:pt x="613493" y="189940"/>
                  </a:lnTo>
                  <a:lnTo>
                    <a:pt x="549977" y="197479"/>
                  </a:lnTo>
                  <a:lnTo>
                    <a:pt x="480999" y="202214"/>
                  </a:lnTo>
                  <a:lnTo>
                    <a:pt x="407712" y="203856"/>
                  </a:lnTo>
                  <a:lnTo>
                    <a:pt x="334426" y="202214"/>
                  </a:lnTo>
                  <a:lnTo>
                    <a:pt x="265448" y="197479"/>
                  </a:lnTo>
                  <a:lnTo>
                    <a:pt x="201932" y="189940"/>
                  </a:lnTo>
                  <a:lnTo>
                    <a:pt x="145028" y="179884"/>
                  </a:lnTo>
                  <a:lnTo>
                    <a:pt x="95889" y="167599"/>
                  </a:lnTo>
                  <a:lnTo>
                    <a:pt x="55664" y="153373"/>
                  </a:lnTo>
                  <a:lnTo>
                    <a:pt x="6568" y="120249"/>
                  </a:lnTo>
                  <a:lnTo>
                    <a:pt x="0" y="101928"/>
                  </a:lnTo>
                  <a:lnTo>
                    <a:pt x="25507" y="66362"/>
                  </a:lnTo>
                  <a:lnTo>
                    <a:pt x="95889" y="36257"/>
                  </a:lnTo>
                  <a:lnTo>
                    <a:pt x="145028" y="23972"/>
                  </a:lnTo>
                  <a:lnTo>
                    <a:pt x="201932" y="13916"/>
                  </a:lnTo>
                  <a:lnTo>
                    <a:pt x="265448" y="6376"/>
                  </a:lnTo>
                  <a:lnTo>
                    <a:pt x="334426" y="1642"/>
                  </a:lnTo>
                  <a:lnTo>
                    <a:pt x="407712" y="0"/>
                  </a:lnTo>
                  <a:lnTo>
                    <a:pt x="480999" y="1642"/>
                  </a:lnTo>
                  <a:lnTo>
                    <a:pt x="549977" y="6376"/>
                  </a:lnTo>
                  <a:lnTo>
                    <a:pt x="613493" y="13916"/>
                  </a:lnTo>
                  <a:lnTo>
                    <a:pt x="670397" y="23972"/>
                  </a:lnTo>
                  <a:lnTo>
                    <a:pt x="719537" y="36257"/>
                  </a:lnTo>
                  <a:lnTo>
                    <a:pt x="759761" y="50483"/>
                  </a:lnTo>
                  <a:lnTo>
                    <a:pt x="808857" y="83606"/>
                  </a:lnTo>
                  <a:lnTo>
                    <a:pt x="815426" y="101928"/>
                  </a:lnTo>
                  <a:lnTo>
                    <a:pt x="815426" y="797349"/>
                  </a:lnTo>
                  <a:lnTo>
                    <a:pt x="789918" y="832915"/>
                  </a:lnTo>
                  <a:lnTo>
                    <a:pt x="719537" y="863020"/>
                  </a:lnTo>
                  <a:lnTo>
                    <a:pt x="670397" y="875305"/>
                  </a:lnTo>
                  <a:lnTo>
                    <a:pt x="613493" y="885361"/>
                  </a:lnTo>
                  <a:lnTo>
                    <a:pt x="549977" y="892900"/>
                  </a:lnTo>
                  <a:lnTo>
                    <a:pt x="480999" y="897635"/>
                  </a:lnTo>
                  <a:lnTo>
                    <a:pt x="407712" y="899277"/>
                  </a:lnTo>
                  <a:lnTo>
                    <a:pt x="334426" y="897635"/>
                  </a:lnTo>
                  <a:lnTo>
                    <a:pt x="265448" y="892900"/>
                  </a:lnTo>
                  <a:lnTo>
                    <a:pt x="201932" y="885361"/>
                  </a:lnTo>
                  <a:lnTo>
                    <a:pt x="145028" y="875305"/>
                  </a:lnTo>
                  <a:lnTo>
                    <a:pt x="95889" y="863020"/>
                  </a:lnTo>
                  <a:lnTo>
                    <a:pt x="55664" y="848794"/>
                  </a:lnTo>
                  <a:lnTo>
                    <a:pt x="6568" y="815671"/>
                  </a:lnTo>
                  <a:lnTo>
                    <a:pt x="0" y="797349"/>
                  </a:lnTo>
                  <a:lnTo>
                    <a:pt x="0" y="101928"/>
                  </a:lnTo>
                </a:path>
                <a:path w="815975" h="899795">
                  <a:moveTo>
                    <a:pt x="178941" y="355947"/>
                  </a:moveTo>
                  <a:lnTo>
                    <a:pt x="178941" y="676878"/>
                  </a:lnTo>
                  <a:lnTo>
                    <a:pt x="631831" y="676878"/>
                  </a:lnTo>
                  <a:lnTo>
                    <a:pt x="631831" y="386434"/>
                  </a:lnTo>
                  <a:lnTo>
                    <a:pt x="332700" y="386434"/>
                  </a:lnTo>
                  <a:lnTo>
                    <a:pt x="306142" y="355947"/>
                  </a:lnTo>
                  <a:lnTo>
                    <a:pt x="178941" y="355947"/>
                  </a:lnTo>
                  <a:close/>
                </a:path>
                <a:path w="815975" h="899795">
                  <a:moveTo>
                    <a:pt x="4449" y="255198"/>
                  </a:moveTo>
                  <a:lnTo>
                    <a:pt x="116018" y="298376"/>
                  </a:lnTo>
                </a:path>
                <a:path w="815975" h="899795">
                  <a:moveTo>
                    <a:pt x="4449" y="466028"/>
                  </a:moveTo>
                  <a:lnTo>
                    <a:pt x="116018" y="509206"/>
                  </a:lnTo>
                </a:path>
                <a:path w="815975" h="899795">
                  <a:moveTo>
                    <a:pt x="0" y="676859"/>
                  </a:moveTo>
                  <a:lnTo>
                    <a:pt x="111568" y="720037"/>
                  </a:lnTo>
                </a:path>
                <a:path w="815975" h="899795">
                  <a:moveTo>
                    <a:pt x="810933" y="255198"/>
                  </a:moveTo>
                  <a:lnTo>
                    <a:pt x="699364" y="298376"/>
                  </a:lnTo>
                </a:path>
                <a:path w="815975" h="899795">
                  <a:moveTo>
                    <a:pt x="810933" y="466028"/>
                  </a:moveTo>
                  <a:lnTo>
                    <a:pt x="699364" y="509206"/>
                  </a:lnTo>
                </a:path>
                <a:path w="815975" h="899795">
                  <a:moveTo>
                    <a:pt x="815383" y="676859"/>
                  </a:moveTo>
                  <a:lnTo>
                    <a:pt x="703814" y="720037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633704" y="1068618"/>
              <a:ext cx="3292475" cy="908050"/>
            </a:xfrm>
            <a:custGeom>
              <a:avLst/>
              <a:gdLst/>
              <a:ahLst/>
              <a:cxnLst/>
              <a:rect l="l" t="t" r="r" b="b"/>
              <a:pathLst>
                <a:path w="3292475" h="908050">
                  <a:moveTo>
                    <a:pt x="1180588" y="9982"/>
                  </a:moveTo>
                  <a:lnTo>
                    <a:pt x="0" y="9982"/>
                  </a:lnTo>
                  <a:lnTo>
                    <a:pt x="0" y="907475"/>
                  </a:lnTo>
                  <a:lnTo>
                    <a:pt x="3292040" y="907475"/>
                  </a:lnTo>
                  <a:lnTo>
                    <a:pt x="3292040" y="0"/>
                  </a:lnTo>
                  <a:lnTo>
                    <a:pt x="2122791" y="0"/>
                  </a:lnTo>
                </a:path>
              </a:pathLst>
            </a:custGeom>
            <a:ln w="114299">
              <a:solidFill>
                <a:srgbClr val="F4B4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12022" y="1237207"/>
              <a:ext cx="963617" cy="2326157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83500" y="1237217"/>
              <a:ext cx="963617" cy="2326140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97751" y="1246377"/>
              <a:ext cx="963617" cy="2316981"/>
            </a:xfrm>
            <a:prstGeom prst="rect">
              <a:avLst/>
            </a:prstGeom>
          </p:spPr>
        </p:pic>
      </p:grpSp>
      <p:sp>
        <p:nvSpPr>
          <p:cNvPr id="16" name="object 16" descr=""/>
          <p:cNvSpPr txBox="1"/>
          <p:nvPr/>
        </p:nvSpPr>
        <p:spPr>
          <a:xfrm>
            <a:off x="426484" y="1062883"/>
            <a:ext cx="4827905" cy="2743835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Goal:</a:t>
            </a:r>
            <a:r>
              <a:rPr dirty="0" sz="1800" spc="-55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enable</a:t>
            </a:r>
            <a:r>
              <a:rPr dirty="0" sz="1800" spc="-50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 b="1">
                <a:solidFill>
                  <a:srgbClr val="666666"/>
                </a:solidFill>
                <a:latin typeface="Roboto"/>
                <a:cs typeface="Roboto"/>
              </a:rPr>
              <a:t>clustered</a:t>
            </a:r>
            <a:r>
              <a:rPr dirty="0" sz="1800" spc="-55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software</a:t>
            </a:r>
            <a:r>
              <a:rPr dirty="0" sz="1800" spc="-50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on</a:t>
            </a:r>
            <a:r>
              <a:rPr dirty="0" sz="1800" spc="-55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 b="1">
                <a:solidFill>
                  <a:srgbClr val="666666"/>
                </a:solidFill>
                <a:latin typeface="Roboto"/>
                <a:cs typeface="Roboto"/>
              </a:rPr>
              <a:t>Kubernetes</a:t>
            </a:r>
            <a:endParaRPr sz="1800">
              <a:latin typeface="Roboto"/>
              <a:cs typeface="Roboto"/>
            </a:endParaRPr>
          </a:p>
          <a:p>
            <a:pPr marL="354965" indent="-229235">
              <a:lnSpc>
                <a:spcPct val="100000"/>
              </a:lnSpc>
              <a:spcBef>
                <a:spcPts val="330"/>
              </a:spcBef>
              <a:buChar char="•"/>
              <a:tabLst>
                <a:tab pos="354965" algn="l"/>
              </a:tabLst>
            </a:pP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mysql,</a:t>
            </a:r>
            <a:r>
              <a:rPr dirty="0" sz="1500" spc="-5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redis,</a:t>
            </a:r>
            <a:r>
              <a:rPr dirty="0" sz="1500" spc="-5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666666"/>
                </a:solidFill>
                <a:latin typeface="Roboto"/>
                <a:cs typeface="Roboto"/>
              </a:rPr>
              <a:t>zookeeper,</a:t>
            </a:r>
            <a:r>
              <a:rPr dirty="0" sz="1500" spc="-5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 spc="-25">
                <a:solidFill>
                  <a:srgbClr val="666666"/>
                </a:solidFill>
                <a:latin typeface="Roboto"/>
                <a:cs typeface="Roboto"/>
              </a:rPr>
              <a:t>...</a:t>
            </a:r>
            <a:endParaRPr sz="1500">
              <a:latin typeface="Roboto"/>
              <a:cs typeface="Roboto"/>
            </a:endParaRPr>
          </a:p>
          <a:p>
            <a:pPr marL="12700" marR="105410">
              <a:lnSpc>
                <a:spcPct val="114599"/>
              </a:lnSpc>
              <a:spcBef>
                <a:spcPts val="1245"/>
              </a:spcBef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Clustered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apps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need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“identity”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and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Roboto"/>
                <a:cs typeface="Roboto"/>
              </a:rPr>
              <a:t>sequencing guarantees</a:t>
            </a:r>
            <a:endParaRPr sz="1800">
              <a:latin typeface="Roboto"/>
              <a:cs typeface="Roboto"/>
            </a:endParaRPr>
          </a:p>
          <a:p>
            <a:pPr marL="354965" indent="-229235">
              <a:lnSpc>
                <a:spcPct val="100000"/>
              </a:lnSpc>
              <a:spcBef>
                <a:spcPts val="330"/>
              </a:spcBef>
              <a:buChar char="•"/>
              <a:tabLst>
                <a:tab pos="354965" algn="l"/>
              </a:tabLst>
            </a:pP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stable</a:t>
            </a:r>
            <a:r>
              <a:rPr dirty="0" sz="1500" spc="-4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hostname,</a:t>
            </a:r>
            <a:r>
              <a:rPr dirty="0" sz="15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available</a:t>
            </a:r>
            <a:r>
              <a:rPr dirty="0" sz="15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in</a:t>
            </a:r>
            <a:r>
              <a:rPr dirty="0" sz="15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 spc="-25">
                <a:solidFill>
                  <a:srgbClr val="666666"/>
                </a:solidFill>
                <a:latin typeface="Roboto"/>
                <a:cs typeface="Roboto"/>
              </a:rPr>
              <a:t>DNS</a:t>
            </a:r>
            <a:endParaRPr sz="1500">
              <a:latin typeface="Roboto"/>
              <a:cs typeface="Roboto"/>
            </a:endParaRPr>
          </a:p>
          <a:p>
            <a:pPr marL="354965" indent="-229235">
              <a:lnSpc>
                <a:spcPct val="100000"/>
              </a:lnSpc>
              <a:spcBef>
                <a:spcPts val="300"/>
              </a:spcBef>
              <a:buChar char="•"/>
              <a:tabLst>
                <a:tab pos="354965" algn="l"/>
              </a:tabLst>
            </a:pP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an</a:t>
            </a:r>
            <a:r>
              <a:rPr dirty="0" sz="15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ordinal</a:t>
            </a:r>
            <a:r>
              <a:rPr dirty="0" sz="15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666666"/>
                </a:solidFill>
                <a:latin typeface="Roboto"/>
                <a:cs typeface="Roboto"/>
              </a:rPr>
              <a:t>index</a:t>
            </a:r>
            <a:endParaRPr sz="1500">
              <a:latin typeface="Roboto"/>
              <a:cs typeface="Roboto"/>
            </a:endParaRPr>
          </a:p>
          <a:p>
            <a:pPr marL="354965" indent="-229235">
              <a:lnSpc>
                <a:spcPct val="100000"/>
              </a:lnSpc>
              <a:spcBef>
                <a:spcPts val="300"/>
              </a:spcBef>
              <a:buChar char="•"/>
              <a:tabLst>
                <a:tab pos="354965" algn="l"/>
              </a:tabLst>
            </a:pP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stable</a:t>
            </a:r>
            <a:r>
              <a:rPr dirty="0" sz="15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storage:</a:t>
            </a:r>
            <a:r>
              <a:rPr dirty="0" sz="15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linked</a:t>
            </a:r>
            <a:r>
              <a:rPr dirty="0" sz="15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to</a:t>
            </a:r>
            <a:r>
              <a:rPr dirty="0" sz="15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the</a:t>
            </a:r>
            <a:r>
              <a:rPr dirty="0" sz="15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ordinal</a:t>
            </a:r>
            <a:r>
              <a:rPr dirty="0" sz="15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&amp;</a:t>
            </a:r>
            <a:r>
              <a:rPr dirty="0" sz="15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666666"/>
                </a:solidFill>
                <a:latin typeface="Roboto"/>
                <a:cs typeface="Roboto"/>
              </a:rPr>
              <a:t>hostname</a:t>
            </a:r>
            <a:endParaRPr sz="1500">
              <a:latin typeface="Roboto"/>
              <a:cs typeface="Roboto"/>
            </a:endParaRPr>
          </a:p>
          <a:p>
            <a:pPr marL="354965" indent="-229235">
              <a:lnSpc>
                <a:spcPct val="100000"/>
              </a:lnSpc>
              <a:spcBef>
                <a:spcPts val="300"/>
              </a:spcBef>
              <a:buChar char="•"/>
              <a:tabLst>
                <a:tab pos="354965" algn="l"/>
              </a:tabLst>
            </a:pPr>
            <a:r>
              <a:rPr dirty="0" sz="1500" spc="-10">
                <a:solidFill>
                  <a:srgbClr val="666666"/>
                </a:solidFill>
                <a:latin typeface="Roboto"/>
                <a:cs typeface="Roboto"/>
              </a:rPr>
              <a:t>discovery</a:t>
            </a:r>
            <a:r>
              <a:rPr dirty="0" sz="15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of</a:t>
            </a:r>
            <a:r>
              <a:rPr dirty="0" sz="15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peers</a:t>
            </a:r>
            <a:r>
              <a:rPr dirty="0" sz="15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for</a:t>
            </a:r>
            <a:r>
              <a:rPr dirty="0" sz="15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666666"/>
                </a:solidFill>
                <a:latin typeface="Roboto"/>
                <a:cs typeface="Roboto"/>
              </a:rPr>
              <a:t>quorum</a:t>
            </a:r>
            <a:endParaRPr sz="1500">
              <a:latin typeface="Roboto"/>
              <a:cs typeface="Roboto"/>
            </a:endParaRPr>
          </a:p>
          <a:p>
            <a:pPr marL="354965" indent="-229235">
              <a:lnSpc>
                <a:spcPct val="100000"/>
              </a:lnSpc>
              <a:spcBef>
                <a:spcPts val="300"/>
              </a:spcBef>
              <a:buChar char="•"/>
              <a:tabLst>
                <a:tab pos="354965" algn="l"/>
              </a:tabLst>
            </a:pP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startup/teardown</a:t>
            </a:r>
            <a:r>
              <a:rPr dirty="0" sz="1500" spc="-8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666666"/>
                </a:solidFill>
                <a:latin typeface="Roboto"/>
                <a:cs typeface="Roboto"/>
              </a:rPr>
              <a:t>ordering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19" name="object 1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StatefulSets</a:t>
            </a:r>
          </a:p>
        </p:txBody>
      </p:sp>
      <p:sp>
        <p:nvSpPr>
          <p:cNvPr id="18" name="object 18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742" y="1926806"/>
            <a:ext cx="8748395" cy="810895"/>
            <a:chOff x="-742" y="1926806"/>
            <a:chExt cx="8748395" cy="810895"/>
          </a:xfrm>
        </p:grpSpPr>
        <p:sp>
          <p:nvSpPr>
            <p:cNvPr id="3" name="object 3" descr=""/>
            <p:cNvSpPr/>
            <p:nvPr/>
          </p:nvSpPr>
          <p:spPr>
            <a:xfrm>
              <a:off x="-355" y="1999716"/>
              <a:ext cx="8747760" cy="737870"/>
            </a:xfrm>
            <a:custGeom>
              <a:avLst/>
              <a:gdLst/>
              <a:ahLst/>
              <a:cxnLst/>
              <a:rect l="l" t="t" r="r" b="b"/>
              <a:pathLst>
                <a:path w="8747760" h="737869">
                  <a:moveTo>
                    <a:pt x="8747481" y="0"/>
                  </a:moveTo>
                  <a:lnTo>
                    <a:pt x="381" y="0"/>
                  </a:lnTo>
                  <a:lnTo>
                    <a:pt x="0" y="76"/>
                  </a:lnTo>
                  <a:lnTo>
                    <a:pt x="0" y="666076"/>
                  </a:lnTo>
                  <a:lnTo>
                    <a:pt x="0" y="704545"/>
                  </a:lnTo>
                  <a:lnTo>
                    <a:pt x="381" y="704545"/>
                  </a:lnTo>
                  <a:lnTo>
                    <a:pt x="381" y="737400"/>
                  </a:lnTo>
                  <a:lnTo>
                    <a:pt x="8747481" y="737400"/>
                  </a:lnTo>
                  <a:lnTo>
                    <a:pt x="8747481" y="0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12" y="2638106"/>
              <a:ext cx="8643620" cy="8255"/>
            </a:xfrm>
            <a:custGeom>
              <a:avLst/>
              <a:gdLst/>
              <a:ahLst/>
              <a:cxnLst/>
              <a:rect l="l" t="t" r="r" b="b"/>
              <a:pathLst>
                <a:path w="8643620" h="8255">
                  <a:moveTo>
                    <a:pt x="0" y="7874"/>
                  </a:moveTo>
                  <a:lnTo>
                    <a:pt x="8643299" y="7874"/>
                  </a:lnTo>
                  <a:lnTo>
                    <a:pt x="8643299" y="0"/>
                  </a:lnTo>
                  <a:lnTo>
                    <a:pt x="0" y="0"/>
                  </a:lnTo>
                  <a:lnTo>
                    <a:pt x="0" y="7874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-742" y="1926806"/>
              <a:ext cx="8637270" cy="711835"/>
            </a:xfrm>
            <a:custGeom>
              <a:avLst/>
              <a:gdLst/>
              <a:ahLst/>
              <a:cxnLst/>
              <a:rect l="l" t="t" r="r" b="b"/>
              <a:pathLst>
                <a:path w="8637270" h="711835">
                  <a:moveTo>
                    <a:pt x="8636699" y="711299"/>
                  </a:moveTo>
                  <a:lnTo>
                    <a:pt x="0" y="711299"/>
                  </a:lnTo>
                  <a:lnTo>
                    <a:pt x="0" y="0"/>
                  </a:lnTo>
                  <a:lnTo>
                    <a:pt x="8636699" y="0"/>
                  </a:lnTo>
                  <a:lnTo>
                    <a:pt x="8636699" y="71129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9694" y="1975243"/>
            <a:ext cx="249999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/>
              <a:t>ConfigMaps</a:t>
            </a:r>
            <a:endParaRPr sz="3600"/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7765384" y="412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737373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6484" y="1062883"/>
            <a:ext cx="4754880" cy="2626360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Goal:</a:t>
            </a:r>
            <a:r>
              <a:rPr dirty="0" sz="1800" spc="-45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manage</a:t>
            </a:r>
            <a:r>
              <a:rPr dirty="0" sz="1800" spc="-45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app</a:t>
            </a:r>
            <a:r>
              <a:rPr dirty="0" sz="1800" spc="-45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 b="1">
                <a:solidFill>
                  <a:srgbClr val="666666"/>
                </a:solidFill>
                <a:latin typeface="Roboto"/>
                <a:cs typeface="Roboto"/>
              </a:rPr>
              <a:t>configuration</a:t>
            </a:r>
            <a:endParaRPr sz="1800">
              <a:latin typeface="Roboto"/>
              <a:cs typeface="Roboto"/>
            </a:endParaRPr>
          </a:p>
          <a:p>
            <a:pPr marL="354965" indent="-229235">
              <a:lnSpc>
                <a:spcPct val="100000"/>
              </a:lnSpc>
              <a:spcBef>
                <a:spcPts val="330"/>
              </a:spcBef>
              <a:buChar char="•"/>
              <a:tabLst>
                <a:tab pos="354965" algn="l"/>
              </a:tabLst>
            </a:pP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...without</a:t>
            </a:r>
            <a:r>
              <a:rPr dirty="0" sz="15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making</a:t>
            </a:r>
            <a:r>
              <a:rPr dirty="0" sz="1500" spc="3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 spc="-20">
                <a:solidFill>
                  <a:srgbClr val="666666"/>
                </a:solidFill>
                <a:latin typeface="Roboto"/>
                <a:cs typeface="Roboto"/>
              </a:rPr>
              <a:t>overly-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brittle</a:t>
            </a:r>
            <a:r>
              <a:rPr dirty="0" sz="15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container</a:t>
            </a:r>
            <a:r>
              <a:rPr dirty="0" sz="15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666666"/>
                </a:solidFill>
                <a:latin typeface="Roboto"/>
                <a:cs typeface="Roboto"/>
              </a:rPr>
              <a:t>images</a:t>
            </a:r>
            <a:endParaRPr sz="1500">
              <a:latin typeface="Roboto"/>
              <a:cs typeface="Roboto"/>
            </a:endParaRPr>
          </a:p>
          <a:p>
            <a:pPr marL="12700" marR="922019">
              <a:lnSpc>
                <a:spcPct val="114599"/>
              </a:lnSpc>
              <a:spcBef>
                <a:spcPts val="1245"/>
              </a:spcBef>
            </a:pPr>
            <a:r>
              <a:rPr dirty="0" u="heavy" sz="1800" spc="-20">
                <a:solidFill>
                  <a:srgbClr val="3368E7"/>
                </a:solidFill>
                <a:uFill>
                  <a:solidFill>
                    <a:srgbClr val="3368E7"/>
                  </a:solidFill>
                </a:uFill>
                <a:latin typeface="Roboto"/>
                <a:cs typeface="Roboto"/>
                <a:hlinkClick r:id="rId2"/>
              </a:rPr>
              <a:t>12-</a:t>
            </a:r>
            <a:r>
              <a:rPr dirty="0" u="heavy" sz="1800">
                <a:solidFill>
                  <a:srgbClr val="3368E7"/>
                </a:solidFill>
                <a:uFill>
                  <a:solidFill>
                    <a:srgbClr val="3368E7"/>
                  </a:solidFill>
                </a:uFill>
                <a:latin typeface="Roboto"/>
                <a:cs typeface="Roboto"/>
                <a:hlinkClick r:id="rId2"/>
              </a:rPr>
              <a:t>factor</a:t>
            </a:r>
            <a:r>
              <a:rPr dirty="0" u="none" sz="1800" spc="-15">
                <a:solidFill>
                  <a:srgbClr val="3368E7"/>
                </a:solidFill>
                <a:latin typeface="Roboto"/>
                <a:cs typeface="Roboto"/>
              </a:rPr>
              <a:t> </a:t>
            </a:r>
            <a:r>
              <a:rPr dirty="0" u="none" sz="1800">
                <a:solidFill>
                  <a:srgbClr val="666666"/>
                </a:solidFill>
                <a:latin typeface="Roboto"/>
                <a:cs typeface="Roboto"/>
              </a:rPr>
              <a:t>says</a:t>
            </a:r>
            <a:r>
              <a:rPr dirty="0" u="none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u="none" sz="1800">
                <a:solidFill>
                  <a:srgbClr val="666666"/>
                </a:solidFill>
                <a:latin typeface="Roboto"/>
                <a:cs typeface="Roboto"/>
              </a:rPr>
              <a:t>config</a:t>
            </a:r>
            <a:r>
              <a:rPr dirty="0" u="none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u="none" sz="1800">
                <a:solidFill>
                  <a:srgbClr val="666666"/>
                </a:solidFill>
                <a:latin typeface="Roboto"/>
                <a:cs typeface="Roboto"/>
              </a:rPr>
              <a:t>comes</a:t>
            </a:r>
            <a:r>
              <a:rPr dirty="0" u="none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u="none" sz="1800">
                <a:solidFill>
                  <a:srgbClr val="666666"/>
                </a:solidFill>
                <a:latin typeface="Roboto"/>
                <a:cs typeface="Roboto"/>
              </a:rPr>
              <a:t>from</a:t>
            </a:r>
            <a:r>
              <a:rPr dirty="0" u="none" sz="1800" spc="-25">
                <a:solidFill>
                  <a:srgbClr val="666666"/>
                </a:solidFill>
                <a:latin typeface="Roboto"/>
                <a:cs typeface="Roboto"/>
              </a:rPr>
              <a:t> the </a:t>
            </a:r>
            <a:r>
              <a:rPr dirty="0" u="none" sz="1800" spc="-10">
                <a:solidFill>
                  <a:srgbClr val="666666"/>
                </a:solidFill>
                <a:latin typeface="Roboto"/>
                <a:cs typeface="Roboto"/>
              </a:rPr>
              <a:t>environment</a:t>
            </a:r>
            <a:endParaRPr sz="1800">
              <a:latin typeface="Roboto"/>
              <a:cs typeface="Roboto"/>
            </a:endParaRPr>
          </a:p>
          <a:p>
            <a:pPr marL="354965" indent="-229235">
              <a:lnSpc>
                <a:spcPct val="100000"/>
              </a:lnSpc>
              <a:spcBef>
                <a:spcPts val="330"/>
              </a:spcBef>
              <a:buChar char="•"/>
              <a:tabLst>
                <a:tab pos="354965" algn="l"/>
              </a:tabLst>
            </a:pPr>
            <a:r>
              <a:rPr dirty="0" sz="1500" spc="-10">
                <a:solidFill>
                  <a:srgbClr val="666666"/>
                </a:solidFill>
                <a:latin typeface="Roboto"/>
                <a:cs typeface="Roboto"/>
              </a:rPr>
              <a:t>Kubernetes</a:t>
            </a:r>
            <a:r>
              <a:rPr dirty="0" sz="15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is</a:t>
            </a:r>
            <a:r>
              <a:rPr dirty="0" sz="15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the</a:t>
            </a:r>
            <a:r>
              <a:rPr dirty="0" sz="15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666666"/>
                </a:solidFill>
                <a:latin typeface="Roboto"/>
                <a:cs typeface="Roboto"/>
              </a:rPr>
              <a:t>environment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Manage</a:t>
            </a:r>
            <a:r>
              <a:rPr dirty="0" sz="18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config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via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the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Kubernetes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API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Inject</a:t>
            </a:r>
            <a:r>
              <a:rPr dirty="0" sz="18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config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as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virtual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volume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into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your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 Pods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40102" y="3666942"/>
            <a:ext cx="3122295" cy="55880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00"/>
              </a:spcBef>
              <a:buChar char="•"/>
              <a:tabLst>
                <a:tab pos="241300" algn="l"/>
              </a:tabLst>
            </a:pPr>
            <a:r>
              <a:rPr dirty="0" sz="1500" spc="-10">
                <a:solidFill>
                  <a:srgbClr val="666666"/>
                </a:solidFill>
                <a:latin typeface="Roboto"/>
                <a:cs typeface="Roboto"/>
              </a:rPr>
              <a:t>late-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binding,</a:t>
            </a:r>
            <a:r>
              <a:rPr dirty="0" sz="15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 spc="-20">
                <a:solidFill>
                  <a:srgbClr val="666666"/>
                </a:solidFill>
                <a:latin typeface="Roboto"/>
                <a:cs typeface="Roboto"/>
              </a:rPr>
              <a:t>live-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updated</a:t>
            </a:r>
            <a:r>
              <a:rPr dirty="0" sz="15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666666"/>
                </a:solidFill>
                <a:latin typeface="Roboto"/>
                <a:cs typeface="Roboto"/>
              </a:rPr>
              <a:t>(atomic)</a:t>
            </a:r>
            <a:endParaRPr sz="1500">
              <a:latin typeface="Roboto"/>
              <a:cs typeface="Roboto"/>
            </a:endParaRPr>
          </a:p>
          <a:p>
            <a:pPr marL="241300" indent="-228600">
              <a:lnSpc>
                <a:spcPct val="100000"/>
              </a:lnSpc>
              <a:spcBef>
                <a:spcPts val="300"/>
              </a:spcBef>
              <a:buChar char="•"/>
              <a:tabLst>
                <a:tab pos="241300" algn="l"/>
              </a:tabLst>
            </a:pP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also</a:t>
            </a:r>
            <a:r>
              <a:rPr dirty="0" sz="15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available</a:t>
            </a:r>
            <a:r>
              <a:rPr dirty="0" sz="15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as</a:t>
            </a:r>
            <a:r>
              <a:rPr dirty="0" sz="15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env</a:t>
            </a:r>
            <a:r>
              <a:rPr dirty="0" sz="15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 spc="-20">
                <a:solidFill>
                  <a:srgbClr val="666666"/>
                </a:solidFill>
                <a:latin typeface="Roboto"/>
                <a:cs typeface="Roboto"/>
              </a:rPr>
              <a:t>vars</a:t>
            </a:r>
            <a:endParaRPr sz="1500">
              <a:latin typeface="Roboto"/>
              <a:cs typeface="Roboto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76949" y="742950"/>
            <a:ext cx="2557552" cy="4215722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6815338" y="3164669"/>
            <a:ext cx="42164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 b="1">
                <a:solidFill>
                  <a:srgbClr val="FFFFFF"/>
                </a:solidFill>
                <a:latin typeface="Roboto"/>
                <a:cs typeface="Roboto"/>
              </a:rPr>
              <a:t>node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6861536" y="872463"/>
            <a:ext cx="31178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solidFill>
                  <a:srgbClr val="FFFFFF"/>
                </a:solidFill>
                <a:latin typeface="Roboto"/>
                <a:cs typeface="Roboto"/>
              </a:rPr>
              <a:t>API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838188" y="1643785"/>
            <a:ext cx="34099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solidFill>
                  <a:srgbClr val="FFFFFF"/>
                </a:solidFill>
                <a:latin typeface="Roboto"/>
                <a:cs typeface="Roboto"/>
              </a:rPr>
              <a:t>Pod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337396" y="1643775"/>
            <a:ext cx="553720" cy="448309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dirty="0" sz="1400" spc="-10" b="1">
                <a:solidFill>
                  <a:srgbClr val="FFFFFF"/>
                </a:solidFill>
                <a:latin typeface="Roboto"/>
                <a:cs typeface="Roboto"/>
              </a:rPr>
              <a:t>Config </a:t>
            </a:r>
            <a:r>
              <a:rPr dirty="0" sz="1400" spc="-25" b="1">
                <a:solidFill>
                  <a:srgbClr val="FFFFFF"/>
                </a:solidFill>
                <a:latin typeface="Roboto"/>
                <a:cs typeface="Roboto"/>
              </a:rPr>
              <a:t>Map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ConfigMaps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742" y="1926806"/>
            <a:ext cx="8748395" cy="810895"/>
            <a:chOff x="-742" y="1926806"/>
            <a:chExt cx="8748395" cy="810895"/>
          </a:xfrm>
        </p:grpSpPr>
        <p:sp>
          <p:nvSpPr>
            <p:cNvPr id="3" name="object 3" descr=""/>
            <p:cNvSpPr/>
            <p:nvPr/>
          </p:nvSpPr>
          <p:spPr>
            <a:xfrm>
              <a:off x="-355" y="1999716"/>
              <a:ext cx="8747760" cy="737870"/>
            </a:xfrm>
            <a:custGeom>
              <a:avLst/>
              <a:gdLst/>
              <a:ahLst/>
              <a:cxnLst/>
              <a:rect l="l" t="t" r="r" b="b"/>
              <a:pathLst>
                <a:path w="8747760" h="737869">
                  <a:moveTo>
                    <a:pt x="8747481" y="0"/>
                  </a:moveTo>
                  <a:lnTo>
                    <a:pt x="381" y="0"/>
                  </a:lnTo>
                  <a:lnTo>
                    <a:pt x="0" y="76"/>
                  </a:lnTo>
                  <a:lnTo>
                    <a:pt x="0" y="666076"/>
                  </a:lnTo>
                  <a:lnTo>
                    <a:pt x="0" y="704545"/>
                  </a:lnTo>
                  <a:lnTo>
                    <a:pt x="381" y="704545"/>
                  </a:lnTo>
                  <a:lnTo>
                    <a:pt x="381" y="737400"/>
                  </a:lnTo>
                  <a:lnTo>
                    <a:pt x="8747481" y="737400"/>
                  </a:lnTo>
                  <a:lnTo>
                    <a:pt x="8747481" y="0"/>
                  </a:lnTo>
                  <a:close/>
                </a:path>
              </a:pathLst>
            </a:custGeom>
            <a:solidFill>
              <a:srgbClr val="000000">
                <a:alpha val="313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12" y="2638106"/>
              <a:ext cx="8643620" cy="8255"/>
            </a:xfrm>
            <a:custGeom>
              <a:avLst/>
              <a:gdLst/>
              <a:ahLst/>
              <a:cxnLst/>
              <a:rect l="l" t="t" r="r" b="b"/>
              <a:pathLst>
                <a:path w="8643620" h="8255">
                  <a:moveTo>
                    <a:pt x="0" y="7874"/>
                  </a:moveTo>
                  <a:lnTo>
                    <a:pt x="8643299" y="7874"/>
                  </a:lnTo>
                  <a:lnTo>
                    <a:pt x="8643299" y="0"/>
                  </a:lnTo>
                  <a:lnTo>
                    <a:pt x="0" y="0"/>
                  </a:lnTo>
                  <a:lnTo>
                    <a:pt x="0" y="7874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-742" y="1926806"/>
              <a:ext cx="8637270" cy="711835"/>
            </a:xfrm>
            <a:custGeom>
              <a:avLst/>
              <a:gdLst/>
              <a:ahLst/>
              <a:cxnLst/>
              <a:rect l="l" t="t" r="r" b="b"/>
              <a:pathLst>
                <a:path w="8637270" h="711835">
                  <a:moveTo>
                    <a:pt x="8636699" y="711299"/>
                  </a:moveTo>
                  <a:lnTo>
                    <a:pt x="0" y="711299"/>
                  </a:lnTo>
                  <a:lnTo>
                    <a:pt x="0" y="0"/>
                  </a:lnTo>
                  <a:lnTo>
                    <a:pt x="8636699" y="0"/>
                  </a:lnTo>
                  <a:lnTo>
                    <a:pt x="8636699" y="711299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9694" y="1975243"/>
            <a:ext cx="155829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/>
              <a:t>Secrets</a:t>
            </a:r>
            <a:endParaRPr sz="3600"/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7765384" y="412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737373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26484" y="1062883"/>
            <a:ext cx="5006340" cy="2626360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Goal:</a:t>
            </a:r>
            <a:r>
              <a:rPr dirty="0" sz="1800" spc="-35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grant</a:t>
            </a:r>
            <a:r>
              <a:rPr dirty="0" sz="1800" spc="-30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a</a:t>
            </a:r>
            <a:r>
              <a:rPr dirty="0" sz="1800" spc="-35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pod</a:t>
            </a:r>
            <a:r>
              <a:rPr dirty="0" sz="1800" spc="-30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access</a:t>
            </a:r>
            <a:r>
              <a:rPr dirty="0" sz="1800" spc="-35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to</a:t>
            </a:r>
            <a:r>
              <a:rPr dirty="0" sz="1800" spc="-30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a</a:t>
            </a:r>
            <a:r>
              <a:rPr dirty="0" sz="1800" spc="-30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b="1">
                <a:solidFill>
                  <a:srgbClr val="666666"/>
                </a:solidFill>
                <a:latin typeface="Roboto"/>
                <a:cs typeface="Roboto"/>
              </a:rPr>
              <a:t>secured</a:t>
            </a:r>
            <a:r>
              <a:rPr dirty="0" sz="1800" spc="-10" b="1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10" b="1" i="1">
                <a:solidFill>
                  <a:srgbClr val="666666"/>
                </a:solidFill>
                <a:latin typeface="Roboto"/>
                <a:cs typeface="Roboto"/>
              </a:rPr>
              <a:t>something</a:t>
            </a:r>
            <a:endParaRPr sz="1800">
              <a:latin typeface="Roboto"/>
              <a:cs typeface="Roboto"/>
            </a:endParaRPr>
          </a:p>
          <a:p>
            <a:pPr marL="354965" indent="-229235">
              <a:lnSpc>
                <a:spcPct val="100000"/>
              </a:lnSpc>
              <a:spcBef>
                <a:spcPts val="330"/>
              </a:spcBef>
              <a:buChar char="•"/>
              <a:tabLst>
                <a:tab pos="354965" algn="l"/>
              </a:tabLst>
            </a:pP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don’t</a:t>
            </a:r>
            <a:r>
              <a:rPr dirty="0" sz="15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put</a:t>
            </a:r>
            <a:r>
              <a:rPr dirty="0" sz="15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secrets</a:t>
            </a:r>
            <a:r>
              <a:rPr dirty="0" sz="15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in</a:t>
            </a:r>
            <a:r>
              <a:rPr dirty="0" sz="15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the</a:t>
            </a:r>
            <a:r>
              <a:rPr dirty="0" sz="1500" spc="-3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container</a:t>
            </a:r>
            <a:r>
              <a:rPr dirty="0" sz="1500" spc="-4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666666"/>
                </a:solidFill>
                <a:latin typeface="Roboto"/>
                <a:cs typeface="Roboto"/>
              </a:rPr>
              <a:t>image!</a:t>
            </a:r>
            <a:endParaRPr sz="1500">
              <a:latin typeface="Roboto"/>
              <a:cs typeface="Roboto"/>
            </a:endParaRPr>
          </a:p>
          <a:p>
            <a:pPr marL="12700" marR="1173480">
              <a:lnSpc>
                <a:spcPct val="114599"/>
              </a:lnSpc>
              <a:spcBef>
                <a:spcPts val="1245"/>
              </a:spcBef>
            </a:pPr>
            <a:r>
              <a:rPr dirty="0" u="heavy" sz="1800" spc="-20">
                <a:solidFill>
                  <a:srgbClr val="3368E7"/>
                </a:solidFill>
                <a:uFill>
                  <a:solidFill>
                    <a:srgbClr val="3368E7"/>
                  </a:solidFill>
                </a:uFill>
                <a:latin typeface="Roboto"/>
                <a:cs typeface="Roboto"/>
                <a:hlinkClick r:id="rId2"/>
              </a:rPr>
              <a:t>12-</a:t>
            </a:r>
            <a:r>
              <a:rPr dirty="0" u="heavy" sz="1800">
                <a:solidFill>
                  <a:srgbClr val="3368E7"/>
                </a:solidFill>
                <a:uFill>
                  <a:solidFill>
                    <a:srgbClr val="3368E7"/>
                  </a:solidFill>
                </a:uFill>
                <a:latin typeface="Roboto"/>
                <a:cs typeface="Roboto"/>
                <a:hlinkClick r:id="rId2"/>
              </a:rPr>
              <a:t>factor</a:t>
            </a:r>
            <a:r>
              <a:rPr dirty="0" u="none" sz="1800" spc="-15">
                <a:solidFill>
                  <a:srgbClr val="3368E7"/>
                </a:solidFill>
                <a:latin typeface="Roboto"/>
                <a:cs typeface="Roboto"/>
              </a:rPr>
              <a:t> </a:t>
            </a:r>
            <a:r>
              <a:rPr dirty="0" u="none" sz="1800">
                <a:solidFill>
                  <a:srgbClr val="666666"/>
                </a:solidFill>
                <a:latin typeface="Roboto"/>
                <a:cs typeface="Roboto"/>
              </a:rPr>
              <a:t>says</a:t>
            </a:r>
            <a:r>
              <a:rPr dirty="0" u="none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u="none" sz="1800">
                <a:solidFill>
                  <a:srgbClr val="666666"/>
                </a:solidFill>
                <a:latin typeface="Roboto"/>
                <a:cs typeface="Roboto"/>
              </a:rPr>
              <a:t>config</a:t>
            </a:r>
            <a:r>
              <a:rPr dirty="0" u="none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u="none" sz="1800">
                <a:solidFill>
                  <a:srgbClr val="666666"/>
                </a:solidFill>
                <a:latin typeface="Roboto"/>
                <a:cs typeface="Roboto"/>
              </a:rPr>
              <a:t>comes</a:t>
            </a:r>
            <a:r>
              <a:rPr dirty="0" u="none" sz="1800" spc="-2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u="none" sz="1800">
                <a:solidFill>
                  <a:srgbClr val="666666"/>
                </a:solidFill>
                <a:latin typeface="Roboto"/>
                <a:cs typeface="Roboto"/>
              </a:rPr>
              <a:t>from</a:t>
            </a:r>
            <a:r>
              <a:rPr dirty="0" u="none" sz="1800" spc="-25">
                <a:solidFill>
                  <a:srgbClr val="666666"/>
                </a:solidFill>
                <a:latin typeface="Roboto"/>
                <a:cs typeface="Roboto"/>
              </a:rPr>
              <a:t> the </a:t>
            </a:r>
            <a:r>
              <a:rPr dirty="0" u="none" sz="1800" spc="-10">
                <a:solidFill>
                  <a:srgbClr val="666666"/>
                </a:solidFill>
                <a:latin typeface="Roboto"/>
                <a:cs typeface="Roboto"/>
              </a:rPr>
              <a:t>environment</a:t>
            </a:r>
            <a:endParaRPr sz="1800">
              <a:latin typeface="Roboto"/>
              <a:cs typeface="Roboto"/>
            </a:endParaRPr>
          </a:p>
          <a:p>
            <a:pPr marL="354965" indent="-229235">
              <a:lnSpc>
                <a:spcPct val="100000"/>
              </a:lnSpc>
              <a:spcBef>
                <a:spcPts val="330"/>
              </a:spcBef>
              <a:buChar char="•"/>
              <a:tabLst>
                <a:tab pos="354965" algn="l"/>
              </a:tabLst>
            </a:pPr>
            <a:r>
              <a:rPr dirty="0" sz="1500" spc="-10">
                <a:solidFill>
                  <a:srgbClr val="666666"/>
                </a:solidFill>
                <a:latin typeface="Roboto"/>
                <a:cs typeface="Roboto"/>
              </a:rPr>
              <a:t>Kubernetes</a:t>
            </a:r>
            <a:r>
              <a:rPr dirty="0" sz="15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is</a:t>
            </a:r>
            <a:r>
              <a:rPr dirty="0" sz="15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the</a:t>
            </a:r>
            <a:r>
              <a:rPr dirty="0" sz="15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666666"/>
                </a:solidFill>
                <a:latin typeface="Roboto"/>
                <a:cs typeface="Roboto"/>
              </a:rPr>
              <a:t>environment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Manage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secrets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via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the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Kubernetes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API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Inject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secrets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as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virtual</a:t>
            </a:r>
            <a:r>
              <a:rPr dirty="0" sz="18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volumes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into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666666"/>
                </a:solidFill>
                <a:latin typeface="Roboto"/>
                <a:cs typeface="Roboto"/>
              </a:rPr>
              <a:t>your</a:t>
            </a:r>
            <a:r>
              <a:rPr dirty="0" sz="18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800" spc="-20">
                <a:solidFill>
                  <a:srgbClr val="666666"/>
                </a:solidFill>
                <a:latin typeface="Roboto"/>
                <a:cs typeface="Roboto"/>
              </a:rPr>
              <a:t>Pods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40102" y="3666942"/>
            <a:ext cx="3558540" cy="55880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00"/>
              </a:spcBef>
              <a:buChar char="•"/>
              <a:tabLst>
                <a:tab pos="241300" algn="l"/>
              </a:tabLst>
            </a:pPr>
            <a:r>
              <a:rPr dirty="0" sz="1500" spc="-10">
                <a:solidFill>
                  <a:srgbClr val="666666"/>
                </a:solidFill>
                <a:latin typeface="Roboto"/>
                <a:cs typeface="Roboto"/>
              </a:rPr>
              <a:t>late-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binding,</a:t>
            </a:r>
            <a:r>
              <a:rPr dirty="0" sz="15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tmpfs</a:t>
            </a:r>
            <a:r>
              <a:rPr dirty="0" sz="15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-</a:t>
            </a:r>
            <a:r>
              <a:rPr dirty="0" sz="15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never</a:t>
            </a:r>
            <a:r>
              <a:rPr dirty="0" sz="15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touches</a:t>
            </a:r>
            <a:r>
              <a:rPr dirty="0" sz="15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 spc="-20">
                <a:solidFill>
                  <a:srgbClr val="666666"/>
                </a:solidFill>
                <a:latin typeface="Roboto"/>
                <a:cs typeface="Roboto"/>
              </a:rPr>
              <a:t>disk</a:t>
            </a:r>
            <a:endParaRPr sz="1500">
              <a:latin typeface="Roboto"/>
              <a:cs typeface="Roboto"/>
            </a:endParaRPr>
          </a:p>
          <a:p>
            <a:pPr marL="241300" indent="-228600">
              <a:lnSpc>
                <a:spcPct val="100000"/>
              </a:lnSpc>
              <a:spcBef>
                <a:spcPts val="300"/>
              </a:spcBef>
              <a:buChar char="•"/>
              <a:tabLst>
                <a:tab pos="241300" algn="l"/>
              </a:tabLst>
            </a:pP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also</a:t>
            </a:r>
            <a:r>
              <a:rPr dirty="0" sz="15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available</a:t>
            </a:r>
            <a:r>
              <a:rPr dirty="0" sz="15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as</a:t>
            </a:r>
            <a:r>
              <a:rPr dirty="0" sz="1500" spc="-3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>
                <a:solidFill>
                  <a:srgbClr val="666666"/>
                </a:solidFill>
                <a:latin typeface="Roboto"/>
                <a:cs typeface="Roboto"/>
              </a:rPr>
              <a:t>env</a:t>
            </a:r>
            <a:r>
              <a:rPr dirty="0" sz="1500" spc="-25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500" spc="-20">
                <a:solidFill>
                  <a:srgbClr val="666666"/>
                </a:solidFill>
                <a:latin typeface="Roboto"/>
                <a:cs typeface="Roboto"/>
              </a:rPr>
              <a:t>vars</a:t>
            </a:r>
            <a:endParaRPr sz="1500">
              <a:latin typeface="Roboto"/>
              <a:cs typeface="Roboto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76949" y="742950"/>
            <a:ext cx="2533173" cy="4215722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6815338" y="3164669"/>
            <a:ext cx="42164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 b="1">
                <a:solidFill>
                  <a:srgbClr val="FFFFFF"/>
                </a:solidFill>
                <a:latin typeface="Roboto"/>
                <a:cs typeface="Roboto"/>
              </a:rPr>
              <a:t>node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6861536" y="872463"/>
            <a:ext cx="31178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solidFill>
                  <a:srgbClr val="FFFFFF"/>
                </a:solidFill>
                <a:latin typeface="Roboto"/>
                <a:cs typeface="Roboto"/>
              </a:rPr>
              <a:t>API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838188" y="1643785"/>
            <a:ext cx="34099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 b="1">
                <a:solidFill>
                  <a:srgbClr val="FFFFFF"/>
                </a:solidFill>
                <a:latin typeface="Roboto"/>
                <a:cs typeface="Roboto"/>
              </a:rPr>
              <a:t>Pod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320275" y="1643785"/>
            <a:ext cx="54419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FFFFFF"/>
                </a:solidFill>
                <a:latin typeface="Roboto"/>
                <a:cs typeface="Roboto"/>
              </a:rPr>
              <a:t>Secret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Secrets</a:t>
            </a:r>
          </a:p>
        </p:txBody>
      </p:sp>
      <p:sp>
        <p:nvSpPr>
          <p:cNvPr id="10" name="object 10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470932" y="1111074"/>
          <a:ext cx="6871970" cy="26555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25650"/>
                <a:gridCol w="2969260"/>
                <a:gridCol w="1800224"/>
              </a:tblGrid>
              <a:tr h="44195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700" spc="-10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Deployment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4604"/>
                </a:tc>
                <a:tc>
                  <a:txBody>
                    <a:bodyPr/>
                    <a:lstStyle/>
                    <a:p>
                      <a:pPr marL="67246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700" spc="-10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ReplicaSet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4604"/>
                </a:tc>
                <a:tc>
                  <a:txBody>
                    <a:bodyPr/>
                    <a:lstStyle/>
                    <a:p>
                      <a:pPr marL="52260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700" spc="-10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DaemonSet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4604"/>
                </a:tc>
              </a:tr>
              <a:tr h="5905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25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Pod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 marL="67246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Liveness</a:t>
                      </a:r>
                      <a:r>
                        <a:rPr dirty="0" sz="1700" spc="-40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700" spc="-10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Probe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 marL="52260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25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Job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</a:tr>
              <a:tr h="5905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Volume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 marL="67246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Readiness</a:t>
                      </a:r>
                      <a:r>
                        <a:rPr dirty="0" sz="1700" spc="-45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1700" spc="-10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Probe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 marL="52260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StatefulSet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</a:tr>
              <a:tr h="5905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Label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 marL="67246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Service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 marL="52260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ConfigMap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</a:tr>
              <a:tr h="44195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Selector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2260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700" spc="-10" b="1">
                          <a:solidFill>
                            <a:srgbClr val="666666"/>
                          </a:solidFill>
                          <a:latin typeface="Open Sans"/>
                          <a:cs typeface="Open Sans"/>
                        </a:rPr>
                        <a:t>Secret</a:t>
                      </a:r>
                      <a:endParaRPr sz="1700">
                        <a:latin typeface="Open Sans"/>
                        <a:cs typeface="Open Sans"/>
                      </a:endParaRPr>
                    </a:p>
                  </a:txBody>
                  <a:tcPr marL="0" marR="0" marB="0" marT="163195"/>
                </a:tc>
              </a:tr>
            </a:tbl>
          </a:graphicData>
        </a:graphic>
      </p:graphicFrame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9184" rIns="0" bIns="0" rtlCol="0" vert="horz">
            <a:spAutoFit/>
          </a:bodyPr>
          <a:lstStyle/>
          <a:p>
            <a:pPr marL="462280">
              <a:lnSpc>
                <a:spcPct val="100000"/>
              </a:lnSpc>
              <a:spcBef>
                <a:spcPts val="60"/>
              </a:spcBef>
            </a:pPr>
            <a:r>
              <a:rPr dirty="0">
                <a:solidFill>
                  <a:srgbClr val="666666"/>
                </a:solidFill>
              </a:rPr>
              <a:t>Google</a:t>
            </a:r>
            <a:r>
              <a:rPr dirty="0" spc="-10">
                <a:solidFill>
                  <a:srgbClr val="666666"/>
                </a:solidFill>
              </a:rPr>
              <a:t> Cloud Platform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Kubernetes</a:t>
            </a:r>
            <a:r>
              <a:rPr dirty="0" spc="-50"/>
              <a:t> </a:t>
            </a:r>
            <a:r>
              <a:rPr dirty="0" spc="-10"/>
              <a:t>Terminology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4528" y="4915750"/>
            <a:ext cx="129140" cy="1151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127751" y="2135954"/>
            <a:ext cx="293497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There</a:t>
            </a:r>
            <a:r>
              <a:rPr dirty="0" sz="3600" spc="-80"/>
              <a:t> </a:t>
            </a:r>
            <a:r>
              <a:rPr dirty="0" sz="3600"/>
              <a:t>is</a:t>
            </a:r>
            <a:r>
              <a:rPr dirty="0" sz="3600" spc="-75"/>
              <a:t> </a:t>
            </a:r>
            <a:r>
              <a:rPr dirty="0" sz="3600" spc="-10"/>
              <a:t>more!</a:t>
            </a:r>
            <a:endParaRPr sz="3600"/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Google</a:t>
            </a:r>
            <a:r>
              <a:rPr dirty="0" spc="-10"/>
              <a:t> Cloud Platform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6789261" y="4926201"/>
            <a:ext cx="747395" cy="10033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500" spc="-10">
                <a:solidFill>
                  <a:srgbClr val="FFFFFF"/>
                </a:solidFill>
                <a:latin typeface="Roboto"/>
                <a:cs typeface="Roboto"/>
              </a:rPr>
              <a:t>Confidential</a:t>
            </a:r>
            <a:r>
              <a:rPr dirty="0" sz="500" spc="1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500">
                <a:solidFill>
                  <a:srgbClr val="FFFFFF"/>
                </a:solidFill>
                <a:latin typeface="Roboto"/>
                <a:cs typeface="Roboto"/>
              </a:rPr>
              <a:t>&amp;</a:t>
            </a:r>
            <a:r>
              <a:rPr dirty="0" sz="500" spc="1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Roboto"/>
                <a:cs typeface="Roboto"/>
              </a:rPr>
              <a:t>Proprietary</a:t>
            </a:r>
            <a:endParaRPr sz="500">
              <a:latin typeface="Roboto"/>
              <a:cs typeface="Roboto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25"/>
              <a:t>93</a:t>
            </a:fld>
          </a:p>
        </p:txBody>
      </p:sp>
      <p:sp>
        <p:nvSpPr>
          <p:cNvPr id="5" name="object 5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4528" y="4915750"/>
            <a:ext cx="129140" cy="11519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028693" y="3131655"/>
            <a:ext cx="14001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Roboto"/>
                <a:cs typeface="Roboto"/>
              </a:rPr>
              <a:t>kubernetes.io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11109" y="3381338"/>
            <a:ext cx="283337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FFFFFF"/>
                </a:solidFill>
                <a:latin typeface="Roboto"/>
                <a:cs typeface="Roboto"/>
              </a:rPr>
              <a:t>cloud.google.com/container-</a:t>
            </a: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engine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587263" y="3208756"/>
            <a:ext cx="2882265" cy="1042669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algn="ctr" marL="386715" marR="378460">
              <a:lnSpc>
                <a:spcPts val="1950"/>
              </a:lnSpc>
              <a:spcBef>
                <a:spcPts val="340"/>
              </a:spcBef>
            </a:pPr>
            <a:r>
              <a:rPr dirty="0" sz="1800">
                <a:solidFill>
                  <a:srgbClr val="FFFFFF"/>
                </a:solidFill>
                <a:latin typeface="Roboto"/>
                <a:cs typeface="Roboto"/>
              </a:rPr>
              <a:t>Mete</a:t>
            </a:r>
            <a:r>
              <a:rPr dirty="0" sz="1800" spc="-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Roboto"/>
                <a:cs typeface="Roboto"/>
              </a:rPr>
              <a:t>Atamel @meteatamel </a:t>
            </a:r>
            <a:r>
              <a:rPr dirty="0" sz="1800" spc="-10">
                <a:solidFill>
                  <a:srgbClr val="FFFFFF"/>
                </a:solidFill>
                <a:latin typeface="Roboto"/>
                <a:cs typeface="Roboto"/>
                <a:hlinkClick r:id="rId3"/>
              </a:rPr>
              <a:t>atamel@google.com</a:t>
            </a:r>
            <a:endParaRPr sz="1800">
              <a:latin typeface="Roboto"/>
              <a:cs typeface="Roboto"/>
            </a:endParaRPr>
          </a:p>
          <a:p>
            <a:pPr algn="ctr">
              <a:lnSpc>
                <a:spcPts val="1920"/>
              </a:lnSpc>
            </a:pPr>
            <a:r>
              <a:rPr dirty="0" sz="1800" spc="-10">
                <a:solidFill>
                  <a:srgbClr val="FFFFFF"/>
                </a:solidFill>
                <a:latin typeface="Roboto"/>
                <a:cs typeface="Roboto"/>
              </a:rPr>
              <a:t>meteatamel.wordpress.com</a:t>
            </a:r>
            <a:endParaRPr sz="1800">
              <a:latin typeface="Roboto"/>
              <a:cs typeface="Roboto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4175" y="1467563"/>
            <a:ext cx="1509924" cy="134697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72912" y="1284425"/>
            <a:ext cx="1713275" cy="1713275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7841584" y="117462"/>
            <a:ext cx="11309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Roboto"/>
                <a:cs typeface="Roboto"/>
              </a:rPr>
              <a:t>@meteatamel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Google</a:t>
            </a:r>
            <a:r>
              <a:rPr dirty="0" spc="-10"/>
              <a:t> Cloud Platform</a:t>
            </a:r>
          </a:p>
        </p:txBody>
      </p:sp>
      <p:sp>
        <p:nvSpPr>
          <p:cNvPr id="12" name="object 12" descr=""/>
          <p:cNvSpPr txBox="1"/>
          <p:nvPr/>
        </p:nvSpPr>
        <p:spPr>
          <a:xfrm>
            <a:off x="6789261" y="4926201"/>
            <a:ext cx="747395" cy="10033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500" spc="-10">
                <a:solidFill>
                  <a:srgbClr val="FFFFFF"/>
                </a:solidFill>
                <a:latin typeface="Roboto"/>
                <a:cs typeface="Roboto"/>
              </a:rPr>
              <a:t>Confidential</a:t>
            </a:r>
            <a:r>
              <a:rPr dirty="0" sz="500" spc="1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500">
                <a:solidFill>
                  <a:srgbClr val="FFFFFF"/>
                </a:solidFill>
                <a:latin typeface="Roboto"/>
                <a:cs typeface="Roboto"/>
              </a:rPr>
              <a:t>&amp;</a:t>
            </a:r>
            <a:r>
              <a:rPr dirty="0" sz="500" spc="1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500" spc="-10">
                <a:solidFill>
                  <a:srgbClr val="FFFFFF"/>
                </a:solidFill>
                <a:latin typeface="Roboto"/>
                <a:cs typeface="Roboto"/>
              </a:rPr>
              <a:t>Proprietary</a:t>
            </a:r>
            <a:endParaRPr sz="500">
              <a:latin typeface="Roboto"/>
              <a:cs typeface="Roboto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25"/>
              <a:t>93</a:t>
            </a:fld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950508" y="1412666"/>
            <a:ext cx="2899410" cy="1807845"/>
          </a:xfrm>
          <a:prstGeom prst="rect"/>
        </p:spPr>
        <p:txBody>
          <a:bodyPr wrap="square" lIns="0" tIns="3035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90"/>
              </a:spcBef>
            </a:pPr>
            <a:r>
              <a:rPr dirty="0" sz="4800"/>
              <a:t>Thank</a:t>
            </a:r>
            <a:r>
              <a:rPr dirty="0" sz="4800" spc="-165"/>
              <a:t> </a:t>
            </a:r>
            <a:r>
              <a:rPr dirty="0" sz="4800" spc="-25"/>
              <a:t>You</a:t>
            </a:r>
            <a:endParaRPr sz="4800"/>
          </a:p>
          <a:p>
            <a:pPr marL="868044" marR="243204" indent="-365125">
              <a:lnSpc>
                <a:spcPct val="109400"/>
              </a:lnSpc>
              <a:spcBef>
                <a:spcPts val="730"/>
              </a:spcBef>
            </a:pPr>
            <a:r>
              <a:rPr dirty="0" sz="2000"/>
              <a:t>Send</a:t>
            </a:r>
            <a:r>
              <a:rPr dirty="0" sz="2000" spc="-20"/>
              <a:t> </a:t>
            </a:r>
            <a:r>
              <a:rPr dirty="0" sz="2000"/>
              <a:t>talk</a:t>
            </a:r>
            <a:r>
              <a:rPr dirty="0" sz="2000" spc="-20"/>
              <a:t> </a:t>
            </a:r>
            <a:r>
              <a:rPr dirty="0" sz="2000" spc="-10"/>
              <a:t>feedback bit.ly/atamel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2025-06-17T09:41:07Z</dcterms:created>
  <dcterms:modified xsi:type="dcterms:W3CDTF">2025-06-17T09:41:07Z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2025-06-17T00:00:00Z</vt:filetime>
  </property>
  <property fmtid="{D5CDD505-2E9C-101B-9397-08002B2CF9AE}" pid="3" name="Creator">
    <vt:lpwstr>Google</vt:lpwstr>
  </property>
  <property fmtid="{D5CDD505-2E9C-101B-9397-08002B2CF9AE}" pid="4" name="LastSaved">
    <vt:filetime>2025-06-17T00:00:00Z</vt:filetime>
  </property>
</Properties>
</file>